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983413" cy="92694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1065240"/>
            <a:ext cx="9144000" cy="768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228600" y="2209320"/>
            <a:ext cx="8686800" cy="361332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C535A9-C30C-4E42-904A-1A4DDF54B2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065240"/>
            <a:ext cx="9144000" cy="768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28600" y="2209320"/>
            <a:ext cx="8686800" cy="361332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088EC0-F030-48DE-BEBB-DEED827AC0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065240"/>
            <a:ext cx="9144000" cy="768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228600" y="2209320"/>
            <a:ext cx="8686800" cy="361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6C503A-6174-4824-AF77-FA1AD78332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065240"/>
            <a:ext cx="9144000" cy="768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228600" y="2209320"/>
            <a:ext cx="8686800" cy="361332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128AB3-89B8-4EA9-8F61-BA15428FC4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338F95-AC2C-47E2-A9EE-922E433A883F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0" y="1065240"/>
            <a:ext cx="9144000" cy="768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28600" y="2209320"/>
            <a:ext cx="8686800" cy="361332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90080" y="6270120"/>
            <a:ext cx="2095560" cy="43524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74880"/>
                <a:tab algn="l" pos="1949400"/>
                <a:tab algn="l" pos="2924280"/>
                <a:tab algn="l" pos="3898800"/>
                <a:tab algn="l" pos="4873680"/>
                <a:tab algn="l" pos="5848200"/>
                <a:tab algn="l" pos="6823080"/>
                <a:tab algn="l" pos="7797960"/>
                <a:tab algn="l" pos="8772480"/>
                <a:tab algn="l" pos="9747360"/>
                <a:tab algn="l" pos="10721880"/>
              </a:tabLst>
              <a:def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74880"/>
                <a:tab algn="l" pos="1949400"/>
                <a:tab algn="l" pos="2924280"/>
                <a:tab algn="l" pos="3898800"/>
                <a:tab algn="l" pos="4873680"/>
                <a:tab algn="l" pos="5848200"/>
                <a:tab algn="l" pos="6823080"/>
                <a:tab algn="l" pos="7797960"/>
                <a:tab algn="l" pos="8772480"/>
                <a:tab algn="l" pos="9747360"/>
                <a:tab algn="l" pos="107218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4000" cy="97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sldNum" idx="2"/>
          </p:nvPr>
        </p:nvSpPr>
        <p:spPr>
          <a:xfrm>
            <a:off x="6705720" y="6244920"/>
            <a:ext cx="213336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654266-C1A6-4E94-BBDC-5D29B2A729E3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1125360"/>
            <a:ext cx="9144000" cy="49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U.S. ARMY COPS OF ENGINEERS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Howard Hanson Dam Update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5000"/>
              </a:lnSpc>
              <a:tabLst>
                <a:tab algn="l" pos="0"/>
                <a:tab algn="l" pos="309096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1120680"/>
            <a:ext cx="9144000" cy="68598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rcRect l="3543" t="19759" r="3125" b="2696"/>
          <a:stretch/>
        </p:blipFill>
        <p:spPr>
          <a:xfrm>
            <a:off x="0" y="1015920"/>
            <a:ext cx="9144000" cy="58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1160" y="990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Green River Watershed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0" y="971640"/>
            <a:ext cx="9144000" cy="0"/>
          </a:xfrm>
          <a:prstGeom prst="line">
            <a:avLst/>
          </a:prstGeom>
          <a:ln w="507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5054760"/>
            <a:ext cx="9144000" cy="1803240"/>
          </a:xfrm>
          <a:prstGeom prst="rect">
            <a:avLst/>
          </a:prstGeom>
          <a:blipFill rotWithShape="0">
            <a:blip r:embed="rId1">
              <a:alphaModFix amt="64000"/>
            </a:blip>
            <a:srcRect/>
            <a:tile tx="0" ty="0" sx="100000" sy="100000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0" y="1003320"/>
            <a:ext cx="9144000" cy="4025880"/>
          </a:xfrm>
          <a:prstGeom prst="rect">
            <a:avLst/>
          </a:prstGeom>
          <a:solidFill>
            <a:srgbClr val="0000ff">
              <a:alpha val="13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 rot="16200000">
            <a:off x="339840" y="4244760"/>
            <a:ext cx="1136520" cy="291960"/>
          </a:xfrm>
          <a:prstGeom prst="rtTriangl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7617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100080" rIns="100080" tIns="49320" bIns="493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Normal Project Operations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607160" y="5645160"/>
            <a:ext cx="9273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769080" y="5645160"/>
            <a:ext cx="8380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867280" y="5645160"/>
            <a:ext cx="90180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952880" y="5645160"/>
            <a:ext cx="91440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936960" y="5645160"/>
            <a:ext cx="10159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248520" y="5127480"/>
            <a:ext cx="90144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2500" lnSpcReduction="9999"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750160" y="4419720"/>
            <a:ext cx="92736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248520" y="4589640"/>
            <a:ext cx="90144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317840" y="3510000"/>
            <a:ext cx="101628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676520" y="2971800"/>
            <a:ext cx="990360" cy="5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676520" y="2438280"/>
            <a:ext cx="99036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04920" y="2438280"/>
            <a:ext cx="20574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590920" y="2262240"/>
            <a:ext cx="91440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MAR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54160" y="2247840"/>
            <a:ext cx="10159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NOV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28600" y="1919160"/>
            <a:ext cx="205740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28600" y="1919160"/>
            <a:ext cx="0" cy="5191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915400" y="1919160"/>
            <a:ext cx="0" cy="5191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676520" y="1919160"/>
            <a:ext cx="99036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28600" y="2438280"/>
            <a:ext cx="0" cy="5335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317840" y="1919160"/>
            <a:ext cx="101628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334120" y="1919160"/>
            <a:ext cx="91440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149960" y="1919160"/>
            <a:ext cx="83844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988400" y="1919160"/>
            <a:ext cx="92700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915400" y="2438280"/>
            <a:ext cx="0" cy="5335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28600" y="2971800"/>
            <a:ext cx="0" cy="5382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28600" y="3510000"/>
            <a:ext cx="0" cy="54144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915400" y="3510000"/>
            <a:ext cx="0" cy="54144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28600" y="4051440"/>
            <a:ext cx="0" cy="5382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915400" y="4051440"/>
            <a:ext cx="0" cy="5382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001000" y="4208400"/>
            <a:ext cx="0" cy="5382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601200" y="4437000"/>
            <a:ext cx="0" cy="53820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28600" y="5127480"/>
            <a:ext cx="0" cy="9907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915400" y="5127480"/>
            <a:ext cx="0" cy="99072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895480" y="6118200"/>
            <a:ext cx="104148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936960" y="6118200"/>
            <a:ext cx="101592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952880" y="6118200"/>
            <a:ext cx="91440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867280" y="6118200"/>
            <a:ext cx="90180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769080" y="6118200"/>
            <a:ext cx="83808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607160" y="6118200"/>
            <a:ext cx="927360" cy="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463840" y="4375080"/>
            <a:ext cx="609480" cy="609840"/>
          </a:xfrm>
          <a:prstGeom prst="rtTriangl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 rot="16200000">
            <a:off x="3936600" y="3682800"/>
            <a:ext cx="578160" cy="2025720"/>
          </a:xfrm>
          <a:prstGeom prst="rtTriangl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907040" y="4629240"/>
            <a:ext cx="905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1075 ft</a:t>
            </a:r>
            <a:br>
              <a:rPr sz="1800"/>
            </a:b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5016600"/>
            <a:ext cx="9144000" cy="0"/>
          </a:xfrm>
          <a:prstGeom prst="line">
            <a:avLst/>
          </a:prstGeom>
          <a:ln w="63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788000" y="2274840"/>
            <a:ext cx="92700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JUN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0" y="5119560"/>
            <a:ext cx="914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Pool elevation in feet above sea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49160" y="3352680"/>
            <a:ext cx="2057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70000" lnSpcReduction="19999"/>
          </a:bodyPr>
          <a:p>
            <a:pPr algn="ctr"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Potential flood pools of short duration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1778040" y="3797280"/>
            <a:ext cx="1440" cy="380880"/>
          </a:xfrm>
          <a:prstGeom prst="line">
            <a:avLst/>
          </a:prstGeom>
          <a:ln cap="rnd" w="57240">
            <a:solidFill>
              <a:srgbClr val="0000ff"/>
            </a:solidFill>
            <a:custDash>
              <a:ds d="100000" sp="1000"/>
            </a:custDash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905600" y="4114800"/>
            <a:ext cx="105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1167 ft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0" y="4965840"/>
            <a:ext cx="9144000" cy="0"/>
          </a:xfrm>
          <a:prstGeom prst="line">
            <a:avLst/>
          </a:prstGeom>
          <a:ln w="633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213680" y="2286000"/>
            <a:ext cx="10159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NOV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35000" y="3828960"/>
            <a:ext cx="1441440" cy="1117800"/>
          </a:xfrm>
          <a:custGeom>
            <a:avLst/>
            <a:gdLst/>
            <a:ahLst/>
            <a:rect l="l" t="t" r="r" b="b"/>
            <a:pathLst>
              <a:path w="908" h="704">
                <a:moveTo>
                  <a:pt x="4" y="0"/>
                </a:moveTo>
                <a:lnTo>
                  <a:pt x="0" y="704"/>
                </a:lnTo>
                <a:lnTo>
                  <a:pt x="908" y="704"/>
                </a:lnTo>
                <a:lnTo>
                  <a:pt x="900" y="356"/>
                </a:lnTo>
                <a:lnTo>
                  <a:pt x="764" y="628"/>
                </a:lnTo>
                <a:lnTo>
                  <a:pt x="452" y="588"/>
                </a:lnTo>
                <a:lnTo>
                  <a:pt x="305" y="338"/>
                </a:lnTo>
                <a:lnTo>
                  <a:pt x="212" y="620"/>
                </a:lnTo>
                <a:lnTo>
                  <a:pt x="80" y="203"/>
                </a:lnTo>
                <a:lnTo>
                  <a:pt x="4" y="0"/>
                </a:ln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 flipV="1" rot="16200000">
            <a:off x="6502320" y="3675600"/>
            <a:ext cx="539640" cy="2013120"/>
          </a:xfrm>
          <a:prstGeom prst="rtTriangl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226120" y="4425840"/>
            <a:ext cx="3917880" cy="0"/>
          </a:xfrm>
          <a:prstGeom prst="line">
            <a:avLst/>
          </a:prstGeom>
          <a:ln w="381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3035160" y="2552400"/>
            <a:ext cx="0" cy="24001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 flipV="1">
            <a:off x="749160" y="2552400"/>
            <a:ext cx="0" cy="24001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5219640" y="2565360"/>
            <a:ext cx="0" cy="2400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137040" y="3352680"/>
            <a:ext cx="2057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77500" lnSpcReduction="19999"/>
          </a:bodyPr>
          <a:p>
            <a:pPr algn="ctr"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Spring ramp-up for augmentation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 flipH="1">
            <a:off x="4177800" y="3797280"/>
            <a:ext cx="1800" cy="380880"/>
          </a:xfrm>
          <a:prstGeom prst="line">
            <a:avLst/>
          </a:prstGeom>
          <a:ln cap="rnd" w="57240">
            <a:solidFill>
              <a:srgbClr val="0000ff"/>
            </a:solidFill>
            <a:custDash>
              <a:ds d="100000" sp="1000"/>
            </a:custDash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232240" y="4406760"/>
            <a:ext cx="533520" cy="546120"/>
          </a:xfrm>
          <a:prstGeom prst="rect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7721640" y="2565360"/>
            <a:ext cx="0" cy="2400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1675800" y="2565360"/>
            <a:ext cx="252360" cy="379440"/>
          </a:xfrm>
          <a:prstGeom prst="lightningBolt">
            <a:avLst/>
          </a:prstGeom>
          <a:solidFill>
            <a:srgbClr val="ffff00"/>
          </a:solidFill>
          <a:ln w="9360">
            <a:solidFill>
              <a:srgbClr val="fe271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loud"/>
          <p:cNvSpPr/>
          <p:nvPr/>
        </p:nvSpPr>
        <p:spPr>
          <a:xfrm>
            <a:off x="1035000" y="1606680"/>
            <a:ext cx="1650960" cy="1104840"/>
          </a:xfrm>
          <a:custGeom>
            <a:avLst/>
            <a:gdLst>
              <a:gd name="textAreaLeft" fmla="*/ 227520 w 1650960"/>
              <a:gd name="textAreaRight" fmla="*/ 1306080 w 1650960"/>
              <a:gd name="textAreaTop" fmla="*/ 166680 h 1104840"/>
              <a:gd name="textAreaBottom" fmla="*/ 887040 h 1104840"/>
              <a:gd name="GluePoint1X" fmla="*/ 67 w 21597"/>
              <a:gd name="GluePoint1Y" fmla="*/ 10800 h 21597"/>
              <a:gd name="GluePoint2X" fmla="*/ 10800 w 21597"/>
              <a:gd name="GluePoint2Y" fmla="*/ 21577 h 21597"/>
              <a:gd name="GluePoint3X" fmla="*/ 21582 w 21597"/>
              <a:gd name="GluePoint3Y" fmla="*/ 10800 h 21597"/>
              <a:gd name="GluePoint4X" fmla="*/ 10800 w 21597"/>
              <a:gd name="GluePoint4Y" fmla="*/ 1235 h 21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97" h="21597">
                <a:moveTo>
                  <a:pt x="1950" y="7181"/>
                </a:moveTo>
                <a:arcTo wR="2173" hR="2973" stAng="-5658579" swAng="-9151131"/>
                <a:lnTo>
                  <a:pt x="1063" y="12669"/>
                </a:lnTo>
                <a:arcTo wR="2180" hR="2959" stAng="-7692391" swAng="-8804134"/>
                <a:lnTo>
                  <a:pt x="2898" y="17649"/>
                </a:lnTo>
                <a:arcTo wR="3860" hR="5272" stAng="8517219" swAng="-4542661"/>
                <a:lnTo>
                  <a:pt x="8229" y="19550"/>
                </a:lnTo>
                <a:arcTo wR="3376" hR="4608" stAng="8257449" swAng="-6910353"/>
                <a:lnTo>
                  <a:pt x="14271" y="18350"/>
                </a:lnTo>
                <a:arcTo wR="2893" hR="3934" stAng="6879501" swAng="-6842000"/>
                <a:lnTo>
                  <a:pt x="18689" y="15036"/>
                </a:lnTo>
                <a:arcTo wR="3388" hR="4610" stAng="5040105" swAng="-7816140"/>
                <a:lnTo>
                  <a:pt x="20889" y="7662"/>
                </a:lnTo>
                <a:arcTo wR="2667" hR="3637" stAng="1819082" swAng="-6541615"/>
                <a:lnTo>
                  <a:pt x="19149" y="2713"/>
                </a:lnTo>
                <a:arcTo wR="2429" hR="3298" stAng="-824660" swAng="-7034504"/>
                <a:lnTo>
                  <a:pt x="14910" y="1170"/>
                </a:lnTo>
                <a:arcTo wR="2183" hR="2973" stAng="-2765094" swAng="-5983381"/>
                <a:lnTo>
                  <a:pt x="11229" y="1694"/>
                </a:lnTo>
                <a:arcTo wR="2667" hR="3634" stAng="-3249429" swAng="-5396714"/>
                <a:lnTo>
                  <a:pt x="6995" y="2602"/>
                </a:lnTo>
                <a:arcTo wR="3377" hR="4595" stAng="-4002417" swAng="-7426832"/>
                <a:close/>
              </a:path>
              <a:path fill="none" w="21597" h="21597">
                <a:moveTo>
                  <a:pt x="1075" y="12703"/>
                </a:moveTo>
                <a:arcTo wR="2173" hR="2973" stAng="6790290" swAng="-1585770"/>
              </a:path>
              <a:path fill="none" w="21597" h="21597">
                <a:moveTo>
                  <a:pt x="2909" y="17630"/>
                </a:moveTo>
                <a:arcTo wR="2180" hR="2959" stAng="5103476" swAng="-686848"/>
              </a:path>
              <a:path fill="none" w="21597" h="21597">
                <a:moveTo>
                  <a:pt x="7895" y="18680"/>
                </a:moveTo>
                <a:arcTo wR="3376" hR="4608" stAng="9102315" swAng="-844866"/>
              </a:path>
              <a:path fill="none" w="21597" h="21597">
                <a:moveTo>
                  <a:pt x="14267" y="18325"/>
                </a:moveTo>
                <a:arcTo wR="3376" hR="4608" stAng="1347097" swAng="-959901"/>
              </a:path>
              <a:path fill="none" w="21597" h="21597">
                <a:moveTo>
                  <a:pt x="18695" y="15045"/>
                </a:moveTo>
                <a:arcTo wR="2893" hR="3934" stAng="37501" swAng="-4255042"/>
              </a:path>
              <a:path fill="none" w="21597" h="21597">
                <a:moveTo>
                  <a:pt x="20165" y="8999"/>
                </a:moveTo>
                <a:arcTo wR="2667" hR="3637" stAng="3484172" swAng="-1665090"/>
              </a:path>
              <a:path fill="none" w="21597" h="21597">
                <a:moveTo>
                  <a:pt x="19187" y="3345"/>
                </a:moveTo>
                <a:arcTo wR="2429" hR="3298" stAng="66874" swAng="-891534"/>
              </a:path>
              <a:path fill="none" w="21597" h="21597">
                <a:moveTo>
                  <a:pt x="14906" y="1165"/>
                </a:moveTo>
                <a:arcTo wR="2429" hR="3298" stAng="-7859165" swAng="-1091722"/>
              </a:path>
              <a:path fill="none" w="21597" h="21597">
                <a:moveTo>
                  <a:pt x="11222" y="1646"/>
                </a:moveTo>
                <a:arcTo wR="2183" hR="2973" stAng="-8748475" swAng="-1061181"/>
              </a:path>
              <a:path fill="none" w="21597" h="21597">
                <a:moveTo>
                  <a:pt x="7645" y="3277"/>
                </a:moveTo>
                <a:arcTo wR="3377" hR="4595" stAng="-3263256" swAng="-739161"/>
              </a:path>
              <a:path fill="none" w="21597" h="21597">
                <a:moveTo>
                  <a:pt x="1943" y="7186"/>
                </a:moveTo>
                <a:arcTo wR="3377" hR="4595" stAng="10170751" swAng="-711490"/>
              </a:path>
            </a:pathLst>
          </a:custGeom>
          <a:gradFill rotWithShape="0">
            <a:gsLst>
              <a:gs pos="0">
                <a:srgbClr val="eaeaea">
                  <a:alpha val="87059"/>
                </a:srgbClr>
              </a:gs>
              <a:gs pos="100000">
                <a:srgbClr val="333399"/>
              </a:gs>
            </a:gsLst>
            <a:lin ang="5400000"/>
          </a:gradFill>
          <a:ln w="0">
            <a:noFill/>
          </a:ln>
          <a:effectLst>
            <a:outerShdw dist="107932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549760" y="3352680"/>
            <a:ext cx="20574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70000" lnSpcReduction="19999"/>
          </a:bodyPr>
          <a:p>
            <a:pPr algn="ctr"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Summer and fall flow augmentation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6590880" y="3797280"/>
            <a:ext cx="1800" cy="380880"/>
          </a:xfrm>
          <a:prstGeom prst="line">
            <a:avLst/>
          </a:prstGeom>
          <a:ln cap="rnd" w="57240">
            <a:solidFill>
              <a:srgbClr val="0000ff"/>
            </a:solidFill>
            <a:custDash>
              <a:ds d="100000" sp="1000"/>
            </a:custDash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-361800" y="990720"/>
            <a:ext cx="10229760" cy="0"/>
          </a:xfrm>
          <a:prstGeom prst="line">
            <a:avLst/>
          </a:prstGeom>
          <a:ln w="507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600880" y="1581120"/>
            <a:ext cx="1485720" cy="1371600"/>
          </a:xfrm>
          <a:prstGeom prst="irregularSeal2">
            <a:avLst/>
          </a:prstGeom>
          <a:solidFill>
            <a:srgbClr val="ffff00"/>
          </a:solidFill>
          <a:ln w="93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981760" y="1981080"/>
            <a:ext cx="590400" cy="590760"/>
          </a:xfrm>
          <a:prstGeom prst="ellipse">
            <a:avLst/>
          </a:prstGeom>
          <a:solidFill>
            <a:srgbClr val="ffff00"/>
          </a:solidFill>
          <a:ln w="93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 rot="6866400">
            <a:off x="6108120" y="2247480"/>
            <a:ext cx="276120" cy="222120"/>
          </a:xfrm>
          <a:custGeom>
            <a:avLst/>
            <a:gdLst/>
            <a:ahLst/>
            <a:rect l="l" t="t" r="r" b="b"/>
            <a:pathLst>
              <a:path w="174" h="140">
                <a:moveTo>
                  <a:pt x="0" y="20"/>
                </a:moveTo>
                <a:cubicBezTo>
                  <a:pt x="69" y="10"/>
                  <a:pt x="138" y="0"/>
                  <a:pt x="156" y="20"/>
                </a:cubicBezTo>
                <a:cubicBezTo>
                  <a:pt x="174" y="40"/>
                  <a:pt x="112" y="120"/>
                  <a:pt x="108" y="140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"/>
          <p:cNvGrpSpPr/>
          <p:nvPr/>
        </p:nvGrpSpPr>
        <p:grpSpPr>
          <a:xfrm>
            <a:off x="6134040" y="2089080"/>
            <a:ext cx="90720" cy="158760"/>
            <a:chOff x="6134040" y="2089080"/>
            <a:chExt cx="90720" cy="158760"/>
          </a:xfrm>
        </p:grpSpPr>
        <p:sp>
          <p:nvSpPr>
            <p:cNvPr id="91" name=""/>
            <p:cNvSpPr/>
            <p:nvPr/>
          </p:nvSpPr>
          <p:spPr>
            <a:xfrm>
              <a:off x="6134040" y="2089080"/>
              <a:ext cx="90720" cy="1587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6147360" y="2184480"/>
              <a:ext cx="63360" cy="6300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800" bIns="-1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" name=""/>
          <p:cNvGrpSpPr/>
          <p:nvPr/>
        </p:nvGrpSpPr>
        <p:grpSpPr>
          <a:xfrm>
            <a:off x="6286680" y="2082960"/>
            <a:ext cx="90360" cy="158760"/>
            <a:chOff x="6286680" y="2082960"/>
            <a:chExt cx="90360" cy="158760"/>
          </a:xfrm>
        </p:grpSpPr>
        <p:sp>
          <p:nvSpPr>
            <p:cNvPr id="94" name=""/>
            <p:cNvSpPr/>
            <p:nvPr/>
          </p:nvSpPr>
          <p:spPr>
            <a:xfrm>
              <a:off x="6286680" y="2082960"/>
              <a:ext cx="90360" cy="158760"/>
            </a:xfrm>
            <a:prstGeom prst="ellipse">
              <a:avLst/>
            </a:prstGeom>
            <a:solidFill>
              <a:srgbClr val="ffffff"/>
            </a:solidFill>
            <a:ln w="9360">
              <a:solidFill>
                <a:srgbClr val="ffcc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6300000" y="2178360"/>
              <a:ext cx="63000" cy="6300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-1800" bIns="-1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"/>
          <p:cNvSpPr/>
          <p:nvPr/>
        </p:nvSpPr>
        <p:spPr>
          <a:xfrm>
            <a:off x="0" y="3124080"/>
            <a:ext cx="9144000" cy="0"/>
          </a:xfrm>
          <a:prstGeom prst="line">
            <a:avLst/>
          </a:prstGeom>
          <a:ln w="381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905600" y="2806560"/>
            <a:ext cx="1016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1206 ft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rcRect l="17362" t="8893" r="19728" b="30352"/>
          <a:stretch/>
        </p:blipFill>
        <p:spPr>
          <a:xfrm>
            <a:off x="0" y="974880"/>
            <a:ext cx="9144000" cy="589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"/>
          <p:cNvSpPr/>
          <p:nvPr/>
        </p:nvSpPr>
        <p:spPr>
          <a:xfrm rot="19431000">
            <a:off x="2568600" y="3871800"/>
            <a:ext cx="16336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Dam </a:t>
            </a:r>
            <a:br>
              <a:rPr sz="1600"/>
            </a:b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Embankment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01040" y="3220920"/>
            <a:ext cx="1115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Spillway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74680" y="3565440"/>
            <a:ext cx="609840" cy="89388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76360" y="1297080"/>
            <a:ext cx="1329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Green River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843200" y="1469880"/>
            <a:ext cx="3934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188040" y="4430880"/>
            <a:ext cx="2712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Eagle Gorge Reservoir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1160640" y="2179440"/>
            <a:ext cx="152280" cy="109980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016600" y="1081080"/>
            <a:ext cx="2049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Landslide Debris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654280" y="958680"/>
            <a:ext cx="6515280" cy="3327480"/>
          </a:xfrm>
          <a:custGeom>
            <a:avLst/>
            <a:gdLst/>
            <a:ahLst/>
            <a:rect l="l" t="t" r="r" b="b"/>
            <a:pathLst>
              <a:path w="4104" h="2120">
                <a:moveTo>
                  <a:pt x="0" y="0"/>
                </a:moveTo>
                <a:lnTo>
                  <a:pt x="64" y="800"/>
                </a:lnTo>
                <a:lnTo>
                  <a:pt x="920" y="1584"/>
                </a:lnTo>
                <a:lnTo>
                  <a:pt x="1160" y="2120"/>
                </a:lnTo>
                <a:lnTo>
                  <a:pt x="3640" y="1128"/>
                </a:lnTo>
                <a:lnTo>
                  <a:pt x="4104" y="688"/>
                </a:lnTo>
                <a:lnTo>
                  <a:pt x="408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ff00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 rot="20498400">
            <a:off x="4837680" y="3314880"/>
            <a:ext cx="19148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Right Abutment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743200" y="2271600"/>
            <a:ext cx="1752480" cy="2062440"/>
          </a:xfrm>
          <a:custGeom>
            <a:avLst/>
            <a:gdLst/>
            <a:ahLst/>
            <a:rect l="l" t="t" r="r" b="b"/>
            <a:pathLst>
              <a:path w="1104" h="1440">
                <a:moveTo>
                  <a:pt x="1104" y="1440"/>
                </a:moveTo>
                <a:lnTo>
                  <a:pt x="960" y="1152"/>
                </a:lnTo>
                <a:lnTo>
                  <a:pt x="864" y="912"/>
                </a:lnTo>
                <a:lnTo>
                  <a:pt x="816" y="816"/>
                </a:lnTo>
                <a:lnTo>
                  <a:pt x="768" y="768"/>
                </a:lnTo>
                <a:lnTo>
                  <a:pt x="672" y="672"/>
                </a:lnTo>
                <a:lnTo>
                  <a:pt x="528" y="528"/>
                </a:lnTo>
                <a:lnTo>
                  <a:pt x="336" y="336"/>
                </a:lnTo>
                <a:lnTo>
                  <a:pt x="192" y="192"/>
                </a:lnTo>
                <a:lnTo>
                  <a:pt x="0" y="0"/>
                </a:lnTo>
              </a:path>
            </a:pathLst>
          </a:custGeom>
          <a:noFill/>
          <a:ln w="3816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036960" y="2346480"/>
            <a:ext cx="647640" cy="163440"/>
          </a:xfrm>
          <a:prstGeom prst="line">
            <a:avLst/>
          </a:prstGeom>
          <a:ln w="63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3672000" y="1728720"/>
            <a:ext cx="1439640" cy="781200"/>
          </a:xfrm>
          <a:prstGeom prst="line">
            <a:avLst/>
          </a:prstGeom>
          <a:ln w="63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808360" y="1344600"/>
            <a:ext cx="14983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Underground </a:t>
            </a:r>
            <a:br>
              <a:rPr sz="1400"/>
            </a:b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Drainage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Tunnel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578400" y="2149200"/>
            <a:ext cx="59760" cy="262800"/>
          </a:xfrm>
          <a:prstGeom prst="line">
            <a:avLst/>
          </a:prstGeom>
          <a:ln w="38160">
            <a:solidFill>
              <a:srgbClr val="ffffff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 flipH="1">
            <a:off x="4068720" y="3146400"/>
            <a:ext cx="1365120" cy="501840"/>
          </a:xfrm>
          <a:prstGeom prst="line">
            <a:avLst/>
          </a:prstGeom>
          <a:ln w="63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551560" y="2746440"/>
            <a:ext cx="14540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Grout Curtain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 rot="4448400">
            <a:off x="5473440" y="2869920"/>
            <a:ext cx="174600" cy="324000"/>
          </a:xfrm>
          <a:custGeom>
            <a:avLst/>
            <a:gdLst/>
            <a:ahLst/>
            <a:rect l="l" t="t" r="r" b="b"/>
            <a:pathLst>
              <a:path w="110" h="226">
                <a:moveTo>
                  <a:pt x="0" y="0"/>
                </a:moveTo>
                <a:lnTo>
                  <a:pt x="53" y="101"/>
                </a:lnTo>
                <a:lnTo>
                  <a:pt x="110" y="226"/>
                </a:lnTo>
              </a:path>
            </a:pathLst>
          </a:custGeom>
          <a:noFill/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" descr=""/>
          <p:cNvPicPr/>
          <p:nvPr/>
        </p:nvPicPr>
        <p:blipFill>
          <a:blip r:embed="rId1"/>
          <a:srcRect l="5606" t="0" r="19503" b="0"/>
          <a:stretch/>
        </p:blipFill>
        <p:spPr>
          <a:xfrm>
            <a:off x="0" y="957240"/>
            <a:ext cx="9144000" cy="59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0" y="990720"/>
            <a:ext cx="9144000" cy="0"/>
          </a:xfrm>
          <a:prstGeom prst="line">
            <a:avLst/>
          </a:prstGeom>
          <a:ln w="507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 thruBlk="true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2009-04-20T14:31:21Z</dcterms:created>
  <dc:creator>james.m.rollins</dc:creator>
  <dc:description/>
  <dc:language>en-IN</dc:language>
  <cp:lastModifiedBy>USACE</cp:lastModifiedBy>
  <dcterms:modified xsi:type="dcterms:W3CDTF">2009-09-22T11:52:36Z</dcterms:modified>
  <cp:revision>106</cp:revision>
  <dc:subject/>
  <dc:title>Howard Hansen Dam</dc:title>
</cp:coreProperties>
</file>