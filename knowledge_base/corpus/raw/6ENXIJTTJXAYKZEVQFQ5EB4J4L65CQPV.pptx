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7" descr="Powerpoint background 27%.jpg"/>
          <p:cNvPicPr/>
          <p:nvPr/>
        </p:nvPicPr>
        <p:blipFill>
          <a:blip r:embed="rId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TextBox 7"/>
          <p:cNvSpPr/>
          <p:nvPr/>
        </p:nvSpPr>
        <p:spPr>
          <a:xfrm>
            <a:off x="74520" y="6276960"/>
            <a:ext cx="901692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article and any supplementary material should be cited as follows: Wang H, Tsai C, Jeannis H, Chung C, Kelleher A, Grindle GG, Cooper RA. Stability analysis of electrical powered wheelchair-mounted robotic-assisted transfer device. J Rehabil Res Dev. 2014;51(5):761–74.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http://dx.doi.org/10.1682/JRRD.2013.11.0240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8"/>
          <p:cNvSpPr/>
          <p:nvPr/>
        </p:nvSpPr>
        <p:spPr>
          <a:xfrm>
            <a:off x="6553080" y="531720"/>
            <a:ext cx="25909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Slideshow Project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DOI:10.1682/JRRD.2013.11.0240JSP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Powerpoint background 27%.jpg"/>
          <p:cNvPicPr/>
          <p:nvPr/>
        </p:nvPicPr>
        <p:blipFill>
          <a:blip r:embed="rId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7"/>
          <p:cNvSpPr/>
          <p:nvPr/>
        </p:nvSpPr>
        <p:spPr>
          <a:xfrm>
            <a:off x="74520" y="6276960"/>
            <a:ext cx="901692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article and any supplementary material should be cited as follows: Wang H, Tsai C, Jeannis H, Chung C, Kelleher A, Grindle GG, Cooper RA. Stability analysis of electrical powered wheelchair-mounted robotic-assisted transfer device. J Rehabil Res Dev. 2014;51(5):761–74.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http://dx.doi.org/10.1682/JRRD.2013.11.0240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8"/>
          <p:cNvSpPr/>
          <p:nvPr/>
        </p:nvSpPr>
        <p:spPr>
          <a:xfrm>
            <a:off x="6553080" y="531720"/>
            <a:ext cx="25909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Slideshow Project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DOI:10.1682/JRRD.2013.11.0240JSP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31840" y="2314080"/>
            <a:ext cx="8386560" cy="16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Stability analysis of electrical powered wheelchair-mounted robotic-assisted transfer device</a:t>
            </a:r>
            <a:br>
              <a:rPr sz="4000"/>
            </a:br>
            <a:endParaRPr b="0" lang="en-IN" sz="4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231840" y="4225680"/>
            <a:ext cx="8610480" cy="9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spcBef>
                <a:spcPts val="624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Hongwu Wang, PhD; Chung-Ying Tsai, MS; Hervens Jeannis, MS; Cheng-Shiu Chung, MS; Annmarie Kelleher, MS; </a:t>
            </a:r>
            <a:br>
              <a:rPr sz="2500"/>
            </a:br>
            <a:r>
              <a:rPr b="0" lang="en-US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Garrett G. Grindle, MS; Rory A. Cooper, PhD</a:t>
            </a:r>
            <a:endParaRPr b="0" lang="en-IN" sz="25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141120" y="1246320"/>
            <a:ext cx="857736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Aim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Investigate stability of newly developed Strong Arm.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Attaches and integrates with electrical powered wheelchair to assist with transfers.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Relevance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 easy-to-use robotic system that assists with transfers could significantly increase quality of life and independence for people with disabilities.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165240"/>
            <a:ext cx="8229600" cy="6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Method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0120" y="1128240"/>
            <a:ext cx="8988120" cy="434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Analyzed and verified  stability of Strong Arm system through experiments: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Applying different loads.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Using different system configurations.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151920"/>
            <a:ext cx="822960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Results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49040" y="1323720"/>
            <a:ext cx="8816760" cy="4746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Model predicted system’s center of mass distributions very well compared with experimental results.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indent="-343080"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When real transfers were conducted with 50 and 75 kg loads and an 83.25 kg dummy, current Strong Arm could transfer all weights safely without tip-over.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85320"/>
            <a:ext cx="822960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Conclusion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84320" y="1204920"/>
            <a:ext cx="8502480" cy="452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Our modeling: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Accurately predicted system stability.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suitable for developing better control algorithms to enhance device safety.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1479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2012-02-16T11:36:42Z</dcterms:created>
  <dc:creator>Rebecca</dc:creator>
  <dc:description/>
  <dc:language>en-IN</dc:language>
  <cp:lastModifiedBy>Bartlinski, David</cp:lastModifiedBy>
  <dcterms:modified xsi:type="dcterms:W3CDTF">2014-09-04T07:17:17Z</dcterms:modified>
  <cp:revision>571</cp:revision>
  <dc:subject/>
  <dc:title>Pilot study for quantifying driving characteristics during  power wheelchair soccer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1</vt:bool>
  </property>
</Properties>
</file>