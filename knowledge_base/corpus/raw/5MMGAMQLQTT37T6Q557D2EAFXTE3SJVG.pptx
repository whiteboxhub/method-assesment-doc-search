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9.xml" ContentType="application/vnd.openxmlformats-officedocument.them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embeddings/oleObject1.bin" ContentType="application/vnd.openxmlformats-officedocument.oleObject"/>
  <Override PartName="/ppt/embeddings/oleObject1.xlsx" ContentType="application/vnd.openxmlformats-officedocument.spreadsheetml.shee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media/image1.png" ContentType="image/png"/>
  <Override PartName="/ppt/media/image2.png" ContentType="image/png"/>
  <Override PartName="/ppt/media/image4.jpeg" ContentType="image/jpeg"/>
  <Override PartName="/ppt/media/image3.png" ContentType="image/png"/>
  <Override PartName="/ppt/media/image11.png" ContentType="image/png"/>
  <Override PartName="/ppt/media/image5.jpeg" ContentType="image/jpeg"/>
  <Override PartName="/ppt/media/image18.wmf" ContentType="image/x-wmf"/>
  <Override PartName="/ppt/media/image7.png" ContentType="image/png"/>
  <Override PartName="/ppt/media/image6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22.wmf" ContentType="image/x-wmf"/>
  <Override PartName="/ppt/media/image12.png" ContentType="image/png"/>
  <Override PartName="/ppt/media/image24.wmf" ContentType="image/x-wmf"/>
  <Override PartName="/ppt/media/image13.png" ContentType="image/png"/>
  <Override PartName="/ppt/media/image25.wmf" ContentType="image/x-wmf"/>
  <Override PartName="/ppt/media/image14.png" ContentType="image/png"/>
  <Override PartName="/ppt/media/image26.wmf" ContentType="image/x-wmf"/>
  <Override PartName="/ppt/media/image15.png" ContentType="image/png"/>
  <Override PartName="/ppt/media/image16.jpeg" ContentType="image/jpeg"/>
  <Override PartName="/ppt/media/image49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wmf" ContentType="image/x-wmf"/>
  <Override PartName="/ppt/media/image23.png" ContentType="image/png"/>
  <Override PartName="/ppt/media/image27.png" ContentType="image/png"/>
  <Override PartName="/ppt/media/image39.wmf" ContentType="image/x-wmf"/>
  <Override PartName="/ppt/media/image28.png" ContentType="image/png"/>
  <Override PartName="/ppt/media/image29.png" ContentType="image/png"/>
  <Override PartName="/ppt/media/image51.wmf" ContentType="image/x-wmf"/>
  <Override PartName="/ppt/media/image30.png" ContentType="image/png"/>
  <Override PartName="/ppt/media/image31.png" ContentType="image/png"/>
  <Override PartName="/ppt/media/image32.png" ContentType="image/png"/>
  <Override PartName="/ppt/media/image33.wmf" ContentType="image/x-wmf"/>
  <Override PartName="/ppt/media/image34.wmf" ContentType="image/x-wmf"/>
  <Override PartName="/ppt/media/image35.png" ContentType="image/png"/>
  <Override PartName="/ppt/media/image36.wmf" ContentType="image/x-wmf"/>
  <Override PartName="/ppt/media/image37.wmf" ContentType="image/x-wmf"/>
  <Override PartName="/ppt/media/image38.wmf" ContentType="image/x-wmf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wmf" ContentType="image/x-wmf"/>
  <Override PartName="/ppt/media/image47.png" ContentType="image/png"/>
  <Override PartName="/ppt/media/image48.png" ContentType="image/png"/>
  <Override PartName="/ppt/media/image50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6858000"/>
  <p:notesSz cx="6934200" cy="9283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6933600" cy="928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925560" y="4410000"/>
            <a:ext cx="5083200" cy="4176720"/>
          </a:xfrm>
          <a:prstGeom prst="rect">
            <a:avLst/>
          </a:prstGeom>
          <a:noFill/>
          <a:ln w="0">
            <a:noFill/>
          </a:ln>
        </p:spPr>
        <p:txBody>
          <a:bodyPr lIns="124200" rIns="124200" tIns="60480" bIns="60480" anchor="t">
            <a:no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216080"/>
                <a:tab algn="l" pos="2432160"/>
                <a:tab algn="l" pos="3648240"/>
                <a:tab algn="l" pos="4863960"/>
                <a:tab algn="l" pos="6080040"/>
                <a:tab algn="l" pos="7296120"/>
                <a:tab algn="l" pos="8512200"/>
                <a:tab algn="l" pos="9728280"/>
                <a:tab algn="l" pos="1094436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Click to edit the notes format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Img"/>
          </p:nvPr>
        </p:nvSpPr>
        <p:spPr>
          <a:xfrm>
            <a:off x="1155240" y="701640"/>
            <a:ext cx="4627800" cy="34704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279f"/>
                </a:solidFill>
                <a:effectLst/>
                <a:uFillTx/>
                <a:latin typeface="Arial Unicode MS"/>
              </a:rPr>
              <a:t>Click to move the slide</a:t>
            </a:r>
            <a:endParaRPr b="1" lang="en-IN" sz="28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41" name="Rectangle 4"/>
          <p:cNvSpPr/>
          <p:nvPr/>
        </p:nvSpPr>
        <p:spPr>
          <a:xfrm>
            <a:off x="5908320" y="8822160"/>
            <a:ext cx="14094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24200" rIns="124200" tIns="60480" bIns="60480" anchor="ctr">
            <a:spAutoFit/>
          </a:bodyPr>
          <a:p>
            <a:pPr algn="r">
              <a:tabLst>
                <a:tab algn="l" pos="0"/>
                <a:tab algn="l" pos="1252440"/>
                <a:tab algn="l" pos="2505240"/>
                <a:tab algn="l" pos="3757680"/>
                <a:tab algn="l" pos="5010120"/>
                <a:tab algn="l" pos="6262560"/>
                <a:tab algn="l" pos="7515360"/>
                <a:tab algn="l" pos="8767800"/>
                <a:tab algn="l" pos="10020240"/>
              </a:tabLst>
            </a:pPr>
            <a:fld id="{1F2BC7F2-4EAC-46D2-9760-3CF0FDC13C29}" type="slidenum"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PlaceHolder 1"/>
          <p:cNvSpPr>
            <a:spLocks noGrp="1"/>
          </p:cNvSpPr>
          <p:nvPr>
            <p:ph type="sldImg"/>
          </p:nvPr>
        </p:nvSpPr>
        <p:spPr>
          <a:xfrm>
            <a:off x="1155600" y="701640"/>
            <a:ext cx="4627800" cy="3470400"/>
          </a:xfrm>
          <a:prstGeom prst="rect">
            <a:avLst/>
          </a:prstGeom>
          <a:ln w="0">
            <a:noFill/>
          </a:ln>
        </p:spPr>
      </p:sp>
      <p:sp>
        <p:nvSpPr>
          <p:cNvPr id="2287" name="PlaceHolder 2"/>
          <p:cNvSpPr>
            <a:spLocks noGrp="1"/>
          </p:cNvSpPr>
          <p:nvPr>
            <p:ph type="body"/>
          </p:nvPr>
        </p:nvSpPr>
        <p:spPr>
          <a:xfrm>
            <a:off x="925560" y="4410000"/>
            <a:ext cx="5083200" cy="41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216080"/>
                <a:tab algn="l" pos="2432160"/>
                <a:tab algn="l" pos="3648240"/>
                <a:tab algn="l" pos="4863960"/>
                <a:tab algn="l" pos="6080040"/>
                <a:tab algn="l" pos="7296120"/>
                <a:tab algn="l" pos="8512200"/>
                <a:tab algn="l" pos="9728280"/>
                <a:tab algn="l" pos="1094436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288" name="Slide Number Placeholder 3"/>
          <p:cNvSpPr/>
          <p:nvPr/>
        </p:nvSpPr>
        <p:spPr>
          <a:xfrm>
            <a:off x="3927600" y="8818560"/>
            <a:ext cx="300492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840" rIns="87840" tIns="43920" bIns="4392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B80038-4C3C-4FA7-884A-1694C9CAA7A1}" type="slidenum">
              <a:rPr b="0" lang="en-US" sz="1000" strike="noStrike" u="sng">
                <a:solidFill>
                  <a:srgbClr val="000000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PlaceHolder 1"/>
          <p:cNvSpPr>
            <a:spLocks noGrp="1"/>
          </p:cNvSpPr>
          <p:nvPr>
            <p:ph type="sldImg"/>
          </p:nvPr>
        </p:nvSpPr>
        <p:spPr>
          <a:xfrm>
            <a:off x="1155600" y="701640"/>
            <a:ext cx="4627800" cy="3470400"/>
          </a:xfrm>
          <a:prstGeom prst="rect">
            <a:avLst/>
          </a:prstGeom>
          <a:ln w="0">
            <a:noFill/>
          </a:ln>
        </p:spPr>
      </p:sp>
      <p:sp>
        <p:nvSpPr>
          <p:cNvPr id="2290" name="PlaceHolder 2"/>
          <p:cNvSpPr>
            <a:spLocks noGrp="1"/>
          </p:cNvSpPr>
          <p:nvPr>
            <p:ph type="body"/>
          </p:nvPr>
        </p:nvSpPr>
        <p:spPr>
          <a:xfrm>
            <a:off x="925560" y="4410000"/>
            <a:ext cx="5083200" cy="41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216080"/>
                <a:tab algn="l" pos="2432160"/>
                <a:tab algn="l" pos="3648240"/>
                <a:tab algn="l" pos="4863960"/>
                <a:tab algn="l" pos="6080040"/>
                <a:tab algn="l" pos="7296120"/>
                <a:tab algn="l" pos="8512200"/>
                <a:tab algn="l" pos="9728280"/>
                <a:tab algn="l" pos="1094436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291" name="Slide Number Placeholder 3"/>
          <p:cNvSpPr/>
          <p:nvPr/>
        </p:nvSpPr>
        <p:spPr>
          <a:xfrm>
            <a:off x="3927600" y="8818560"/>
            <a:ext cx="300492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840" rIns="87840" tIns="43920" bIns="4392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E957EE-5B4C-4EC6-A9A1-67960172930A}" type="slidenum">
              <a:rPr b="0" lang="en-US" sz="1000" strike="noStrike" u="sng">
                <a:solidFill>
                  <a:srgbClr val="000000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PlaceHolder 1"/>
          <p:cNvSpPr>
            <a:spLocks noGrp="1"/>
          </p:cNvSpPr>
          <p:nvPr>
            <p:ph type="sldImg"/>
          </p:nvPr>
        </p:nvSpPr>
        <p:spPr>
          <a:xfrm>
            <a:off x="1155600" y="701640"/>
            <a:ext cx="4627800" cy="3470400"/>
          </a:xfrm>
          <a:prstGeom prst="rect">
            <a:avLst/>
          </a:prstGeom>
          <a:ln w="0">
            <a:noFill/>
          </a:ln>
        </p:spPr>
      </p:sp>
      <p:sp>
        <p:nvSpPr>
          <p:cNvPr id="2293" name="PlaceHolder 2"/>
          <p:cNvSpPr>
            <a:spLocks noGrp="1"/>
          </p:cNvSpPr>
          <p:nvPr>
            <p:ph type="body"/>
          </p:nvPr>
        </p:nvSpPr>
        <p:spPr>
          <a:xfrm>
            <a:off x="925560" y="4410000"/>
            <a:ext cx="5083200" cy="417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601"/>
              </a:spcBef>
              <a:buNone/>
              <a:tabLst>
                <a:tab algn="l" pos="0"/>
                <a:tab algn="l" pos="1216080"/>
                <a:tab algn="l" pos="2432160"/>
                <a:tab algn="l" pos="3648240"/>
                <a:tab algn="l" pos="4863960"/>
                <a:tab algn="l" pos="6080040"/>
                <a:tab algn="l" pos="7296120"/>
                <a:tab algn="l" pos="8512200"/>
                <a:tab algn="l" pos="9728280"/>
                <a:tab algn="l" pos="1094436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294" name="Slide Number Placeholder 3"/>
          <p:cNvSpPr/>
          <p:nvPr/>
        </p:nvSpPr>
        <p:spPr>
          <a:xfrm>
            <a:off x="3927600" y="8818560"/>
            <a:ext cx="300492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840" rIns="87840" tIns="43920" bIns="4392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C7976C-164E-4210-AFD2-69973CE92934}" type="slidenum">
              <a:rPr b="0" lang="en-US" sz="1000" strike="noStrike" u="sng">
                <a:solidFill>
                  <a:srgbClr val="000000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png"/><Relationship Id="rId8" Type="http://schemas.openxmlformats.org/officeDocument/2006/relationships/image" Target="../media/image7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Line 22"/>
          <p:cNvSpPr/>
          <p:nvPr/>
        </p:nvSpPr>
        <p:spPr>
          <a:xfrm>
            <a:off x="0" y="6424560"/>
            <a:ext cx="9144000" cy="0"/>
          </a:xfrm>
          <a:prstGeom prst="line">
            <a:avLst/>
          </a:prstGeom>
          <a:ln w="57240">
            <a:solidFill>
              <a:srgbClr val="00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650960" y="366840"/>
            <a:ext cx="6531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279f"/>
                </a:solidFill>
                <a:effectLst/>
                <a:uFillTx/>
                <a:latin typeface="Arial Unicode MS"/>
              </a:rPr>
              <a:t>Click to edit the title text format</a:t>
            </a:r>
            <a:endParaRPr b="1" lang="en-IN" sz="28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2" name="Line 3"/>
          <p:cNvSpPr/>
          <p:nvPr/>
        </p:nvSpPr>
        <p:spPr>
          <a:xfrm>
            <a:off x="0" y="824040"/>
            <a:ext cx="9144000" cy="0"/>
          </a:xfrm>
          <a:prstGeom prst="line">
            <a:avLst/>
          </a:prstGeom>
          <a:ln w="57240">
            <a:solidFill>
              <a:srgbClr val="00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3" name="Text Box 5"/>
          <p:cNvSpPr/>
          <p:nvPr/>
        </p:nvSpPr>
        <p:spPr>
          <a:xfrm>
            <a:off x="82440" y="6676920"/>
            <a:ext cx="263376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6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Operated by JSA for the U.S. Department of Energy</a:t>
            </a:r>
            <a:endParaRPr b="0" lang="en-IN" sz="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" name="Rectangle 8"/>
          <p:cNvSpPr/>
          <p:nvPr/>
        </p:nvSpPr>
        <p:spPr>
          <a:xfrm>
            <a:off x="2575080" y="6335640"/>
            <a:ext cx="3852720" cy="171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339966"/>
                </a:solidFill>
                <a:effectLst/>
                <a:uFillTx/>
                <a:latin typeface="Century Schoolbook"/>
              </a:rPr>
              <a:t> </a:t>
            </a:r>
            <a:r>
              <a:rPr b="1" lang="en-US" sz="1200" strike="noStrike" u="none">
                <a:solidFill>
                  <a:srgbClr val="339966"/>
                </a:solidFill>
                <a:effectLst/>
                <a:uFillTx/>
                <a:latin typeface="Arial Unicode MS"/>
              </a:rPr>
              <a:t>Thomas Jefferson National Accelerator Facility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85760" y="1224000"/>
            <a:ext cx="8734320" cy="48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Click to edit the outline text format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0000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Second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2" marL="11430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Third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3" marL="16002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Fourth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4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Fifth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5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Sixth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6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Seventh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1"/>
          </p:nvPr>
        </p:nvSpPr>
        <p:spPr>
          <a:xfrm>
            <a:off x="576540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900" strike="noStrike" u="none">
                <a:solidFill>
                  <a:srgbClr val="660066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Times New Roman"/>
              </a:rPr>
              <a:t>Muon Collider 2011, Telluride, June 30, 2011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Picture 23" descr="NP-logo-Nl copy"/>
          <p:cNvPicPr/>
          <p:nvPr/>
        </p:nvPicPr>
        <p:blipFill>
          <a:blip r:embed="rId5"/>
          <a:stretch/>
        </p:blipFill>
        <p:spPr>
          <a:xfrm>
            <a:off x="7188120" y="6191280"/>
            <a:ext cx="1116000" cy="4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27" descr="JLab_logo_white-sm"/>
          <p:cNvPicPr/>
          <p:nvPr/>
        </p:nvPicPr>
        <p:blipFill>
          <a:blip r:embed="rId6"/>
          <a:stretch/>
        </p:blipFill>
        <p:spPr>
          <a:xfrm>
            <a:off x="369720" y="6138720"/>
            <a:ext cx="1667160" cy="52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Rectangle 50"/>
          <p:cNvSpPr/>
          <p:nvPr/>
        </p:nvSpPr>
        <p:spPr>
          <a:xfrm>
            <a:off x="3254400" y="6588000"/>
            <a:ext cx="27604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3399"/>
                </a:solidFill>
                <a:effectLst/>
                <a:uFillTx/>
                <a:latin typeface="Arial Unicode MS"/>
              </a:rPr>
              <a:t>Alex Bogacz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10" name="Picture 14" descr="New Picture.png"/>
          <p:cNvPicPr/>
          <p:nvPr/>
        </p:nvPicPr>
        <p:blipFill>
          <a:blip r:embed="rId7"/>
          <a:stretch/>
        </p:blipFill>
        <p:spPr>
          <a:xfrm>
            <a:off x="11160" y="47520"/>
            <a:ext cx="458640" cy="71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4"/>
          <p:cNvSpPr>
            <a:spLocks noGrp="1"/>
          </p:cNvSpPr>
          <p:nvPr>
            <p:ph type="sldNum" idx="2"/>
          </p:nvPr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B04B0D-D2E7-45D2-958D-CD1A722A527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" name="Picture 11" descr="map-091203a"/>
          <p:cNvPicPr/>
          <p:nvPr/>
        </p:nvPicPr>
        <p:blipFill>
          <a:blip r:embed="rId8"/>
          <a:stretch/>
        </p:blipFill>
        <p:spPr>
          <a:xfrm>
            <a:off x="8380440" y="0"/>
            <a:ext cx="692280" cy="787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 22"/>
          <p:cNvSpPr/>
          <p:nvPr/>
        </p:nvSpPr>
        <p:spPr>
          <a:xfrm>
            <a:off x="0" y="6424560"/>
            <a:ext cx="9144000" cy="0"/>
          </a:xfrm>
          <a:prstGeom prst="line">
            <a:avLst/>
          </a:prstGeom>
          <a:ln w="57240">
            <a:solidFill>
              <a:srgbClr val="00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4" name="Line 3"/>
          <p:cNvSpPr/>
          <p:nvPr/>
        </p:nvSpPr>
        <p:spPr>
          <a:xfrm>
            <a:off x="0" y="824040"/>
            <a:ext cx="9144000" cy="0"/>
          </a:xfrm>
          <a:prstGeom prst="line">
            <a:avLst/>
          </a:prstGeom>
          <a:ln w="57240">
            <a:solidFill>
              <a:srgbClr val="00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5" name="Text Box 5"/>
          <p:cNvSpPr/>
          <p:nvPr/>
        </p:nvSpPr>
        <p:spPr>
          <a:xfrm>
            <a:off x="82440" y="6676920"/>
            <a:ext cx="263376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6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Operated by JSA for the U.S. Department of Energy</a:t>
            </a:r>
            <a:endParaRPr b="0" lang="en-IN" sz="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6" name="Rectangle 8"/>
          <p:cNvSpPr/>
          <p:nvPr/>
        </p:nvSpPr>
        <p:spPr>
          <a:xfrm>
            <a:off x="2575080" y="6335640"/>
            <a:ext cx="3852720" cy="171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339966"/>
                </a:solidFill>
                <a:effectLst/>
                <a:uFillTx/>
                <a:latin typeface="Century Schoolbook"/>
              </a:rPr>
              <a:t> </a:t>
            </a:r>
            <a:r>
              <a:rPr b="1" lang="en-US" sz="1200" strike="noStrike" u="none">
                <a:solidFill>
                  <a:srgbClr val="339966"/>
                </a:solidFill>
                <a:effectLst/>
                <a:uFillTx/>
                <a:latin typeface="Arial Unicode MS"/>
              </a:rPr>
              <a:t>Thomas Jefferson National Accelerator Facility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17" name="Picture 23" descr="NP-logo-Nl copy"/>
          <p:cNvPicPr/>
          <p:nvPr/>
        </p:nvPicPr>
        <p:blipFill>
          <a:blip r:embed="rId2"/>
          <a:stretch/>
        </p:blipFill>
        <p:spPr>
          <a:xfrm>
            <a:off x="7188120" y="6191280"/>
            <a:ext cx="1116000" cy="4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27" descr="JLab_logo_white-sm"/>
          <p:cNvPicPr/>
          <p:nvPr/>
        </p:nvPicPr>
        <p:blipFill>
          <a:blip r:embed="rId3"/>
          <a:stretch/>
        </p:blipFill>
        <p:spPr>
          <a:xfrm>
            <a:off x="369720" y="6138720"/>
            <a:ext cx="1667160" cy="52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Rectangle 50"/>
          <p:cNvSpPr/>
          <p:nvPr/>
        </p:nvSpPr>
        <p:spPr>
          <a:xfrm>
            <a:off x="3254400" y="6588000"/>
            <a:ext cx="27604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3399"/>
                </a:solidFill>
                <a:effectLst/>
                <a:uFillTx/>
                <a:latin typeface="Arial Unicode MS"/>
              </a:rPr>
              <a:t>Alex Bogacz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20" name="Picture 14" descr="New Picture.png"/>
          <p:cNvPicPr/>
          <p:nvPr/>
        </p:nvPicPr>
        <p:blipFill>
          <a:blip r:embed="rId4"/>
          <a:stretch/>
        </p:blipFill>
        <p:spPr>
          <a:xfrm>
            <a:off x="11160" y="47520"/>
            <a:ext cx="458640" cy="71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Picture 11" descr="map-091203a"/>
          <p:cNvPicPr/>
          <p:nvPr/>
        </p:nvPicPr>
        <p:blipFill>
          <a:blip r:embed="rId5"/>
          <a:stretch/>
        </p:blipFill>
        <p:spPr>
          <a:xfrm>
            <a:off x="8380440" y="0"/>
            <a:ext cx="692280" cy="78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650960" y="366840"/>
            <a:ext cx="6531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279f"/>
                </a:solidFill>
                <a:effectLst/>
                <a:uFillTx/>
                <a:latin typeface="Arial Unicode MS"/>
              </a:rPr>
              <a:t>Click to edit the title text format</a:t>
            </a:r>
            <a:endParaRPr b="1" lang="en-IN" sz="28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85760" y="1224000"/>
            <a:ext cx="8734320" cy="48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Click to edit the outline text format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0000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Second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2" marL="11430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8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Third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3" marL="16002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Fourth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4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Fifth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5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Sixth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6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Seventh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3"/>
          </p:nvPr>
        </p:nvSpPr>
        <p:spPr>
          <a:xfrm>
            <a:off x="601452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900" strike="noStrike" u="none">
                <a:solidFill>
                  <a:srgbClr val="660066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Times New Roman"/>
              </a:rPr>
              <a:t>Muon Collider 2011, Telluride, June 30, 2011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4"/>
          </p:nvPr>
        </p:nvSpPr>
        <p:spPr>
          <a:xfrm>
            <a:off x="700416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7C90DBA-6555-4828-8195-43FF0EE3880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 22"/>
          <p:cNvSpPr/>
          <p:nvPr/>
        </p:nvSpPr>
        <p:spPr>
          <a:xfrm>
            <a:off x="0" y="6424560"/>
            <a:ext cx="9144000" cy="0"/>
          </a:xfrm>
          <a:prstGeom prst="line">
            <a:avLst/>
          </a:prstGeom>
          <a:ln w="57240">
            <a:solidFill>
              <a:srgbClr val="00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7" name="Line 3"/>
          <p:cNvSpPr/>
          <p:nvPr/>
        </p:nvSpPr>
        <p:spPr>
          <a:xfrm>
            <a:off x="0" y="824040"/>
            <a:ext cx="9144000" cy="0"/>
          </a:xfrm>
          <a:prstGeom prst="line">
            <a:avLst/>
          </a:prstGeom>
          <a:ln w="57240">
            <a:solidFill>
              <a:srgbClr val="00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8" name="Text Box 5"/>
          <p:cNvSpPr/>
          <p:nvPr/>
        </p:nvSpPr>
        <p:spPr>
          <a:xfrm>
            <a:off x="82440" y="6676920"/>
            <a:ext cx="263376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6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Operated by JSA for the U.S. Department of Energy</a:t>
            </a:r>
            <a:endParaRPr b="0" lang="en-IN" sz="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9" name="Rectangle 8"/>
          <p:cNvSpPr/>
          <p:nvPr/>
        </p:nvSpPr>
        <p:spPr>
          <a:xfrm>
            <a:off x="2575080" y="6335640"/>
            <a:ext cx="3852720" cy="171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339966"/>
                </a:solidFill>
                <a:effectLst/>
                <a:uFillTx/>
                <a:latin typeface="Century Schoolbook"/>
              </a:rPr>
              <a:t> </a:t>
            </a:r>
            <a:r>
              <a:rPr b="1" lang="en-US" sz="1200" strike="noStrike" u="none">
                <a:solidFill>
                  <a:srgbClr val="339966"/>
                </a:solidFill>
                <a:effectLst/>
                <a:uFillTx/>
                <a:latin typeface="Arial Unicode MS"/>
              </a:rPr>
              <a:t>Thomas Jefferson National Accelerator Facility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30" name="Picture 23" descr="NP-logo-Nl copy"/>
          <p:cNvPicPr/>
          <p:nvPr/>
        </p:nvPicPr>
        <p:blipFill>
          <a:blip r:embed="rId2"/>
          <a:stretch/>
        </p:blipFill>
        <p:spPr>
          <a:xfrm>
            <a:off x="7188120" y="6191280"/>
            <a:ext cx="1116000" cy="4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27" descr="JLab_logo_white-sm"/>
          <p:cNvPicPr/>
          <p:nvPr/>
        </p:nvPicPr>
        <p:blipFill>
          <a:blip r:embed="rId3"/>
          <a:stretch/>
        </p:blipFill>
        <p:spPr>
          <a:xfrm>
            <a:off x="369720" y="6138720"/>
            <a:ext cx="1667160" cy="52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Rectangle 50"/>
          <p:cNvSpPr/>
          <p:nvPr/>
        </p:nvSpPr>
        <p:spPr>
          <a:xfrm>
            <a:off x="3254400" y="6588000"/>
            <a:ext cx="276048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3399"/>
                </a:solidFill>
                <a:effectLst/>
                <a:uFillTx/>
                <a:latin typeface="Arial Unicode MS"/>
              </a:rPr>
              <a:t>Alex Bogacz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33" name="Picture 14" descr="New Picture.png"/>
          <p:cNvPicPr/>
          <p:nvPr/>
        </p:nvPicPr>
        <p:blipFill>
          <a:blip r:embed="rId4"/>
          <a:stretch/>
        </p:blipFill>
        <p:spPr>
          <a:xfrm>
            <a:off x="11160" y="47520"/>
            <a:ext cx="458640" cy="71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Picture 11" descr="map-091203a"/>
          <p:cNvPicPr/>
          <p:nvPr/>
        </p:nvPicPr>
        <p:blipFill>
          <a:blip r:embed="rId5"/>
          <a:stretch/>
        </p:blipFill>
        <p:spPr>
          <a:xfrm>
            <a:off x="8380440" y="0"/>
            <a:ext cx="692280" cy="78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650960" y="366840"/>
            <a:ext cx="6531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279f"/>
                </a:solidFill>
                <a:effectLst/>
                <a:uFillTx/>
                <a:latin typeface="Arial Unicode MS"/>
              </a:rPr>
              <a:t>Click to edit the title text format</a:t>
            </a:r>
            <a:endParaRPr b="1" lang="en-IN" sz="28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85760" y="1224000"/>
            <a:ext cx="8734320" cy="48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Click to edit the outline text format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0000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Second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2" marL="11430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8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Third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3" marL="16002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Fourth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4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Fifth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5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Sixth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6" marL="2057400" indent="-22860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Seventh Outline Level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5"/>
          </p:nvPr>
        </p:nvSpPr>
        <p:spPr>
          <a:xfrm>
            <a:off x="576540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900" strike="noStrike" u="none">
                <a:solidFill>
                  <a:srgbClr val="660066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Times New Roman"/>
              </a:rPr>
              <a:t>Muon Collider 2011, Telluride, June 30, 2011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<Relationship Id="rId11" Type="http://schemas.openxmlformats.org/officeDocument/2006/relationships/image" Target="../media/image1.png"/><Relationship Id="rId12" Type="http://schemas.openxmlformats.org/officeDocument/2006/relationships/image" Target="../media/image10.png"/><Relationship Id="rId1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3.png"/><Relationship Id="rId9" Type="http://schemas.openxmlformats.org/officeDocument/2006/relationships/image" Target="../media/image3.png"/><Relationship Id="rId10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0.png"/><Relationship Id="rId9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10.png"/><Relationship Id="rId9" Type="http://schemas.openxmlformats.org/officeDocument/2006/relationships/image" Target="../media/image10.png"/><Relationship Id="rId10" Type="http://schemas.openxmlformats.org/officeDocument/2006/relationships/image" Target="../media/image3.png"/><Relationship Id="rId1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oleObject" Target="../embeddings/oleObject1.bin"/><Relationship Id="rId3" Type="http://schemas.openxmlformats.org/officeDocument/2006/relationships/image" Target="../media/image18.wmf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oleObject" Target="../embeddings/oleObject1.bin"/><Relationship Id="rId3" Type="http://schemas.openxmlformats.org/officeDocument/2006/relationships/image" Target="../media/image21.wmf"/><Relationship Id="rId4" Type="http://schemas.openxmlformats.org/officeDocument/2006/relationships/image" Target="../media/image22.wmf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wmf"/><Relationship Id="rId2" Type="http://schemas.openxmlformats.org/officeDocument/2006/relationships/image" Target="../media/image25.wmf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6.wmf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3.wmf"/><Relationship Id="rId2" Type="http://schemas.openxmlformats.org/officeDocument/2006/relationships/image" Target="../media/image34.wmf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36.wmf"/><Relationship Id="rId7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37.wmf"/><Relationship Id="rId3" Type="http://schemas.openxmlformats.org/officeDocument/2006/relationships/image" Target="../media/image38.wmf"/><Relationship Id="rId4" Type="http://schemas.openxmlformats.org/officeDocument/2006/relationships/image" Target="../media/image39.wmf"/><Relationship Id="rId5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wmf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0.png"/><Relationship Id="rId9" Type="http://schemas.openxmlformats.org/officeDocument/2006/relationships/image" Target="../media/image10.png"/><Relationship Id="rId10" Type="http://schemas.openxmlformats.org/officeDocument/2006/relationships/image" Target="../media/image1.png"/><Relationship Id="rId1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1.wmf"/><Relationship Id="rId2" Type="http://schemas.openxmlformats.org/officeDocument/2006/relationships/image" Target="../media/image51.wmf"/><Relationship Id="rId3" Type="http://schemas.openxmlformats.org/officeDocument/2006/relationships/image" Target="../media/image51.wmf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oter Placeholder 3"/>
          <p:cNvSpPr/>
          <p:nvPr/>
        </p:nvSpPr>
        <p:spPr>
          <a:xfrm>
            <a:off x="601488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3" name="Rectangle 4"/>
          <p:cNvSpPr/>
          <p:nvPr/>
        </p:nvSpPr>
        <p:spPr>
          <a:xfrm>
            <a:off x="0" y="784080"/>
            <a:ext cx="9144000" cy="285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4" name="Text Box 5"/>
          <p:cNvSpPr/>
          <p:nvPr/>
        </p:nvSpPr>
        <p:spPr>
          <a:xfrm>
            <a:off x="0" y="1004760"/>
            <a:ext cx="914400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b050"/>
                </a:solidFill>
                <a:effectLst/>
                <a:uFillTx/>
                <a:latin typeface="Arial"/>
                <a:ea typeface="Arial"/>
              </a:rPr>
              <a:t>Acceleration Schemes for MC</a:t>
            </a:r>
            <a:endParaRPr b="0" lang="en-IN" sz="4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4197240" y="6588000"/>
            <a:ext cx="895320" cy="241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6" name="Text Box 2"/>
          <p:cNvSpPr/>
          <p:nvPr/>
        </p:nvSpPr>
        <p:spPr>
          <a:xfrm>
            <a:off x="237960" y="2444760"/>
            <a:ext cx="8653680" cy="31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 anchorCtr="1">
            <a:spAutoFit/>
          </a:bodyPr>
          <a:p>
            <a:pPr algn="ctr">
              <a:spcBef>
                <a:spcPts val="1400"/>
              </a:spcBef>
              <a:spcAft>
                <a:spcPts val="1199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Alex Bogacz</a:t>
            </a:r>
            <a:endParaRPr b="0" lang="en-IN" sz="2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algn="ctr">
              <a:spcBef>
                <a:spcPts val="1400"/>
              </a:spcBef>
              <a:spcAft>
                <a:spcPts val="6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in collaboration with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algn="ctr">
              <a:spcBef>
                <a:spcPts val="1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Kevin Beard, Vasiliy Morozov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algn="ctr">
              <a:spcBef>
                <a:spcPts val="1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and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algn="ctr">
              <a:spcBef>
                <a:spcPts val="1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Yves Roblin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algn="ctr">
              <a:spcBef>
                <a:spcPts val="1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7" name="Slide Number Placeholder 11"/>
          <p:cNvSpPr/>
          <p:nvPr/>
        </p:nvSpPr>
        <p:spPr>
          <a:xfrm>
            <a:off x="700416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1BF1C9-5E7C-41D0-8F6E-E389603509C7}" type="slidenum">
              <a:rPr b="0" lang="en-US" sz="11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1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8" name="Rectangle 7"/>
          <p:cNvSpPr/>
          <p:nvPr/>
        </p:nvSpPr>
        <p:spPr>
          <a:xfrm>
            <a:off x="8771040" y="6478560"/>
            <a:ext cx="307800" cy="320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0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458ACA-8807-419B-8246-92E22AD91000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1" name="Rectangle 3"/>
          <p:cNvSpPr/>
          <p:nvPr/>
        </p:nvSpPr>
        <p:spPr>
          <a:xfrm>
            <a:off x="322200" y="1233360"/>
            <a:ext cx="8599680" cy="49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spcAft>
                <a:spcPts val="499"/>
              </a:spcAft>
              <a:buSzPct val="102792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High/Medium/Low  Emittance MC Schemes (1.5 TeV)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spcAft>
                <a:spcPts val="451"/>
              </a:spcAft>
              <a:buSzPct val="102812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Components, Layout, Transmission Efficiencies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spcAft>
                <a:spcPts val="451"/>
              </a:spcAft>
              <a:buSzPct val="102812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Cooling Performance </a:t>
            </a: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  <a:ea typeface="Arial Unicode MS"/>
              </a:rPr>
              <a:t>⇨ </a:t>
            </a: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Accelerator acceptance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spcAft>
                <a:spcPts val="499"/>
              </a:spcAft>
              <a:buSzPct val="102792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Acceleration Schemes (appropriate in various energy ranges) 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spcAft>
                <a:spcPts val="451"/>
              </a:spcAft>
              <a:buSzPct val="102812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Linac and RLA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spcAft>
                <a:spcPts val="451"/>
              </a:spcAft>
              <a:buSzPct val="102812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FFAG Ring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spcAft>
                <a:spcPts val="451"/>
              </a:spcAft>
              <a:buSzPct val="102812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Fast Ramping Synchrotrons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spcAft>
                <a:spcPts val="499"/>
              </a:spcAft>
              <a:buSzPct val="102792"/>
              <a:buBlip>
                <a:blip r:embed="rId8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High Transmission Acceleration scheme – initial beam dynamic choices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spcAft>
                <a:spcPts val="451"/>
              </a:spcAft>
              <a:buSzPct val="102812"/>
              <a:buBlip>
                <a:blip r:embed="rId9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Linac (0.4 – 1.5 GeV)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spcAft>
                <a:spcPts val="451"/>
              </a:spcAft>
              <a:buSzPct val="102812"/>
              <a:buBlip>
                <a:blip r:embed="rId10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RLAs (1.5 – 12.5 GeV) and (12.5 – 100 GeV)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spcAft>
                <a:spcPts val="451"/>
              </a:spcAft>
              <a:buSzPct val="102812"/>
              <a:buBlip>
                <a:blip r:embed="rId1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RCS Rings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spcAft>
                <a:spcPts val="499"/>
              </a:spcAft>
              <a:buSzPct val="102792"/>
              <a:buBlip>
                <a:blip r:embed="rId1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Emerging Acceleration Scheme…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2" name="Rectangle 2"/>
          <p:cNvSpPr/>
          <p:nvPr/>
        </p:nvSpPr>
        <p:spPr>
          <a:xfrm>
            <a:off x="1852560" y="201600"/>
            <a:ext cx="53006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Overview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46280" y="235080"/>
            <a:ext cx="723096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Parameters of various MC options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graphicFrame>
        <p:nvGraphicFramePr>
          <p:cNvPr id="54" name=""/>
          <p:cNvGraphicFramePr/>
          <p:nvPr/>
        </p:nvGraphicFramePr>
        <p:xfrm>
          <a:off x="866880" y="1274760"/>
          <a:ext cx="7121520" cy="4106880"/>
        </p:xfrm>
        <a:graphic>
          <a:graphicData uri="http://schemas.openxmlformats.org/drawingml/2006/table">
            <a:tbl>
              <a:tblPr/>
              <a:tblGrid>
                <a:gridCol w="2251080"/>
                <a:gridCol w="1197000"/>
                <a:gridCol w="1195200"/>
                <a:gridCol w="1055880"/>
                <a:gridCol w="1422360"/>
              </a:tblGrid>
              <a:tr h="629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Low </a:t>
                      </a:r>
                      <a:r>
                        <a:rPr b="1" lang="el-G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(Johnson)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Med </a:t>
                      </a:r>
                      <a:r>
                        <a:rPr b="1" lang="el-G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 (Alexahin)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High </a:t>
                      </a:r>
                      <a:r>
                        <a:rPr b="1" lang="el-G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 Unicode MS"/>
                        </a:rPr>
                        <a:t>(Palmer)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</a:tr>
              <a:tr h="33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CM Energy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1.5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1.5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1.5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TeV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Luminosity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2.7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10</a:t>
                      </a:r>
                      <a:r>
                        <a:rPr b="0" lang="en-US" sz="1600" strike="noStrike" u="none" baseline="30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34</a:t>
                      </a: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cm</a:t>
                      </a:r>
                      <a:r>
                        <a:rPr b="0" lang="en-US" sz="1600" strike="noStrike" u="none" baseline="30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</a:t>
                      </a: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/s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33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Muons/bunch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0.1 *10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10</a:t>
                      </a:r>
                      <a:r>
                        <a:rPr b="0" lang="en-US" sz="1600" strike="noStrike" u="none" baseline="30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12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Ring circumference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2.3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3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8.1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km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β</a:t>
                      </a: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* = </a:t>
                      </a:r>
                      <a:r>
                        <a:rPr b="0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σ</a:t>
                      </a:r>
                      <a:r>
                        <a:rPr b="0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z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mm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</a:t>
                      </a: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p/p (rms)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1.0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0.1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0.1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%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33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Ring depth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35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13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135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m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7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Muon survival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30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4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7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%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2.1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12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L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370,000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72,000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72,000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5" name="Date Placeholder 3"/>
          <p:cNvSpPr/>
          <p:nvPr/>
        </p:nvSpPr>
        <p:spPr>
          <a:xfrm>
            <a:off x="838080" y="6477120"/>
            <a:ext cx="16765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6/30/08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6" name="Footer Placeholder 4"/>
          <p:cNvSpPr/>
          <p:nvPr/>
        </p:nvSpPr>
        <p:spPr>
          <a:xfrm>
            <a:off x="2590920" y="6477120"/>
            <a:ext cx="41907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NuFact08, Valencia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7" name="Rounded Rectangle 11"/>
          <p:cNvSpPr/>
          <p:nvPr/>
        </p:nvSpPr>
        <p:spPr>
          <a:xfrm>
            <a:off x="770040" y="4703760"/>
            <a:ext cx="7254720" cy="722160"/>
          </a:xfrm>
          <a:prstGeom prst="roundRect">
            <a:avLst>
              <a:gd name="adj" fmla="val 50000"/>
            </a:avLst>
          </a:prstGeom>
          <a:noFill/>
          <a:ln w="57240">
            <a:solidFill>
              <a:srgbClr val="ffc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8" name="Rectangle 11"/>
          <p:cNvSpPr/>
          <p:nvPr/>
        </p:nvSpPr>
        <p:spPr>
          <a:xfrm>
            <a:off x="6894360" y="5751360"/>
            <a:ext cx="207648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Bob Palmer circa 2009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9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60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539CB3-3A38-4AF3-9D0A-7F8E9CE2AE5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 descr=""/>
          <p:cNvPicPr/>
          <p:nvPr/>
        </p:nvPicPr>
        <p:blipFill>
          <a:blip r:embed="rId1"/>
          <a:stretch/>
        </p:blipFill>
        <p:spPr>
          <a:xfrm>
            <a:off x="992160" y="1938240"/>
            <a:ext cx="6647040" cy="40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63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AC5A066-BB72-437D-B141-2770A0801DB9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64" name="Title 1"/>
          <p:cNvSpPr/>
          <p:nvPr/>
        </p:nvSpPr>
        <p:spPr>
          <a:xfrm>
            <a:off x="411120" y="120600"/>
            <a:ext cx="822960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HEMC – Phase space after cooling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65" name="Rectangle 11"/>
          <p:cNvSpPr/>
          <p:nvPr/>
        </p:nvSpPr>
        <p:spPr>
          <a:xfrm>
            <a:off x="7572240" y="5680080"/>
            <a:ext cx="157176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Bob Palmer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66" name="5-Point Star 7"/>
          <p:cNvSpPr/>
          <p:nvPr/>
        </p:nvSpPr>
        <p:spPr>
          <a:xfrm>
            <a:off x="2263680" y="2867040"/>
            <a:ext cx="285840" cy="264960"/>
          </a:xfrm>
          <a:custGeom>
            <a:avLst/>
            <a:gdLst>
              <a:gd name="textAreaLeft" fmla="*/ 88200 w 285840"/>
              <a:gd name="textAreaRight" fmla="*/ 197640 w 285840"/>
              <a:gd name="textAreaTop" fmla="*/ 101160 h 264960"/>
              <a:gd name="textAreaBottom" fmla="*/ 202680 h 264960"/>
              <a:gd name="GluePoint1X" fmla="*/ 143251 w 286502"/>
              <a:gd name="GluePoint1Y" fmla="*/ 0 h 264696"/>
              <a:gd name="GluePoint2X" fmla="*/ 0 w 286502"/>
              <a:gd name="GluePoint2Y" fmla="*/ 101105 h 264696"/>
              <a:gd name="GluePoint3X" fmla="*/ 54717 w 286502"/>
              <a:gd name="GluePoint3Y" fmla="*/ 264695 h 264696"/>
              <a:gd name="GluePoint4X" fmla="*/ 231785 w 286502"/>
              <a:gd name="GluePoint4Y" fmla="*/ 264695 h 264696"/>
              <a:gd name="GluePoint5X" fmla="*/ 286502 w 286502"/>
              <a:gd name="GluePoint5Y" fmla="*/ 101105 h 2646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86502" h="264696">
                <a:moveTo>
                  <a:pt x="0" y="101105"/>
                </a:moveTo>
                <a:lnTo>
                  <a:pt x="109435" y="101105"/>
                </a:lnTo>
                <a:lnTo>
                  <a:pt x="143251" y="0"/>
                </a:lnTo>
                <a:lnTo>
                  <a:pt x="177067" y="101105"/>
                </a:lnTo>
                <a:lnTo>
                  <a:pt x="286502" y="101105"/>
                </a:lnTo>
                <a:lnTo>
                  <a:pt x="197967" y="163590"/>
                </a:lnTo>
                <a:lnTo>
                  <a:pt x="231785" y="264695"/>
                </a:lnTo>
                <a:lnTo>
                  <a:pt x="143251" y="202208"/>
                </a:lnTo>
                <a:lnTo>
                  <a:pt x="54717" y="264695"/>
                </a:lnTo>
                <a:lnTo>
                  <a:pt x="88535" y="163590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aphicFrame>
        <p:nvGraphicFramePr>
          <p:cNvPr id="67" name=""/>
          <p:cNvGraphicFramePr/>
          <p:nvPr/>
        </p:nvGraphicFramePr>
        <p:xfrm>
          <a:off x="2955960" y="1130400"/>
          <a:ext cx="2795400" cy="669960"/>
        </p:xfrm>
        <a:graphic>
          <a:graphicData uri="http://schemas.openxmlformats.org/drawingml/2006/table">
            <a:tbl>
              <a:tblPr/>
              <a:tblGrid>
                <a:gridCol w="509400"/>
                <a:gridCol w="936720"/>
                <a:gridCol w="1349280"/>
              </a:tblGrid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L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72,000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</a:tbl>
          </a:graphicData>
        </a:graphic>
      </p:graphicFrame>
    </p:spTree>
  </p:cSld>
  <p:transition>
    <p:fade thruBlk="true"/>
  </p:transition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13"/>
          <p:cNvGrpSpPr/>
          <p:nvPr/>
        </p:nvGrpSpPr>
        <p:grpSpPr>
          <a:xfrm>
            <a:off x="0" y="2141640"/>
            <a:ext cx="4753080" cy="3014640"/>
            <a:chOff x="0" y="2141640"/>
            <a:chExt cx="4753080" cy="3014640"/>
          </a:xfrm>
        </p:grpSpPr>
        <p:pic>
          <p:nvPicPr>
            <p:cNvPr id="69" name="Picture 3" descr=""/>
            <p:cNvPicPr/>
            <p:nvPr/>
          </p:nvPicPr>
          <p:blipFill>
            <a:blip r:embed="rId1"/>
            <a:stretch/>
          </p:blipFill>
          <p:spPr>
            <a:xfrm>
              <a:off x="0" y="2141640"/>
              <a:ext cx="4753080" cy="3014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0" name="TextBox 11"/>
            <p:cNvSpPr/>
            <p:nvPr/>
          </p:nvSpPr>
          <p:spPr>
            <a:xfrm>
              <a:off x="1383480" y="3405240"/>
              <a:ext cx="493200" cy="3988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4.5</a:t>
              </a:r>
              <a:endParaRPr b="0" lang="en-IN" sz="2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71" name="TextBox 12"/>
            <p:cNvSpPr/>
            <p:nvPr/>
          </p:nvSpPr>
          <p:spPr>
            <a:xfrm>
              <a:off x="1403640" y="3088080"/>
              <a:ext cx="493200" cy="3988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0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4.5</a:t>
              </a:r>
              <a:endParaRPr b="0" lang="en-IN" sz="2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11120" y="12024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HEMC Scenario I (NF centric)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73" name="Rectangle 11"/>
          <p:cNvSpPr/>
          <p:nvPr/>
        </p:nvSpPr>
        <p:spPr>
          <a:xfrm>
            <a:off x="3814920" y="5715000"/>
            <a:ext cx="157140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Berg/Palmer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74" name="Footer Placeholder 5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75" name="Slide Number Placeholder 6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2B0D5A-227E-4735-A1AB-D8C2601BBAB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76" name="Picture 7" descr=""/>
          <p:cNvPicPr/>
          <p:nvPr/>
        </p:nvPicPr>
        <p:blipFill>
          <a:blip r:embed="rId2"/>
          <a:stretch/>
        </p:blipFill>
        <p:spPr>
          <a:xfrm>
            <a:off x="4941720" y="2184480"/>
            <a:ext cx="4189680" cy="31366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77" name=""/>
          <p:cNvGraphicFramePr/>
          <p:nvPr/>
        </p:nvGraphicFramePr>
        <p:xfrm>
          <a:off x="2955960" y="987480"/>
          <a:ext cx="2795400" cy="671400"/>
        </p:xfrm>
        <a:graphic>
          <a:graphicData uri="http://schemas.openxmlformats.org/drawingml/2006/table">
            <a:tbl>
              <a:tblPr/>
              <a:tblGrid>
                <a:gridCol w="509400"/>
                <a:gridCol w="936720"/>
                <a:gridCol w="1349280"/>
              </a:tblGrid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L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72,000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</a:tbl>
          </a:graphicData>
        </a:graphic>
      </p:graphicFrame>
      <p:sp>
        <p:nvSpPr>
          <p:cNvPr id="78" name="Rounded Rectangle 10"/>
          <p:cNvSpPr/>
          <p:nvPr/>
        </p:nvSpPr>
        <p:spPr>
          <a:xfrm>
            <a:off x="23760" y="2840040"/>
            <a:ext cx="4740480" cy="1251000"/>
          </a:xfrm>
          <a:prstGeom prst="roundRect">
            <a:avLst>
              <a:gd name="adj" fmla="val 15000"/>
            </a:avLst>
          </a:prstGeom>
          <a:noFill/>
          <a:ln w="38160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11120" y="12024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HEMC Scenario II (Low Decay)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80" name="Rectangle 11"/>
          <p:cNvSpPr/>
          <p:nvPr/>
        </p:nvSpPr>
        <p:spPr>
          <a:xfrm>
            <a:off x="3886200" y="5727600"/>
            <a:ext cx="157176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Berg/Palmer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81" name="Footer Placeholder 5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82" name="Slide Number Placeholder 6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C4B8BF-CE5C-4D5F-A19A-87F7D4B6CDC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83" name="Picture 7" descr=""/>
          <p:cNvPicPr/>
          <p:nvPr/>
        </p:nvPicPr>
        <p:blipFill>
          <a:blip r:embed="rId1"/>
          <a:stretch/>
        </p:blipFill>
        <p:spPr>
          <a:xfrm>
            <a:off x="4178160" y="2390760"/>
            <a:ext cx="4942080" cy="27702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84" name=""/>
          <p:cNvGraphicFramePr/>
          <p:nvPr/>
        </p:nvGraphicFramePr>
        <p:xfrm>
          <a:off x="2955960" y="987480"/>
          <a:ext cx="2795400" cy="671400"/>
        </p:xfrm>
        <a:graphic>
          <a:graphicData uri="http://schemas.openxmlformats.org/drawingml/2006/table">
            <a:tbl>
              <a:tblPr/>
              <a:tblGrid>
                <a:gridCol w="509400"/>
                <a:gridCol w="936720"/>
                <a:gridCol w="1349280"/>
              </a:tblGrid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L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72,000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</a:tbl>
          </a:graphicData>
        </a:graphic>
      </p:graphicFrame>
      <p:grpSp>
        <p:nvGrpSpPr>
          <p:cNvPr id="85" name="Group 10"/>
          <p:cNvGrpSpPr/>
          <p:nvPr/>
        </p:nvGrpSpPr>
        <p:grpSpPr>
          <a:xfrm>
            <a:off x="0" y="2411280"/>
            <a:ext cx="4127400" cy="2598840"/>
            <a:chOff x="0" y="2411280"/>
            <a:chExt cx="4127400" cy="2598840"/>
          </a:xfrm>
        </p:grpSpPr>
        <p:pic>
          <p:nvPicPr>
            <p:cNvPr id="86" name="Picture 2" descr=""/>
            <p:cNvPicPr/>
            <p:nvPr/>
          </p:nvPicPr>
          <p:blipFill>
            <a:blip r:embed="rId2"/>
            <a:stretch/>
          </p:blipFill>
          <p:spPr>
            <a:xfrm>
              <a:off x="0" y="2411280"/>
              <a:ext cx="4127400" cy="2598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7" name="TextBox 9"/>
            <p:cNvSpPr/>
            <p:nvPr/>
          </p:nvSpPr>
          <p:spPr>
            <a:xfrm>
              <a:off x="1167120" y="3332520"/>
              <a:ext cx="493200" cy="3682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 Narrow"/>
                </a:rPr>
                <a:t>4.5</a:t>
              </a:r>
              <a:endParaRPr b="0" lang="en-IN" sz="1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</p:spTree>
  </p:cSld>
  <p:transition>
    <p:fade thruBlk="true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11120" y="12024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Low Emittance MC Scenario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pic>
        <p:nvPicPr>
          <p:cNvPr id="89" name="Content Placeholder 6" descr="LEMC.jpg"/>
          <p:cNvPicPr/>
          <p:nvPr/>
        </p:nvPicPr>
        <p:blipFill>
          <a:blip r:embed="rId1"/>
          <a:srcRect l="22252" t="25228" r="24772" b="10861"/>
          <a:stretch/>
        </p:blipFill>
        <p:spPr>
          <a:xfrm>
            <a:off x="1738440" y="852480"/>
            <a:ext cx="5976720" cy="54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Rectangle 11"/>
          <p:cNvSpPr/>
          <p:nvPr/>
        </p:nvSpPr>
        <p:spPr>
          <a:xfrm>
            <a:off x="7183440" y="5486400"/>
            <a:ext cx="157176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Rol Johnson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91" name="Footer Placeholder 4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92" name="Slide Number Placeholder 5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C3A79B-838D-47C7-B907-480784ADC97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aphicFrame>
        <p:nvGraphicFramePr>
          <p:cNvPr id="93" name=""/>
          <p:cNvGraphicFramePr/>
          <p:nvPr/>
        </p:nvGraphicFramePr>
        <p:xfrm>
          <a:off x="189000" y="1084320"/>
          <a:ext cx="2795400" cy="669960"/>
        </p:xfrm>
        <a:graphic>
          <a:graphicData uri="http://schemas.openxmlformats.org/drawingml/2006/table">
            <a:tbl>
              <a:tblPr/>
              <a:tblGrid>
                <a:gridCol w="406440"/>
                <a:gridCol w="1039680"/>
                <a:gridCol w="1349280"/>
              </a:tblGrid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b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2.1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b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b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L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b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370,000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b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feeeb"/>
                    </a:solidFill>
                  </a:tcPr>
                </a:tc>
              </a:tr>
            </a:tbl>
          </a:graphicData>
        </a:graphic>
      </p:graphicFrame>
    </p:spTree>
  </p:cSld>
  <p:transition>
    <p:fade thruBlk="true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90600" y="222120"/>
            <a:ext cx="6531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  <a:ea typeface="Arial"/>
              </a:rPr>
              <a:t>Linac + RLA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27200" y="1008000"/>
            <a:ext cx="7912080" cy="512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Moderate re-use of  the linac (a few passes)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Switchyard (single bend, horizontal)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Individual energy return Arcs for recirculation 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Increasing number of passes: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Ramped linac quads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Reducing number of return Arcs: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Use multi-pass(2) arcs based on combined function magnets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lvl="2" marL="1143000" indent="-228600">
              <a:lnSpc>
                <a:spcPct val="110000"/>
              </a:lnSpc>
              <a:spcBef>
                <a:spcPts val="601"/>
              </a:spcBef>
              <a:buSzPct val="137233"/>
              <a:buBlip>
                <a:blip r:embed="rId8"/>
              </a:buBlip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9900"/>
                </a:solidFill>
                <a:effectLst/>
                <a:uFillTx/>
                <a:latin typeface="Arial Unicode MS"/>
              </a:rPr>
              <a:t>Arcs now have larger aperture</a:t>
            </a:r>
            <a:endParaRPr b="0" lang="en-IN" sz="1800" strike="noStrike" u="none">
              <a:solidFill>
                <a:srgbClr val="009900"/>
              </a:solidFill>
              <a:effectLst/>
              <a:uFillTx/>
              <a:latin typeface="Arial Unicode MS"/>
            </a:endParaRPr>
          </a:p>
          <a:p>
            <a:pPr lvl="2" marL="1143000" indent="-228600">
              <a:lnSpc>
                <a:spcPct val="110000"/>
              </a:lnSpc>
              <a:spcBef>
                <a:spcPts val="601"/>
              </a:spcBef>
              <a:buSzPct val="137233"/>
              <a:buBlip>
                <a:blip r:embed="rId9"/>
              </a:buBlip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9900"/>
                </a:solidFill>
                <a:effectLst/>
                <a:uFillTx/>
                <a:latin typeface="Arial Unicode MS"/>
              </a:rPr>
              <a:t>Simplifying switchyard</a:t>
            </a:r>
            <a:endParaRPr b="0" lang="en-IN" sz="1800" strike="noStrike" u="none">
              <a:solidFill>
                <a:srgbClr val="009900"/>
              </a:solidFill>
              <a:effectLst/>
              <a:uFillTx/>
              <a:latin typeface="Arial Unicode MS"/>
            </a:endParaRPr>
          </a:p>
        </p:txBody>
      </p:sp>
      <p:sp>
        <p:nvSpPr>
          <p:cNvPr id="96" name="Footer Placeholder 4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97" name="Slide Number Placeholder 5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2D4D1B-D254-4250-BBCE-E990C4DE5C1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41280" y="209520"/>
            <a:ext cx="6531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FFAG Rings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66480" y="1001520"/>
            <a:ext cx="8583480" cy="5025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50000"/>
              </a:lnSpc>
              <a:spcBef>
                <a:spcPts val="1199"/>
              </a:spcBef>
              <a:spcAft>
                <a:spcPts val="1199"/>
              </a:spcAft>
              <a:buSzPct val="102884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2060"/>
                </a:solidFill>
                <a:effectLst/>
                <a:uFillTx/>
                <a:latin typeface="Arial Unicode MS"/>
              </a:rPr>
              <a:t>More passes through RF cavities (10+) – higher efficiency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No switchyard (RLA) </a:t>
            </a: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 single arc with large energy acceptance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2060"/>
                </a:solidFill>
                <a:effectLst/>
                <a:uFillTx/>
                <a:latin typeface="Arial Unicode MS"/>
              </a:rPr>
              <a:t>Linear magnets to get large energy acceptance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Linear non-scaling FFAG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Challenges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Injection and extraction difficult (kickers: 15 cm radius, 0.1 T field)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No synchrotron oscillations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1125"/>
              </a:spcBef>
              <a:spcAft>
                <a:spcPts val="751"/>
              </a:spcAft>
              <a:buSzPct val="102792"/>
              <a:buBlip>
                <a:blip r:embed="rId8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Amplitude dependent time of flight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</p:txBody>
      </p:sp>
      <p:sp>
        <p:nvSpPr>
          <p:cNvPr id="100" name="Footer Placeholder 4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01" name="Slide Number Placeholder 5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BAD256-F3E1-4314-90CE-357135BA26AF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253880" y="235080"/>
            <a:ext cx="653076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Fast Ramping Synchrotron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01680" y="1042560"/>
            <a:ext cx="8734320" cy="5087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9999"/>
          </a:bodyPr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Allows arbitrary number of passes (high efficiency)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Maintain beam synchronization  with RF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Magnets ramped extremely fast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Expensive power supplies (Eddy currents)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Small apertures help to keep power down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Beam not centered in magnets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110000"/>
              </a:lnSpc>
              <a:spcBef>
                <a:spcPts val="1349"/>
              </a:spcBef>
              <a:spcAft>
                <a:spcPts val="901"/>
              </a:spcAft>
              <a:buSzPct val="102884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High average bend field</a:t>
            </a:r>
            <a:endParaRPr b="0" lang="en-IN" sz="24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8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Ramping magnets have low field limit</a:t>
            </a:r>
            <a:endParaRPr b="0" lang="en-IN" sz="20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9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Hybrid lattice/magnets </a:t>
            </a: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  <a:ea typeface="Arial Unicode MS"/>
              </a:rPr>
              <a:t>⇨</a:t>
            </a: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 </a:t>
            </a: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SC magnets fixed field + warm magnets ramped</a:t>
            </a:r>
            <a:endParaRPr b="0" lang="en-IN" sz="1800" strike="noStrike" u="none">
              <a:solidFill>
                <a:srgbClr val="990099"/>
              </a:solidFill>
              <a:effectLst/>
              <a:uFillTx/>
              <a:latin typeface="Arial Unicode MS"/>
            </a:endParaRPr>
          </a:p>
          <a:p>
            <a:pPr lvl="2" marL="1143000" indent="-228600">
              <a:lnSpc>
                <a:spcPct val="110000"/>
              </a:lnSpc>
              <a:spcBef>
                <a:spcPts val="1012"/>
              </a:spcBef>
              <a:spcAft>
                <a:spcPts val="675"/>
              </a:spcAft>
              <a:buSzPct val="102812"/>
              <a:buBlip>
                <a:blip r:embed="rId10"/>
              </a:buBlip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9900"/>
              </a:solidFill>
              <a:effectLst/>
              <a:uFillTx/>
              <a:latin typeface="Arial Unicode MS"/>
            </a:endParaRPr>
          </a:p>
        </p:txBody>
      </p:sp>
      <p:sp>
        <p:nvSpPr>
          <p:cNvPr id="104" name="Footer Placeholder 4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05" name="Slide Number Placeholder 5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D9DFA7-2AE7-4327-B386-8E22B024BDC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2" descr=""/>
          <p:cNvPicPr/>
          <p:nvPr/>
        </p:nvPicPr>
        <p:blipFill>
          <a:blip r:embed="rId1"/>
          <a:stretch/>
        </p:blipFill>
        <p:spPr>
          <a:xfrm>
            <a:off x="861840" y="2222640"/>
            <a:ext cx="7148520" cy="395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19120" y="203040"/>
            <a:ext cx="7701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Acceleration with Improved Transmission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108" name="Footer Placeholder 3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09" name="Slide Number Placeholder 4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B080A7-1022-4901-8A78-E732E0C911F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10" name="Rectangle 11"/>
          <p:cNvSpPr/>
          <p:nvPr/>
        </p:nvSpPr>
        <p:spPr>
          <a:xfrm>
            <a:off x="6981840" y="5557680"/>
            <a:ext cx="157176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Berg/Palmer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aphicFrame>
        <p:nvGraphicFramePr>
          <p:cNvPr id="111" name=""/>
          <p:cNvGraphicFramePr/>
          <p:nvPr/>
        </p:nvGraphicFramePr>
        <p:xfrm>
          <a:off x="1001880" y="1044720"/>
          <a:ext cx="2795400" cy="671400"/>
        </p:xfrm>
        <a:graphic>
          <a:graphicData uri="http://schemas.openxmlformats.org/drawingml/2006/table">
            <a:tbl>
              <a:tblPr/>
              <a:tblGrid>
                <a:gridCol w="509400"/>
                <a:gridCol w="938160"/>
                <a:gridCol w="1347840"/>
              </a:tblGrid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L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72,000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"/>
          <p:cNvGraphicFramePr/>
          <p:nvPr/>
        </p:nvGraphicFramePr>
        <p:xfrm>
          <a:off x="5829480" y="1030320"/>
          <a:ext cx="2795400" cy="669960"/>
        </p:xfrm>
        <a:graphic>
          <a:graphicData uri="http://schemas.openxmlformats.org/drawingml/2006/table">
            <a:tbl>
              <a:tblPr/>
              <a:tblGrid>
                <a:gridCol w="509400"/>
                <a:gridCol w="938160"/>
                <a:gridCol w="1347840"/>
              </a:tblGrid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dfeb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4,800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dfeb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ddfeb0"/>
                    </a:solidFill>
                  </a:tcPr>
                </a:tc>
              </a:tr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L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dfeb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24,000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dfeb0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dfeb0"/>
                    </a:solidFill>
                  </a:tcPr>
                </a:tc>
              </a:tr>
            </a:tbl>
          </a:graphicData>
        </a:graphic>
      </p:graphicFrame>
      <p:sp>
        <p:nvSpPr>
          <p:cNvPr id="113" name="TextBox 9"/>
          <p:cNvSpPr/>
          <p:nvPr/>
        </p:nvSpPr>
        <p:spPr>
          <a:xfrm>
            <a:off x="463680" y="1224000"/>
            <a:ext cx="515880" cy="307440"/>
          </a:xfrm>
          <a:prstGeom prst="rect">
            <a:avLst/>
          </a:prstGeom>
          <a:solidFill>
            <a:srgbClr val="efd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MC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114" name="Group 10"/>
          <p:cNvGrpSpPr/>
          <p:nvPr/>
        </p:nvGrpSpPr>
        <p:grpSpPr>
          <a:xfrm>
            <a:off x="4417920" y="1017720"/>
            <a:ext cx="939960" cy="801720"/>
            <a:chOff x="4417920" y="1017720"/>
            <a:chExt cx="939960" cy="801720"/>
          </a:xfrm>
        </p:grpSpPr>
        <p:sp>
          <p:nvSpPr>
            <p:cNvPr id="115" name="TextBox 11"/>
            <p:cNvSpPr/>
            <p:nvPr/>
          </p:nvSpPr>
          <p:spPr>
            <a:xfrm>
              <a:off x="4417920" y="1017720"/>
              <a:ext cx="93996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trike="noStrike" u="none">
                  <a:solidFill>
                    <a:srgbClr val="0066ff"/>
                  </a:solidFill>
                  <a:effectLst/>
                  <a:uFillTx/>
                  <a:latin typeface="Symbol"/>
                  <a:ea typeface="Symbol"/>
                </a:rPr>
                <a:t></a:t>
              </a:r>
              <a:r>
                <a:rPr b="0" lang="en-US" sz="1400" strike="noStrike" u="none">
                  <a:solidFill>
                    <a:srgbClr val="0066ff"/>
                  </a:solidFill>
                  <a:effectLst/>
                  <a:uFillTx/>
                  <a:latin typeface="Arial Unicode MS"/>
                </a:rPr>
                <a:t>192  = </a:t>
              </a:r>
              <a:endParaRPr b="0" lang="en-IN" sz="14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aphicFrame>
          <p:nvGraphicFramePr>
            <p:cNvPr id="116" name="Object 185"/>
            <p:cNvGraphicFramePr/>
            <p:nvPr/>
          </p:nvGraphicFramePr>
          <p:xfrm>
            <a:off x="4570560" y="1326960"/>
            <a:ext cx="404640" cy="492480"/>
          </p:xfrm>
          <a:graphic>
            <a:graphicData uri="http://schemas.openxmlformats.org/presentationml/2006/ole">
              <p:oleObj r:id="rId2" spid="">
                <p:embed/>
                <p:pic>
                  <p:nvPicPr>
                    <p:cNvPr id="117" name="Object 185" descr=""/>
                    <p:cNvPicPr/>
                    <p:nvPr/>
                  </p:nvPicPr>
                  <p:blipFill>
                    <a:blip r:embed="rId3"/>
                    <a:stretch/>
                  </p:blipFill>
                  <p:spPr>
                    <a:xfrm>
                      <a:off x="4570560" y="1326960"/>
                      <a:ext cx="404640" cy="4924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</p:grpSp>
      <p:sp>
        <p:nvSpPr>
          <p:cNvPr id="118" name="TextBox 13"/>
          <p:cNvSpPr/>
          <p:nvPr/>
        </p:nvSpPr>
        <p:spPr>
          <a:xfrm>
            <a:off x="5278320" y="1247760"/>
            <a:ext cx="514440" cy="307440"/>
          </a:xfrm>
          <a:prstGeom prst="rect">
            <a:avLst/>
          </a:prstGeom>
          <a:solidFill>
            <a:srgbClr val="ddfe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NF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ooter Placeholder 3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93320" y="252360"/>
            <a:ext cx="8358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Linac Cryo-module 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121" name="Rectangle 28"/>
          <p:cNvSpPr/>
          <p:nvPr/>
        </p:nvSpPr>
        <p:spPr>
          <a:xfrm>
            <a:off x="0" y="27432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-43920" bIns="-43920" anchor="ctr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22" name="Text Box 19"/>
          <p:cNvSpPr/>
          <p:nvPr/>
        </p:nvSpPr>
        <p:spPr>
          <a:xfrm>
            <a:off x="836640" y="4960800"/>
            <a:ext cx="727704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rIns="65160" tIns="32040" bIns="3204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7030a0"/>
                </a:solidFill>
                <a:effectLst/>
                <a:uFillTx/>
                <a:latin typeface="Arial Unicode MS"/>
                <a:ea typeface="Times New Roman"/>
              </a:rPr>
              <a:t>Linac cell (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 Unicode MS"/>
                <a:ea typeface="Times New Roman"/>
              </a:rPr>
              <a:t>solenoid + 2</a:t>
            </a:r>
            <a:r>
              <a:rPr b="0" lang="en-GB" sz="1800" strike="noStrike" u="none">
                <a:solidFill>
                  <a:srgbClr val="7030a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b="0" lang="en-GB" sz="1800" strike="noStrike" u="none">
                <a:solidFill>
                  <a:srgbClr val="7030a0"/>
                </a:solidFill>
                <a:effectLst/>
                <a:uFillTx/>
                <a:latin typeface="Arial Unicode MS"/>
                <a:ea typeface="Times New Roman"/>
              </a:rPr>
              <a:t>8 2-cell cavities), length: </a:t>
            </a:r>
            <a:r>
              <a:rPr b="1" lang="en-GB" sz="1800" strike="noStrike" u="none">
                <a:solidFill>
                  <a:srgbClr val="7030a0"/>
                </a:solidFill>
                <a:effectLst/>
                <a:uFillTx/>
                <a:latin typeface="Arial Unicode MS"/>
                <a:ea typeface="Times New Roman"/>
              </a:rPr>
              <a:t>22.75 </a:t>
            </a:r>
            <a:r>
              <a:rPr b="0" lang="en-GB" sz="1800" strike="noStrike" u="none">
                <a:solidFill>
                  <a:srgbClr val="7030a0"/>
                </a:solidFill>
                <a:effectLst/>
                <a:uFillTx/>
                <a:latin typeface="Arial Unicode MS"/>
                <a:ea typeface="Times New Roman"/>
              </a:rPr>
              <a:t>meter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23" name="Rectangle 40"/>
          <p:cNvSpPr/>
          <p:nvPr/>
        </p:nvSpPr>
        <p:spPr>
          <a:xfrm>
            <a:off x="0" y="2128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-43920" bIns="-43920" anchor="ctr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24" name="Slide Number Placeholder 360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D10F7E-CA5A-4B06-9EEF-701870B92BE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25" name="AutoShape 35"/>
          <p:cNvSpPr/>
          <p:nvPr/>
        </p:nvSpPr>
        <p:spPr>
          <a:xfrm flipV="1" rot="16200000">
            <a:off x="5170320" y="753120"/>
            <a:ext cx="345960" cy="7159680"/>
          </a:xfrm>
          <a:custGeom>
            <a:avLst/>
            <a:gdLst>
              <a:gd name="textAreaLeft" fmla="*/ 221040 w 345960"/>
              <a:gd name="textAreaRight" fmla="*/ 346320 w 345960"/>
              <a:gd name="textAreaTop" fmla="*/ 45360 h 7159680"/>
              <a:gd name="textAreaBottom" fmla="*/ 7114320 h 715968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219"/>
                  <a:pt x="10800" y="438"/>
                </a:cubicBezTo>
                <a:lnTo>
                  <a:pt x="10800" y="10362"/>
                </a:lnTo>
                <a:cubicBezTo>
                  <a:pt x="10800" y="10581"/>
                  <a:pt x="5400" y="10800"/>
                  <a:pt x="0" y="10800"/>
                </a:cubicBezTo>
                <a:cubicBezTo>
                  <a:pt x="5400" y="10800"/>
                  <a:pt x="10800" y="11019"/>
                  <a:pt x="10800" y="11238"/>
                </a:cubicBezTo>
                <a:lnTo>
                  <a:pt x="10800" y="21162"/>
                </a:lnTo>
                <a:cubicBezTo>
                  <a:pt x="10800" y="21381"/>
                  <a:pt x="16200" y="21600"/>
                  <a:pt x="21600" y="21600"/>
                </a:cubicBezTo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aphicFrame>
        <p:nvGraphicFramePr>
          <p:cNvPr id="126" name=""/>
          <p:cNvGraphicFramePr/>
          <p:nvPr/>
        </p:nvGraphicFramePr>
        <p:xfrm>
          <a:off x="2930400" y="1052640"/>
          <a:ext cx="2795760" cy="334800"/>
        </p:xfrm>
        <a:graphic>
          <a:graphicData uri="http://schemas.openxmlformats.org/drawingml/2006/table">
            <a:tbl>
              <a:tblPr/>
              <a:tblGrid>
                <a:gridCol w="509760"/>
                <a:gridCol w="936720"/>
                <a:gridCol w="1349280"/>
              </a:tblGrid>
              <a:tr h="37116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ε</a:t>
                      </a:r>
                      <a:r>
                        <a:rPr b="1" lang="en-US" sz="1600" strike="noStrike" u="none" baseline="-25000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T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25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l-GR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π</a:t>
                      </a: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 mm mrad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</a:tbl>
          </a:graphicData>
        </a:graphic>
      </p:graphicFrame>
      <p:pic>
        <p:nvPicPr>
          <p:cNvPr id="127" name="Picture 9" descr=""/>
          <p:cNvPicPr/>
          <p:nvPr/>
        </p:nvPicPr>
        <p:blipFill>
          <a:blip r:embed="rId1"/>
          <a:stretch/>
        </p:blipFill>
        <p:spPr>
          <a:xfrm>
            <a:off x="38160" y="2344680"/>
            <a:ext cx="8886600" cy="175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Box 25"/>
          <p:cNvSpPr/>
          <p:nvPr/>
        </p:nvSpPr>
        <p:spPr>
          <a:xfrm>
            <a:off x="5045040" y="4425840"/>
            <a:ext cx="685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rIns="65160" tIns="32040" bIns="320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 Unicode MS"/>
                <a:ea typeface="Times New Roman"/>
              </a:rPr>
              <a:t> 2</a:t>
            </a:r>
            <a:endParaRPr b="0" lang="en-IN" sz="2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29" name="Text Box 19"/>
          <p:cNvSpPr/>
          <p:nvPr/>
        </p:nvSpPr>
        <p:spPr>
          <a:xfrm>
            <a:off x="0" y="2093760"/>
            <a:ext cx="16858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rIns="65160" tIns="32040" bIns="3204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200" strike="noStrike" u="none">
                <a:solidFill>
                  <a:srgbClr val="800080"/>
                </a:solidFill>
                <a:effectLst/>
                <a:uFillTx/>
                <a:latin typeface="Arial Unicode MS"/>
                <a:ea typeface="Times New Roman"/>
              </a:rPr>
              <a:t>0.9-2.5 Tesla solenoid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0" name="Text Box 19"/>
          <p:cNvSpPr/>
          <p:nvPr/>
        </p:nvSpPr>
        <p:spPr>
          <a:xfrm>
            <a:off x="3529080" y="1879560"/>
            <a:ext cx="307800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rIns="65160" tIns="32040" bIns="3204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600" strike="noStrike" u="none">
                <a:solidFill>
                  <a:srgbClr val="000000"/>
                </a:solidFill>
                <a:effectLst/>
                <a:uFillTx/>
                <a:latin typeface="Arial Unicode MS"/>
                <a:ea typeface="Times New Roman"/>
              </a:rPr>
              <a:t>17 MV/m 201 MHz SRF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Footer Placeholder 3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3320" y="252360"/>
            <a:ext cx="8358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Transit time effect – G4BL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133" name="Rectangle 28"/>
          <p:cNvSpPr/>
          <p:nvPr/>
        </p:nvSpPr>
        <p:spPr>
          <a:xfrm>
            <a:off x="0" y="27432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-43920" bIns="-43920" anchor="ctr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4" name="Rectangle 40"/>
          <p:cNvSpPr/>
          <p:nvPr/>
        </p:nvSpPr>
        <p:spPr>
          <a:xfrm>
            <a:off x="0" y="21286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-43920" bIns="-43920" anchor="ctr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5" name="Slide Number Placeholder 360"/>
          <p:cNvSpPr/>
          <p:nvPr/>
        </p:nvSpPr>
        <p:spPr>
          <a:xfrm>
            <a:off x="7010280" y="649296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B2619B-7DC2-4CF4-BC93-621A27DD89C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6" name="Rectangle 11"/>
          <p:cNvSpPr/>
          <p:nvPr/>
        </p:nvSpPr>
        <p:spPr>
          <a:xfrm>
            <a:off x="7572240" y="5726160"/>
            <a:ext cx="157176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</a:rPr>
              <a:t>Kevin Beard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137" name="Group 26"/>
          <p:cNvGrpSpPr/>
          <p:nvPr/>
        </p:nvGrpSpPr>
        <p:grpSpPr>
          <a:xfrm>
            <a:off x="995400" y="1104840"/>
            <a:ext cx="6342120" cy="4754520"/>
            <a:chOff x="995400" y="1104840"/>
            <a:chExt cx="6342120" cy="4754520"/>
          </a:xfrm>
        </p:grpSpPr>
        <p:pic>
          <p:nvPicPr>
            <p:cNvPr id="138" name="Picture 14" descr="rf2.tf.gif"/>
            <p:cNvPicPr/>
            <p:nvPr/>
          </p:nvPicPr>
          <p:blipFill>
            <a:blip r:embed="rId1"/>
            <a:stretch/>
          </p:blipFill>
          <p:spPr>
            <a:xfrm>
              <a:off x="995400" y="1104840"/>
              <a:ext cx="6342120" cy="4754520"/>
            </a:xfrm>
            <a:prstGeom prst="rect">
              <a:avLst/>
            </a:prstGeom>
            <a:noFill/>
            <a:ln w="0">
              <a:noFill/>
            </a:ln>
          </p:spPr>
        </p:pic>
        <p:graphicFrame>
          <p:nvGraphicFramePr>
            <p:cNvPr id="139" name="Object 2"/>
            <p:cNvGraphicFramePr/>
            <p:nvPr/>
          </p:nvGraphicFramePr>
          <p:xfrm>
            <a:off x="4924440" y="3019680"/>
            <a:ext cx="1786320" cy="450720"/>
          </p:xfrm>
          <a:graphic>
            <a:graphicData uri="http://schemas.openxmlformats.org/presentationml/2006/ole">
              <p:oleObj r:id="rId2" spid="">
                <p:embed/>
                <p:pic>
                  <p:nvPicPr>
                    <p:cNvPr id="140" name="Object 2" descr=""/>
                    <p:cNvPicPr/>
                    <p:nvPr/>
                  </p:nvPicPr>
                  <p:blipFill>
                    <a:blip r:embed="rId3"/>
                    <a:stretch/>
                  </p:blipFill>
                  <p:spPr>
                    <a:xfrm>
                      <a:off x="4924440" y="3019680"/>
                      <a:ext cx="1786320" cy="45072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sp>
          <p:nvSpPr>
            <p:cNvPr id="141" name="Straight Connector 16"/>
            <p:cNvSpPr/>
            <p:nvPr/>
          </p:nvSpPr>
          <p:spPr>
            <a:xfrm>
              <a:off x="3812040" y="1545840"/>
              <a:ext cx="0" cy="3850200"/>
            </a:xfrm>
            <a:prstGeom prst="line">
              <a:avLst/>
            </a:prstGeom>
            <a:ln w="2844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42" name="Straight Connector 17"/>
            <p:cNvSpPr/>
            <p:nvPr/>
          </p:nvSpPr>
          <p:spPr>
            <a:xfrm>
              <a:off x="1639440" y="1859040"/>
              <a:ext cx="3851640" cy="0"/>
            </a:xfrm>
            <a:prstGeom prst="line">
              <a:avLst/>
            </a:prstGeom>
            <a:ln w="2844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43" name="Rectangle 19"/>
            <p:cNvSpPr/>
            <p:nvPr/>
          </p:nvSpPr>
          <p:spPr>
            <a:xfrm>
              <a:off x="1648080" y="4739400"/>
              <a:ext cx="734040" cy="6951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pic>
          <p:nvPicPr>
            <p:cNvPr id="144" name="Picture 4" descr=""/>
            <p:cNvPicPr/>
            <p:nvPr/>
          </p:nvPicPr>
          <p:blipFill>
            <a:blip r:embed="rId4"/>
            <a:stretch/>
          </p:blipFill>
          <p:spPr>
            <a:xfrm>
              <a:off x="4182120" y="3751920"/>
              <a:ext cx="2845080" cy="1566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5" name="Rectangle 23"/>
            <p:cNvSpPr/>
            <p:nvPr/>
          </p:nvSpPr>
          <p:spPr>
            <a:xfrm>
              <a:off x="4314600" y="4391640"/>
              <a:ext cx="579600" cy="347400"/>
            </a:xfrm>
            <a:prstGeom prst="rect">
              <a:avLst/>
            </a:prstGeom>
            <a:solidFill>
              <a:srgbClr val="000000"/>
            </a:solidFill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46" name="Rectangle 24"/>
            <p:cNvSpPr/>
            <p:nvPr/>
          </p:nvSpPr>
          <p:spPr>
            <a:xfrm>
              <a:off x="4158000" y="3655440"/>
              <a:ext cx="734040" cy="16887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147" name="TextBox 25"/>
          <p:cNvSpPr/>
          <p:nvPr/>
        </p:nvSpPr>
        <p:spPr>
          <a:xfrm>
            <a:off x="219240" y="927000"/>
            <a:ext cx="1481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E = 400 MeV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>
              <a:buClr>
                <a:srgbClr val="7030a0"/>
              </a:buClr>
              <a:buFont typeface="Symbol" charset="2"/>
              <a:buChar char="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 = 3.7858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148" name="Picture 4" descr="new-8.tif"/>
          <p:cNvPicPr/>
          <p:nvPr/>
        </p:nvPicPr>
        <p:blipFill>
          <a:blip r:embed="rId5"/>
          <a:stretch/>
        </p:blipFill>
        <p:spPr>
          <a:xfrm>
            <a:off x="7175520" y="2427120"/>
            <a:ext cx="1942920" cy="19098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 thruBlk="true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5"/>
          <p:cNvGrpSpPr/>
          <p:nvPr/>
        </p:nvGrpSpPr>
        <p:grpSpPr>
          <a:xfrm>
            <a:off x="192240" y="844560"/>
            <a:ext cx="8728560" cy="2993760"/>
            <a:chOff x="192240" y="844560"/>
            <a:chExt cx="8728560" cy="2993760"/>
          </a:xfrm>
        </p:grpSpPr>
        <p:sp>
          <p:nvSpPr>
            <p:cNvPr id="150" name="AutoShape 4"/>
            <p:cNvSpPr/>
            <p:nvPr/>
          </p:nvSpPr>
          <p:spPr>
            <a:xfrm>
              <a:off x="194040" y="844560"/>
              <a:ext cx="8726760" cy="299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151" name="Group 206"/>
            <p:cNvGrpSpPr/>
            <p:nvPr/>
          </p:nvGrpSpPr>
          <p:grpSpPr>
            <a:xfrm>
              <a:off x="192240" y="844560"/>
              <a:ext cx="8728200" cy="2993400"/>
              <a:chOff x="192240" y="844560"/>
              <a:chExt cx="8728200" cy="2993400"/>
            </a:xfrm>
          </p:grpSpPr>
          <p:sp>
            <p:nvSpPr>
              <p:cNvPr id="152" name="Rectangle 6"/>
              <p:cNvSpPr/>
              <p:nvPr/>
            </p:nvSpPr>
            <p:spPr>
              <a:xfrm>
                <a:off x="194040" y="844560"/>
                <a:ext cx="8726400" cy="299340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" name="Rectangle 7"/>
              <p:cNvSpPr/>
              <p:nvPr/>
            </p:nvSpPr>
            <p:spPr>
              <a:xfrm>
                <a:off x="331200" y="1118520"/>
                <a:ext cx="8452080" cy="2433240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4" name="Rectangle 8"/>
              <p:cNvSpPr/>
              <p:nvPr/>
            </p:nvSpPr>
            <p:spPr>
              <a:xfrm>
                <a:off x="8523720" y="3575160"/>
                <a:ext cx="25632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227.5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5" name="Rectangle 9"/>
              <p:cNvSpPr/>
              <p:nvPr/>
            </p:nvSpPr>
            <p:spPr>
              <a:xfrm>
                <a:off x="376560" y="357516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6" name="Rectangle 11"/>
              <p:cNvSpPr/>
              <p:nvPr/>
            </p:nvSpPr>
            <p:spPr>
              <a:xfrm>
                <a:off x="529920" y="992880"/>
                <a:ext cx="70992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                        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7" name="Rectangle 12"/>
              <p:cNvSpPr/>
              <p:nvPr/>
            </p:nvSpPr>
            <p:spPr>
              <a:xfrm rot="16200000">
                <a:off x="226080" y="105156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8" name="Rectangle 13"/>
              <p:cNvSpPr/>
              <p:nvPr/>
            </p:nvSpPr>
            <p:spPr>
              <a:xfrm rot="16200000">
                <a:off x="224280" y="342828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9" name="Rectangle 14"/>
              <p:cNvSpPr/>
              <p:nvPr/>
            </p:nvSpPr>
            <p:spPr>
              <a:xfrm rot="16200000">
                <a:off x="8827200" y="104940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0" name="Rectangle 15"/>
              <p:cNvSpPr/>
              <p:nvPr/>
            </p:nvSpPr>
            <p:spPr>
              <a:xfrm rot="16200000">
                <a:off x="8827200" y="342648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" name="Rectangle 16"/>
              <p:cNvSpPr/>
              <p:nvPr/>
            </p:nvSpPr>
            <p:spPr>
              <a:xfrm rot="16200000">
                <a:off x="-19080" y="2217600"/>
                <a:ext cx="5454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Size_X[cm]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" name="Rectangle 17"/>
              <p:cNvSpPr/>
              <p:nvPr/>
            </p:nvSpPr>
            <p:spPr>
              <a:xfrm rot="16200000">
                <a:off x="8583480" y="2215440"/>
                <a:ext cx="5454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Size_Y[cm]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" name="Line 18"/>
              <p:cNvSpPr/>
              <p:nvPr/>
            </p:nvSpPr>
            <p:spPr>
              <a:xfrm flipH="1">
                <a:off x="8726040" y="135828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" name="Line 19"/>
              <p:cNvSpPr/>
              <p:nvPr/>
            </p:nvSpPr>
            <p:spPr>
              <a:xfrm>
                <a:off x="331200" y="135828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" name="Line 20"/>
              <p:cNvSpPr/>
              <p:nvPr/>
            </p:nvSpPr>
            <p:spPr>
              <a:xfrm flipV="1">
                <a:off x="1176480" y="3506400"/>
                <a:ext cx="180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" name="Line 21"/>
              <p:cNvSpPr/>
              <p:nvPr/>
            </p:nvSpPr>
            <p:spPr>
              <a:xfrm>
                <a:off x="1176480" y="1118520"/>
                <a:ext cx="180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" name="Line 22"/>
              <p:cNvSpPr/>
              <p:nvPr/>
            </p:nvSpPr>
            <p:spPr>
              <a:xfrm flipH="1">
                <a:off x="8726040" y="159840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" name="Line 23"/>
              <p:cNvSpPr/>
              <p:nvPr/>
            </p:nvSpPr>
            <p:spPr>
              <a:xfrm>
                <a:off x="331200" y="159840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" name="Line 24"/>
              <p:cNvSpPr/>
              <p:nvPr/>
            </p:nvSpPr>
            <p:spPr>
              <a:xfrm flipV="1">
                <a:off x="2021760" y="3506400"/>
                <a:ext cx="144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" name="Line 25"/>
              <p:cNvSpPr/>
              <p:nvPr/>
            </p:nvSpPr>
            <p:spPr>
              <a:xfrm>
                <a:off x="2021760" y="1118520"/>
                <a:ext cx="144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" name="Line 26"/>
              <p:cNvSpPr/>
              <p:nvPr/>
            </p:nvSpPr>
            <p:spPr>
              <a:xfrm flipH="1">
                <a:off x="8726040" y="184968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" name="Line 27"/>
              <p:cNvSpPr/>
              <p:nvPr/>
            </p:nvSpPr>
            <p:spPr>
              <a:xfrm>
                <a:off x="331200" y="184968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" name="Line 28"/>
              <p:cNvSpPr/>
              <p:nvPr/>
            </p:nvSpPr>
            <p:spPr>
              <a:xfrm flipV="1">
                <a:off x="2867040" y="3506400"/>
                <a:ext cx="144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" name="Line 29"/>
              <p:cNvSpPr/>
              <p:nvPr/>
            </p:nvSpPr>
            <p:spPr>
              <a:xfrm>
                <a:off x="2867040" y="1118520"/>
                <a:ext cx="144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" name="Line 30"/>
              <p:cNvSpPr/>
              <p:nvPr/>
            </p:nvSpPr>
            <p:spPr>
              <a:xfrm flipH="1">
                <a:off x="8726040" y="2089800"/>
                <a:ext cx="457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" name="Line 31"/>
              <p:cNvSpPr/>
              <p:nvPr/>
            </p:nvSpPr>
            <p:spPr>
              <a:xfrm>
                <a:off x="331200" y="2089800"/>
                <a:ext cx="457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" name="Line 32"/>
              <p:cNvSpPr/>
              <p:nvPr/>
            </p:nvSpPr>
            <p:spPr>
              <a:xfrm flipV="1">
                <a:off x="3712320" y="3506400"/>
                <a:ext cx="144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" name="Line 33"/>
              <p:cNvSpPr/>
              <p:nvPr/>
            </p:nvSpPr>
            <p:spPr>
              <a:xfrm>
                <a:off x="3712320" y="1118520"/>
                <a:ext cx="144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" name="Line 34"/>
              <p:cNvSpPr/>
              <p:nvPr/>
            </p:nvSpPr>
            <p:spPr>
              <a:xfrm flipH="1">
                <a:off x="8726040" y="2341080"/>
                <a:ext cx="457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" name="Line 35"/>
              <p:cNvSpPr/>
              <p:nvPr/>
            </p:nvSpPr>
            <p:spPr>
              <a:xfrm>
                <a:off x="331200" y="2341080"/>
                <a:ext cx="457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1" name="Line 36"/>
              <p:cNvSpPr/>
              <p:nvPr/>
            </p:nvSpPr>
            <p:spPr>
              <a:xfrm flipV="1">
                <a:off x="4557600" y="3506400"/>
                <a:ext cx="144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2" name="Line 37"/>
              <p:cNvSpPr/>
              <p:nvPr/>
            </p:nvSpPr>
            <p:spPr>
              <a:xfrm>
                <a:off x="4557600" y="1118520"/>
                <a:ext cx="144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3" name="Line 38"/>
              <p:cNvSpPr/>
              <p:nvPr/>
            </p:nvSpPr>
            <p:spPr>
              <a:xfrm flipH="1">
                <a:off x="8726040" y="2581200"/>
                <a:ext cx="457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4" name="Line 39"/>
              <p:cNvSpPr/>
              <p:nvPr/>
            </p:nvSpPr>
            <p:spPr>
              <a:xfrm>
                <a:off x="331200" y="2581200"/>
                <a:ext cx="457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5" name="Line 40"/>
              <p:cNvSpPr/>
              <p:nvPr/>
            </p:nvSpPr>
            <p:spPr>
              <a:xfrm flipV="1">
                <a:off x="5402880" y="3506400"/>
                <a:ext cx="144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6" name="Line 41"/>
              <p:cNvSpPr/>
              <p:nvPr/>
            </p:nvSpPr>
            <p:spPr>
              <a:xfrm>
                <a:off x="5402880" y="1118520"/>
                <a:ext cx="144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7" name="Line 42"/>
              <p:cNvSpPr/>
              <p:nvPr/>
            </p:nvSpPr>
            <p:spPr>
              <a:xfrm flipH="1">
                <a:off x="8726040" y="282096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8" name="Line 43"/>
              <p:cNvSpPr/>
              <p:nvPr/>
            </p:nvSpPr>
            <p:spPr>
              <a:xfrm>
                <a:off x="331200" y="282096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9" name="Line 44"/>
              <p:cNvSpPr/>
              <p:nvPr/>
            </p:nvSpPr>
            <p:spPr>
              <a:xfrm flipV="1">
                <a:off x="6248160" y="3506400"/>
                <a:ext cx="144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0" name="Line 45"/>
              <p:cNvSpPr/>
              <p:nvPr/>
            </p:nvSpPr>
            <p:spPr>
              <a:xfrm>
                <a:off x="6248160" y="1118520"/>
                <a:ext cx="144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1" name="Line 46"/>
              <p:cNvSpPr/>
              <p:nvPr/>
            </p:nvSpPr>
            <p:spPr>
              <a:xfrm flipH="1">
                <a:off x="8726040" y="307224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2" name="Line 47"/>
              <p:cNvSpPr/>
              <p:nvPr/>
            </p:nvSpPr>
            <p:spPr>
              <a:xfrm>
                <a:off x="331200" y="3072240"/>
                <a:ext cx="457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3" name="Line 48"/>
              <p:cNvSpPr/>
              <p:nvPr/>
            </p:nvSpPr>
            <p:spPr>
              <a:xfrm flipV="1">
                <a:off x="7093440" y="3506400"/>
                <a:ext cx="144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4" name="Line 49"/>
              <p:cNvSpPr/>
              <p:nvPr/>
            </p:nvSpPr>
            <p:spPr>
              <a:xfrm>
                <a:off x="7093440" y="1118520"/>
                <a:ext cx="144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5" name="Line 50"/>
              <p:cNvSpPr/>
              <p:nvPr/>
            </p:nvSpPr>
            <p:spPr>
              <a:xfrm flipH="1">
                <a:off x="8726040" y="3312360"/>
                <a:ext cx="457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6" name="Line 51"/>
              <p:cNvSpPr/>
              <p:nvPr/>
            </p:nvSpPr>
            <p:spPr>
              <a:xfrm>
                <a:off x="331200" y="3312360"/>
                <a:ext cx="457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7" name="Line 52"/>
              <p:cNvSpPr/>
              <p:nvPr/>
            </p:nvSpPr>
            <p:spPr>
              <a:xfrm flipV="1">
                <a:off x="7938000" y="3506400"/>
                <a:ext cx="1800" cy="45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" bIns="-1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8" name="Line 53"/>
              <p:cNvSpPr/>
              <p:nvPr/>
            </p:nvSpPr>
            <p:spPr>
              <a:xfrm>
                <a:off x="7938000" y="1118520"/>
                <a:ext cx="1800" cy="4572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080" bIns="-1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99" name="Freeform 54"/>
              <p:cNvSpPr/>
              <p:nvPr/>
            </p:nvSpPr>
            <p:spPr>
              <a:xfrm>
                <a:off x="331200" y="1712880"/>
                <a:ext cx="8452080" cy="1233720"/>
              </a:xfrm>
              <a:custGeom>
                <a:avLst/>
                <a:gdLst>
                  <a:gd name="textAreaLeft" fmla="*/ 0 w 8452080"/>
                  <a:gd name="textAreaRight" fmla="*/ 8452440 w 8452080"/>
                  <a:gd name="textAreaTop" fmla="*/ 0 h 1233720"/>
                  <a:gd name="textAreaBottom" fmla="*/ 1234080 h 1233720"/>
                  <a:gd name="GluePoint1X" fmla="*/ 36 w 4440"/>
                  <a:gd name="GluePoint1Y" fmla="*/ 18 h 648"/>
                  <a:gd name="GluePoint2X" fmla="*/ 96 w 4440"/>
                  <a:gd name="GluePoint2Y" fmla="*/ 168 h 648"/>
                  <a:gd name="GluePoint3X" fmla="*/ 186 w 4440"/>
                  <a:gd name="GluePoint3Y" fmla="*/ 294 h 648"/>
                  <a:gd name="GluePoint4X" fmla="*/ 252 w 4440"/>
                  <a:gd name="GluePoint4Y" fmla="*/ 318 h 648"/>
                  <a:gd name="GluePoint5X" fmla="*/ 342 w 4440"/>
                  <a:gd name="GluePoint5Y" fmla="*/ 264 h 648"/>
                  <a:gd name="GluePoint6X" fmla="*/ 432 w 4440"/>
                  <a:gd name="GluePoint6Y" fmla="*/ 114 h 648"/>
                  <a:gd name="GluePoint7X" fmla="*/ 468 w 4440"/>
                  <a:gd name="GluePoint7Y" fmla="*/ 42 h 648"/>
                  <a:gd name="GluePoint8X" fmla="*/ 528 w 4440"/>
                  <a:gd name="GluePoint8Y" fmla="*/ 180 h 648"/>
                  <a:gd name="GluePoint9X" fmla="*/ 594 w 4440"/>
                  <a:gd name="GluePoint9Y" fmla="*/ 288 h 648"/>
                  <a:gd name="GluePoint10X" fmla="*/ 684 w 4440"/>
                  <a:gd name="GluePoint10Y" fmla="*/ 354 h 648"/>
                  <a:gd name="GluePoint11X" fmla="*/ 744 w 4440"/>
                  <a:gd name="GluePoint11Y" fmla="*/ 348 h 648"/>
                  <a:gd name="GluePoint12X" fmla="*/ 834 w 4440"/>
                  <a:gd name="GluePoint12Y" fmla="*/ 258 h 648"/>
                  <a:gd name="GluePoint13X" fmla="*/ 900 w 4440"/>
                  <a:gd name="GluePoint13Y" fmla="*/ 150 h 648"/>
                  <a:gd name="GluePoint14X" fmla="*/ 936 w 4440"/>
                  <a:gd name="GluePoint14Y" fmla="*/ 180 h 648"/>
                  <a:gd name="GluePoint15X" fmla="*/ 1026 w 4440"/>
                  <a:gd name="GluePoint15Y" fmla="*/ 336 h 648"/>
                  <a:gd name="GluePoint16X" fmla="*/ 1086 w 4440"/>
                  <a:gd name="GluePoint16Y" fmla="*/ 396 h 648"/>
                  <a:gd name="GluePoint17X" fmla="*/ 1176 w 4440"/>
                  <a:gd name="GluePoint17Y" fmla="*/ 408 h 648"/>
                  <a:gd name="GluePoint18X" fmla="*/ 1242 w 4440"/>
                  <a:gd name="GluePoint18Y" fmla="*/ 366 h 648"/>
                  <a:gd name="GluePoint19X" fmla="*/ 1332 w 4440"/>
                  <a:gd name="GluePoint19Y" fmla="*/ 252 h 648"/>
                  <a:gd name="GluePoint20X" fmla="*/ 1368 w 4440"/>
                  <a:gd name="GluePoint20Y" fmla="*/ 240 h 648"/>
                  <a:gd name="GluePoint21X" fmla="*/ 1428 w 4440"/>
                  <a:gd name="GluePoint21Y" fmla="*/ 336 h 648"/>
                  <a:gd name="GluePoint22X" fmla="*/ 1518 w 4440"/>
                  <a:gd name="GluePoint22Y" fmla="*/ 426 h 648"/>
                  <a:gd name="GluePoint23X" fmla="*/ 1584 w 4440"/>
                  <a:gd name="GluePoint23Y" fmla="*/ 450 h 648"/>
                  <a:gd name="GluePoint24X" fmla="*/ 1674 w 4440"/>
                  <a:gd name="GluePoint24Y" fmla="*/ 420 h 648"/>
                  <a:gd name="GluePoint25X" fmla="*/ 1764 w 4440"/>
                  <a:gd name="GluePoint25Y" fmla="*/ 342 h 648"/>
                  <a:gd name="GluePoint26X" fmla="*/ 1800 w 4440"/>
                  <a:gd name="GluePoint26Y" fmla="*/ 300 h 648"/>
                  <a:gd name="GluePoint27X" fmla="*/ 1860 w 4440"/>
                  <a:gd name="GluePoint27Y" fmla="*/ 372 h 648"/>
                  <a:gd name="GluePoint28X" fmla="*/ 1926 w 4440"/>
                  <a:gd name="GluePoint28Y" fmla="*/ 432 h 648"/>
                  <a:gd name="GluePoint29X" fmla="*/ 2016 w 4440"/>
                  <a:gd name="GluePoint29Y" fmla="*/ 468 h 648"/>
                  <a:gd name="GluePoint30X" fmla="*/ 2076 w 4440"/>
                  <a:gd name="GluePoint30Y" fmla="*/ 462 h 648"/>
                  <a:gd name="GluePoint31X" fmla="*/ 2166 w 4440"/>
                  <a:gd name="GluePoint31Y" fmla="*/ 414 h 648"/>
                  <a:gd name="GluePoint32X" fmla="*/ 2232 w 4440"/>
                  <a:gd name="GluePoint32Y" fmla="*/ 360 h 648"/>
                  <a:gd name="GluePoint33X" fmla="*/ 2268 w 4440"/>
                  <a:gd name="GluePoint33Y" fmla="*/ 378 h 648"/>
                  <a:gd name="GluePoint34X" fmla="*/ 2358 w 4440"/>
                  <a:gd name="GluePoint34Y" fmla="*/ 462 h 648"/>
                  <a:gd name="GluePoint35X" fmla="*/ 2418 w 4440"/>
                  <a:gd name="GluePoint35Y" fmla="*/ 498 h 648"/>
                  <a:gd name="GluePoint36X" fmla="*/ 2508 w 4440"/>
                  <a:gd name="GluePoint36Y" fmla="*/ 504 h 648"/>
                  <a:gd name="GluePoint37X" fmla="*/ 2574 w 4440"/>
                  <a:gd name="GluePoint37Y" fmla="*/ 486 h 648"/>
                  <a:gd name="GluePoint38X" fmla="*/ 2664 w 4440"/>
                  <a:gd name="GluePoint38Y" fmla="*/ 432 h 648"/>
                  <a:gd name="GluePoint39X" fmla="*/ 2700 w 4440"/>
                  <a:gd name="GluePoint39Y" fmla="*/ 426 h 648"/>
                  <a:gd name="GluePoint40X" fmla="*/ 2760 w 4440"/>
                  <a:gd name="GluePoint40Y" fmla="*/ 486 h 648"/>
                  <a:gd name="GluePoint41X" fmla="*/ 2850 w 4440"/>
                  <a:gd name="GluePoint41Y" fmla="*/ 546 h 648"/>
                  <a:gd name="GluePoint42X" fmla="*/ 2916 w 4440"/>
                  <a:gd name="GluePoint42Y" fmla="*/ 558 h 648"/>
                  <a:gd name="GluePoint43X" fmla="*/ 3006 w 4440"/>
                  <a:gd name="GluePoint43Y" fmla="*/ 540 h 648"/>
                  <a:gd name="GluePoint44X" fmla="*/ 3096 w 4440"/>
                  <a:gd name="GluePoint44Y" fmla="*/ 492 h 648"/>
                  <a:gd name="GluePoint45X" fmla="*/ 3132 w 4440"/>
                  <a:gd name="GluePoint45Y" fmla="*/ 462 h 648"/>
                  <a:gd name="GluePoint46X" fmla="*/ 3192 w 4440"/>
                  <a:gd name="GluePoint46Y" fmla="*/ 516 h 648"/>
                  <a:gd name="GluePoint47X" fmla="*/ 3258 w 4440"/>
                  <a:gd name="GluePoint47Y" fmla="*/ 558 h 648"/>
                  <a:gd name="GluePoint48X" fmla="*/ 3348 w 4440"/>
                  <a:gd name="GluePoint48Y" fmla="*/ 588 h 648"/>
                  <a:gd name="GluePoint49X" fmla="*/ 3408 w 4440"/>
                  <a:gd name="GluePoint49Y" fmla="*/ 582 h 648"/>
                  <a:gd name="GluePoint50X" fmla="*/ 3498 w 4440"/>
                  <a:gd name="GluePoint50Y" fmla="*/ 546 h 648"/>
                  <a:gd name="GluePoint51X" fmla="*/ 3564 w 4440"/>
                  <a:gd name="GluePoint51Y" fmla="*/ 504 h 648"/>
                  <a:gd name="GluePoint52X" fmla="*/ 3600 w 4440"/>
                  <a:gd name="GluePoint52Y" fmla="*/ 516 h 648"/>
                  <a:gd name="GluePoint53X" fmla="*/ 3690 w 4440"/>
                  <a:gd name="GluePoint53Y" fmla="*/ 588 h 648"/>
                  <a:gd name="GluePoint54X" fmla="*/ 3750 w 4440"/>
                  <a:gd name="GluePoint54Y" fmla="*/ 612 h 648"/>
                  <a:gd name="GluePoint55X" fmla="*/ 3840 w 4440"/>
                  <a:gd name="GluePoint55Y" fmla="*/ 624 h 648"/>
                  <a:gd name="GluePoint56X" fmla="*/ 3906 w 4440"/>
                  <a:gd name="GluePoint56Y" fmla="*/ 600 h 648"/>
                  <a:gd name="GluePoint57X" fmla="*/ 3996 w 4440"/>
                  <a:gd name="GluePoint57Y" fmla="*/ 552 h 648"/>
                  <a:gd name="GluePoint58X" fmla="*/ 4032 w 4440"/>
                  <a:gd name="GluePoint58Y" fmla="*/ 546 h 648"/>
                  <a:gd name="GluePoint59X" fmla="*/ 4092 w 4440"/>
                  <a:gd name="GluePoint59Y" fmla="*/ 594 h 648"/>
                  <a:gd name="GluePoint60X" fmla="*/ 4182 w 4440"/>
                  <a:gd name="GluePoint60Y" fmla="*/ 636 h 648"/>
                  <a:gd name="GluePoint61X" fmla="*/ 4248 w 4440"/>
                  <a:gd name="GluePoint61Y" fmla="*/ 642 h 648"/>
                  <a:gd name="GluePoint62X" fmla="*/ 4338 w 4440"/>
                  <a:gd name="GluePoint62Y" fmla="*/ 624 h 648"/>
                  <a:gd name="GluePoint63X" fmla="*/ 4428 w 4440"/>
                  <a:gd name="GluePoint63Y" fmla="*/ 576 h 6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4440" h="648">
                    <a:moveTo>
                      <a:pt x="0" y="48"/>
                    </a:moveTo>
                    <a:lnTo>
                      <a:pt x="0" y="42"/>
                    </a:lnTo>
                    <a:lnTo>
                      <a:pt x="0" y="42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0"/>
                    </a:lnTo>
                    <a:lnTo>
                      <a:pt x="6" y="30"/>
                    </a:lnTo>
                    <a:lnTo>
                      <a:pt x="6" y="30"/>
                    </a:lnTo>
                    <a:lnTo>
                      <a:pt x="6" y="24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8" y="6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30" y="6"/>
                    </a:lnTo>
                    <a:lnTo>
                      <a:pt x="30" y="6"/>
                    </a:lnTo>
                    <a:lnTo>
                      <a:pt x="30" y="6"/>
                    </a:lnTo>
                    <a:lnTo>
                      <a:pt x="30" y="12"/>
                    </a:lnTo>
                    <a:lnTo>
                      <a:pt x="30" y="12"/>
                    </a:lnTo>
                    <a:lnTo>
                      <a:pt x="30" y="12"/>
                    </a:lnTo>
                    <a:lnTo>
                      <a:pt x="30" y="18"/>
                    </a:lnTo>
                    <a:lnTo>
                      <a:pt x="36" y="18"/>
                    </a:lnTo>
                    <a:lnTo>
                      <a:pt x="36" y="24"/>
                    </a:lnTo>
                    <a:lnTo>
                      <a:pt x="36" y="24"/>
                    </a:lnTo>
                    <a:lnTo>
                      <a:pt x="36" y="24"/>
                    </a:lnTo>
                    <a:lnTo>
                      <a:pt x="36" y="30"/>
                    </a:lnTo>
                    <a:lnTo>
                      <a:pt x="36" y="30"/>
                    </a:lnTo>
                    <a:lnTo>
                      <a:pt x="42" y="30"/>
                    </a:lnTo>
                    <a:lnTo>
                      <a:pt x="42" y="36"/>
                    </a:lnTo>
                    <a:lnTo>
                      <a:pt x="42" y="36"/>
                    </a:lnTo>
                    <a:lnTo>
                      <a:pt x="42" y="42"/>
                    </a:lnTo>
                    <a:lnTo>
                      <a:pt x="42" y="42"/>
                    </a:lnTo>
                    <a:lnTo>
                      <a:pt x="42" y="42"/>
                    </a:lnTo>
                    <a:lnTo>
                      <a:pt x="42" y="48"/>
                    </a:lnTo>
                    <a:lnTo>
                      <a:pt x="42" y="48"/>
                    </a:lnTo>
                    <a:lnTo>
                      <a:pt x="48" y="54"/>
                    </a:lnTo>
                    <a:lnTo>
                      <a:pt x="48" y="54"/>
                    </a:lnTo>
                    <a:lnTo>
                      <a:pt x="48" y="54"/>
                    </a:lnTo>
                    <a:lnTo>
                      <a:pt x="48" y="60"/>
                    </a:lnTo>
                    <a:lnTo>
                      <a:pt x="48" y="60"/>
                    </a:lnTo>
                    <a:lnTo>
                      <a:pt x="48" y="60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4" y="72"/>
                    </a:lnTo>
                    <a:lnTo>
                      <a:pt x="54" y="72"/>
                    </a:lnTo>
                    <a:lnTo>
                      <a:pt x="54" y="72"/>
                    </a:lnTo>
                    <a:lnTo>
                      <a:pt x="84" y="138"/>
                    </a:lnTo>
                    <a:lnTo>
                      <a:pt x="84" y="144"/>
                    </a:lnTo>
                    <a:lnTo>
                      <a:pt x="84" y="144"/>
                    </a:lnTo>
                    <a:lnTo>
                      <a:pt x="90" y="144"/>
                    </a:lnTo>
                    <a:lnTo>
                      <a:pt x="90" y="150"/>
                    </a:lnTo>
                    <a:lnTo>
                      <a:pt x="90" y="150"/>
                    </a:lnTo>
                    <a:lnTo>
                      <a:pt x="90" y="150"/>
                    </a:lnTo>
                    <a:lnTo>
                      <a:pt x="90" y="150"/>
                    </a:lnTo>
                    <a:lnTo>
                      <a:pt x="90" y="156"/>
                    </a:lnTo>
                    <a:lnTo>
                      <a:pt x="90" y="156"/>
                    </a:lnTo>
                    <a:lnTo>
                      <a:pt x="90" y="156"/>
                    </a:lnTo>
                    <a:lnTo>
                      <a:pt x="96" y="156"/>
                    </a:lnTo>
                    <a:lnTo>
                      <a:pt x="96" y="162"/>
                    </a:lnTo>
                    <a:lnTo>
                      <a:pt x="96" y="162"/>
                    </a:lnTo>
                    <a:lnTo>
                      <a:pt x="96" y="162"/>
                    </a:lnTo>
                    <a:lnTo>
                      <a:pt x="96" y="168"/>
                    </a:lnTo>
                    <a:lnTo>
                      <a:pt x="96" y="168"/>
                    </a:lnTo>
                    <a:lnTo>
                      <a:pt x="96" y="168"/>
                    </a:lnTo>
                    <a:lnTo>
                      <a:pt x="102" y="168"/>
                    </a:lnTo>
                    <a:lnTo>
                      <a:pt x="102" y="174"/>
                    </a:lnTo>
                    <a:lnTo>
                      <a:pt x="102" y="174"/>
                    </a:lnTo>
                    <a:lnTo>
                      <a:pt x="102" y="174"/>
                    </a:lnTo>
                    <a:lnTo>
                      <a:pt x="102" y="174"/>
                    </a:lnTo>
                    <a:lnTo>
                      <a:pt x="102" y="180"/>
                    </a:lnTo>
                    <a:lnTo>
                      <a:pt x="102" y="180"/>
                    </a:lnTo>
                    <a:lnTo>
                      <a:pt x="132" y="228"/>
                    </a:lnTo>
                    <a:lnTo>
                      <a:pt x="132" y="228"/>
                    </a:lnTo>
                    <a:lnTo>
                      <a:pt x="138" y="228"/>
                    </a:lnTo>
                    <a:lnTo>
                      <a:pt x="138" y="234"/>
                    </a:lnTo>
                    <a:lnTo>
                      <a:pt x="138" y="234"/>
                    </a:lnTo>
                    <a:lnTo>
                      <a:pt x="138" y="234"/>
                    </a:lnTo>
                    <a:lnTo>
                      <a:pt x="138" y="234"/>
                    </a:lnTo>
                    <a:lnTo>
                      <a:pt x="138" y="234"/>
                    </a:lnTo>
                    <a:lnTo>
                      <a:pt x="138" y="240"/>
                    </a:lnTo>
                    <a:lnTo>
                      <a:pt x="138" y="240"/>
                    </a:lnTo>
                    <a:lnTo>
                      <a:pt x="144" y="240"/>
                    </a:lnTo>
                    <a:lnTo>
                      <a:pt x="144" y="240"/>
                    </a:lnTo>
                    <a:lnTo>
                      <a:pt x="144" y="240"/>
                    </a:lnTo>
                    <a:lnTo>
                      <a:pt x="144" y="246"/>
                    </a:lnTo>
                    <a:lnTo>
                      <a:pt x="144" y="246"/>
                    </a:lnTo>
                    <a:lnTo>
                      <a:pt x="144" y="246"/>
                    </a:lnTo>
                    <a:lnTo>
                      <a:pt x="144" y="246"/>
                    </a:lnTo>
                    <a:lnTo>
                      <a:pt x="150" y="246"/>
                    </a:lnTo>
                    <a:lnTo>
                      <a:pt x="150" y="246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6" y="258"/>
                    </a:lnTo>
                    <a:lnTo>
                      <a:pt x="180" y="288"/>
                    </a:lnTo>
                    <a:lnTo>
                      <a:pt x="186" y="288"/>
                    </a:lnTo>
                    <a:lnTo>
                      <a:pt x="186" y="288"/>
                    </a:lnTo>
                    <a:lnTo>
                      <a:pt x="186" y="288"/>
                    </a:lnTo>
                    <a:lnTo>
                      <a:pt x="186" y="288"/>
                    </a:lnTo>
                    <a:lnTo>
                      <a:pt x="186" y="288"/>
                    </a:lnTo>
                    <a:lnTo>
                      <a:pt x="186" y="294"/>
                    </a:lnTo>
                    <a:lnTo>
                      <a:pt x="186" y="294"/>
                    </a:lnTo>
                    <a:lnTo>
                      <a:pt x="186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204" y="300"/>
                    </a:lnTo>
                    <a:lnTo>
                      <a:pt x="204" y="300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8" y="318"/>
                    </a:lnTo>
                    <a:lnTo>
                      <a:pt x="258" y="318"/>
                    </a:lnTo>
                    <a:lnTo>
                      <a:pt x="282" y="312"/>
                    </a:lnTo>
                    <a:lnTo>
                      <a:pt x="288" y="312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6" y="300"/>
                    </a:lnTo>
                    <a:lnTo>
                      <a:pt x="306" y="30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64"/>
                    </a:lnTo>
                    <a:lnTo>
                      <a:pt x="342" y="264"/>
                    </a:lnTo>
                    <a:lnTo>
                      <a:pt x="342" y="264"/>
                    </a:lnTo>
                    <a:lnTo>
                      <a:pt x="342" y="264"/>
                    </a:lnTo>
                    <a:lnTo>
                      <a:pt x="342" y="264"/>
                    </a:lnTo>
                    <a:lnTo>
                      <a:pt x="342" y="258"/>
                    </a:lnTo>
                    <a:lnTo>
                      <a:pt x="342" y="258"/>
                    </a:lnTo>
                    <a:lnTo>
                      <a:pt x="342" y="258"/>
                    </a:lnTo>
                    <a:lnTo>
                      <a:pt x="348" y="258"/>
                    </a:lnTo>
                    <a:lnTo>
                      <a:pt x="348" y="258"/>
                    </a:lnTo>
                    <a:lnTo>
                      <a:pt x="348" y="258"/>
                    </a:lnTo>
                    <a:lnTo>
                      <a:pt x="348" y="252"/>
                    </a:lnTo>
                    <a:lnTo>
                      <a:pt x="348" y="252"/>
                    </a:lnTo>
                    <a:lnTo>
                      <a:pt x="348" y="252"/>
                    </a:lnTo>
                    <a:lnTo>
                      <a:pt x="348" y="252"/>
                    </a:lnTo>
                    <a:lnTo>
                      <a:pt x="348" y="252"/>
                    </a:lnTo>
                    <a:lnTo>
                      <a:pt x="354" y="252"/>
                    </a:lnTo>
                    <a:lnTo>
                      <a:pt x="354" y="246"/>
                    </a:lnTo>
                    <a:lnTo>
                      <a:pt x="354" y="246"/>
                    </a:lnTo>
                    <a:lnTo>
                      <a:pt x="384" y="204"/>
                    </a:lnTo>
                    <a:lnTo>
                      <a:pt x="384" y="204"/>
                    </a:lnTo>
                    <a:lnTo>
                      <a:pt x="384" y="204"/>
                    </a:lnTo>
                    <a:lnTo>
                      <a:pt x="384" y="198"/>
                    </a:lnTo>
                    <a:lnTo>
                      <a:pt x="384" y="198"/>
                    </a:lnTo>
                    <a:lnTo>
                      <a:pt x="384" y="198"/>
                    </a:lnTo>
                    <a:lnTo>
                      <a:pt x="390" y="198"/>
                    </a:lnTo>
                    <a:lnTo>
                      <a:pt x="390" y="198"/>
                    </a:lnTo>
                    <a:lnTo>
                      <a:pt x="390" y="192"/>
                    </a:lnTo>
                    <a:lnTo>
                      <a:pt x="390" y="192"/>
                    </a:lnTo>
                    <a:lnTo>
                      <a:pt x="390" y="192"/>
                    </a:lnTo>
                    <a:lnTo>
                      <a:pt x="390" y="192"/>
                    </a:lnTo>
                    <a:lnTo>
                      <a:pt x="390" y="186"/>
                    </a:lnTo>
                    <a:lnTo>
                      <a:pt x="396" y="186"/>
                    </a:lnTo>
                    <a:lnTo>
                      <a:pt x="396" y="186"/>
                    </a:lnTo>
                    <a:lnTo>
                      <a:pt x="396" y="186"/>
                    </a:lnTo>
                    <a:lnTo>
                      <a:pt x="396" y="180"/>
                    </a:lnTo>
                    <a:lnTo>
                      <a:pt x="396" y="180"/>
                    </a:lnTo>
                    <a:lnTo>
                      <a:pt x="396" y="180"/>
                    </a:lnTo>
                    <a:lnTo>
                      <a:pt x="396" y="180"/>
                    </a:lnTo>
                    <a:lnTo>
                      <a:pt x="396" y="174"/>
                    </a:lnTo>
                    <a:lnTo>
                      <a:pt x="402" y="174"/>
                    </a:lnTo>
                    <a:lnTo>
                      <a:pt x="402" y="174"/>
                    </a:lnTo>
                    <a:lnTo>
                      <a:pt x="402" y="174"/>
                    </a:lnTo>
                    <a:lnTo>
                      <a:pt x="402" y="168"/>
                    </a:lnTo>
                    <a:lnTo>
                      <a:pt x="432" y="114"/>
                    </a:lnTo>
                    <a:lnTo>
                      <a:pt x="432" y="114"/>
                    </a:lnTo>
                    <a:lnTo>
                      <a:pt x="432" y="108"/>
                    </a:lnTo>
                    <a:lnTo>
                      <a:pt x="432" y="108"/>
                    </a:lnTo>
                    <a:lnTo>
                      <a:pt x="432" y="108"/>
                    </a:lnTo>
                    <a:lnTo>
                      <a:pt x="432" y="108"/>
                    </a:lnTo>
                    <a:lnTo>
                      <a:pt x="438" y="102"/>
                    </a:lnTo>
                    <a:lnTo>
                      <a:pt x="438" y="102"/>
                    </a:lnTo>
                    <a:lnTo>
                      <a:pt x="438" y="102"/>
                    </a:lnTo>
                    <a:lnTo>
                      <a:pt x="438" y="96"/>
                    </a:lnTo>
                    <a:lnTo>
                      <a:pt x="438" y="96"/>
                    </a:lnTo>
                    <a:lnTo>
                      <a:pt x="438" y="96"/>
                    </a:lnTo>
                    <a:lnTo>
                      <a:pt x="438" y="90"/>
                    </a:lnTo>
                    <a:lnTo>
                      <a:pt x="444" y="90"/>
                    </a:lnTo>
                    <a:lnTo>
                      <a:pt x="444" y="90"/>
                    </a:lnTo>
                    <a:lnTo>
                      <a:pt x="444" y="84"/>
                    </a:lnTo>
                    <a:lnTo>
                      <a:pt x="444" y="84"/>
                    </a:lnTo>
                    <a:lnTo>
                      <a:pt x="444" y="84"/>
                    </a:lnTo>
                    <a:lnTo>
                      <a:pt x="444" y="78"/>
                    </a:lnTo>
                    <a:lnTo>
                      <a:pt x="444" y="78"/>
                    </a:lnTo>
                    <a:lnTo>
                      <a:pt x="444" y="78"/>
                    </a:lnTo>
                    <a:lnTo>
                      <a:pt x="450" y="72"/>
                    </a:lnTo>
                    <a:lnTo>
                      <a:pt x="450" y="72"/>
                    </a:lnTo>
                    <a:lnTo>
                      <a:pt x="450" y="72"/>
                    </a:lnTo>
                    <a:lnTo>
                      <a:pt x="450" y="66"/>
                    </a:lnTo>
                    <a:lnTo>
                      <a:pt x="450" y="66"/>
                    </a:lnTo>
                    <a:lnTo>
                      <a:pt x="450" y="66"/>
                    </a:lnTo>
                    <a:lnTo>
                      <a:pt x="450" y="60"/>
                    </a:lnTo>
                    <a:lnTo>
                      <a:pt x="456" y="60"/>
                    </a:lnTo>
                    <a:lnTo>
                      <a:pt x="456" y="60"/>
                    </a:lnTo>
                    <a:lnTo>
                      <a:pt x="456" y="54"/>
                    </a:lnTo>
                    <a:lnTo>
                      <a:pt x="456" y="54"/>
                    </a:lnTo>
                    <a:lnTo>
                      <a:pt x="456" y="54"/>
                    </a:lnTo>
                    <a:lnTo>
                      <a:pt x="456" y="48"/>
                    </a:lnTo>
                    <a:lnTo>
                      <a:pt x="462" y="48"/>
                    </a:lnTo>
                    <a:lnTo>
                      <a:pt x="462" y="48"/>
                    </a:lnTo>
                    <a:lnTo>
                      <a:pt x="462" y="48"/>
                    </a:lnTo>
                    <a:lnTo>
                      <a:pt x="462" y="42"/>
                    </a:lnTo>
                    <a:lnTo>
                      <a:pt x="462" y="42"/>
                    </a:lnTo>
                    <a:lnTo>
                      <a:pt x="462" y="42"/>
                    </a:lnTo>
                    <a:lnTo>
                      <a:pt x="462" y="42"/>
                    </a:lnTo>
                    <a:lnTo>
                      <a:pt x="468" y="42"/>
                    </a:lnTo>
                    <a:lnTo>
                      <a:pt x="468" y="42"/>
                    </a:lnTo>
                    <a:lnTo>
                      <a:pt x="468" y="42"/>
                    </a:lnTo>
                    <a:lnTo>
                      <a:pt x="468" y="42"/>
                    </a:lnTo>
                    <a:lnTo>
                      <a:pt x="468" y="42"/>
                    </a:lnTo>
                    <a:lnTo>
                      <a:pt x="468" y="48"/>
                    </a:lnTo>
                    <a:lnTo>
                      <a:pt x="468" y="48"/>
                    </a:lnTo>
                    <a:lnTo>
                      <a:pt x="474" y="48"/>
                    </a:lnTo>
                    <a:lnTo>
                      <a:pt x="474" y="48"/>
                    </a:lnTo>
                    <a:lnTo>
                      <a:pt x="474" y="54"/>
                    </a:lnTo>
                    <a:lnTo>
                      <a:pt x="474" y="54"/>
                    </a:lnTo>
                    <a:lnTo>
                      <a:pt x="474" y="54"/>
                    </a:lnTo>
                    <a:lnTo>
                      <a:pt x="474" y="60"/>
                    </a:lnTo>
                    <a:lnTo>
                      <a:pt x="474" y="60"/>
                    </a:lnTo>
                    <a:lnTo>
                      <a:pt x="480" y="60"/>
                    </a:lnTo>
                    <a:lnTo>
                      <a:pt x="480" y="66"/>
                    </a:lnTo>
                    <a:lnTo>
                      <a:pt x="480" y="66"/>
                    </a:lnTo>
                    <a:lnTo>
                      <a:pt x="480" y="66"/>
                    </a:lnTo>
                    <a:lnTo>
                      <a:pt x="480" y="72"/>
                    </a:lnTo>
                    <a:lnTo>
                      <a:pt x="480" y="72"/>
                    </a:lnTo>
                    <a:lnTo>
                      <a:pt x="486" y="78"/>
                    </a:lnTo>
                    <a:lnTo>
                      <a:pt x="486" y="78"/>
                    </a:lnTo>
                    <a:lnTo>
                      <a:pt x="486" y="78"/>
                    </a:lnTo>
                    <a:lnTo>
                      <a:pt x="486" y="84"/>
                    </a:lnTo>
                    <a:lnTo>
                      <a:pt x="486" y="84"/>
                    </a:lnTo>
                    <a:lnTo>
                      <a:pt x="486" y="84"/>
                    </a:lnTo>
                    <a:lnTo>
                      <a:pt x="486" y="90"/>
                    </a:lnTo>
                    <a:lnTo>
                      <a:pt x="486" y="90"/>
                    </a:lnTo>
                    <a:lnTo>
                      <a:pt x="492" y="90"/>
                    </a:lnTo>
                    <a:lnTo>
                      <a:pt x="492" y="96"/>
                    </a:lnTo>
                    <a:lnTo>
                      <a:pt x="492" y="96"/>
                    </a:lnTo>
                    <a:lnTo>
                      <a:pt x="492" y="96"/>
                    </a:lnTo>
                    <a:lnTo>
                      <a:pt x="492" y="96"/>
                    </a:lnTo>
                    <a:lnTo>
                      <a:pt x="492" y="102"/>
                    </a:lnTo>
                    <a:lnTo>
                      <a:pt x="492" y="102"/>
                    </a:lnTo>
                    <a:lnTo>
                      <a:pt x="498" y="102"/>
                    </a:lnTo>
                    <a:lnTo>
                      <a:pt x="498" y="108"/>
                    </a:lnTo>
                    <a:lnTo>
                      <a:pt x="498" y="108"/>
                    </a:lnTo>
                    <a:lnTo>
                      <a:pt x="498" y="108"/>
                    </a:lnTo>
                    <a:lnTo>
                      <a:pt x="498" y="114"/>
                    </a:lnTo>
                    <a:lnTo>
                      <a:pt x="498" y="114"/>
                    </a:lnTo>
                    <a:lnTo>
                      <a:pt x="498" y="114"/>
                    </a:lnTo>
                    <a:lnTo>
                      <a:pt x="528" y="180"/>
                    </a:lnTo>
                    <a:lnTo>
                      <a:pt x="528" y="180"/>
                    </a:lnTo>
                    <a:lnTo>
                      <a:pt x="528" y="180"/>
                    </a:lnTo>
                    <a:lnTo>
                      <a:pt x="534" y="186"/>
                    </a:lnTo>
                    <a:lnTo>
                      <a:pt x="534" y="186"/>
                    </a:lnTo>
                    <a:lnTo>
                      <a:pt x="534" y="186"/>
                    </a:lnTo>
                    <a:lnTo>
                      <a:pt x="534" y="186"/>
                    </a:lnTo>
                    <a:lnTo>
                      <a:pt x="534" y="192"/>
                    </a:lnTo>
                    <a:lnTo>
                      <a:pt x="534" y="192"/>
                    </a:lnTo>
                    <a:lnTo>
                      <a:pt x="534" y="192"/>
                    </a:lnTo>
                    <a:lnTo>
                      <a:pt x="534" y="198"/>
                    </a:lnTo>
                    <a:lnTo>
                      <a:pt x="540" y="198"/>
                    </a:lnTo>
                    <a:lnTo>
                      <a:pt x="540" y="198"/>
                    </a:lnTo>
                    <a:lnTo>
                      <a:pt x="540" y="198"/>
                    </a:lnTo>
                    <a:lnTo>
                      <a:pt x="540" y="204"/>
                    </a:lnTo>
                    <a:lnTo>
                      <a:pt x="540" y="204"/>
                    </a:lnTo>
                    <a:lnTo>
                      <a:pt x="540" y="204"/>
                    </a:lnTo>
                    <a:lnTo>
                      <a:pt x="540" y="204"/>
                    </a:lnTo>
                    <a:lnTo>
                      <a:pt x="546" y="210"/>
                    </a:lnTo>
                    <a:lnTo>
                      <a:pt x="546" y="210"/>
                    </a:lnTo>
                    <a:lnTo>
                      <a:pt x="546" y="210"/>
                    </a:lnTo>
                    <a:lnTo>
                      <a:pt x="546" y="210"/>
                    </a:lnTo>
                    <a:lnTo>
                      <a:pt x="546" y="216"/>
                    </a:lnTo>
                    <a:lnTo>
                      <a:pt x="546" y="216"/>
                    </a:lnTo>
                    <a:lnTo>
                      <a:pt x="546" y="216"/>
                    </a:lnTo>
                    <a:lnTo>
                      <a:pt x="576" y="264"/>
                    </a:lnTo>
                    <a:lnTo>
                      <a:pt x="576" y="264"/>
                    </a:lnTo>
                    <a:lnTo>
                      <a:pt x="582" y="270"/>
                    </a:lnTo>
                    <a:lnTo>
                      <a:pt x="582" y="270"/>
                    </a:lnTo>
                    <a:lnTo>
                      <a:pt x="582" y="270"/>
                    </a:lnTo>
                    <a:lnTo>
                      <a:pt x="582" y="270"/>
                    </a:lnTo>
                    <a:lnTo>
                      <a:pt x="582" y="270"/>
                    </a:lnTo>
                    <a:lnTo>
                      <a:pt x="582" y="276"/>
                    </a:lnTo>
                    <a:lnTo>
                      <a:pt x="582" y="276"/>
                    </a:lnTo>
                    <a:lnTo>
                      <a:pt x="582" y="276"/>
                    </a:lnTo>
                    <a:lnTo>
                      <a:pt x="588" y="276"/>
                    </a:lnTo>
                    <a:lnTo>
                      <a:pt x="588" y="276"/>
                    </a:lnTo>
                    <a:lnTo>
                      <a:pt x="588" y="282"/>
                    </a:lnTo>
                    <a:lnTo>
                      <a:pt x="588" y="282"/>
                    </a:lnTo>
                    <a:lnTo>
                      <a:pt x="588" y="282"/>
                    </a:lnTo>
                    <a:lnTo>
                      <a:pt x="588" y="282"/>
                    </a:lnTo>
                    <a:lnTo>
                      <a:pt x="588" y="282"/>
                    </a:lnTo>
                    <a:lnTo>
                      <a:pt x="594" y="282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600" y="294"/>
                    </a:lnTo>
                    <a:lnTo>
                      <a:pt x="624" y="324"/>
                    </a:lnTo>
                    <a:lnTo>
                      <a:pt x="630" y="324"/>
                    </a:lnTo>
                    <a:lnTo>
                      <a:pt x="630" y="324"/>
                    </a:lnTo>
                    <a:lnTo>
                      <a:pt x="630" y="324"/>
                    </a:lnTo>
                    <a:lnTo>
                      <a:pt x="630" y="330"/>
                    </a:lnTo>
                    <a:lnTo>
                      <a:pt x="630" y="330"/>
                    </a:lnTo>
                    <a:lnTo>
                      <a:pt x="630" y="330"/>
                    </a:lnTo>
                    <a:lnTo>
                      <a:pt x="630" y="330"/>
                    </a:lnTo>
                    <a:lnTo>
                      <a:pt x="630" y="330"/>
                    </a:lnTo>
                    <a:lnTo>
                      <a:pt x="636" y="330"/>
                    </a:lnTo>
                    <a:lnTo>
                      <a:pt x="636" y="330"/>
                    </a:lnTo>
                    <a:lnTo>
                      <a:pt x="636" y="330"/>
                    </a:lnTo>
                    <a:lnTo>
                      <a:pt x="636" y="330"/>
                    </a:lnTo>
                    <a:lnTo>
                      <a:pt x="636" y="336"/>
                    </a:lnTo>
                    <a:lnTo>
                      <a:pt x="636" y="336"/>
                    </a:lnTo>
                    <a:lnTo>
                      <a:pt x="636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8" y="336"/>
                    </a:lnTo>
                    <a:lnTo>
                      <a:pt x="648" y="342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702" y="360"/>
                    </a:lnTo>
                    <a:lnTo>
                      <a:pt x="702" y="360"/>
                    </a:lnTo>
                    <a:lnTo>
                      <a:pt x="726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8" y="354"/>
                    </a:lnTo>
                    <a:lnTo>
                      <a:pt x="738" y="354"/>
                    </a:lnTo>
                    <a:lnTo>
                      <a:pt x="738" y="354"/>
                    </a:lnTo>
                    <a:lnTo>
                      <a:pt x="738" y="348"/>
                    </a:lnTo>
                    <a:lnTo>
                      <a:pt x="738" y="348"/>
                    </a:lnTo>
                    <a:lnTo>
                      <a:pt x="738" y="348"/>
                    </a:lnTo>
                    <a:lnTo>
                      <a:pt x="738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50" y="348"/>
                    </a:lnTo>
                    <a:lnTo>
                      <a:pt x="750" y="348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06"/>
                    </a:lnTo>
                    <a:lnTo>
                      <a:pt x="792" y="306"/>
                    </a:lnTo>
                    <a:lnTo>
                      <a:pt x="798" y="306"/>
                    </a:lnTo>
                    <a:lnTo>
                      <a:pt x="798" y="306"/>
                    </a:lnTo>
                    <a:lnTo>
                      <a:pt x="798" y="306"/>
                    </a:lnTo>
                    <a:lnTo>
                      <a:pt x="828" y="270"/>
                    </a:lnTo>
                    <a:lnTo>
                      <a:pt x="828" y="270"/>
                    </a:lnTo>
                    <a:lnTo>
                      <a:pt x="828" y="270"/>
                    </a:lnTo>
                    <a:lnTo>
                      <a:pt x="828" y="270"/>
                    </a:lnTo>
                    <a:lnTo>
                      <a:pt x="828" y="264"/>
                    </a:lnTo>
                    <a:lnTo>
                      <a:pt x="828" y="264"/>
                    </a:lnTo>
                    <a:lnTo>
                      <a:pt x="834" y="264"/>
                    </a:lnTo>
                    <a:lnTo>
                      <a:pt x="834" y="264"/>
                    </a:lnTo>
                    <a:lnTo>
                      <a:pt x="834" y="264"/>
                    </a:lnTo>
                    <a:lnTo>
                      <a:pt x="834" y="258"/>
                    </a:lnTo>
                    <a:lnTo>
                      <a:pt x="834" y="258"/>
                    </a:lnTo>
                    <a:lnTo>
                      <a:pt x="834" y="258"/>
                    </a:lnTo>
                    <a:lnTo>
                      <a:pt x="834" y="258"/>
                    </a:lnTo>
                    <a:lnTo>
                      <a:pt x="840" y="258"/>
                    </a:lnTo>
                    <a:lnTo>
                      <a:pt x="840" y="252"/>
                    </a:lnTo>
                    <a:lnTo>
                      <a:pt x="840" y="252"/>
                    </a:lnTo>
                    <a:lnTo>
                      <a:pt x="840" y="252"/>
                    </a:lnTo>
                    <a:lnTo>
                      <a:pt x="840" y="252"/>
                    </a:lnTo>
                    <a:lnTo>
                      <a:pt x="840" y="246"/>
                    </a:lnTo>
                    <a:lnTo>
                      <a:pt x="840" y="246"/>
                    </a:lnTo>
                    <a:lnTo>
                      <a:pt x="840" y="246"/>
                    </a:lnTo>
                    <a:lnTo>
                      <a:pt x="846" y="246"/>
                    </a:lnTo>
                    <a:lnTo>
                      <a:pt x="846" y="246"/>
                    </a:lnTo>
                    <a:lnTo>
                      <a:pt x="846" y="240"/>
                    </a:lnTo>
                    <a:lnTo>
                      <a:pt x="846" y="240"/>
                    </a:lnTo>
                    <a:lnTo>
                      <a:pt x="876" y="198"/>
                    </a:lnTo>
                    <a:lnTo>
                      <a:pt x="876" y="198"/>
                    </a:lnTo>
                    <a:lnTo>
                      <a:pt x="876" y="192"/>
                    </a:lnTo>
                    <a:lnTo>
                      <a:pt x="876" y="192"/>
                    </a:lnTo>
                    <a:lnTo>
                      <a:pt x="876" y="192"/>
                    </a:lnTo>
                    <a:lnTo>
                      <a:pt x="876" y="192"/>
                    </a:lnTo>
                    <a:lnTo>
                      <a:pt x="882" y="186"/>
                    </a:lnTo>
                    <a:lnTo>
                      <a:pt x="882" y="186"/>
                    </a:lnTo>
                    <a:lnTo>
                      <a:pt x="882" y="186"/>
                    </a:lnTo>
                    <a:lnTo>
                      <a:pt x="882" y="180"/>
                    </a:lnTo>
                    <a:lnTo>
                      <a:pt x="882" y="180"/>
                    </a:lnTo>
                    <a:lnTo>
                      <a:pt x="882" y="180"/>
                    </a:lnTo>
                    <a:lnTo>
                      <a:pt x="882" y="180"/>
                    </a:lnTo>
                    <a:lnTo>
                      <a:pt x="888" y="174"/>
                    </a:lnTo>
                    <a:lnTo>
                      <a:pt x="888" y="174"/>
                    </a:lnTo>
                    <a:lnTo>
                      <a:pt x="888" y="174"/>
                    </a:lnTo>
                    <a:lnTo>
                      <a:pt x="888" y="174"/>
                    </a:lnTo>
                    <a:lnTo>
                      <a:pt x="888" y="168"/>
                    </a:lnTo>
                    <a:lnTo>
                      <a:pt x="888" y="168"/>
                    </a:lnTo>
                    <a:lnTo>
                      <a:pt x="888" y="168"/>
                    </a:lnTo>
                    <a:lnTo>
                      <a:pt x="888" y="162"/>
                    </a:lnTo>
                    <a:lnTo>
                      <a:pt x="894" y="162"/>
                    </a:lnTo>
                    <a:lnTo>
                      <a:pt x="894" y="162"/>
                    </a:lnTo>
                    <a:lnTo>
                      <a:pt x="894" y="162"/>
                    </a:lnTo>
                    <a:lnTo>
                      <a:pt x="894" y="156"/>
                    </a:lnTo>
                    <a:lnTo>
                      <a:pt x="894" y="156"/>
                    </a:lnTo>
                    <a:lnTo>
                      <a:pt x="894" y="156"/>
                    </a:lnTo>
                    <a:lnTo>
                      <a:pt x="894" y="150"/>
                    </a:lnTo>
                    <a:lnTo>
                      <a:pt x="900" y="150"/>
                    </a:lnTo>
                    <a:lnTo>
                      <a:pt x="900" y="150"/>
                    </a:lnTo>
                    <a:lnTo>
                      <a:pt x="900" y="150"/>
                    </a:lnTo>
                    <a:lnTo>
                      <a:pt x="900" y="144"/>
                    </a:lnTo>
                    <a:lnTo>
                      <a:pt x="900" y="144"/>
                    </a:lnTo>
                    <a:lnTo>
                      <a:pt x="900" y="144"/>
                    </a:lnTo>
                    <a:lnTo>
                      <a:pt x="906" y="144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8" y="144"/>
                    </a:lnTo>
                    <a:lnTo>
                      <a:pt x="918" y="144"/>
                    </a:lnTo>
                    <a:lnTo>
                      <a:pt x="918" y="144"/>
                    </a:lnTo>
                    <a:lnTo>
                      <a:pt x="918" y="144"/>
                    </a:lnTo>
                    <a:lnTo>
                      <a:pt x="918" y="150"/>
                    </a:lnTo>
                    <a:lnTo>
                      <a:pt x="918" y="150"/>
                    </a:lnTo>
                    <a:lnTo>
                      <a:pt x="918" y="150"/>
                    </a:lnTo>
                    <a:lnTo>
                      <a:pt x="924" y="156"/>
                    </a:lnTo>
                    <a:lnTo>
                      <a:pt x="924" y="156"/>
                    </a:lnTo>
                    <a:lnTo>
                      <a:pt x="924" y="156"/>
                    </a:lnTo>
                    <a:lnTo>
                      <a:pt x="924" y="156"/>
                    </a:lnTo>
                    <a:lnTo>
                      <a:pt x="924" y="162"/>
                    </a:lnTo>
                    <a:lnTo>
                      <a:pt x="924" y="162"/>
                    </a:lnTo>
                    <a:lnTo>
                      <a:pt x="930" y="162"/>
                    </a:lnTo>
                    <a:lnTo>
                      <a:pt x="930" y="168"/>
                    </a:lnTo>
                    <a:lnTo>
                      <a:pt x="930" y="168"/>
                    </a:lnTo>
                    <a:lnTo>
                      <a:pt x="930" y="168"/>
                    </a:lnTo>
                    <a:lnTo>
                      <a:pt x="930" y="168"/>
                    </a:lnTo>
                    <a:lnTo>
                      <a:pt x="930" y="174"/>
                    </a:lnTo>
                    <a:lnTo>
                      <a:pt x="930" y="174"/>
                    </a:lnTo>
                    <a:lnTo>
                      <a:pt x="930" y="174"/>
                    </a:lnTo>
                    <a:lnTo>
                      <a:pt x="936" y="180"/>
                    </a:lnTo>
                    <a:lnTo>
                      <a:pt x="936" y="180"/>
                    </a:lnTo>
                    <a:lnTo>
                      <a:pt x="936" y="180"/>
                    </a:lnTo>
                    <a:lnTo>
                      <a:pt x="936" y="180"/>
                    </a:lnTo>
                    <a:lnTo>
                      <a:pt x="936" y="186"/>
                    </a:lnTo>
                    <a:lnTo>
                      <a:pt x="936" y="186"/>
                    </a:lnTo>
                    <a:lnTo>
                      <a:pt x="936" y="186"/>
                    </a:lnTo>
                    <a:lnTo>
                      <a:pt x="942" y="186"/>
                    </a:lnTo>
                    <a:lnTo>
                      <a:pt x="942" y="192"/>
                    </a:lnTo>
                    <a:lnTo>
                      <a:pt x="942" y="192"/>
                    </a:lnTo>
                    <a:lnTo>
                      <a:pt x="942" y="192"/>
                    </a:lnTo>
                    <a:lnTo>
                      <a:pt x="942" y="198"/>
                    </a:lnTo>
                    <a:lnTo>
                      <a:pt x="942" y="198"/>
                    </a:lnTo>
                    <a:lnTo>
                      <a:pt x="942" y="198"/>
                    </a:lnTo>
                    <a:lnTo>
                      <a:pt x="972" y="252"/>
                    </a:lnTo>
                    <a:lnTo>
                      <a:pt x="972" y="258"/>
                    </a:lnTo>
                    <a:lnTo>
                      <a:pt x="972" y="258"/>
                    </a:lnTo>
                    <a:lnTo>
                      <a:pt x="978" y="258"/>
                    </a:lnTo>
                    <a:lnTo>
                      <a:pt x="978" y="258"/>
                    </a:lnTo>
                    <a:lnTo>
                      <a:pt x="978" y="264"/>
                    </a:lnTo>
                    <a:lnTo>
                      <a:pt x="978" y="264"/>
                    </a:lnTo>
                    <a:lnTo>
                      <a:pt x="978" y="264"/>
                    </a:lnTo>
                    <a:lnTo>
                      <a:pt x="978" y="264"/>
                    </a:lnTo>
                    <a:lnTo>
                      <a:pt x="978" y="264"/>
                    </a:lnTo>
                    <a:lnTo>
                      <a:pt x="978" y="270"/>
                    </a:lnTo>
                    <a:lnTo>
                      <a:pt x="984" y="270"/>
                    </a:lnTo>
                    <a:lnTo>
                      <a:pt x="984" y="270"/>
                    </a:lnTo>
                    <a:lnTo>
                      <a:pt x="984" y="270"/>
                    </a:lnTo>
                    <a:lnTo>
                      <a:pt x="984" y="276"/>
                    </a:lnTo>
                    <a:lnTo>
                      <a:pt x="984" y="276"/>
                    </a:lnTo>
                    <a:lnTo>
                      <a:pt x="984" y="276"/>
                    </a:lnTo>
                    <a:lnTo>
                      <a:pt x="984" y="276"/>
                    </a:lnTo>
                    <a:lnTo>
                      <a:pt x="990" y="276"/>
                    </a:lnTo>
                    <a:lnTo>
                      <a:pt x="990" y="282"/>
                    </a:lnTo>
                    <a:lnTo>
                      <a:pt x="990" y="282"/>
                    </a:lnTo>
                    <a:lnTo>
                      <a:pt x="990" y="282"/>
                    </a:lnTo>
                    <a:lnTo>
                      <a:pt x="990" y="282"/>
                    </a:lnTo>
                    <a:lnTo>
                      <a:pt x="990" y="282"/>
                    </a:lnTo>
                    <a:lnTo>
                      <a:pt x="990" y="288"/>
                    </a:lnTo>
                    <a:lnTo>
                      <a:pt x="1020" y="330"/>
                    </a:lnTo>
                    <a:lnTo>
                      <a:pt x="1020" y="330"/>
                    </a:lnTo>
                    <a:lnTo>
                      <a:pt x="1026" y="330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54"/>
                    </a:lnTo>
                    <a:lnTo>
                      <a:pt x="1044" y="354"/>
                    </a:lnTo>
                    <a:lnTo>
                      <a:pt x="1068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6" y="390"/>
                    </a:lnTo>
                    <a:lnTo>
                      <a:pt x="1086" y="390"/>
                    </a:lnTo>
                    <a:lnTo>
                      <a:pt x="1086" y="390"/>
                    </a:lnTo>
                    <a:lnTo>
                      <a:pt x="1086" y="390"/>
                    </a:lnTo>
                    <a:lnTo>
                      <a:pt x="1086" y="390"/>
                    </a:lnTo>
                    <a:lnTo>
                      <a:pt x="1086" y="396"/>
                    </a:lnTo>
                    <a:lnTo>
                      <a:pt x="1086" y="396"/>
                    </a:lnTo>
                    <a:lnTo>
                      <a:pt x="1092" y="396"/>
                    </a:lnTo>
                    <a:lnTo>
                      <a:pt x="1092" y="396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6" y="408"/>
                    </a:lnTo>
                    <a:lnTo>
                      <a:pt x="1146" y="408"/>
                    </a:lnTo>
                    <a:lnTo>
                      <a:pt x="1170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82" y="408"/>
                    </a:lnTo>
                    <a:lnTo>
                      <a:pt x="1182" y="408"/>
                    </a:lnTo>
                    <a:lnTo>
                      <a:pt x="1182" y="408"/>
                    </a:lnTo>
                    <a:lnTo>
                      <a:pt x="1182" y="402"/>
                    </a:lnTo>
                    <a:lnTo>
                      <a:pt x="1182" y="402"/>
                    </a:lnTo>
                    <a:lnTo>
                      <a:pt x="1182" y="402"/>
                    </a:lnTo>
                    <a:lnTo>
                      <a:pt x="1182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94" y="402"/>
                    </a:lnTo>
                    <a:lnTo>
                      <a:pt x="1194" y="402"/>
                    </a:lnTo>
                    <a:lnTo>
                      <a:pt x="1224" y="384"/>
                    </a:lnTo>
                    <a:lnTo>
                      <a:pt x="1224" y="384"/>
                    </a:lnTo>
                    <a:lnTo>
                      <a:pt x="1224" y="384"/>
                    </a:lnTo>
                    <a:lnTo>
                      <a:pt x="1224" y="384"/>
                    </a:lnTo>
                    <a:lnTo>
                      <a:pt x="1224" y="378"/>
                    </a:lnTo>
                    <a:lnTo>
                      <a:pt x="1224" y="378"/>
                    </a:lnTo>
                    <a:lnTo>
                      <a:pt x="1224" y="378"/>
                    </a:lnTo>
                    <a:lnTo>
                      <a:pt x="1230" y="378"/>
                    </a:lnTo>
                    <a:lnTo>
                      <a:pt x="1230" y="378"/>
                    </a:lnTo>
                    <a:lnTo>
                      <a:pt x="1230" y="378"/>
                    </a:lnTo>
                    <a:lnTo>
                      <a:pt x="1230" y="378"/>
                    </a:lnTo>
                    <a:lnTo>
                      <a:pt x="1230" y="372"/>
                    </a:lnTo>
                    <a:lnTo>
                      <a:pt x="1230" y="372"/>
                    </a:lnTo>
                    <a:lnTo>
                      <a:pt x="1230" y="372"/>
                    </a:lnTo>
                    <a:lnTo>
                      <a:pt x="1236" y="372"/>
                    </a:lnTo>
                    <a:lnTo>
                      <a:pt x="1236" y="372"/>
                    </a:lnTo>
                    <a:lnTo>
                      <a:pt x="1236" y="372"/>
                    </a:lnTo>
                    <a:lnTo>
                      <a:pt x="1236" y="372"/>
                    </a:lnTo>
                    <a:lnTo>
                      <a:pt x="1236" y="372"/>
                    </a:lnTo>
                    <a:lnTo>
                      <a:pt x="1236" y="366"/>
                    </a:lnTo>
                    <a:lnTo>
                      <a:pt x="1236" y="366"/>
                    </a:lnTo>
                    <a:lnTo>
                      <a:pt x="1236" y="366"/>
                    </a:lnTo>
                    <a:lnTo>
                      <a:pt x="1242" y="366"/>
                    </a:lnTo>
                    <a:lnTo>
                      <a:pt x="1242" y="366"/>
                    </a:lnTo>
                    <a:lnTo>
                      <a:pt x="1242" y="366"/>
                    </a:lnTo>
                    <a:lnTo>
                      <a:pt x="1272" y="336"/>
                    </a:lnTo>
                    <a:lnTo>
                      <a:pt x="1272" y="336"/>
                    </a:lnTo>
                    <a:lnTo>
                      <a:pt x="1272" y="336"/>
                    </a:lnTo>
                    <a:lnTo>
                      <a:pt x="1272" y="336"/>
                    </a:lnTo>
                    <a:lnTo>
                      <a:pt x="1272" y="330"/>
                    </a:lnTo>
                    <a:lnTo>
                      <a:pt x="1272" y="330"/>
                    </a:lnTo>
                    <a:lnTo>
                      <a:pt x="1278" y="330"/>
                    </a:lnTo>
                    <a:lnTo>
                      <a:pt x="1278" y="330"/>
                    </a:lnTo>
                    <a:lnTo>
                      <a:pt x="1278" y="330"/>
                    </a:lnTo>
                    <a:lnTo>
                      <a:pt x="1278" y="324"/>
                    </a:lnTo>
                    <a:lnTo>
                      <a:pt x="1278" y="324"/>
                    </a:lnTo>
                    <a:lnTo>
                      <a:pt x="1278" y="324"/>
                    </a:lnTo>
                    <a:lnTo>
                      <a:pt x="1278" y="324"/>
                    </a:lnTo>
                    <a:lnTo>
                      <a:pt x="1284" y="324"/>
                    </a:lnTo>
                    <a:lnTo>
                      <a:pt x="1284" y="324"/>
                    </a:lnTo>
                    <a:lnTo>
                      <a:pt x="1284" y="318"/>
                    </a:lnTo>
                    <a:lnTo>
                      <a:pt x="1284" y="318"/>
                    </a:lnTo>
                    <a:lnTo>
                      <a:pt x="1284" y="318"/>
                    </a:lnTo>
                    <a:lnTo>
                      <a:pt x="1284" y="318"/>
                    </a:lnTo>
                    <a:lnTo>
                      <a:pt x="1284" y="318"/>
                    </a:lnTo>
                    <a:lnTo>
                      <a:pt x="1284" y="312"/>
                    </a:lnTo>
                    <a:lnTo>
                      <a:pt x="1290" y="312"/>
                    </a:lnTo>
                    <a:lnTo>
                      <a:pt x="1290" y="312"/>
                    </a:lnTo>
                    <a:lnTo>
                      <a:pt x="1290" y="312"/>
                    </a:lnTo>
                    <a:lnTo>
                      <a:pt x="1290" y="312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6" y="264"/>
                    </a:lnTo>
                    <a:lnTo>
                      <a:pt x="1326" y="264"/>
                    </a:lnTo>
                    <a:lnTo>
                      <a:pt x="1326" y="264"/>
                    </a:lnTo>
                    <a:lnTo>
                      <a:pt x="1326" y="264"/>
                    </a:lnTo>
                    <a:lnTo>
                      <a:pt x="1326" y="258"/>
                    </a:lnTo>
                    <a:lnTo>
                      <a:pt x="1326" y="258"/>
                    </a:lnTo>
                    <a:lnTo>
                      <a:pt x="1326" y="258"/>
                    </a:lnTo>
                    <a:lnTo>
                      <a:pt x="1332" y="258"/>
                    </a:lnTo>
                    <a:lnTo>
                      <a:pt x="1332" y="258"/>
                    </a:lnTo>
                    <a:lnTo>
                      <a:pt x="1332" y="252"/>
                    </a:lnTo>
                    <a:lnTo>
                      <a:pt x="1332" y="252"/>
                    </a:lnTo>
                    <a:lnTo>
                      <a:pt x="1332" y="252"/>
                    </a:lnTo>
                    <a:lnTo>
                      <a:pt x="1332" y="252"/>
                    </a:lnTo>
                    <a:lnTo>
                      <a:pt x="1332" y="246"/>
                    </a:lnTo>
                    <a:lnTo>
                      <a:pt x="1332" y="246"/>
                    </a:lnTo>
                    <a:lnTo>
                      <a:pt x="1338" y="246"/>
                    </a:lnTo>
                    <a:lnTo>
                      <a:pt x="1338" y="246"/>
                    </a:lnTo>
                    <a:lnTo>
                      <a:pt x="1338" y="240"/>
                    </a:lnTo>
                    <a:lnTo>
                      <a:pt x="1338" y="240"/>
                    </a:lnTo>
                    <a:lnTo>
                      <a:pt x="1338" y="240"/>
                    </a:lnTo>
                    <a:lnTo>
                      <a:pt x="1338" y="240"/>
                    </a:lnTo>
                    <a:lnTo>
                      <a:pt x="1338" y="234"/>
                    </a:lnTo>
                    <a:lnTo>
                      <a:pt x="1344" y="234"/>
                    </a:lnTo>
                    <a:lnTo>
                      <a:pt x="1344" y="234"/>
                    </a:lnTo>
                    <a:lnTo>
                      <a:pt x="1344" y="234"/>
                    </a:lnTo>
                    <a:lnTo>
                      <a:pt x="1344" y="228"/>
                    </a:lnTo>
                    <a:lnTo>
                      <a:pt x="1344" y="228"/>
                    </a:lnTo>
                    <a:lnTo>
                      <a:pt x="1344" y="228"/>
                    </a:lnTo>
                    <a:lnTo>
                      <a:pt x="1350" y="228"/>
                    </a:lnTo>
                    <a:lnTo>
                      <a:pt x="1350" y="228"/>
                    </a:lnTo>
                    <a:lnTo>
                      <a:pt x="1350" y="222"/>
                    </a:lnTo>
                    <a:lnTo>
                      <a:pt x="1350" y="222"/>
                    </a:lnTo>
                    <a:lnTo>
                      <a:pt x="1350" y="222"/>
                    </a:lnTo>
                    <a:lnTo>
                      <a:pt x="1350" y="222"/>
                    </a:lnTo>
                    <a:lnTo>
                      <a:pt x="1350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8"/>
                    </a:lnTo>
                    <a:lnTo>
                      <a:pt x="1362" y="228"/>
                    </a:lnTo>
                    <a:lnTo>
                      <a:pt x="1362" y="228"/>
                    </a:lnTo>
                    <a:lnTo>
                      <a:pt x="1362" y="228"/>
                    </a:lnTo>
                    <a:lnTo>
                      <a:pt x="1362" y="228"/>
                    </a:lnTo>
                    <a:lnTo>
                      <a:pt x="1362" y="234"/>
                    </a:lnTo>
                    <a:lnTo>
                      <a:pt x="1362" y="234"/>
                    </a:lnTo>
                    <a:lnTo>
                      <a:pt x="1362" y="234"/>
                    </a:lnTo>
                    <a:lnTo>
                      <a:pt x="1368" y="234"/>
                    </a:lnTo>
                    <a:lnTo>
                      <a:pt x="1368" y="240"/>
                    </a:lnTo>
                    <a:lnTo>
                      <a:pt x="1368" y="240"/>
                    </a:lnTo>
                    <a:lnTo>
                      <a:pt x="1368" y="240"/>
                    </a:lnTo>
                    <a:lnTo>
                      <a:pt x="1368" y="240"/>
                    </a:lnTo>
                    <a:lnTo>
                      <a:pt x="1368" y="240"/>
                    </a:lnTo>
                    <a:lnTo>
                      <a:pt x="1374" y="246"/>
                    </a:lnTo>
                    <a:lnTo>
                      <a:pt x="1374" y="246"/>
                    </a:lnTo>
                    <a:lnTo>
                      <a:pt x="1374" y="246"/>
                    </a:lnTo>
                    <a:lnTo>
                      <a:pt x="1374" y="246"/>
                    </a:lnTo>
                    <a:lnTo>
                      <a:pt x="1374" y="252"/>
                    </a:lnTo>
                    <a:lnTo>
                      <a:pt x="1374" y="252"/>
                    </a:lnTo>
                    <a:lnTo>
                      <a:pt x="1374" y="252"/>
                    </a:lnTo>
                    <a:lnTo>
                      <a:pt x="1374" y="252"/>
                    </a:lnTo>
                    <a:lnTo>
                      <a:pt x="1380" y="258"/>
                    </a:lnTo>
                    <a:lnTo>
                      <a:pt x="1380" y="258"/>
                    </a:lnTo>
                    <a:lnTo>
                      <a:pt x="1380" y="258"/>
                    </a:lnTo>
                    <a:lnTo>
                      <a:pt x="1380" y="258"/>
                    </a:lnTo>
                    <a:lnTo>
                      <a:pt x="1380" y="258"/>
                    </a:lnTo>
                    <a:lnTo>
                      <a:pt x="1380" y="264"/>
                    </a:lnTo>
                    <a:lnTo>
                      <a:pt x="1380" y="264"/>
                    </a:lnTo>
                    <a:lnTo>
                      <a:pt x="1386" y="264"/>
                    </a:lnTo>
                    <a:lnTo>
                      <a:pt x="1386" y="264"/>
                    </a:lnTo>
                    <a:lnTo>
                      <a:pt x="1386" y="264"/>
                    </a:lnTo>
                    <a:lnTo>
                      <a:pt x="1386" y="270"/>
                    </a:lnTo>
                    <a:lnTo>
                      <a:pt x="1386" y="270"/>
                    </a:lnTo>
                    <a:lnTo>
                      <a:pt x="1386" y="270"/>
                    </a:lnTo>
                    <a:lnTo>
                      <a:pt x="1386" y="270"/>
                    </a:lnTo>
                    <a:lnTo>
                      <a:pt x="1416" y="318"/>
                    </a:lnTo>
                    <a:lnTo>
                      <a:pt x="1416" y="318"/>
                    </a:lnTo>
                    <a:lnTo>
                      <a:pt x="1416" y="324"/>
                    </a:lnTo>
                    <a:lnTo>
                      <a:pt x="1422" y="324"/>
                    </a:lnTo>
                    <a:lnTo>
                      <a:pt x="1422" y="324"/>
                    </a:lnTo>
                    <a:lnTo>
                      <a:pt x="1422" y="324"/>
                    </a:lnTo>
                    <a:lnTo>
                      <a:pt x="1422" y="324"/>
                    </a:lnTo>
                    <a:lnTo>
                      <a:pt x="1422" y="324"/>
                    </a:lnTo>
                    <a:lnTo>
                      <a:pt x="1422" y="330"/>
                    </a:lnTo>
                    <a:lnTo>
                      <a:pt x="1422" y="330"/>
                    </a:lnTo>
                    <a:lnTo>
                      <a:pt x="1422" y="330"/>
                    </a:lnTo>
                    <a:lnTo>
                      <a:pt x="1428" y="330"/>
                    </a:lnTo>
                    <a:lnTo>
                      <a:pt x="1428" y="330"/>
                    </a:lnTo>
                    <a:lnTo>
                      <a:pt x="1428" y="330"/>
                    </a:lnTo>
                    <a:lnTo>
                      <a:pt x="1428" y="336"/>
                    </a:lnTo>
                    <a:lnTo>
                      <a:pt x="1428" y="336"/>
                    </a:lnTo>
                    <a:lnTo>
                      <a:pt x="1428" y="336"/>
                    </a:lnTo>
                    <a:lnTo>
                      <a:pt x="1428" y="336"/>
                    </a:lnTo>
                    <a:lnTo>
                      <a:pt x="1434" y="336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64" y="384"/>
                    </a:lnTo>
                    <a:lnTo>
                      <a:pt x="1464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90"/>
                    </a:lnTo>
                    <a:lnTo>
                      <a:pt x="1470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8" y="402"/>
                    </a:lnTo>
                    <a:lnTo>
                      <a:pt x="1512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24" y="426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6" y="432"/>
                    </a:lnTo>
                    <a:lnTo>
                      <a:pt x="1536" y="432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90" y="450"/>
                    </a:lnTo>
                    <a:lnTo>
                      <a:pt x="1590" y="450"/>
                    </a:lnTo>
                    <a:lnTo>
                      <a:pt x="1614" y="450"/>
                    </a:lnTo>
                    <a:lnTo>
                      <a:pt x="1620" y="450"/>
                    </a:lnTo>
                    <a:lnTo>
                      <a:pt x="1620" y="450"/>
                    </a:lnTo>
                    <a:lnTo>
                      <a:pt x="1620" y="450"/>
                    </a:lnTo>
                    <a:lnTo>
                      <a:pt x="1620" y="444"/>
                    </a:lnTo>
                    <a:lnTo>
                      <a:pt x="1620" y="444"/>
                    </a:lnTo>
                    <a:lnTo>
                      <a:pt x="1620" y="444"/>
                    </a:lnTo>
                    <a:lnTo>
                      <a:pt x="1620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38"/>
                    </a:lnTo>
                    <a:lnTo>
                      <a:pt x="1632" y="438"/>
                    </a:lnTo>
                    <a:lnTo>
                      <a:pt x="1638" y="438"/>
                    </a:lnTo>
                    <a:lnTo>
                      <a:pt x="1638" y="438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74" y="426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80" y="420"/>
                    </a:lnTo>
                    <a:lnTo>
                      <a:pt x="1680" y="420"/>
                    </a:lnTo>
                    <a:lnTo>
                      <a:pt x="1680" y="420"/>
                    </a:lnTo>
                    <a:lnTo>
                      <a:pt x="1680" y="414"/>
                    </a:lnTo>
                    <a:lnTo>
                      <a:pt x="1680" y="414"/>
                    </a:lnTo>
                    <a:lnTo>
                      <a:pt x="1680" y="414"/>
                    </a:lnTo>
                    <a:lnTo>
                      <a:pt x="1680" y="414"/>
                    </a:lnTo>
                    <a:lnTo>
                      <a:pt x="1680" y="414"/>
                    </a:lnTo>
                    <a:lnTo>
                      <a:pt x="1686" y="414"/>
                    </a:lnTo>
                    <a:lnTo>
                      <a:pt x="1686" y="414"/>
                    </a:lnTo>
                    <a:lnTo>
                      <a:pt x="1686" y="414"/>
                    </a:lnTo>
                    <a:lnTo>
                      <a:pt x="1716" y="390"/>
                    </a:lnTo>
                    <a:lnTo>
                      <a:pt x="1716" y="390"/>
                    </a:lnTo>
                    <a:lnTo>
                      <a:pt x="1716" y="390"/>
                    </a:lnTo>
                    <a:lnTo>
                      <a:pt x="1716" y="390"/>
                    </a:lnTo>
                    <a:lnTo>
                      <a:pt x="1716" y="384"/>
                    </a:lnTo>
                    <a:lnTo>
                      <a:pt x="1716" y="384"/>
                    </a:lnTo>
                    <a:lnTo>
                      <a:pt x="1722" y="384"/>
                    </a:lnTo>
                    <a:lnTo>
                      <a:pt x="1722" y="384"/>
                    </a:lnTo>
                    <a:lnTo>
                      <a:pt x="1722" y="384"/>
                    </a:lnTo>
                    <a:lnTo>
                      <a:pt x="1722" y="384"/>
                    </a:lnTo>
                    <a:lnTo>
                      <a:pt x="1722" y="384"/>
                    </a:lnTo>
                    <a:lnTo>
                      <a:pt x="1722" y="378"/>
                    </a:lnTo>
                    <a:lnTo>
                      <a:pt x="1722" y="378"/>
                    </a:lnTo>
                    <a:lnTo>
                      <a:pt x="1728" y="378"/>
                    </a:lnTo>
                    <a:lnTo>
                      <a:pt x="1728" y="378"/>
                    </a:lnTo>
                    <a:lnTo>
                      <a:pt x="1728" y="378"/>
                    </a:lnTo>
                    <a:lnTo>
                      <a:pt x="1728" y="378"/>
                    </a:lnTo>
                    <a:lnTo>
                      <a:pt x="1728" y="378"/>
                    </a:lnTo>
                    <a:lnTo>
                      <a:pt x="1728" y="372"/>
                    </a:lnTo>
                    <a:lnTo>
                      <a:pt x="1728" y="372"/>
                    </a:lnTo>
                    <a:lnTo>
                      <a:pt x="1728" y="372"/>
                    </a:lnTo>
                    <a:lnTo>
                      <a:pt x="1734" y="372"/>
                    </a:lnTo>
                    <a:lnTo>
                      <a:pt x="1734" y="372"/>
                    </a:lnTo>
                    <a:lnTo>
                      <a:pt x="1734" y="372"/>
                    </a:lnTo>
                    <a:lnTo>
                      <a:pt x="1734" y="366"/>
                    </a:lnTo>
                    <a:lnTo>
                      <a:pt x="1764" y="342"/>
                    </a:lnTo>
                    <a:lnTo>
                      <a:pt x="1764" y="342"/>
                    </a:lnTo>
                    <a:lnTo>
                      <a:pt x="1764" y="336"/>
                    </a:lnTo>
                    <a:lnTo>
                      <a:pt x="1764" y="336"/>
                    </a:lnTo>
                    <a:lnTo>
                      <a:pt x="1764" y="336"/>
                    </a:lnTo>
                    <a:lnTo>
                      <a:pt x="1764" y="336"/>
                    </a:lnTo>
                    <a:lnTo>
                      <a:pt x="1770" y="336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6" y="324"/>
                    </a:lnTo>
                    <a:lnTo>
                      <a:pt x="1776" y="324"/>
                    </a:lnTo>
                    <a:lnTo>
                      <a:pt x="1776" y="324"/>
                    </a:lnTo>
                    <a:lnTo>
                      <a:pt x="1776" y="324"/>
                    </a:lnTo>
                    <a:lnTo>
                      <a:pt x="1776" y="324"/>
                    </a:lnTo>
                    <a:lnTo>
                      <a:pt x="1776" y="318"/>
                    </a:lnTo>
                    <a:lnTo>
                      <a:pt x="1776" y="318"/>
                    </a:lnTo>
                    <a:lnTo>
                      <a:pt x="1776" y="318"/>
                    </a:lnTo>
                    <a:lnTo>
                      <a:pt x="1782" y="318"/>
                    </a:lnTo>
                    <a:lnTo>
                      <a:pt x="1782" y="318"/>
                    </a:lnTo>
                    <a:lnTo>
                      <a:pt x="1782" y="312"/>
                    </a:lnTo>
                    <a:lnTo>
                      <a:pt x="1782" y="312"/>
                    </a:lnTo>
                    <a:lnTo>
                      <a:pt x="1782" y="312"/>
                    </a:lnTo>
                    <a:lnTo>
                      <a:pt x="1782" y="312"/>
                    </a:lnTo>
                    <a:lnTo>
                      <a:pt x="1782" y="312"/>
                    </a:lnTo>
                    <a:lnTo>
                      <a:pt x="1788" y="306"/>
                    </a:lnTo>
                    <a:lnTo>
                      <a:pt x="1788" y="306"/>
                    </a:lnTo>
                    <a:lnTo>
                      <a:pt x="1788" y="306"/>
                    </a:lnTo>
                    <a:lnTo>
                      <a:pt x="1788" y="306"/>
                    </a:lnTo>
                    <a:lnTo>
                      <a:pt x="1788" y="306"/>
                    </a:lnTo>
                    <a:lnTo>
                      <a:pt x="1788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6" y="300"/>
                    </a:lnTo>
                    <a:lnTo>
                      <a:pt x="1806" y="300"/>
                    </a:lnTo>
                    <a:lnTo>
                      <a:pt x="1806" y="300"/>
                    </a:lnTo>
                    <a:lnTo>
                      <a:pt x="1806" y="306"/>
                    </a:lnTo>
                    <a:lnTo>
                      <a:pt x="1806" y="306"/>
                    </a:lnTo>
                    <a:lnTo>
                      <a:pt x="1806" y="306"/>
                    </a:lnTo>
                    <a:lnTo>
                      <a:pt x="1806" y="306"/>
                    </a:lnTo>
                    <a:lnTo>
                      <a:pt x="1812" y="306"/>
                    </a:lnTo>
                    <a:lnTo>
                      <a:pt x="1812" y="312"/>
                    </a:lnTo>
                    <a:lnTo>
                      <a:pt x="1812" y="312"/>
                    </a:lnTo>
                    <a:lnTo>
                      <a:pt x="1812" y="312"/>
                    </a:lnTo>
                    <a:lnTo>
                      <a:pt x="1812" y="312"/>
                    </a:lnTo>
                    <a:lnTo>
                      <a:pt x="1812" y="312"/>
                    </a:lnTo>
                    <a:lnTo>
                      <a:pt x="1818" y="312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24"/>
                    </a:lnTo>
                    <a:lnTo>
                      <a:pt x="1824" y="324"/>
                    </a:lnTo>
                    <a:lnTo>
                      <a:pt x="1824" y="324"/>
                    </a:lnTo>
                    <a:lnTo>
                      <a:pt x="1824" y="324"/>
                    </a:lnTo>
                    <a:lnTo>
                      <a:pt x="1824" y="324"/>
                    </a:lnTo>
                    <a:lnTo>
                      <a:pt x="1824" y="324"/>
                    </a:lnTo>
                    <a:lnTo>
                      <a:pt x="1824" y="330"/>
                    </a:lnTo>
                    <a:lnTo>
                      <a:pt x="1824" y="330"/>
                    </a:lnTo>
                    <a:lnTo>
                      <a:pt x="1830" y="330"/>
                    </a:lnTo>
                    <a:lnTo>
                      <a:pt x="1830" y="330"/>
                    </a:lnTo>
                    <a:lnTo>
                      <a:pt x="1830" y="330"/>
                    </a:lnTo>
                    <a:lnTo>
                      <a:pt x="1830" y="330"/>
                    </a:lnTo>
                    <a:lnTo>
                      <a:pt x="1830" y="336"/>
                    </a:lnTo>
                    <a:lnTo>
                      <a:pt x="1830" y="336"/>
                    </a:lnTo>
                    <a:lnTo>
                      <a:pt x="1830" y="336"/>
                    </a:lnTo>
                    <a:lnTo>
                      <a:pt x="1860" y="372"/>
                    </a:lnTo>
                    <a:lnTo>
                      <a:pt x="1860" y="372"/>
                    </a:lnTo>
                    <a:lnTo>
                      <a:pt x="1860" y="372"/>
                    </a:lnTo>
                    <a:lnTo>
                      <a:pt x="1866" y="372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8" y="384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908" y="420"/>
                    </a:lnTo>
                    <a:lnTo>
                      <a:pt x="1908" y="420"/>
                    </a:lnTo>
                    <a:lnTo>
                      <a:pt x="1914" y="420"/>
                    </a:lnTo>
                    <a:lnTo>
                      <a:pt x="1914" y="420"/>
                    </a:lnTo>
                    <a:lnTo>
                      <a:pt x="1914" y="420"/>
                    </a:lnTo>
                    <a:lnTo>
                      <a:pt x="1914" y="426"/>
                    </a:lnTo>
                    <a:lnTo>
                      <a:pt x="1914" y="426"/>
                    </a:lnTo>
                    <a:lnTo>
                      <a:pt x="1914" y="426"/>
                    </a:lnTo>
                    <a:lnTo>
                      <a:pt x="1914" y="426"/>
                    </a:lnTo>
                    <a:lnTo>
                      <a:pt x="1914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32" y="432"/>
                    </a:lnTo>
                    <a:lnTo>
                      <a:pt x="1956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74" y="456"/>
                    </a:lnTo>
                    <a:lnTo>
                      <a:pt x="1974" y="456"/>
                    </a:lnTo>
                    <a:lnTo>
                      <a:pt x="1974" y="456"/>
                    </a:lnTo>
                    <a:lnTo>
                      <a:pt x="1974" y="456"/>
                    </a:lnTo>
                    <a:lnTo>
                      <a:pt x="1974" y="462"/>
                    </a:lnTo>
                    <a:lnTo>
                      <a:pt x="1974" y="462"/>
                    </a:lnTo>
                    <a:lnTo>
                      <a:pt x="1974" y="462"/>
                    </a:lnTo>
                    <a:lnTo>
                      <a:pt x="1980" y="462"/>
                    </a:lnTo>
                    <a:lnTo>
                      <a:pt x="1980" y="462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34" y="468"/>
                    </a:lnTo>
                    <a:lnTo>
                      <a:pt x="2034" y="468"/>
                    </a:lnTo>
                    <a:lnTo>
                      <a:pt x="2058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6" y="468"/>
                    </a:lnTo>
                    <a:lnTo>
                      <a:pt x="2076" y="468"/>
                    </a:lnTo>
                    <a:lnTo>
                      <a:pt x="2076" y="468"/>
                    </a:lnTo>
                    <a:lnTo>
                      <a:pt x="2076" y="462"/>
                    </a:lnTo>
                    <a:lnTo>
                      <a:pt x="2076" y="462"/>
                    </a:lnTo>
                    <a:lnTo>
                      <a:pt x="2076" y="462"/>
                    </a:lnTo>
                    <a:lnTo>
                      <a:pt x="2076" y="462"/>
                    </a:lnTo>
                    <a:lnTo>
                      <a:pt x="2076" y="462"/>
                    </a:lnTo>
                    <a:lnTo>
                      <a:pt x="2082" y="462"/>
                    </a:lnTo>
                    <a:lnTo>
                      <a:pt x="2082" y="462"/>
                    </a:lnTo>
                    <a:lnTo>
                      <a:pt x="2112" y="456"/>
                    </a:lnTo>
                    <a:lnTo>
                      <a:pt x="2112" y="456"/>
                    </a:lnTo>
                    <a:lnTo>
                      <a:pt x="2112" y="450"/>
                    </a:lnTo>
                    <a:lnTo>
                      <a:pt x="2112" y="450"/>
                    </a:lnTo>
                    <a:lnTo>
                      <a:pt x="2112" y="450"/>
                    </a:lnTo>
                    <a:lnTo>
                      <a:pt x="2112" y="450"/>
                    </a:lnTo>
                    <a:lnTo>
                      <a:pt x="2112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30" y="444"/>
                    </a:lnTo>
                    <a:lnTo>
                      <a:pt x="2130" y="444"/>
                    </a:lnTo>
                    <a:lnTo>
                      <a:pt x="2130" y="444"/>
                    </a:lnTo>
                    <a:lnTo>
                      <a:pt x="2160" y="426"/>
                    </a:lnTo>
                    <a:lnTo>
                      <a:pt x="2160" y="426"/>
                    </a:lnTo>
                    <a:lnTo>
                      <a:pt x="2160" y="426"/>
                    </a:lnTo>
                    <a:lnTo>
                      <a:pt x="2160" y="420"/>
                    </a:lnTo>
                    <a:lnTo>
                      <a:pt x="2160" y="420"/>
                    </a:lnTo>
                    <a:lnTo>
                      <a:pt x="2160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08"/>
                    </a:lnTo>
                    <a:lnTo>
                      <a:pt x="2178" y="408"/>
                    </a:lnTo>
                    <a:lnTo>
                      <a:pt x="2178" y="408"/>
                    </a:lnTo>
                    <a:lnTo>
                      <a:pt x="2178" y="408"/>
                    </a:lnTo>
                    <a:lnTo>
                      <a:pt x="2178" y="408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66"/>
                    </a:lnTo>
                    <a:lnTo>
                      <a:pt x="2226" y="366"/>
                    </a:lnTo>
                    <a:lnTo>
                      <a:pt x="2226" y="366"/>
                    </a:lnTo>
                    <a:lnTo>
                      <a:pt x="2226" y="366"/>
                    </a:lnTo>
                    <a:lnTo>
                      <a:pt x="2226" y="366"/>
                    </a:lnTo>
                    <a:lnTo>
                      <a:pt x="2226" y="366"/>
                    </a:lnTo>
                    <a:lnTo>
                      <a:pt x="2226" y="360"/>
                    </a:lnTo>
                    <a:lnTo>
                      <a:pt x="2226" y="360"/>
                    </a:lnTo>
                    <a:lnTo>
                      <a:pt x="2232" y="360"/>
                    </a:lnTo>
                    <a:lnTo>
                      <a:pt x="2232" y="360"/>
                    </a:lnTo>
                    <a:lnTo>
                      <a:pt x="2232" y="360"/>
                    </a:lnTo>
                    <a:lnTo>
                      <a:pt x="2232" y="360"/>
                    </a:lnTo>
                    <a:lnTo>
                      <a:pt x="2232" y="360"/>
                    </a:lnTo>
                    <a:lnTo>
                      <a:pt x="2232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50" y="354"/>
                    </a:lnTo>
                    <a:lnTo>
                      <a:pt x="2250" y="354"/>
                    </a:lnTo>
                    <a:lnTo>
                      <a:pt x="2250" y="354"/>
                    </a:lnTo>
                    <a:lnTo>
                      <a:pt x="2250" y="360"/>
                    </a:lnTo>
                    <a:lnTo>
                      <a:pt x="2250" y="360"/>
                    </a:lnTo>
                    <a:lnTo>
                      <a:pt x="2250" y="360"/>
                    </a:lnTo>
                    <a:lnTo>
                      <a:pt x="2250" y="360"/>
                    </a:lnTo>
                    <a:lnTo>
                      <a:pt x="2256" y="360"/>
                    </a:lnTo>
                    <a:lnTo>
                      <a:pt x="2256" y="360"/>
                    </a:lnTo>
                    <a:lnTo>
                      <a:pt x="2256" y="366"/>
                    </a:lnTo>
                    <a:lnTo>
                      <a:pt x="2256" y="366"/>
                    </a:lnTo>
                    <a:lnTo>
                      <a:pt x="2256" y="366"/>
                    </a:lnTo>
                    <a:lnTo>
                      <a:pt x="2256" y="366"/>
                    </a:lnTo>
                    <a:lnTo>
                      <a:pt x="2262" y="366"/>
                    </a:lnTo>
                    <a:lnTo>
                      <a:pt x="2262" y="366"/>
                    </a:lnTo>
                    <a:lnTo>
                      <a:pt x="2262" y="366"/>
                    </a:lnTo>
                    <a:lnTo>
                      <a:pt x="2262" y="372"/>
                    </a:lnTo>
                    <a:lnTo>
                      <a:pt x="2262" y="372"/>
                    </a:lnTo>
                    <a:lnTo>
                      <a:pt x="2262" y="372"/>
                    </a:lnTo>
                    <a:lnTo>
                      <a:pt x="2262" y="372"/>
                    </a:lnTo>
                    <a:lnTo>
                      <a:pt x="2262" y="372"/>
                    </a:lnTo>
                    <a:lnTo>
                      <a:pt x="2268" y="372"/>
                    </a:lnTo>
                    <a:lnTo>
                      <a:pt x="2268" y="372"/>
                    </a:lnTo>
                    <a:lnTo>
                      <a:pt x="2268" y="378"/>
                    </a:lnTo>
                    <a:lnTo>
                      <a:pt x="2268" y="378"/>
                    </a:lnTo>
                    <a:lnTo>
                      <a:pt x="2268" y="378"/>
                    </a:lnTo>
                    <a:lnTo>
                      <a:pt x="2268" y="378"/>
                    </a:lnTo>
                    <a:lnTo>
                      <a:pt x="2268" y="378"/>
                    </a:lnTo>
                    <a:lnTo>
                      <a:pt x="2274" y="378"/>
                    </a:lnTo>
                    <a:lnTo>
                      <a:pt x="2274" y="378"/>
                    </a:lnTo>
                    <a:lnTo>
                      <a:pt x="2274" y="384"/>
                    </a:lnTo>
                    <a:lnTo>
                      <a:pt x="2274" y="384"/>
                    </a:lnTo>
                    <a:lnTo>
                      <a:pt x="2274" y="384"/>
                    </a:lnTo>
                    <a:lnTo>
                      <a:pt x="2274" y="384"/>
                    </a:lnTo>
                    <a:lnTo>
                      <a:pt x="2274" y="384"/>
                    </a:lnTo>
                    <a:lnTo>
                      <a:pt x="2304" y="414"/>
                    </a:lnTo>
                    <a:lnTo>
                      <a:pt x="2304" y="420"/>
                    </a:lnTo>
                    <a:lnTo>
                      <a:pt x="2304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6"/>
                    </a:lnTo>
                    <a:lnTo>
                      <a:pt x="2310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52" y="462"/>
                    </a:lnTo>
                    <a:lnTo>
                      <a:pt x="2352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64" y="462"/>
                    </a:lnTo>
                    <a:lnTo>
                      <a:pt x="2364" y="462"/>
                    </a:lnTo>
                    <a:lnTo>
                      <a:pt x="2364" y="468"/>
                    </a:lnTo>
                    <a:lnTo>
                      <a:pt x="2364" y="468"/>
                    </a:lnTo>
                    <a:lnTo>
                      <a:pt x="2364" y="468"/>
                    </a:lnTo>
                    <a:lnTo>
                      <a:pt x="2364" y="468"/>
                    </a:lnTo>
                    <a:lnTo>
                      <a:pt x="2364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6" y="468"/>
                    </a:lnTo>
                    <a:lnTo>
                      <a:pt x="2400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8"/>
                    </a:lnTo>
                    <a:lnTo>
                      <a:pt x="2424" y="498"/>
                    </a:lnTo>
                    <a:lnTo>
                      <a:pt x="2424" y="498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8" y="504"/>
                    </a:lnTo>
                    <a:lnTo>
                      <a:pt x="2478" y="504"/>
                    </a:lnTo>
                    <a:lnTo>
                      <a:pt x="2502" y="510"/>
                    </a:lnTo>
                    <a:lnTo>
                      <a:pt x="2508" y="510"/>
                    </a:lnTo>
                    <a:lnTo>
                      <a:pt x="2508" y="510"/>
                    </a:lnTo>
                    <a:lnTo>
                      <a:pt x="2508" y="510"/>
                    </a:lnTo>
                    <a:lnTo>
                      <a:pt x="2508" y="510"/>
                    </a:lnTo>
                    <a:lnTo>
                      <a:pt x="2508" y="504"/>
                    </a:lnTo>
                    <a:lnTo>
                      <a:pt x="2508" y="504"/>
                    </a:lnTo>
                    <a:lnTo>
                      <a:pt x="2508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6" y="504"/>
                    </a:lnTo>
                    <a:lnTo>
                      <a:pt x="2526" y="504"/>
                    </a:lnTo>
                    <a:lnTo>
                      <a:pt x="2556" y="498"/>
                    </a:lnTo>
                    <a:lnTo>
                      <a:pt x="2556" y="498"/>
                    </a:lnTo>
                    <a:lnTo>
                      <a:pt x="2556" y="498"/>
                    </a:lnTo>
                    <a:lnTo>
                      <a:pt x="2556" y="498"/>
                    </a:lnTo>
                    <a:lnTo>
                      <a:pt x="2556" y="492"/>
                    </a:lnTo>
                    <a:lnTo>
                      <a:pt x="2556" y="492"/>
                    </a:lnTo>
                    <a:lnTo>
                      <a:pt x="2556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8" y="492"/>
                    </a:lnTo>
                    <a:lnTo>
                      <a:pt x="2568" y="492"/>
                    </a:lnTo>
                    <a:lnTo>
                      <a:pt x="2568" y="492"/>
                    </a:lnTo>
                    <a:lnTo>
                      <a:pt x="2568" y="492"/>
                    </a:lnTo>
                    <a:lnTo>
                      <a:pt x="2568" y="492"/>
                    </a:lnTo>
                    <a:lnTo>
                      <a:pt x="2568" y="486"/>
                    </a:lnTo>
                    <a:lnTo>
                      <a:pt x="2568" y="486"/>
                    </a:lnTo>
                    <a:lnTo>
                      <a:pt x="2568" y="486"/>
                    </a:lnTo>
                    <a:lnTo>
                      <a:pt x="2574" y="486"/>
                    </a:lnTo>
                    <a:lnTo>
                      <a:pt x="2574" y="486"/>
                    </a:lnTo>
                    <a:lnTo>
                      <a:pt x="2574" y="486"/>
                    </a:lnTo>
                    <a:lnTo>
                      <a:pt x="2604" y="474"/>
                    </a:lnTo>
                    <a:lnTo>
                      <a:pt x="2604" y="474"/>
                    </a:lnTo>
                    <a:lnTo>
                      <a:pt x="2604" y="474"/>
                    </a:lnTo>
                    <a:lnTo>
                      <a:pt x="2604" y="474"/>
                    </a:lnTo>
                    <a:lnTo>
                      <a:pt x="2604" y="474"/>
                    </a:lnTo>
                    <a:lnTo>
                      <a:pt x="2604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6" y="468"/>
                    </a:lnTo>
                    <a:lnTo>
                      <a:pt x="2616" y="468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22" y="462"/>
                    </a:lnTo>
                    <a:lnTo>
                      <a:pt x="2622" y="462"/>
                    </a:lnTo>
                    <a:lnTo>
                      <a:pt x="2622" y="462"/>
                    </a:lnTo>
                    <a:lnTo>
                      <a:pt x="2622" y="462"/>
                    </a:lnTo>
                    <a:lnTo>
                      <a:pt x="2652" y="444"/>
                    </a:lnTo>
                    <a:lnTo>
                      <a:pt x="2652" y="444"/>
                    </a:lnTo>
                    <a:lnTo>
                      <a:pt x="2652" y="438"/>
                    </a:lnTo>
                    <a:lnTo>
                      <a:pt x="2652" y="438"/>
                    </a:lnTo>
                    <a:lnTo>
                      <a:pt x="2652" y="438"/>
                    </a:lnTo>
                    <a:lnTo>
                      <a:pt x="2652" y="438"/>
                    </a:lnTo>
                    <a:lnTo>
                      <a:pt x="2658" y="438"/>
                    </a:lnTo>
                    <a:lnTo>
                      <a:pt x="2658" y="438"/>
                    </a:lnTo>
                    <a:lnTo>
                      <a:pt x="2658" y="438"/>
                    </a:lnTo>
                    <a:lnTo>
                      <a:pt x="2658" y="438"/>
                    </a:lnTo>
                    <a:lnTo>
                      <a:pt x="2658" y="438"/>
                    </a:lnTo>
                    <a:lnTo>
                      <a:pt x="2658" y="432"/>
                    </a:lnTo>
                    <a:lnTo>
                      <a:pt x="2658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26"/>
                    </a:lnTo>
                    <a:lnTo>
                      <a:pt x="2664" y="426"/>
                    </a:lnTo>
                    <a:lnTo>
                      <a:pt x="2670" y="426"/>
                    </a:lnTo>
                    <a:lnTo>
                      <a:pt x="2670" y="426"/>
                    </a:lnTo>
                    <a:lnTo>
                      <a:pt x="2670" y="426"/>
                    </a:lnTo>
                    <a:lnTo>
                      <a:pt x="2670" y="426"/>
                    </a:lnTo>
                    <a:lnTo>
                      <a:pt x="2670" y="426"/>
                    </a:lnTo>
                    <a:lnTo>
                      <a:pt x="2670" y="420"/>
                    </a:lnTo>
                    <a:lnTo>
                      <a:pt x="2670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6" y="426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8" y="438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48" y="474"/>
                    </a:lnTo>
                    <a:lnTo>
                      <a:pt x="2748" y="474"/>
                    </a:lnTo>
                    <a:lnTo>
                      <a:pt x="2748" y="474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60" y="480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6" y="486"/>
                    </a:lnTo>
                    <a:lnTo>
                      <a:pt x="2766" y="486"/>
                    </a:lnTo>
                    <a:lnTo>
                      <a:pt x="2766" y="486"/>
                    </a:lnTo>
                    <a:lnTo>
                      <a:pt x="2766" y="486"/>
                    </a:lnTo>
                    <a:lnTo>
                      <a:pt x="2766" y="492"/>
                    </a:lnTo>
                    <a:lnTo>
                      <a:pt x="2766" y="492"/>
                    </a:lnTo>
                    <a:lnTo>
                      <a:pt x="2766" y="492"/>
                    </a:lnTo>
                    <a:lnTo>
                      <a:pt x="2796" y="516"/>
                    </a:lnTo>
                    <a:lnTo>
                      <a:pt x="2796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14" y="522"/>
                    </a:lnTo>
                    <a:lnTo>
                      <a:pt x="2814" y="522"/>
                    </a:lnTo>
                    <a:lnTo>
                      <a:pt x="2814" y="522"/>
                    </a:lnTo>
                    <a:lnTo>
                      <a:pt x="2814" y="522"/>
                    </a:lnTo>
                    <a:lnTo>
                      <a:pt x="2814" y="522"/>
                    </a:lnTo>
                    <a:lnTo>
                      <a:pt x="2814" y="528"/>
                    </a:lnTo>
                    <a:lnTo>
                      <a:pt x="2814" y="528"/>
                    </a:lnTo>
                    <a:lnTo>
                      <a:pt x="2820" y="528"/>
                    </a:lnTo>
                    <a:lnTo>
                      <a:pt x="2844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8" y="546"/>
                    </a:lnTo>
                    <a:lnTo>
                      <a:pt x="2868" y="552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22" y="558"/>
                    </a:lnTo>
                    <a:lnTo>
                      <a:pt x="2922" y="558"/>
                    </a:lnTo>
                    <a:lnTo>
                      <a:pt x="2946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64" y="558"/>
                    </a:lnTo>
                    <a:lnTo>
                      <a:pt x="2964" y="558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70" y="552"/>
                    </a:lnTo>
                    <a:lnTo>
                      <a:pt x="2970" y="552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34"/>
                    </a:lnTo>
                    <a:lnTo>
                      <a:pt x="3018" y="534"/>
                    </a:lnTo>
                    <a:lnTo>
                      <a:pt x="3018" y="534"/>
                    </a:lnTo>
                    <a:lnTo>
                      <a:pt x="3018" y="534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60" y="516"/>
                    </a:lnTo>
                    <a:lnTo>
                      <a:pt x="3060" y="516"/>
                    </a:lnTo>
                    <a:lnTo>
                      <a:pt x="3060" y="516"/>
                    </a:lnTo>
                    <a:lnTo>
                      <a:pt x="3060" y="510"/>
                    </a:lnTo>
                    <a:lnTo>
                      <a:pt x="3060" y="510"/>
                    </a:lnTo>
                    <a:lnTo>
                      <a:pt x="3060" y="510"/>
                    </a:lnTo>
                    <a:lnTo>
                      <a:pt x="3060" y="510"/>
                    </a:lnTo>
                    <a:lnTo>
                      <a:pt x="3060" y="510"/>
                    </a:lnTo>
                    <a:lnTo>
                      <a:pt x="3066" y="510"/>
                    </a:lnTo>
                    <a:lnTo>
                      <a:pt x="3066" y="510"/>
                    </a:lnTo>
                    <a:lnTo>
                      <a:pt x="3066" y="510"/>
                    </a:lnTo>
                    <a:lnTo>
                      <a:pt x="3066" y="510"/>
                    </a:lnTo>
                    <a:lnTo>
                      <a:pt x="3096" y="492"/>
                    </a:lnTo>
                    <a:lnTo>
                      <a:pt x="3096" y="492"/>
                    </a:lnTo>
                    <a:lnTo>
                      <a:pt x="3096" y="486"/>
                    </a:lnTo>
                    <a:lnTo>
                      <a:pt x="3096" y="486"/>
                    </a:lnTo>
                    <a:lnTo>
                      <a:pt x="3096" y="486"/>
                    </a:lnTo>
                    <a:lnTo>
                      <a:pt x="3096" y="486"/>
                    </a:lnTo>
                    <a:lnTo>
                      <a:pt x="3102" y="486"/>
                    </a:lnTo>
                    <a:lnTo>
                      <a:pt x="3102" y="486"/>
                    </a:lnTo>
                    <a:lnTo>
                      <a:pt x="3102" y="486"/>
                    </a:lnTo>
                    <a:lnTo>
                      <a:pt x="3102" y="486"/>
                    </a:lnTo>
                    <a:lnTo>
                      <a:pt x="3102" y="480"/>
                    </a:lnTo>
                    <a:lnTo>
                      <a:pt x="3102" y="480"/>
                    </a:lnTo>
                    <a:lnTo>
                      <a:pt x="3102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74"/>
                    </a:lnTo>
                    <a:lnTo>
                      <a:pt x="3108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6" y="468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8" y="462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44" y="468"/>
                    </a:lnTo>
                    <a:lnTo>
                      <a:pt x="3144" y="468"/>
                    </a:lnTo>
                    <a:lnTo>
                      <a:pt x="3144" y="474"/>
                    </a:lnTo>
                    <a:lnTo>
                      <a:pt x="3144" y="474"/>
                    </a:lnTo>
                    <a:lnTo>
                      <a:pt x="3144" y="474"/>
                    </a:lnTo>
                    <a:lnTo>
                      <a:pt x="3144" y="474"/>
                    </a:lnTo>
                    <a:lnTo>
                      <a:pt x="3150" y="474"/>
                    </a:lnTo>
                    <a:lnTo>
                      <a:pt x="3150" y="474"/>
                    </a:lnTo>
                    <a:lnTo>
                      <a:pt x="3150" y="474"/>
                    </a:lnTo>
                    <a:lnTo>
                      <a:pt x="3150" y="474"/>
                    </a:lnTo>
                    <a:lnTo>
                      <a:pt x="3150" y="480"/>
                    </a:lnTo>
                    <a:lnTo>
                      <a:pt x="3150" y="480"/>
                    </a:lnTo>
                    <a:lnTo>
                      <a:pt x="3150" y="480"/>
                    </a:lnTo>
                    <a:lnTo>
                      <a:pt x="3150" y="480"/>
                    </a:lnTo>
                    <a:lnTo>
                      <a:pt x="3156" y="480"/>
                    </a:lnTo>
                    <a:lnTo>
                      <a:pt x="3156" y="480"/>
                    </a:lnTo>
                    <a:lnTo>
                      <a:pt x="3156" y="480"/>
                    </a:lnTo>
                    <a:lnTo>
                      <a:pt x="3156" y="480"/>
                    </a:lnTo>
                    <a:lnTo>
                      <a:pt x="3156" y="486"/>
                    </a:lnTo>
                    <a:lnTo>
                      <a:pt x="3156" y="486"/>
                    </a:lnTo>
                    <a:lnTo>
                      <a:pt x="3156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92" y="516"/>
                    </a:lnTo>
                    <a:lnTo>
                      <a:pt x="3192" y="516"/>
                    </a:lnTo>
                    <a:lnTo>
                      <a:pt x="3192" y="516"/>
                    </a:lnTo>
                    <a:lnTo>
                      <a:pt x="3198" y="516"/>
                    </a:lnTo>
                    <a:lnTo>
                      <a:pt x="3198" y="516"/>
                    </a:lnTo>
                    <a:lnTo>
                      <a:pt x="3198" y="516"/>
                    </a:lnTo>
                    <a:lnTo>
                      <a:pt x="3198" y="516"/>
                    </a:lnTo>
                    <a:lnTo>
                      <a:pt x="3198" y="522"/>
                    </a:lnTo>
                    <a:lnTo>
                      <a:pt x="3198" y="522"/>
                    </a:lnTo>
                    <a:lnTo>
                      <a:pt x="3198" y="522"/>
                    </a:lnTo>
                    <a:lnTo>
                      <a:pt x="3198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40" y="552"/>
                    </a:lnTo>
                    <a:lnTo>
                      <a:pt x="3240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52" y="552"/>
                    </a:lnTo>
                    <a:lnTo>
                      <a:pt x="3252" y="552"/>
                    </a:lnTo>
                    <a:lnTo>
                      <a:pt x="3252" y="552"/>
                    </a:lnTo>
                    <a:lnTo>
                      <a:pt x="3252" y="558"/>
                    </a:lnTo>
                    <a:lnTo>
                      <a:pt x="3252" y="558"/>
                    </a:lnTo>
                    <a:lnTo>
                      <a:pt x="3252" y="558"/>
                    </a:lnTo>
                    <a:lnTo>
                      <a:pt x="3252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64" y="558"/>
                    </a:lnTo>
                    <a:lnTo>
                      <a:pt x="3288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12" y="576"/>
                    </a:lnTo>
                    <a:lnTo>
                      <a:pt x="3312" y="576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6" y="588"/>
                    </a:lnTo>
                    <a:lnTo>
                      <a:pt x="3366" y="588"/>
                    </a:lnTo>
                    <a:lnTo>
                      <a:pt x="3390" y="588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14" y="582"/>
                    </a:lnTo>
                    <a:lnTo>
                      <a:pt x="3414" y="582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6" y="570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62" y="564"/>
                    </a:lnTo>
                    <a:lnTo>
                      <a:pt x="3462" y="564"/>
                    </a:lnTo>
                    <a:lnTo>
                      <a:pt x="3462" y="564"/>
                    </a:lnTo>
                    <a:lnTo>
                      <a:pt x="3492" y="552"/>
                    </a:lnTo>
                    <a:lnTo>
                      <a:pt x="3492" y="552"/>
                    </a:lnTo>
                    <a:lnTo>
                      <a:pt x="3492" y="552"/>
                    </a:lnTo>
                    <a:lnTo>
                      <a:pt x="3492" y="546"/>
                    </a:lnTo>
                    <a:lnTo>
                      <a:pt x="3492" y="546"/>
                    </a:lnTo>
                    <a:lnTo>
                      <a:pt x="3492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504" y="546"/>
                    </a:lnTo>
                    <a:lnTo>
                      <a:pt x="3504" y="546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10" y="540"/>
                    </a:lnTo>
                    <a:lnTo>
                      <a:pt x="3510" y="540"/>
                    </a:lnTo>
                    <a:lnTo>
                      <a:pt x="3510" y="540"/>
                    </a:lnTo>
                    <a:lnTo>
                      <a:pt x="3510" y="540"/>
                    </a:lnTo>
                    <a:lnTo>
                      <a:pt x="3540" y="522"/>
                    </a:lnTo>
                    <a:lnTo>
                      <a:pt x="3540" y="522"/>
                    </a:lnTo>
                    <a:lnTo>
                      <a:pt x="3540" y="522"/>
                    </a:lnTo>
                    <a:lnTo>
                      <a:pt x="3540" y="522"/>
                    </a:lnTo>
                    <a:lnTo>
                      <a:pt x="3540" y="516"/>
                    </a:lnTo>
                    <a:lnTo>
                      <a:pt x="3540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8" y="510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64" y="504"/>
                    </a:lnTo>
                    <a:lnTo>
                      <a:pt x="3564" y="504"/>
                    </a:lnTo>
                    <a:lnTo>
                      <a:pt x="3564" y="498"/>
                    </a:lnTo>
                    <a:lnTo>
                      <a:pt x="3564" y="498"/>
                    </a:lnTo>
                    <a:lnTo>
                      <a:pt x="3564" y="498"/>
                    </a:lnTo>
                    <a:lnTo>
                      <a:pt x="3564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82" y="498"/>
                    </a:lnTo>
                    <a:lnTo>
                      <a:pt x="3582" y="498"/>
                    </a:lnTo>
                    <a:lnTo>
                      <a:pt x="3582" y="498"/>
                    </a:lnTo>
                    <a:lnTo>
                      <a:pt x="3582" y="498"/>
                    </a:lnTo>
                    <a:lnTo>
                      <a:pt x="3582" y="504"/>
                    </a:lnTo>
                    <a:lnTo>
                      <a:pt x="3582" y="504"/>
                    </a:lnTo>
                    <a:lnTo>
                      <a:pt x="3582" y="504"/>
                    </a:lnTo>
                    <a:lnTo>
                      <a:pt x="3588" y="504"/>
                    </a:lnTo>
                    <a:lnTo>
                      <a:pt x="3588" y="504"/>
                    </a:lnTo>
                    <a:lnTo>
                      <a:pt x="3588" y="504"/>
                    </a:lnTo>
                    <a:lnTo>
                      <a:pt x="3588" y="504"/>
                    </a:lnTo>
                    <a:lnTo>
                      <a:pt x="3588" y="504"/>
                    </a:lnTo>
                    <a:lnTo>
                      <a:pt x="3588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36" y="546"/>
                    </a:lnTo>
                    <a:lnTo>
                      <a:pt x="3636" y="552"/>
                    </a:lnTo>
                    <a:lnTo>
                      <a:pt x="3636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54" y="558"/>
                    </a:lnTo>
                    <a:lnTo>
                      <a:pt x="3654" y="558"/>
                    </a:lnTo>
                    <a:lnTo>
                      <a:pt x="3654" y="558"/>
                    </a:lnTo>
                    <a:lnTo>
                      <a:pt x="3654" y="564"/>
                    </a:lnTo>
                    <a:lnTo>
                      <a:pt x="3654" y="564"/>
                    </a:lnTo>
                    <a:lnTo>
                      <a:pt x="3654" y="564"/>
                    </a:lnTo>
                    <a:lnTo>
                      <a:pt x="3654" y="564"/>
                    </a:lnTo>
                    <a:lnTo>
                      <a:pt x="3684" y="582"/>
                    </a:lnTo>
                    <a:lnTo>
                      <a:pt x="3684" y="582"/>
                    </a:lnTo>
                    <a:lnTo>
                      <a:pt x="3690" y="582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8" y="594"/>
                    </a:lnTo>
                    <a:lnTo>
                      <a:pt x="3732" y="606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6" y="612"/>
                    </a:lnTo>
                    <a:lnTo>
                      <a:pt x="3756" y="612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10" y="624"/>
                    </a:lnTo>
                    <a:lnTo>
                      <a:pt x="3810" y="624"/>
                    </a:lnTo>
                    <a:lnTo>
                      <a:pt x="3834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6" y="624"/>
                    </a:lnTo>
                    <a:lnTo>
                      <a:pt x="3846" y="624"/>
                    </a:lnTo>
                    <a:lnTo>
                      <a:pt x="3846" y="624"/>
                    </a:lnTo>
                    <a:lnTo>
                      <a:pt x="3846" y="618"/>
                    </a:lnTo>
                    <a:lnTo>
                      <a:pt x="3846" y="618"/>
                    </a:lnTo>
                    <a:lnTo>
                      <a:pt x="3846" y="618"/>
                    </a:lnTo>
                    <a:lnTo>
                      <a:pt x="3846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8" y="618"/>
                    </a:lnTo>
                    <a:lnTo>
                      <a:pt x="3858" y="618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6" y="606"/>
                    </a:lnTo>
                    <a:lnTo>
                      <a:pt x="3906" y="600"/>
                    </a:lnTo>
                    <a:lnTo>
                      <a:pt x="3906" y="600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42" y="588"/>
                    </a:lnTo>
                    <a:lnTo>
                      <a:pt x="3942" y="588"/>
                    </a:lnTo>
                    <a:lnTo>
                      <a:pt x="3942" y="588"/>
                    </a:lnTo>
                    <a:lnTo>
                      <a:pt x="3942" y="588"/>
                    </a:lnTo>
                    <a:lnTo>
                      <a:pt x="3942" y="582"/>
                    </a:lnTo>
                    <a:lnTo>
                      <a:pt x="3942" y="582"/>
                    </a:lnTo>
                    <a:lnTo>
                      <a:pt x="3942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54" y="576"/>
                    </a:lnTo>
                    <a:lnTo>
                      <a:pt x="3954" y="576"/>
                    </a:lnTo>
                    <a:lnTo>
                      <a:pt x="3954" y="576"/>
                    </a:lnTo>
                    <a:lnTo>
                      <a:pt x="3954" y="576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90" y="558"/>
                    </a:lnTo>
                    <a:lnTo>
                      <a:pt x="3990" y="558"/>
                    </a:lnTo>
                    <a:lnTo>
                      <a:pt x="3990" y="558"/>
                    </a:lnTo>
                    <a:lnTo>
                      <a:pt x="3990" y="558"/>
                    </a:lnTo>
                    <a:lnTo>
                      <a:pt x="3990" y="552"/>
                    </a:lnTo>
                    <a:lnTo>
                      <a:pt x="3990" y="552"/>
                    </a:lnTo>
                    <a:lnTo>
                      <a:pt x="3990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46"/>
                    </a:lnTo>
                    <a:lnTo>
                      <a:pt x="3996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34"/>
                    </a:lnTo>
                    <a:lnTo>
                      <a:pt x="4020" y="534"/>
                    </a:lnTo>
                    <a:lnTo>
                      <a:pt x="4020" y="534"/>
                    </a:lnTo>
                    <a:lnTo>
                      <a:pt x="4020" y="540"/>
                    </a:lnTo>
                    <a:lnTo>
                      <a:pt x="4020" y="540"/>
                    </a:lnTo>
                    <a:lnTo>
                      <a:pt x="4020" y="540"/>
                    </a:lnTo>
                    <a:lnTo>
                      <a:pt x="4020" y="540"/>
                    </a:lnTo>
                    <a:lnTo>
                      <a:pt x="4020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8" y="546"/>
                    </a:lnTo>
                    <a:lnTo>
                      <a:pt x="4038" y="546"/>
                    </a:lnTo>
                    <a:lnTo>
                      <a:pt x="4038" y="546"/>
                    </a:lnTo>
                    <a:lnTo>
                      <a:pt x="4038" y="552"/>
                    </a:lnTo>
                    <a:lnTo>
                      <a:pt x="4038" y="552"/>
                    </a:lnTo>
                    <a:lnTo>
                      <a:pt x="4038" y="552"/>
                    </a:lnTo>
                    <a:lnTo>
                      <a:pt x="4038" y="552"/>
                    </a:lnTo>
                    <a:lnTo>
                      <a:pt x="4038" y="552"/>
                    </a:lnTo>
                    <a:lnTo>
                      <a:pt x="4044" y="552"/>
                    </a:lnTo>
                    <a:lnTo>
                      <a:pt x="4044" y="552"/>
                    </a:lnTo>
                    <a:lnTo>
                      <a:pt x="4044" y="552"/>
                    </a:lnTo>
                    <a:lnTo>
                      <a:pt x="4044" y="552"/>
                    </a:lnTo>
                    <a:lnTo>
                      <a:pt x="4044" y="558"/>
                    </a:lnTo>
                    <a:lnTo>
                      <a:pt x="4044" y="558"/>
                    </a:lnTo>
                    <a:lnTo>
                      <a:pt x="4044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80" y="582"/>
                    </a:lnTo>
                    <a:lnTo>
                      <a:pt x="4080" y="582"/>
                    </a:lnTo>
                    <a:lnTo>
                      <a:pt x="4080" y="582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92" y="588"/>
                    </a:lnTo>
                    <a:lnTo>
                      <a:pt x="4092" y="588"/>
                    </a:lnTo>
                    <a:lnTo>
                      <a:pt x="4092" y="588"/>
                    </a:lnTo>
                    <a:lnTo>
                      <a:pt x="4092" y="588"/>
                    </a:lnTo>
                    <a:lnTo>
                      <a:pt x="4092" y="594"/>
                    </a:lnTo>
                    <a:lnTo>
                      <a:pt x="4092" y="594"/>
                    </a:lnTo>
                    <a:lnTo>
                      <a:pt x="4092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128" y="612"/>
                    </a:lnTo>
                    <a:lnTo>
                      <a:pt x="4128" y="612"/>
                    </a:lnTo>
                    <a:lnTo>
                      <a:pt x="4134" y="612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6" y="618"/>
                    </a:lnTo>
                    <a:lnTo>
                      <a:pt x="4146" y="618"/>
                    </a:lnTo>
                    <a:lnTo>
                      <a:pt x="4146" y="618"/>
                    </a:lnTo>
                    <a:lnTo>
                      <a:pt x="4146" y="624"/>
                    </a:lnTo>
                    <a:lnTo>
                      <a:pt x="4146" y="624"/>
                    </a:lnTo>
                    <a:lnTo>
                      <a:pt x="4146" y="624"/>
                    </a:lnTo>
                    <a:lnTo>
                      <a:pt x="4146" y="624"/>
                    </a:lnTo>
                    <a:lnTo>
                      <a:pt x="4152" y="624"/>
                    </a:lnTo>
                    <a:lnTo>
                      <a:pt x="4176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200" y="642"/>
                    </a:lnTo>
                    <a:lnTo>
                      <a:pt x="4200" y="642"/>
                    </a:lnTo>
                    <a:lnTo>
                      <a:pt x="4230" y="642"/>
                    </a:lnTo>
                    <a:lnTo>
                      <a:pt x="4230" y="642"/>
                    </a:lnTo>
                    <a:lnTo>
                      <a:pt x="4230" y="642"/>
                    </a:lnTo>
                    <a:lnTo>
                      <a:pt x="4230" y="642"/>
                    </a:lnTo>
                    <a:lnTo>
                      <a:pt x="4230" y="642"/>
                    </a:lnTo>
                    <a:lnTo>
                      <a:pt x="4230" y="648"/>
                    </a:lnTo>
                    <a:lnTo>
                      <a:pt x="4230" y="648"/>
                    </a:lnTo>
                    <a:lnTo>
                      <a:pt x="4230" y="648"/>
                    </a:lnTo>
                    <a:lnTo>
                      <a:pt x="4230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54" y="642"/>
                    </a:lnTo>
                    <a:lnTo>
                      <a:pt x="4254" y="642"/>
                    </a:lnTo>
                    <a:lnTo>
                      <a:pt x="4278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6" y="642"/>
                    </a:lnTo>
                    <a:lnTo>
                      <a:pt x="4296" y="642"/>
                    </a:lnTo>
                    <a:lnTo>
                      <a:pt x="4296" y="642"/>
                    </a:lnTo>
                    <a:lnTo>
                      <a:pt x="4296" y="636"/>
                    </a:lnTo>
                    <a:lnTo>
                      <a:pt x="4296" y="636"/>
                    </a:lnTo>
                    <a:lnTo>
                      <a:pt x="4296" y="636"/>
                    </a:lnTo>
                    <a:lnTo>
                      <a:pt x="4296" y="636"/>
                    </a:lnTo>
                    <a:lnTo>
                      <a:pt x="4296" y="636"/>
                    </a:lnTo>
                    <a:lnTo>
                      <a:pt x="4302" y="636"/>
                    </a:lnTo>
                    <a:lnTo>
                      <a:pt x="4302" y="636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50" y="624"/>
                    </a:lnTo>
                    <a:lnTo>
                      <a:pt x="4350" y="618"/>
                    </a:lnTo>
                    <a:lnTo>
                      <a:pt x="4350" y="618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6" y="606"/>
                    </a:lnTo>
                    <a:lnTo>
                      <a:pt x="4386" y="606"/>
                    </a:lnTo>
                    <a:lnTo>
                      <a:pt x="4386" y="606"/>
                    </a:lnTo>
                    <a:lnTo>
                      <a:pt x="4386" y="600"/>
                    </a:lnTo>
                    <a:lnTo>
                      <a:pt x="4386" y="600"/>
                    </a:lnTo>
                    <a:lnTo>
                      <a:pt x="4386" y="600"/>
                    </a:lnTo>
                    <a:lnTo>
                      <a:pt x="4386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8" y="594"/>
                    </a:lnTo>
                    <a:lnTo>
                      <a:pt x="4398" y="594"/>
                    </a:lnTo>
                    <a:lnTo>
                      <a:pt x="4398" y="594"/>
                    </a:lnTo>
                    <a:lnTo>
                      <a:pt x="4398" y="594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34" y="576"/>
                    </a:lnTo>
                    <a:lnTo>
                      <a:pt x="4434" y="576"/>
                    </a:lnTo>
                    <a:lnTo>
                      <a:pt x="4434" y="576"/>
                    </a:lnTo>
                    <a:lnTo>
                      <a:pt x="4434" y="576"/>
                    </a:lnTo>
                    <a:lnTo>
                      <a:pt x="4434" y="570"/>
                    </a:lnTo>
                    <a:lnTo>
                      <a:pt x="4434" y="570"/>
                    </a:lnTo>
                    <a:lnTo>
                      <a:pt x="4434" y="570"/>
                    </a:lnTo>
                    <a:lnTo>
                      <a:pt x="4440" y="570"/>
                    </a:lnTo>
                  </a:path>
                </a:pathLst>
              </a:custGeom>
              <a:noFill/>
              <a:ln w="93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0" name="Rectangle 55"/>
              <p:cNvSpPr/>
              <p:nvPr/>
            </p:nvSpPr>
            <p:spPr>
              <a:xfrm>
                <a:off x="868680" y="3575160"/>
                <a:ext cx="34128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ff0000"/>
                    </a:solidFill>
                    <a:effectLst/>
                    <a:uFillTx/>
                    <a:latin typeface="Arial"/>
                  </a:rPr>
                  <a:t>Ax_bet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1" name="Freeform 56"/>
              <p:cNvSpPr/>
              <p:nvPr/>
            </p:nvSpPr>
            <p:spPr>
              <a:xfrm>
                <a:off x="331200" y="1712880"/>
                <a:ext cx="8452080" cy="1233720"/>
              </a:xfrm>
              <a:custGeom>
                <a:avLst/>
                <a:gdLst>
                  <a:gd name="textAreaLeft" fmla="*/ 0 w 8452080"/>
                  <a:gd name="textAreaRight" fmla="*/ 8452440 w 8452080"/>
                  <a:gd name="textAreaTop" fmla="*/ 0 h 1233720"/>
                  <a:gd name="textAreaBottom" fmla="*/ 1234080 h 1233720"/>
                  <a:gd name="GluePoint1X" fmla="*/ 36 w 4440"/>
                  <a:gd name="GluePoint1Y" fmla="*/ 18 h 648"/>
                  <a:gd name="GluePoint2X" fmla="*/ 96 w 4440"/>
                  <a:gd name="GluePoint2Y" fmla="*/ 168 h 648"/>
                  <a:gd name="GluePoint3X" fmla="*/ 186 w 4440"/>
                  <a:gd name="GluePoint3Y" fmla="*/ 294 h 648"/>
                  <a:gd name="GluePoint4X" fmla="*/ 252 w 4440"/>
                  <a:gd name="GluePoint4Y" fmla="*/ 318 h 648"/>
                  <a:gd name="GluePoint5X" fmla="*/ 342 w 4440"/>
                  <a:gd name="GluePoint5Y" fmla="*/ 264 h 648"/>
                  <a:gd name="GluePoint6X" fmla="*/ 432 w 4440"/>
                  <a:gd name="GluePoint6Y" fmla="*/ 114 h 648"/>
                  <a:gd name="GluePoint7X" fmla="*/ 468 w 4440"/>
                  <a:gd name="GluePoint7Y" fmla="*/ 42 h 648"/>
                  <a:gd name="GluePoint8X" fmla="*/ 528 w 4440"/>
                  <a:gd name="GluePoint8Y" fmla="*/ 180 h 648"/>
                  <a:gd name="GluePoint9X" fmla="*/ 594 w 4440"/>
                  <a:gd name="GluePoint9Y" fmla="*/ 288 h 648"/>
                  <a:gd name="GluePoint10X" fmla="*/ 684 w 4440"/>
                  <a:gd name="GluePoint10Y" fmla="*/ 354 h 648"/>
                  <a:gd name="GluePoint11X" fmla="*/ 744 w 4440"/>
                  <a:gd name="GluePoint11Y" fmla="*/ 348 h 648"/>
                  <a:gd name="GluePoint12X" fmla="*/ 834 w 4440"/>
                  <a:gd name="GluePoint12Y" fmla="*/ 258 h 648"/>
                  <a:gd name="GluePoint13X" fmla="*/ 900 w 4440"/>
                  <a:gd name="GluePoint13Y" fmla="*/ 150 h 648"/>
                  <a:gd name="GluePoint14X" fmla="*/ 936 w 4440"/>
                  <a:gd name="GluePoint14Y" fmla="*/ 180 h 648"/>
                  <a:gd name="GluePoint15X" fmla="*/ 1026 w 4440"/>
                  <a:gd name="GluePoint15Y" fmla="*/ 336 h 648"/>
                  <a:gd name="GluePoint16X" fmla="*/ 1086 w 4440"/>
                  <a:gd name="GluePoint16Y" fmla="*/ 396 h 648"/>
                  <a:gd name="GluePoint17X" fmla="*/ 1176 w 4440"/>
                  <a:gd name="GluePoint17Y" fmla="*/ 408 h 648"/>
                  <a:gd name="GluePoint18X" fmla="*/ 1242 w 4440"/>
                  <a:gd name="GluePoint18Y" fmla="*/ 366 h 648"/>
                  <a:gd name="GluePoint19X" fmla="*/ 1332 w 4440"/>
                  <a:gd name="GluePoint19Y" fmla="*/ 252 h 648"/>
                  <a:gd name="GluePoint20X" fmla="*/ 1368 w 4440"/>
                  <a:gd name="GluePoint20Y" fmla="*/ 240 h 648"/>
                  <a:gd name="GluePoint21X" fmla="*/ 1428 w 4440"/>
                  <a:gd name="GluePoint21Y" fmla="*/ 336 h 648"/>
                  <a:gd name="GluePoint22X" fmla="*/ 1518 w 4440"/>
                  <a:gd name="GluePoint22Y" fmla="*/ 426 h 648"/>
                  <a:gd name="GluePoint23X" fmla="*/ 1584 w 4440"/>
                  <a:gd name="GluePoint23Y" fmla="*/ 450 h 648"/>
                  <a:gd name="GluePoint24X" fmla="*/ 1674 w 4440"/>
                  <a:gd name="GluePoint24Y" fmla="*/ 420 h 648"/>
                  <a:gd name="GluePoint25X" fmla="*/ 1764 w 4440"/>
                  <a:gd name="GluePoint25Y" fmla="*/ 342 h 648"/>
                  <a:gd name="GluePoint26X" fmla="*/ 1800 w 4440"/>
                  <a:gd name="GluePoint26Y" fmla="*/ 300 h 648"/>
                  <a:gd name="GluePoint27X" fmla="*/ 1860 w 4440"/>
                  <a:gd name="GluePoint27Y" fmla="*/ 372 h 648"/>
                  <a:gd name="GluePoint28X" fmla="*/ 1926 w 4440"/>
                  <a:gd name="GluePoint28Y" fmla="*/ 432 h 648"/>
                  <a:gd name="GluePoint29X" fmla="*/ 2016 w 4440"/>
                  <a:gd name="GluePoint29Y" fmla="*/ 468 h 648"/>
                  <a:gd name="GluePoint30X" fmla="*/ 2076 w 4440"/>
                  <a:gd name="GluePoint30Y" fmla="*/ 462 h 648"/>
                  <a:gd name="GluePoint31X" fmla="*/ 2166 w 4440"/>
                  <a:gd name="GluePoint31Y" fmla="*/ 414 h 648"/>
                  <a:gd name="GluePoint32X" fmla="*/ 2232 w 4440"/>
                  <a:gd name="GluePoint32Y" fmla="*/ 360 h 648"/>
                  <a:gd name="GluePoint33X" fmla="*/ 2268 w 4440"/>
                  <a:gd name="GluePoint33Y" fmla="*/ 378 h 648"/>
                  <a:gd name="GluePoint34X" fmla="*/ 2358 w 4440"/>
                  <a:gd name="GluePoint34Y" fmla="*/ 462 h 648"/>
                  <a:gd name="GluePoint35X" fmla="*/ 2418 w 4440"/>
                  <a:gd name="GluePoint35Y" fmla="*/ 498 h 648"/>
                  <a:gd name="GluePoint36X" fmla="*/ 2508 w 4440"/>
                  <a:gd name="GluePoint36Y" fmla="*/ 504 h 648"/>
                  <a:gd name="GluePoint37X" fmla="*/ 2574 w 4440"/>
                  <a:gd name="GluePoint37Y" fmla="*/ 486 h 648"/>
                  <a:gd name="GluePoint38X" fmla="*/ 2664 w 4440"/>
                  <a:gd name="GluePoint38Y" fmla="*/ 432 h 648"/>
                  <a:gd name="GluePoint39X" fmla="*/ 2700 w 4440"/>
                  <a:gd name="GluePoint39Y" fmla="*/ 426 h 648"/>
                  <a:gd name="GluePoint40X" fmla="*/ 2760 w 4440"/>
                  <a:gd name="GluePoint40Y" fmla="*/ 486 h 648"/>
                  <a:gd name="GluePoint41X" fmla="*/ 2850 w 4440"/>
                  <a:gd name="GluePoint41Y" fmla="*/ 546 h 648"/>
                  <a:gd name="GluePoint42X" fmla="*/ 2916 w 4440"/>
                  <a:gd name="GluePoint42Y" fmla="*/ 558 h 648"/>
                  <a:gd name="GluePoint43X" fmla="*/ 3006 w 4440"/>
                  <a:gd name="GluePoint43Y" fmla="*/ 540 h 648"/>
                  <a:gd name="GluePoint44X" fmla="*/ 3096 w 4440"/>
                  <a:gd name="GluePoint44Y" fmla="*/ 492 h 648"/>
                  <a:gd name="GluePoint45X" fmla="*/ 3132 w 4440"/>
                  <a:gd name="GluePoint45Y" fmla="*/ 462 h 648"/>
                  <a:gd name="GluePoint46X" fmla="*/ 3192 w 4440"/>
                  <a:gd name="GluePoint46Y" fmla="*/ 516 h 648"/>
                  <a:gd name="GluePoint47X" fmla="*/ 3258 w 4440"/>
                  <a:gd name="GluePoint47Y" fmla="*/ 558 h 648"/>
                  <a:gd name="GluePoint48X" fmla="*/ 3348 w 4440"/>
                  <a:gd name="GluePoint48Y" fmla="*/ 588 h 648"/>
                  <a:gd name="GluePoint49X" fmla="*/ 3408 w 4440"/>
                  <a:gd name="GluePoint49Y" fmla="*/ 582 h 648"/>
                  <a:gd name="GluePoint50X" fmla="*/ 3498 w 4440"/>
                  <a:gd name="GluePoint50Y" fmla="*/ 546 h 648"/>
                  <a:gd name="GluePoint51X" fmla="*/ 3564 w 4440"/>
                  <a:gd name="GluePoint51Y" fmla="*/ 504 h 648"/>
                  <a:gd name="GluePoint52X" fmla="*/ 3600 w 4440"/>
                  <a:gd name="GluePoint52Y" fmla="*/ 516 h 648"/>
                  <a:gd name="GluePoint53X" fmla="*/ 3690 w 4440"/>
                  <a:gd name="GluePoint53Y" fmla="*/ 588 h 648"/>
                  <a:gd name="GluePoint54X" fmla="*/ 3750 w 4440"/>
                  <a:gd name="GluePoint54Y" fmla="*/ 612 h 648"/>
                  <a:gd name="GluePoint55X" fmla="*/ 3840 w 4440"/>
                  <a:gd name="GluePoint55Y" fmla="*/ 624 h 648"/>
                  <a:gd name="GluePoint56X" fmla="*/ 3906 w 4440"/>
                  <a:gd name="GluePoint56Y" fmla="*/ 600 h 648"/>
                  <a:gd name="GluePoint57X" fmla="*/ 3996 w 4440"/>
                  <a:gd name="GluePoint57Y" fmla="*/ 552 h 648"/>
                  <a:gd name="GluePoint58X" fmla="*/ 4032 w 4440"/>
                  <a:gd name="GluePoint58Y" fmla="*/ 546 h 648"/>
                  <a:gd name="GluePoint59X" fmla="*/ 4092 w 4440"/>
                  <a:gd name="GluePoint59Y" fmla="*/ 594 h 648"/>
                  <a:gd name="GluePoint60X" fmla="*/ 4182 w 4440"/>
                  <a:gd name="GluePoint60Y" fmla="*/ 636 h 648"/>
                  <a:gd name="GluePoint61X" fmla="*/ 4248 w 4440"/>
                  <a:gd name="GluePoint61Y" fmla="*/ 642 h 648"/>
                  <a:gd name="GluePoint62X" fmla="*/ 4338 w 4440"/>
                  <a:gd name="GluePoint62Y" fmla="*/ 624 h 648"/>
                  <a:gd name="GluePoint63X" fmla="*/ 4428 w 4440"/>
                  <a:gd name="GluePoint63Y" fmla="*/ 576 h 6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4440" h="648">
                    <a:moveTo>
                      <a:pt x="0" y="48"/>
                    </a:moveTo>
                    <a:lnTo>
                      <a:pt x="0" y="42"/>
                    </a:lnTo>
                    <a:lnTo>
                      <a:pt x="0" y="42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0"/>
                    </a:lnTo>
                    <a:lnTo>
                      <a:pt x="6" y="30"/>
                    </a:lnTo>
                    <a:lnTo>
                      <a:pt x="6" y="30"/>
                    </a:lnTo>
                    <a:lnTo>
                      <a:pt x="6" y="24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8" y="6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30" y="6"/>
                    </a:lnTo>
                    <a:lnTo>
                      <a:pt x="30" y="6"/>
                    </a:lnTo>
                    <a:lnTo>
                      <a:pt x="30" y="6"/>
                    </a:lnTo>
                    <a:lnTo>
                      <a:pt x="30" y="12"/>
                    </a:lnTo>
                    <a:lnTo>
                      <a:pt x="30" y="12"/>
                    </a:lnTo>
                    <a:lnTo>
                      <a:pt x="30" y="12"/>
                    </a:lnTo>
                    <a:lnTo>
                      <a:pt x="30" y="18"/>
                    </a:lnTo>
                    <a:lnTo>
                      <a:pt x="36" y="18"/>
                    </a:lnTo>
                    <a:lnTo>
                      <a:pt x="36" y="24"/>
                    </a:lnTo>
                    <a:lnTo>
                      <a:pt x="36" y="24"/>
                    </a:lnTo>
                    <a:lnTo>
                      <a:pt x="36" y="24"/>
                    </a:lnTo>
                    <a:lnTo>
                      <a:pt x="36" y="30"/>
                    </a:lnTo>
                    <a:lnTo>
                      <a:pt x="36" y="30"/>
                    </a:lnTo>
                    <a:lnTo>
                      <a:pt x="42" y="30"/>
                    </a:lnTo>
                    <a:lnTo>
                      <a:pt x="42" y="36"/>
                    </a:lnTo>
                    <a:lnTo>
                      <a:pt x="42" y="36"/>
                    </a:lnTo>
                    <a:lnTo>
                      <a:pt x="42" y="42"/>
                    </a:lnTo>
                    <a:lnTo>
                      <a:pt x="42" y="42"/>
                    </a:lnTo>
                    <a:lnTo>
                      <a:pt x="42" y="42"/>
                    </a:lnTo>
                    <a:lnTo>
                      <a:pt x="42" y="48"/>
                    </a:lnTo>
                    <a:lnTo>
                      <a:pt x="42" y="48"/>
                    </a:lnTo>
                    <a:lnTo>
                      <a:pt x="48" y="54"/>
                    </a:lnTo>
                    <a:lnTo>
                      <a:pt x="48" y="54"/>
                    </a:lnTo>
                    <a:lnTo>
                      <a:pt x="48" y="54"/>
                    </a:lnTo>
                    <a:lnTo>
                      <a:pt x="48" y="60"/>
                    </a:lnTo>
                    <a:lnTo>
                      <a:pt x="48" y="60"/>
                    </a:lnTo>
                    <a:lnTo>
                      <a:pt x="48" y="60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4" y="72"/>
                    </a:lnTo>
                    <a:lnTo>
                      <a:pt x="54" y="72"/>
                    </a:lnTo>
                    <a:lnTo>
                      <a:pt x="54" y="72"/>
                    </a:lnTo>
                    <a:lnTo>
                      <a:pt x="84" y="138"/>
                    </a:lnTo>
                    <a:lnTo>
                      <a:pt x="84" y="144"/>
                    </a:lnTo>
                    <a:lnTo>
                      <a:pt x="84" y="144"/>
                    </a:lnTo>
                    <a:lnTo>
                      <a:pt x="90" y="144"/>
                    </a:lnTo>
                    <a:lnTo>
                      <a:pt x="90" y="150"/>
                    </a:lnTo>
                    <a:lnTo>
                      <a:pt x="90" y="150"/>
                    </a:lnTo>
                    <a:lnTo>
                      <a:pt x="90" y="150"/>
                    </a:lnTo>
                    <a:lnTo>
                      <a:pt x="90" y="150"/>
                    </a:lnTo>
                    <a:lnTo>
                      <a:pt x="90" y="156"/>
                    </a:lnTo>
                    <a:lnTo>
                      <a:pt x="90" y="156"/>
                    </a:lnTo>
                    <a:lnTo>
                      <a:pt x="90" y="156"/>
                    </a:lnTo>
                    <a:lnTo>
                      <a:pt x="96" y="156"/>
                    </a:lnTo>
                    <a:lnTo>
                      <a:pt x="96" y="162"/>
                    </a:lnTo>
                    <a:lnTo>
                      <a:pt x="96" y="162"/>
                    </a:lnTo>
                    <a:lnTo>
                      <a:pt x="96" y="162"/>
                    </a:lnTo>
                    <a:lnTo>
                      <a:pt x="96" y="168"/>
                    </a:lnTo>
                    <a:lnTo>
                      <a:pt x="96" y="168"/>
                    </a:lnTo>
                    <a:lnTo>
                      <a:pt x="96" y="168"/>
                    </a:lnTo>
                    <a:lnTo>
                      <a:pt x="102" y="168"/>
                    </a:lnTo>
                    <a:lnTo>
                      <a:pt x="102" y="174"/>
                    </a:lnTo>
                    <a:lnTo>
                      <a:pt x="102" y="174"/>
                    </a:lnTo>
                    <a:lnTo>
                      <a:pt x="102" y="174"/>
                    </a:lnTo>
                    <a:lnTo>
                      <a:pt x="102" y="174"/>
                    </a:lnTo>
                    <a:lnTo>
                      <a:pt x="102" y="180"/>
                    </a:lnTo>
                    <a:lnTo>
                      <a:pt x="102" y="180"/>
                    </a:lnTo>
                    <a:lnTo>
                      <a:pt x="132" y="228"/>
                    </a:lnTo>
                    <a:lnTo>
                      <a:pt x="132" y="228"/>
                    </a:lnTo>
                    <a:lnTo>
                      <a:pt x="138" y="228"/>
                    </a:lnTo>
                    <a:lnTo>
                      <a:pt x="138" y="234"/>
                    </a:lnTo>
                    <a:lnTo>
                      <a:pt x="138" y="234"/>
                    </a:lnTo>
                    <a:lnTo>
                      <a:pt x="138" y="234"/>
                    </a:lnTo>
                    <a:lnTo>
                      <a:pt x="138" y="234"/>
                    </a:lnTo>
                    <a:lnTo>
                      <a:pt x="138" y="234"/>
                    </a:lnTo>
                    <a:lnTo>
                      <a:pt x="138" y="240"/>
                    </a:lnTo>
                    <a:lnTo>
                      <a:pt x="138" y="240"/>
                    </a:lnTo>
                    <a:lnTo>
                      <a:pt x="144" y="240"/>
                    </a:lnTo>
                    <a:lnTo>
                      <a:pt x="144" y="240"/>
                    </a:lnTo>
                    <a:lnTo>
                      <a:pt x="144" y="240"/>
                    </a:lnTo>
                    <a:lnTo>
                      <a:pt x="144" y="246"/>
                    </a:lnTo>
                    <a:lnTo>
                      <a:pt x="144" y="246"/>
                    </a:lnTo>
                    <a:lnTo>
                      <a:pt x="144" y="246"/>
                    </a:lnTo>
                    <a:lnTo>
                      <a:pt x="144" y="246"/>
                    </a:lnTo>
                    <a:lnTo>
                      <a:pt x="150" y="246"/>
                    </a:lnTo>
                    <a:lnTo>
                      <a:pt x="150" y="246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0" y="252"/>
                    </a:lnTo>
                    <a:lnTo>
                      <a:pt x="156" y="258"/>
                    </a:lnTo>
                    <a:lnTo>
                      <a:pt x="180" y="288"/>
                    </a:lnTo>
                    <a:lnTo>
                      <a:pt x="186" y="288"/>
                    </a:lnTo>
                    <a:lnTo>
                      <a:pt x="186" y="288"/>
                    </a:lnTo>
                    <a:lnTo>
                      <a:pt x="186" y="288"/>
                    </a:lnTo>
                    <a:lnTo>
                      <a:pt x="186" y="288"/>
                    </a:lnTo>
                    <a:lnTo>
                      <a:pt x="186" y="288"/>
                    </a:lnTo>
                    <a:lnTo>
                      <a:pt x="186" y="294"/>
                    </a:lnTo>
                    <a:lnTo>
                      <a:pt x="186" y="294"/>
                    </a:lnTo>
                    <a:lnTo>
                      <a:pt x="186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294"/>
                    </a:lnTo>
                    <a:lnTo>
                      <a:pt x="192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198" y="300"/>
                    </a:lnTo>
                    <a:lnTo>
                      <a:pt x="204" y="300"/>
                    </a:lnTo>
                    <a:lnTo>
                      <a:pt x="204" y="300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34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0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46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2" y="318"/>
                    </a:lnTo>
                    <a:lnTo>
                      <a:pt x="258" y="318"/>
                    </a:lnTo>
                    <a:lnTo>
                      <a:pt x="258" y="318"/>
                    </a:lnTo>
                    <a:lnTo>
                      <a:pt x="282" y="312"/>
                    </a:lnTo>
                    <a:lnTo>
                      <a:pt x="288" y="312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88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6"/>
                    </a:lnTo>
                    <a:lnTo>
                      <a:pt x="294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0" y="300"/>
                    </a:lnTo>
                    <a:lnTo>
                      <a:pt x="306" y="300"/>
                    </a:lnTo>
                    <a:lnTo>
                      <a:pt x="306" y="30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70"/>
                    </a:lnTo>
                    <a:lnTo>
                      <a:pt x="336" y="264"/>
                    </a:lnTo>
                    <a:lnTo>
                      <a:pt x="342" y="264"/>
                    </a:lnTo>
                    <a:lnTo>
                      <a:pt x="342" y="264"/>
                    </a:lnTo>
                    <a:lnTo>
                      <a:pt x="342" y="264"/>
                    </a:lnTo>
                    <a:lnTo>
                      <a:pt x="342" y="264"/>
                    </a:lnTo>
                    <a:lnTo>
                      <a:pt x="342" y="258"/>
                    </a:lnTo>
                    <a:lnTo>
                      <a:pt x="342" y="258"/>
                    </a:lnTo>
                    <a:lnTo>
                      <a:pt x="342" y="258"/>
                    </a:lnTo>
                    <a:lnTo>
                      <a:pt x="348" y="258"/>
                    </a:lnTo>
                    <a:lnTo>
                      <a:pt x="348" y="258"/>
                    </a:lnTo>
                    <a:lnTo>
                      <a:pt x="348" y="258"/>
                    </a:lnTo>
                    <a:lnTo>
                      <a:pt x="348" y="252"/>
                    </a:lnTo>
                    <a:lnTo>
                      <a:pt x="348" y="252"/>
                    </a:lnTo>
                    <a:lnTo>
                      <a:pt x="348" y="252"/>
                    </a:lnTo>
                    <a:lnTo>
                      <a:pt x="348" y="252"/>
                    </a:lnTo>
                    <a:lnTo>
                      <a:pt x="348" y="252"/>
                    </a:lnTo>
                    <a:lnTo>
                      <a:pt x="354" y="252"/>
                    </a:lnTo>
                    <a:lnTo>
                      <a:pt x="354" y="246"/>
                    </a:lnTo>
                    <a:lnTo>
                      <a:pt x="354" y="246"/>
                    </a:lnTo>
                    <a:lnTo>
                      <a:pt x="384" y="204"/>
                    </a:lnTo>
                    <a:lnTo>
                      <a:pt x="384" y="204"/>
                    </a:lnTo>
                    <a:lnTo>
                      <a:pt x="384" y="204"/>
                    </a:lnTo>
                    <a:lnTo>
                      <a:pt x="384" y="198"/>
                    </a:lnTo>
                    <a:lnTo>
                      <a:pt x="384" y="198"/>
                    </a:lnTo>
                    <a:lnTo>
                      <a:pt x="384" y="198"/>
                    </a:lnTo>
                    <a:lnTo>
                      <a:pt x="390" y="198"/>
                    </a:lnTo>
                    <a:lnTo>
                      <a:pt x="390" y="198"/>
                    </a:lnTo>
                    <a:lnTo>
                      <a:pt x="390" y="192"/>
                    </a:lnTo>
                    <a:lnTo>
                      <a:pt x="390" y="192"/>
                    </a:lnTo>
                    <a:lnTo>
                      <a:pt x="390" y="192"/>
                    </a:lnTo>
                    <a:lnTo>
                      <a:pt x="390" y="192"/>
                    </a:lnTo>
                    <a:lnTo>
                      <a:pt x="390" y="186"/>
                    </a:lnTo>
                    <a:lnTo>
                      <a:pt x="396" y="186"/>
                    </a:lnTo>
                    <a:lnTo>
                      <a:pt x="396" y="186"/>
                    </a:lnTo>
                    <a:lnTo>
                      <a:pt x="396" y="186"/>
                    </a:lnTo>
                    <a:lnTo>
                      <a:pt x="396" y="180"/>
                    </a:lnTo>
                    <a:lnTo>
                      <a:pt x="396" y="180"/>
                    </a:lnTo>
                    <a:lnTo>
                      <a:pt x="396" y="180"/>
                    </a:lnTo>
                    <a:lnTo>
                      <a:pt x="396" y="180"/>
                    </a:lnTo>
                    <a:lnTo>
                      <a:pt x="396" y="174"/>
                    </a:lnTo>
                    <a:lnTo>
                      <a:pt x="402" y="174"/>
                    </a:lnTo>
                    <a:lnTo>
                      <a:pt x="402" y="174"/>
                    </a:lnTo>
                    <a:lnTo>
                      <a:pt x="402" y="174"/>
                    </a:lnTo>
                    <a:lnTo>
                      <a:pt x="402" y="168"/>
                    </a:lnTo>
                    <a:lnTo>
                      <a:pt x="432" y="114"/>
                    </a:lnTo>
                    <a:lnTo>
                      <a:pt x="432" y="114"/>
                    </a:lnTo>
                    <a:lnTo>
                      <a:pt x="432" y="108"/>
                    </a:lnTo>
                    <a:lnTo>
                      <a:pt x="432" y="108"/>
                    </a:lnTo>
                    <a:lnTo>
                      <a:pt x="432" y="108"/>
                    </a:lnTo>
                    <a:lnTo>
                      <a:pt x="432" y="108"/>
                    </a:lnTo>
                    <a:lnTo>
                      <a:pt x="438" y="102"/>
                    </a:lnTo>
                    <a:lnTo>
                      <a:pt x="438" y="102"/>
                    </a:lnTo>
                    <a:lnTo>
                      <a:pt x="438" y="102"/>
                    </a:lnTo>
                    <a:lnTo>
                      <a:pt x="438" y="96"/>
                    </a:lnTo>
                    <a:lnTo>
                      <a:pt x="438" y="96"/>
                    </a:lnTo>
                    <a:lnTo>
                      <a:pt x="438" y="96"/>
                    </a:lnTo>
                    <a:lnTo>
                      <a:pt x="438" y="90"/>
                    </a:lnTo>
                    <a:lnTo>
                      <a:pt x="444" y="90"/>
                    </a:lnTo>
                    <a:lnTo>
                      <a:pt x="444" y="90"/>
                    </a:lnTo>
                    <a:lnTo>
                      <a:pt x="444" y="84"/>
                    </a:lnTo>
                    <a:lnTo>
                      <a:pt x="444" y="84"/>
                    </a:lnTo>
                    <a:lnTo>
                      <a:pt x="444" y="84"/>
                    </a:lnTo>
                    <a:lnTo>
                      <a:pt x="444" y="78"/>
                    </a:lnTo>
                    <a:lnTo>
                      <a:pt x="444" y="78"/>
                    </a:lnTo>
                    <a:lnTo>
                      <a:pt x="444" y="78"/>
                    </a:lnTo>
                    <a:lnTo>
                      <a:pt x="450" y="72"/>
                    </a:lnTo>
                    <a:lnTo>
                      <a:pt x="450" y="72"/>
                    </a:lnTo>
                    <a:lnTo>
                      <a:pt x="450" y="72"/>
                    </a:lnTo>
                    <a:lnTo>
                      <a:pt x="450" y="66"/>
                    </a:lnTo>
                    <a:lnTo>
                      <a:pt x="450" y="66"/>
                    </a:lnTo>
                    <a:lnTo>
                      <a:pt x="450" y="66"/>
                    </a:lnTo>
                    <a:lnTo>
                      <a:pt x="450" y="60"/>
                    </a:lnTo>
                    <a:lnTo>
                      <a:pt x="456" y="60"/>
                    </a:lnTo>
                    <a:lnTo>
                      <a:pt x="456" y="60"/>
                    </a:lnTo>
                    <a:lnTo>
                      <a:pt x="456" y="54"/>
                    </a:lnTo>
                    <a:lnTo>
                      <a:pt x="456" y="54"/>
                    </a:lnTo>
                    <a:lnTo>
                      <a:pt x="456" y="54"/>
                    </a:lnTo>
                    <a:lnTo>
                      <a:pt x="456" y="48"/>
                    </a:lnTo>
                    <a:lnTo>
                      <a:pt x="462" y="48"/>
                    </a:lnTo>
                    <a:lnTo>
                      <a:pt x="462" y="48"/>
                    </a:lnTo>
                    <a:lnTo>
                      <a:pt x="462" y="48"/>
                    </a:lnTo>
                    <a:lnTo>
                      <a:pt x="462" y="42"/>
                    </a:lnTo>
                    <a:lnTo>
                      <a:pt x="462" y="42"/>
                    </a:lnTo>
                    <a:lnTo>
                      <a:pt x="462" y="42"/>
                    </a:lnTo>
                    <a:lnTo>
                      <a:pt x="462" y="42"/>
                    </a:lnTo>
                    <a:lnTo>
                      <a:pt x="468" y="42"/>
                    </a:lnTo>
                    <a:lnTo>
                      <a:pt x="468" y="42"/>
                    </a:lnTo>
                    <a:lnTo>
                      <a:pt x="468" y="42"/>
                    </a:lnTo>
                    <a:lnTo>
                      <a:pt x="468" y="42"/>
                    </a:lnTo>
                    <a:lnTo>
                      <a:pt x="468" y="42"/>
                    </a:lnTo>
                    <a:lnTo>
                      <a:pt x="468" y="48"/>
                    </a:lnTo>
                    <a:lnTo>
                      <a:pt x="468" y="48"/>
                    </a:lnTo>
                    <a:lnTo>
                      <a:pt x="474" y="48"/>
                    </a:lnTo>
                    <a:lnTo>
                      <a:pt x="474" y="48"/>
                    </a:lnTo>
                    <a:lnTo>
                      <a:pt x="474" y="54"/>
                    </a:lnTo>
                    <a:lnTo>
                      <a:pt x="474" y="54"/>
                    </a:lnTo>
                    <a:lnTo>
                      <a:pt x="474" y="54"/>
                    </a:lnTo>
                    <a:lnTo>
                      <a:pt x="474" y="60"/>
                    </a:lnTo>
                    <a:lnTo>
                      <a:pt x="474" y="60"/>
                    </a:lnTo>
                    <a:lnTo>
                      <a:pt x="480" y="60"/>
                    </a:lnTo>
                    <a:lnTo>
                      <a:pt x="480" y="66"/>
                    </a:lnTo>
                    <a:lnTo>
                      <a:pt x="480" y="66"/>
                    </a:lnTo>
                    <a:lnTo>
                      <a:pt x="480" y="66"/>
                    </a:lnTo>
                    <a:lnTo>
                      <a:pt x="480" y="72"/>
                    </a:lnTo>
                    <a:lnTo>
                      <a:pt x="480" y="72"/>
                    </a:lnTo>
                    <a:lnTo>
                      <a:pt x="486" y="78"/>
                    </a:lnTo>
                    <a:lnTo>
                      <a:pt x="486" y="78"/>
                    </a:lnTo>
                    <a:lnTo>
                      <a:pt x="486" y="78"/>
                    </a:lnTo>
                    <a:lnTo>
                      <a:pt x="486" y="84"/>
                    </a:lnTo>
                    <a:lnTo>
                      <a:pt x="486" y="84"/>
                    </a:lnTo>
                    <a:lnTo>
                      <a:pt x="486" y="84"/>
                    </a:lnTo>
                    <a:lnTo>
                      <a:pt x="486" y="90"/>
                    </a:lnTo>
                    <a:lnTo>
                      <a:pt x="486" y="90"/>
                    </a:lnTo>
                    <a:lnTo>
                      <a:pt x="492" y="90"/>
                    </a:lnTo>
                    <a:lnTo>
                      <a:pt x="492" y="96"/>
                    </a:lnTo>
                    <a:lnTo>
                      <a:pt x="492" y="96"/>
                    </a:lnTo>
                    <a:lnTo>
                      <a:pt x="492" y="96"/>
                    </a:lnTo>
                    <a:lnTo>
                      <a:pt x="492" y="96"/>
                    </a:lnTo>
                    <a:lnTo>
                      <a:pt x="492" y="102"/>
                    </a:lnTo>
                    <a:lnTo>
                      <a:pt x="492" y="102"/>
                    </a:lnTo>
                    <a:lnTo>
                      <a:pt x="498" y="102"/>
                    </a:lnTo>
                    <a:lnTo>
                      <a:pt x="498" y="108"/>
                    </a:lnTo>
                    <a:lnTo>
                      <a:pt x="498" y="108"/>
                    </a:lnTo>
                    <a:lnTo>
                      <a:pt x="498" y="108"/>
                    </a:lnTo>
                    <a:lnTo>
                      <a:pt x="498" y="114"/>
                    </a:lnTo>
                    <a:lnTo>
                      <a:pt x="498" y="114"/>
                    </a:lnTo>
                    <a:lnTo>
                      <a:pt x="498" y="114"/>
                    </a:lnTo>
                    <a:lnTo>
                      <a:pt x="528" y="180"/>
                    </a:lnTo>
                    <a:lnTo>
                      <a:pt x="528" y="180"/>
                    </a:lnTo>
                    <a:lnTo>
                      <a:pt x="528" y="180"/>
                    </a:lnTo>
                    <a:lnTo>
                      <a:pt x="534" y="186"/>
                    </a:lnTo>
                    <a:lnTo>
                      <a:pt x="534" y="186"/>
                    </a:lnTo>
                    <a:lnTo>
                      <a:pt x="534" y="186"/>
                    </a:lnTo>
                    <a:lnTo>
                      <a:pt x="534" y="186"/>
                    </a:lnTo>
                    <a:lnTo>
                      <a:pt x="534" y="192"/>
                    </a:lnTo>
                    <a:lnTo>
                      <a:pt x="534" y="192"/>
                    </a:lnTo>
                    <a:lnTo>
                      <a:pt x="534" y="192"/>
                    </a:lnTo>
                    <a:lnTo>
                      <a:pt x="534" y="198"/>
                    </a:lnTo>
                    <a:lnTo>
                      <a:pt x="540" y="198"/>
                    </a:lnTo>
                    <a:lnTo>
                      <a:pt x="540" y="198"/>
                    </a:lnTo>
                    <a:lnTo>
                      <a:pt x="540" y="198"/>
                    </a:lnTo>
                    <a:lnTo>
                      <a:pt x="540" y="204"/>
                    </a:lnTo>
                    <a:lnTo>
                      <a:pt x="540" y="204"/>
                    </a:lnTo>
                    <a:lnTo>
                      <a:pt x="540" y="204"/>
                    </a:lnTo>
                    <a:lnTo>
                      <a:pt x="540" y="204"/>
                    </a:lnTo>
                    <a:lnTo>
                      <a:pt x="546" y="210"/>
                    </a:lnTo>
                    <a:lnTo>
                      <a:pt x="546" y="210"/>
                    </a:lnTo>
                    <a:lnTo>
                      <a:pt x="546" y="210"/>
                    </a:lnTo>
                    <a:lnTo>
                      <a:pt x="546" y="210"/>
                    </a:lnTo>
                    <a:lnTo>
                      <a:pt x="546" y="216"/>
                    </a:lnTo>
                    <a:lnTo>
                      <a:pt x="546" y="216"/>
                    </a:lnTo>
                    <a:lnTo>
                      <a:pt x="546" y="216"/>
                    </a:lnTo>
                    <a:lnTo>
                      <a:pt x="576" y="264"/>
                    </a:lnTo>
                    <a:lnTo>
                      <a:pt x="576" y="264"/>
                    </a:lnTo>
                    <a:lnTo>
                      <a:pt x="582" y="270"/>
                    </a:lnTo>
                    <a:lnTo>
                      <a:pt x="582" y="270"/>
                    </a:lnTo>
                    <a:lnTo>
                      <a:pt x="582" y="270"/>
                    </a:lnTo>
                    <a:lnTo>
                      <a:pt x="582" y="270"/>
                    </a:lnTo>
                    <a:lnTo>
                      <a:pt x="582" y="270"/>
                    </a:lnTo>
                    <a:lnTo>
                      <a:pt x="582" y="276"/>
                    </a:lnTo>
                    <a:lnTo>
                      <a:pt x="582" y="276"/>
                    </a:lnTo>
                    <a:lnTo>
                      <a:pt x="582" y="276"/>
                    </a:lnTo>
                    <a:lnTo>
                      <a:pt x="588" y="276"/>
                    </a:lnTo>
                    <a:lnTo>
                      <a:pt x="588" y="276"/>
                    </a:lnTo>
                    <a:lnTo>
                      <a:pt x="588" y="282"/>
                    </a:lnTo>
                    <a:lnTo>
                      <a:pt x="588" y="282"/>
                    </a:lnTo>
                    <a:lnTo>
                      <a:pt x="588" y="282"/>
                    </a:lnTo>
                    <a:lnTo>
                      <a:pt x="588" y="282"/>
                    </a:lnTo>
                    <a:lnTo>
                      <a:pt x="588" y="282"/>
                    </a:lnTo>
                    <a:lnTo>
                      <a:pt x="594" y="282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594" y="288"/>
                    </a:lnTo>
                    <a:lnTo>
                      <a:pt x="600" y="294"/>
                    </a:lnTo>
                    <a:lnTo>
                      <a:pt x="624" y="324"/>
                    </a:lnTo>
                    <a:lnTo>
                      <a:pt x="630" y="324"/>
                    </a:lnTo>
                    <a:lnTo>
                      <a:pt x="630" y="324"/>
                    </a:lnTo>
                    <a:lnTo>
                      <a:pt x="630" y="324"/>
                    </a:lnTo>
                    <a:lnTo>
                      <a:pt x="630" y="330"/>
                    </a:lnTo>
                    <a:lnTo>
                      <a:pt x="630" y="330"/>
                    </a:lnTo>
                    <a:lnTo>
                      <a:pt x="630" y="330"/>
                    </a:lnTo>
                    <a:lnTo>
                      <a:pt x="630" y="330"/>
                    </a:lnTo>
                    <a:lnTo>
                      <a:pt x="630" y="330"/>
                    </a:lnTo>
                    <a:lnTo>
                      <a:pt x="636" y="330"/>
                    </a:lnTo>
                    <a:lnTo>
                      <a:pt x="636" y="330"/>
                    </a:lnTo>
                    <a:lnTo>
                      <a:pt x="636" y="330"/>
                    </a:lnTo>
                    <a:lnTo>
                      <a:pt x="636" y="330"/>
                    </a:lnTo>
                    <a:lnTo>
                      <a:pt x="636" y="336"/>
                    </a:lnTo>
                    <a:lnTo>
                      <a:pt x="636" y="336"/>
                    </a:lnTo>
                    <a:lnTo>
                      <a:pt x="636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2" y="336"/>
                    </a:lnTo>
                    <a:lnTo>
                      <a:pt x="648" y="336"/>
                    </a:lnTo>
                    <a:lnTo>
                      <a:pt x="648" y="342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78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54"/>
                    </a:lnTo>
                    <a:lnTo>
                      <a:pt x="684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0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696" y="360"/>
                    </a:lnTo>
                    <a:lnTo>
                      <a:pt x="702" y="360"/>
                    </a:lnTo>
                    <a:lnTo>
                      <a:pt x="702" y="360"/>
                    </a:lnTo>
                    <a:lnTo>
                      <a:pt x="726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2" y="354"/>
                    </a:lnTo>
                    <a:lnTo>
                      <a:pt x="738" y="354"/>
                    </a:lnTo>
                    <a:lnTo>
                      <a:pt x="738" y="354"/>
                    </a:lnTo>
                    <a:lnTo>
                      <a:pt x="738" y="354"/>
                    </a:lnTo>
                    <a:lnTo>
                      <a:pt x="738" y="348"/>
                    </a:lnTo>
                    <a:lnTo>
                      <a:pt x="738" y="348"/>
                    </a:lnTo>
                    <a:lnTo>
                      <a:pt x="738" y="348"/>
                    </a:lnTo>
                    <a:lnTo>
                      <a:pt x="738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44" y="348"/>
                    </a:lnTo>
                    <a:lnTo>
                      <a:pt x="750" y="348"/>
                    </a:lnTo>
                    <a:lnTo>
                      <a:pt x="750" y="348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24"/>
                    </a:lnTo>
                    <a:lnTo>
                      <a:pt x="780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8"/>
                    </a:lnTo>
                    <a:lnTo>
                      <a:pt x="786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12"/>
                    </a:lnTo>
                    <a:lnTo>
                      <a:pt x="792" y="306"/>
                    </a:lnTo>
                    <a:lnTo>
                      <a:pt x="792" y="306"/>
                    </a:lnTo>
                    <a:lnTo>
                      <a:pt x="798" y="306"/>
                    </a:lnTo>
                    <a:lnTo>
                      <a:pt x="798" y="306"/>
                    </a:lnTo>
                    <a:lnTo>
                      <a:pt x="798" y="306"/>
                    </a:lnTo>
                    <a:lnTo>
                      <a:pt x="828" y="270"/>
                    </a:lnTo>
                    <a:lnTo>
                      <a:pt x="828" y="270"/>
                    </a:lnTo>
                    <a:lnTo>
                      <a:pt x="828" y="270"/>
                    </a:lnTo>
                    <a:lnTo>
                      <a:pt x="828" y="270"/>
                    </a:lnTo>
                    <a:lnTo>
                      <a:pt x="828" y="264"/>
                    </a:lnTo>
                    <a:lnTo>
                      <a:pt x="828" y="264"/>
                    </a:lnTo>
                    <a:lnTo>
                      <a:pt x="834" y="264"/>
                    </a:lnTo>
                    <a:lnTo>
                      <a:pt x="834" y="264"/>
                    </a:lnTo>
                    <a:lnTo>
                      <a:pt x="834" y="264"/>
                    </a:lnTo>
                    <a:lnTo>
                      <a:pt x="834" y="258"/>
                    </a:lnTo>
                    <a:lnTo>
                      <a:pt x="834" y="258"/>
                    </a:lnTo>
                    <a:lnTo>
                      <a:pt x="834" y="258"/>
                    </a:lnTo>
                    <a:lnTo>
                      <a:pt x="834" y="258"/>
                    </a:lnTo>
                    <a:lnTo>
                      <a:pt x="840" y="258"/>
                    </a:lnTo>
                    <a:lnTo>
                      <a:pt x="840" y="252"/>
                    </a:lnTo>
                    <a:lnTo>
                      <a:pt x="840" y="252"/>
                    </a:lnTo>
                    <a:lnTo>
                      <a:pt x="840" y="252"/>
                    </a:lnTo>
                    <a:lnTo>
                      <a:pt x="840" y="252"/>
                    </a:lnTo>
                    <a:lnTo>
                      <a:pt x="840" y="246"/>
                    </a:lnTo>
                    <a:lnTo>
                      <a:pt x="840" y="246"/>
                    </a:lnTo>
                    <a:lnTo>
                      <a:pt x="840" y="246"/>
                    </a:lnTo>
                    <a:lnTo>
                      <a:pt x="846" y="246"/>
                    </a:lnTo>
                    <a:lnTo>
                      <a:pt x="846" y="246"/>
                    </a:lnTo>
                    <a:lnTo>
                      <a:pt x="846" y="240"/>
                    </a:lnTo>
                    <a:lnTo>
                      <a:pt x="846" y="240"/>
                    </a:lnTo>
                    <a:lnTo>
                      <a:pt x="876" y="198"/>
                    </a:lnTo>
                    <a:lnTo>
                      <a:pt x="876" y="198"/>
                    </a:lnTo>
                    <a:lnTo>
                      <a:pt x="876" y="192"/>
                    </a:lnTo>
                    <a:lnTo>
                      <a:pt x="876" y="192"/>
                    </a:lnTo>
                    <a:lnTo>
                      <a:pt x="876" y="192"/>
                    </a:lnTo>
                    <a:lnTo>
                      <a:pt x="876" y="192"/>
                    </a:lnTo>
                    <a:lnTo>
                      <a:pt x="882" y="186"/>
                    </a:lnTo>
                    <a:lnTo>
                      <a:pt x="882" y="186"/>
                    </a:lnTo>
                    <a:lnTo>
                      <a:pt x="882" y="186"/>
                    </a:lnTo>
                    <a:lnTo>
                      <a:pt x="882" y="180"/>
                    </a:lnTo>
                    <a:lnTo>
                      <a:pt x="882" y="180"/>
                    </a:lnTo>
                    <a:lnTo>
                      <a:pt x="882" y="180"/>
                    </a:lnTo>
                    <a:lnTo>
                      <a:pt x="882" y="180"/>
                    </a:lnTo>
                    <a:lnTo>
                      <a:pt x="888" y="174"/>
                    </a:lnTo>
                    <a:lnTo>
                      <a:pt x="888" y="174"/>
                    </a:lnTo>
                    <a:lnTo>
                      <a:pt x="888" y="174"/>
                    </a:lnTo>
                    <a:lnTo>
                      <a:pt x="888" y="174"/>
                    </a:lnTo>
                    <a:lnTo>
                      <a:pt x="888" y="168"/>
                    </a:lnTo>
                    <a:lnTo>
                      <a:pt x="888" y="168"/>
                    </a:lnTo>
                    <a:lnTo>
                      <a:pt x="888" y="168"/>
                    </a:lnTo>
                    <a:lnTo>
                      <a:pt x="888" y="162"/>
                    </a:lnTo>
                    <a:lnTo>
                      <a:pt x="894" y="162"/>
                    </a:lnTo>
                    <a:lnTo>
                      <a:pt x="894" y="162"/>
                    </a:lnTo>
                    <a:lnTo>
                      <a:pt x="894" y="162"/>
                    </a:lnTo>
                    <a:lnTo>
                      <a:pt x="894" y="156"/>
                    </a:lnTo>
                    <a:lnTo>
                      <a:pt x="894" y="156"/>
                    </a:lnTo>
                    <a:lnTo>
                      <a:pt x="894" y="156"/>
                    </a:lnTo>
                    <a:lnTo>
                      <a:pt x="894" y="150"/>
                    </a:lnTo>
                    <a:lnTo>
                      <a:pt x="900" y="150"/>
                    </a:lnTo>
                    <a:lnTo>
                      <a:pt x="900" y="150"/>
                    </a:lnTo>
                    <a:lnTo>
                      <a:pt x="900" y="150"/>
                    </a:lnTo>
                    <a:lnTo>
                      <a:pt x="900" y="144"/>
                    </a:lnTo>
                    <a:lnTo>
                      <a:pt x="900" y="144"/>
                    </a:lnTo>
                    <a:lnTo>
                      <a:pt x="900" y="144"/>
                    </a:lnTo>
                    <a:lnTo>
                      <a:pt x="906" y="144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06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2" y="138"/>
                    </a:lnTo>
                    <a:lnTo>
                      <a:pt x="918" y="144"/>
                    </a:lnTo>
                    <a:lnTo>
                      <a:pt x="918" y="144"/>
                    </a:lnTo>
                    <a:lnTo>
                      <a:pt x="918" y="144"/>
                    </a:lnTo>
                    <a:lnTo>
                      <a:pt x="918" y="144"/>
                    </a:lnTo>
                    <a:lnTo>
                      <a:pt x="918" y="150"/>
                    </a:lnTo>
                    <a:lnTo>
                      <a:pt x="918" y="150"/>
                    </a:lnTo>
                    <a:lnTo>
                      <a:pt x="918" y="150"/>
                    </a:lnTo>
                    <a:lnTo>
                      <a:pt x="924" y="156"/>
                    </a:lnTo>
                    <a:lnTo>
                      <a:pt x="924" y="156"/>
                    </a:lnTo>
                    <a:lnTo>
                      <a:pt x="924" y="156"/>
                    </a:lnTo>
                    <a:lnTo>
                      <a:pt x="924" y="156"/>
                    </a:lnTo>
                    <a:lnTo>
                      <a:pt x="924" y="162"/>
                    </a:lnTo>
                    <a:lnTo>
                      <a:pt x="924" y="162"/>
                    </a:lnTo>
                    <a:lnTo>
                      <a:pt x="930" y="162"/>
                    </a:lnTo>
                    <a:lnTo>
                      <a:pt x="930" y="168"/>
                    </a:lnTo>
                    <a:lnTo>
                      <a:pt x="930" y="168"/>
                    </a:lnTo>
                    <a:lnTo>
                      <a:pt x="930" y="168"/>
                    </a:lnTo>
                    <a:lnTo>
                      <a:pt x="930" y="168"/>
                    </a:lnTo>
                    <a:lnTo>
                      <a:pt x="930" y="174"/>
                    </a:lnTo>
                    <a:lnTo>
                      <a:pt x="930" y="174"/>
                    </a:lnTo>
                    <a:lnTo>
                      <a:pt x="930" y="174"/>
                    </a:lnTo>
                    <a:lnTo>
                      <a:pt x="936" y="180"/>
                    </a:lnTo>
                    <a:lnTo>
                      <a:pt x="936" y="180"/>
                    </a:lnTo>
                    <a:lnTo>
                      <a:pt x="936" y="180"/>
                    </a:lnTo>
                    <a:lnTo>
                      <a:pt x="936" y="180"/>
                    </a:lnTo>
                    <a:lnTo>
                      <a:pt x="936" y="186"/>
                    </a:lnTo>
                    <a:lnTo>
                      <a:pt x="936" y="186"/>
                    </a:lnTo>
                    <a:lnTo>
                      <a:pt x="936" y="186"/>
                    </a:lnTo>
                    <a:lnTo>
                      <a:pt x="942" y="186"/>
                    </a:lnTo>
                    <a:lnTo>
                      <a:pt x="942" y="192"/>
                    </a:lnTo>
                    <a:lnTo>
                      <a:pt x="942" y="192"/>
                    </a:lnTo>
                    <a:lnTo>
                      <a:pt x="942" y="192"/>
                    </a:lnTo>
                    <a:lnTo>
                      <a:pt x="942" y="198"/>
                    </a:lnTo>
                    <a:lnTo>
                      <a:pt x="942" y="198"/>
                    </a:lnTo>
                    <a:lnTo>
                      <a:pt x="942" y="198"/>
                    </a:lnTo>
                    <a:lnTo>
                      <a:pt x="972" y="252"/>
                    </a:lnTo>
                    <a:lnTo>
                      <a:pt x="972" y="258"/>
                    </a:lnTo>
                    <a:lnTo>
                      <a:pt x="972" y="258"/>
                    </a:lnTo>
                    <a:lnTo>
                      <a:pt x="978" y="258"/>
                    </a:lnTo>
                    <a:lnTo>
                      <a:pt x="978" y="258"/>
                    </a:lnTo>
                    <a:lnTo>
                      <a:pt x="978" y="264"/>
                    </a:lnTo>
                    <a:lnTo>
                      <a:pt x="978" y="264"/>
                    </a:lnTo>
                    <a:lnTo>
                      <a:pt x="978" y="264"/>
                    </a:lnTo>
                    <a:lnTo>
                      <a:pt x="978" y="264"/>
                    </a:lnTo>
                    <a:lnTo>
                      <a:pt x="978" y="264"/>
                    </a:lnTo>
                    <a:lnTo>
                      <a:pt x="978" y="270"/>
                    </a:lnTo>
                    <a:lnTo>
                      <a:pt x="984" y="270"/>
                    </a:lnTo>
                    <a:lnTo>
                      <a:pt x="984" y="270"/>
                    </a:lnTo>
                    <a:lnTo>
                      <a:pt x="984" y="270"/>
                    </a:lnTo>
                    <a:lnTo>
                      <a:pt x="984" y="276"/>
                    </a:lnTo>
                    <a:lnTo>
                      <a:pt x="984" y="276"/>
                    </a:lnTo>
                    <a:lnTo>
                      <a:pt x="984" y="276"/>
                    </a:lnTo>
                    <a:lnTo>
                      <a:pt x="984" y="276"/>
                    </a:lnTo>
                    <a:lnTo>
                      <a:pt x="990" y="276"/>
                    </a:lnTo>
                    <a:lnTo>
                      <a:pt x="990" y="282"/>
                    </a:lnTo>
                    <a:lnTo>
                      <a:pt x="990" y="282"/>
                    </a:lnTo>
                    <a:lnTo>
                      <a:pt x="990" y="282"/>
                    </a:lnTo>
                    <a:lnTo>
                      <a:pt x="990" y="282"/>
                    </a:lnTo>
                    <a:lnTo>
                      <a:pt x="990" y="282"/>
                    </a:lnTo>
                    <a:lnTo>
                      <a:pt x="990" y="288"/>
                    </a:lnTo>
                    <a:lnTo>
                      <a:pt x="1020" y="330"/>
                    </a:lnTo>
                    <a:lnTo>
                      <a:pt x="1020" y="330"/>
                    </a:lnTo>
                    <a:lnTo>
                      <a:pt x="1026" y="330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26" y="336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2"/>
                    </a:lnTo>
                    <a:lnTo>
                      <a:pt x="1032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48"/>
                    </a:lnTo>
                    <a:lnTo>
                      <a:pt x="1038" y="354"/>
                    </a:lnTo>
                    <a:lnTo>
                      <a:pt x="1044" y="354"/>
                    </a:lnTo>
                    <a:lnTo>
                      <a:pt x="1068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74" y="384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0" y="390"/>
                    </a:lnTo>
                    <a:lnTo>
                      <a:pt x="1086" y="390"/>
                    </a:lnTo>
                    <a:lnTo>
                      <a:pt x="1086" y="390"/>
                    </a:lnTo>
                    <a:lnTo>
                      <a:pt x="1086" y="390"/>
                    </a:lnTo>
                    <a:lnTo>
                      <a:pt x="1086" y="390"/>
                    </a:lnTo>
                    <a:lnTo>
                      <a:pt x="1086" y="390"/>
                    </a:lnTo>
                    <a:lnTo>
                      <a:pt x="1086" y="396"/>
                    </a:lnTo>
                    <a:lnTo>
                      <a:pt x="1086" y="396"/>
                    </a:lnTo>
                    <a:lnTo>
                      <a:pt x="1092" y="396"/>
                    </a:lnTo>
                    <a:lnTo>
                      <a:pt x="1092" y="396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2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28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34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0" y="408"/>
                    </a:lnTo>
                    <a:lnTo>
                      <a:pt x="1146" y="408"/>
                    </a:lnTo>
                    <a:lnTo>
                      <a:pt x="1146" y="408"/>
                    </a:lnTo>
                    <a:lnTo>
                      <a:pt x="1170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76" y="408"/>
                    </a:lnTo>
                    <a:lnTo>
                      <a:pt x="1182" y="408"/>
                    </a:lnTo>
                    <a:lnTo>
                      <a:pt x="1182" y="408"/>
                    </a:lnTo>
                    <a:lnTo>
                      <a:pt x="1182" y="408"/>
                    </a:lnTo>
                    <a:lnTo>
                      <a:pt x="1182" y="402"/>
                    </a:lnTo>
                    <a:lnTo>
                      <a:pt x="1182" y="402"/>
                    </a:lnTo>
                    <a:lnTo>
                      <a:pt x="1182" y="402"/>
                    </a:lnTo>
                    <a:lnTo>
                      <a:pt x="1182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88" y="402"/>
                    </a:lnTo>
                    <a:lnTo>
                      <a:pt x="1194" y="402"/>
                    </a:lnTo>
                    <a:lnTo>
                      <a:pt x="1194" y="402"/>
                    </a:lnTo>
                    <a:lnTo>
                      <a:pt x="1224" y="384"/>
                    </a:lnTo>
                    <a:lnTo>
                      <a:pt x="1224" y="384"/>
                    </a:lnTo>
                    <a:lnTo>
                      <a:pt x="1224" y="384"/>
                    </a:lnTo>
                    <a:lnTo>
                      <a:pt x="1224" y="384"/>
                    </a:lnTo>
                    <a:lnTo>
                      <a:pt x="1224" y="378"/>
                    </a:lnTo>
                    <a:lnTo>
                      <a:pt x="1224" y="378"/>
                    </a:lnTo>
                    <a:lnTo>
                      <a:pt x="1224" y="378"/>
                    </a:lnTo>
                    <a:lnTo>
                      <a:pt x="1230" y="378"/>
                    </a:lnTo>
                    <a:lnTo>
                      <a:pt x="1230" y="378"/>
                    </a:lnTo>
                    <a:lnTo>
                      <a:pt x="1230" y="378"/>
                    </a:lnTo>
                    <a:lnTo>
                      <a:pt x="1230" y="378"/>
                    </a:lnTo>
                    <a:lnTo>
                      <a:pt x="1230" y="372"/>
                    </a:lnTo>
                    <a:lnTo>
                      <a:pt x="1230" y="372"/>
                    </a:lnTo>
                    <a:lnTo>
                      <a:pt x="1230" y="372"/>
                    </a:lnTo>
                    <a:lnTo>
                      <a:pt x="1236" y="372"/>
                    </a:lnTo>
                    <a:lnTo>
                      <a:pt x="1236" y="372"/>
                    </a:lnTo>
                    <a:lnTo>
                      <a:pt x="1236" y="372"/>
                    </a:lnTo>
                    <a:lnTo>
                      <a:pt x="1236" y="372"/>
                    </a:lnTo>
                    <a:lnTo>
                      <a:pt x="1236" y="372"/>
                    </a:lnTo>
                    <a:lnTo>
                      <a:pt x="1236" y="366"/>
                    </a:lnTo>
                    <a:lnTo>
                      <a:pt x="1236" y="366"/>
                    </a:lnTo>
                    <a:lnTo>
                      <a:pt x="1236" y="366"/>
                    </a:lnTo>
                    <a:lnTo>
                      <a:pt x="1242" y="366"/>
                    </a:lnTo>
                    <a:lnTo>
                      <a:pt x="1242" y="366"/>
                    </a:lnTo>
                    <a:lnTo>
                      <a:pt x="1242" y="366"/>
                    </a:lnTo>
                    <a:lnTo>
                      <a:pt x="1272" y="336"/>
                    </a:lnTo>
                    <a:lnTo>
                      <a:pt x="1272" y="336"/>
                    </a:lnTo>
                    <a:lnTo>
                      <a:pt x="1272" y="336"/>
                    </a:lnTo>
                    <a:lnTo>
                      <a:pt x="1272" y="336"/>
                    </a:lnTo>
                    <a:lnTo>
                      <a:pt x="1272" y="330"/>
                    </a:lnTo>
                    <a:lnTo>
                      <a:pt x="1272" y="330"/>
                    </a:lnTo>
                    <a:lnTo>
                      <a:pt x="1278" y="330"/>
                    </a:lnTo>
                    <a:lnTo>
                      <a:pt x="1278" y="330"/>
                    </a:lnTo>
                    <a:lnTo>
                      <a:pt x="1278" y="330"/>
                    </a:lnTo>
                    <a:lnTo>
                      <a:pt x="1278" y="324"/>
                    </a:lnTo>
                    <a:lnTo>
                      <a:pt x="1278" y="324"/>
                    </a:lnTo>
                    <a:lnTo>
                      <a:pt x="1278" y="324"/>
                    </a:lnTo>
                    <a:lnTo>
                      <a:pt x="1278" y="324"/>
                    </a:lnTo>
                    <a:lnTo>
                      <a:pt x="1284" y="324"/>
                    </a:lnTo>
                    <a:lnTo>
                      <a:pt x="1284" y="324"/>
                    </a:lnTo>
                    <a:lnTo>
                      <a:pt x="1284" y="318"/>
                    </a:lnTo>
                    <a:lnTo>
                      <a:pt x="1284" y="318"/>
                    </a:lnTo>
                    <a:lnTo>
                      <a:pt x="1284" y="318"/>
                    </a:lnTo>
                    <a:lnTo>
                      <a:pt x="1284" y="318"/>
                    </a:lnTo>
                    <a:lnTo>
                      <a:pt x="1284" y="318"/>
                    </a:lnTo>
                    <a:lnTo>
                      <a:pt x="1284" y="312"/>
                    </a:lnTo>
                    <a:lnTo>
                      <a:pt x="1290" y="312"/>
                    </a:lnTo>
                    <a:lnTo>
                      <a:pt x="1290" y="312"/>
                    </a:lnTo>
                    <a:lnTo>
                      <a:pt x="1290" y="312"/>
                    </a:lnTo>
                    <a:lnTo>
                      <a:pt x="1290" y="312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0" y="270"/>
                    </a:lnTo>
                    <a:lnTo>
                      <a:pt x="1326" y="264"/>
                    </a:lnTo>
                    <a:lnTo>
                      <a:pt x="1326" y="264"/>
                    </a:lnTo>
                    <a:lnTo>
                      <a:pt x="1326" y="264"/>
                    </a:lnTo>
                    <a:lnTo>
                      <a:pt x="1326" y="264"/>
                    </a:lnTo>
                    <a:lnTo>
                      <a:pt x="1326" y="258"/>
                    </a:lnTo>
                    <a:lnTo>
                      <a:pt x="1326" y="258"/>
                    </a:lnTo>
                    <a:lnTo>
                      <a:pt x="1326" y="258"/>
                    </a:lnTo>
                    <a:lnTo>
                      <a:pt x="1332" y="258"/>
                    </a:lnTo>
                    <a:lnTo>
                      <a:pt x="1332" y="258"/>
                    </a:lnTo>
                    <a:lnTo>
                      <a:pt x="1332" y="252"/>
                    </a:lnTo>
                    <a:lnTo>
                      <a:pt x="1332" y="252"/>
                    </a:lnTo>
                    <a:lnTo>
                      <a:pt x="1332" y="252"/>
                    </a:lnTo>
                    <a:lnTo>
                      <a:pt x="1332" y="252"/>
                    </a:lnTo>
                    <a:lnTo>
                      <a:pt x="1332" y="246"/>
                    </a:lnTo>
                    <a:lnTo>
                      <a:pt x="1332" y="246"/>
                    </a:lnTo>
                    <a:lnTo>
                      <a:pt x="1338" y="246"/>
                    </a:lnTo>
                    <a:lnTo>
                      <a:pt x="1338" y="246"/>
                    </a:lnTo>
                    <a:lnTo>
                      <a:pt x="1338" y="240"/>
                    </a:lnTo>
                    <a:lnTo>
                      <a:pt x="1338" y="240"/>
                    </a:lnTo>
                    <a:lnTo>
                      <a:pt x="1338" y="240"/>
                    </a:lnTo>
                    <a:lnTo>
                      <a:pt x="1338" y="240"/>
                    </a:lnTo>
                    <a:lnTo>
                      <a:pt x="1338" y="234"/>
                    </a:lnTo>
                    <a:lnTo>
                      <a:pt x="1344" y="234"/>
                    </a:lnTo>
                    <a:lnTo>
                      <a:pt x="1344" y="234"/>
                    </a:lnTo>
                    <a:lnTo>
                      <a:pt x="1344" y="234"/>
                    </a:lnTo>
                    <a:lnTo>
                      <a:pt x="1344" y="228"/>
                    </a:lnTo>
                    <a:lnTo>
                      <a:pt x="1344" y="228"/>
                    </a:lnTo>
                    <a:lnTo>
                      <a:pt x="1344" y="228"/>
                    </a:lnTo>
                    <a:lnTo>
                      <a:pt x="1350" y="228"/>
                    </a:lnTo>
                    <a:lnTo>
                      <a:pt x="1350" y="228"/>
                    </a:lnTo>
                    <a:lnTo>
                      <a:pt x="1350" y="222"/>
                    </a:lnTo>
                    <a:lnTo>
                      <a:pt x="1350" y="222"/>
                    </a:lnTo>
                    <a:lnTo>
                      <a:pt x="1350" y="222"/>
                    </a:lnTo>
                    <a:lnTo>
                      <a:pt x="1350" y="222"/>
                    </a:lnTo>
                    <a:lnTo>
                      <a:pt x="1350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2"/>
                    </a:lnTo>
                    <a:lnTo>
                      <a:pt x="1356" y="228"/>
                    </a:lnTo>
                    <a:lnTo>
                      <a:pt x="1362" y="228"/>
                    </a:lnTo>
                    <a:lnTo>
                      <a:pt x="1362" y="228"/>
                    </a:lnTo>
                    <a:lnTo>
                      <a:pt x="1362" y="228"/>
                    </a:lnTo>
                    <a:lnTo>
                      <a:pt x="1362" y="228"/>
                    </a:lnTo>
                    <a:lnTo>
                      <a:pt x="1362" y="234"/>
                    </a:lnTo>
                    <a:lnTo>
                      <a:pt x="1362" y="234"/>
                    </a:lnTo>
                    <a:lnTo>
                      <a:pt x="1362" y="234"/>
                    </a:lnTo>
                    <a:lnTo>
                      <a:pt x="1368" y="234"/>
                    </a:lnTo>
                    <a:lnTo>
                      <a:pt x="1368" y="240"/>
                    </a:lnTo>
                    <a:lnTo>
                      <a:pt x="1368" y="240"/>
                    </a:lnTo>
                    <a:lnTo>
                      <a:pt x="1368" y="240"/>
                    </a:lnTo>
                    <a:lnTo>
                      <a:pt x="1368" y="240"/>
                    </a:lnTo>
                    <a:lnTo>
                      <a:pt x="1368" y="240"/>
                    </a:lnTo>
                    <a:lnTo>
                      <a:pt x="1374" y="246"/>
                    </a:lnTo>
                    <a:lnTo>
                      <a:pt x="1374" y="246"/>
                    </a:lnTo>
                    <a:lnTo>
                      <a:pt x="1374" y="246"/>
                    </a:lnTo>
                    <a:lnTo>
                      <a:pt x="1374" y="246"/>
                    </a:lnTo>
                    <a:lnTo>
                      <a:pt x="1374" y="252"/>
                    </a:lnTo>
                    <a:lnTo>
                      <a:pt x="1374" y="252"/>
                    </a:lnTo>
                    <a:lnTo>
                      <a:pt x="1374" y="252"/>
                    </a:lnTo>
                    <a:lnTo>
                      <a:pt x="1374" y="252"/>
                    </a:lnTo>
                    <a:lnTo>
                      <a:pt x="1380" y="258"/>
                    </a:lnTo>
                    <a:lnTo>
                      <a:pt x="1380" y="258"/>
                    </a:lnTo>
                    <a:lnTo>
                      <a:pt x="1380" y="258"/>
                    </a:lnTo>
                    <a:lnTo>
                      <a:pt x="1380" y="258"/>
                    </a:lnTo>
                    <a:lnTo>
                      <a:pt x="1380" y="258"/>
                    </a:lnTo>
                    <a:lnTo>
                      <a:pt x="1380" y="264"/>
                    </a:lnTo>
                    <a:lnTo>
                      <a:pt x="1380" y="264"/>
                    </a:lnTo>
                    <a:lnTo>
                      <a:pt x="1386" y="264"/>
                    </a:lnTo>
                    <a:lnTo>
                      <a:pt x="1386" y="264"/>
                    </a:lnTo>
                    <a:lnTo>
                      <a:pt x="1386" y="264"/>
                    </a:lnTo>
                    <a:lnTo>
                      <a:pt x="1386" y="270"/>
                    </a:lnTo>
                    <a:lnTo>
                      <a:pt x="1386" y="270"/>
                    </a:lnTo>
                    <a:lnTo>
                      <a:pt x="1386" y="270"/>
                    </a:lnTo>
                    <a:lnTo>
                      <a:pt x="1386" y="270"/>
                    </a:lnTo>
                    <a:lnTo>
                      <a:pt x="1416" y="318"/>
                    </a:lnTo>
                    <a:lnTo>
                      <a:pt x="1416" y="318"/>
                    </a:lnTo>
                    <a:lnTo>
                      <a:pt x="1416" y="324"/>
                    </a:lnTo>
                    <a:lnTo>
                      <a:pt x="1422" y="324"/>
                    </a:lnTo>
                    <a:lnTo>
                      <a:pt x="1422" y="324"/>
                    </a:lnTo>
                    <a:lnTo>
                      <a:pt x="1422" y="324"/>
                    </a:lnTo>
                    <a:lnTo>
                      <a:pt x="1422" y="324"/>
                    </a:lnTo>
                    <a:lnTo>
                      <a:pt x="1422" y="324"/>
                    </a:lnTo>
                    <a:lnTo>
                      <a:pt x="1422" y="330"/>
                    </a:lnTo>
                    <a:lnTo>
                      <a:pt x="1422" y="330"/>
                    </a:lnTo>
                    <a:lnTo>
                      <a:pt x="1422" y="330"/>
                    </a:lnTo>
                    <a:lnTo>
                      <a:pt x="1428" y="330"/>
                    </a:lnTo>
                    <a:lnTo>
                      <a:pt x="1428" y="330"/>
                    </a:lnTo>
                    <a:lnTo>
                      <a:pt x="1428" y="330"/>
                    </a:lnTo>
                    <a:lnTo>
                      <a:pt x="1428" y="336"/>
                    </a:lnTo>
                    <a:lnTo>
                      <a:pt x="1428" y="336"/>
                    </a:lnTo>
                    <a:lnTo>
                      <a:pt x="1428" y="336"/>
                    </a:lnTo>
                    <a:lnTo>
                      <a:pt x="1428" y="336"/>
                    </a:lnTo>
                    <a:lnTo>
                      <a:pt x="1434" y="336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34" y="342"/>
                    </a:lnTo>
                    <a:lnTo>
                      <a:pt x="1464" y="384"/>
                    </a:lnTo>
                    <a:lnTo>
                      <a:pt x="1464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84"/>
                    </a:lnTo>
                    <a:lnTo>
                      <a:pt x="1470" y="390"/>
                    </a:lnTo>
                    <a:lnTo>
                      <a:pt x="1470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0"/>
                    </a:lnTo>
                    <a:lnTo>
                      <a:pt x="1476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2" y="396"/>
                    </a:lnTo>
                    <a:lnTo>
                      <a:pt x="1488" y="402"/>
                    </a:lnTo>
                    <a:lnTo>
                      <a:pt x="1512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18" y="426"/>
                    </a:lnTo>
                    <a:lnTo>
                      <a:pt x="1524" y="426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24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0" y="432"/>
                    </a:lnTo>
                    <a:lnTo>
                      <a:pt x="1536" y="432"/>
                    </a:lnTo>
                    <a:lnTo>
                      <a:pt x="1536" y="432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66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2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78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84" y="450"/>
                    </a:lnTo>
                    <a:lnTo>
                      <a:pt x="1590" y="450"/>
                    </a:lnTo>
                    <a:lnTo>
                      <a:pt x="1590" y="450"/>
                    </a:lnTo>
                    <a:lnTo>
                      <a:pt x="1614" y="450"/>
                    </a:lnTo>
                    <a:lnTo>
                      <a:pt x="1620" y="450"/>
                    </a:lnTo>
                    <a:lnTo>
                      <a:pt x="1620" y="450"/>
                    </a:lnTo>
                    <a:lnTo>
                      <a:pt x="1620" y="450"/>
                    </a:lnTo>
                    <a:lnTo>
                      <a:pt x="1620" y="444"/>
                    </a:lnTo>
                    <a:lnTo>
                      <a:pt x="1620" y="444"/>
                    </a:lnTo>
                    <a:lnTo>
                      <a:pt x="1620" y="444"/>
                    </a:lnTo>
                    <a:lnTo>
                      <a:pt x="1620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26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44"/>
                    </a:lnTo>
                    <a:lnTo>
                      <a:pt x="1632" y="438"/>
                    </a:lnTo>
                    <a:lnTo>
                      <a:pt x="1632" y="438"/>
                    </a:lnTo>
                    <a:lnTo>
                      <a:pt x="1638" y="438"/>
                    </a:lnTo>
                    <a:lnTo>
                      <a:pt x="1638" y="438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68" y="426"/>
                    </a:lnTo>
                    <a:lnTo>
                      <a:pt x="1674" y="426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74" y="420"/>
                    </a:lnTo>
                    <a:lnTo>
                      <a:pt x="1680" y="420"/>
                    </a:lnTo>
                    <a:lnTo>
                      <a:pt x="1680" y="420"/>
                    </a:lnTo>
                    <a:lnTo>
                      <a:pt x="1680" y="420"/>
                    </a:lnTo>
                    <a:lnTo>
                      <a:pt x="1680" y="414"/>
                    </a:lnTo>
                    <a:lnTo>
                      <a:pt x="1680" y="414"/>
                    </a:lnTo>
                    <a:lnTo>
                      <a:pt x="1680" y="414"/>
                    </a:lnTo>
                    <a:lnTo>
                      <a:pt x="1680" y="414"/>
                    </a:lnTo>
                    <a:lnTo>
                      <a:pt x="1680" y="414"/>
                    </a:lnTo>
                    <a:lnTo>
                      <a:pt x="1686" y="414"/>
                    </a:lnTo>
                    <a:lnTo>
                      <a:pt x="1686" y="414"/>
                    </a:lnTo>
                    <a:lnTo>
                      <a:pt x="1686" y="414"/>
                    </a:lnTo>
                    <a:lnTo>
                      <a:pt x="1716" y="390"/>
                    </a:lnTo>
                    <a:lnTo>
                      <a:pt x="1716" y="390"/>
                    </a:lnTo>
                    <a:lnTo>
                      <a:pt x="1716" y="390"/>
                    </a:lnTo>
                    <a:lnTo>
                      <a:pt x="1716" y="390"/>
                    </a:lnTo>
                    <a:lnTo>
                      <a:pt x="1716" y="384"/>
                    </a:lnTo>
                    <a:lnTo>
                      <a:pt x="1716" y="384"/>
                    </a:lnTo>
                    <a:lnTo>
                      <a:pt x="1722" y="384"/>
                    </a:lnTo>
                    <a:lnTo>
                      <a:pt x="1722" y="384"/>
                    </a:lnTo>
                    <a:lnTo>
                      <a:pt x="1722" y="384"/>
                    </a:lnTo>
                    <a:lnTo>
                      <a:pt x="1722" y="384"/>
                    </a:lnTo>
                    <a:lnTo>
                      <a:pt x="1722" y="384"/>
                    </a:lnTo>
                    <a:lnTo>
                      <a:pt x="1722" y="378"/>
                    </a:lnTo>
                    <a:lnTo>
                      <a:pt x="1722" y="378"/>
                    </a:lnTo>
                    <a:lnTo>
                      <a:pt x="1728" y="378"/>
                    </a:lnTo>
                    <a:lnTo>
                      <a:pt x="1728" y="378"/>
                    </a:lnTo>
                    <a:lnTo>
                      <a:pt x="1728" y="378"/>
                    </a:lnTo>
                    <a:lnTo>
                      <a:pt x="1728" y="378"/>
                    </a:lnTo>
                    <a:lnTo>
                      <a:pt x="1728" y="378"/>
                    </a:lnTo>
                    <a:lnTo>
                      <a:pt x="1728" y="372"/>
                    </a:lnTo>
                    <a:lnTo>
                      <a:pt x="1728" y="372"/>
                    </a:lnTo>
                    <a:lnTo>
                      <a:pt x="1728" y="372"/>
                    </a:lnTo>
                    <a:lnTo>
                      <a:pt x="1734" y="372"/>
                    </a:lnTo>
                    <a:lnTo>
                      <a:pt x="1734" y="372"/>
                    </a:lnTo>
                    <a:lnTo>
                      <a:pt x="1734" y="372"/>
                    </a:lnTo>
                    <a:lnTo>
                      <a:pt x="1734" y="366"/>
                    </a:lnTo>
                    <a:lnTo>
                      <a:pt x="1764" y="342"/>
                    </a:lnTo>
                    <a:lnTo>
                      <a:pt x="1764" y="342"/>
                    </a:lnTo>
                    <a:lnTo>
                      <a:pt x="1764" y="336"/>
                    </a:lnTo>
                    <a:lnTo>
                      <a:pt x="1764" y="336"/>
                    </a:lnTo>
                    <a:lnTo>
                      <a:pt x="1764" y="336"/>
                    </a:lnTo>
                    <a:lnTo>
                      <a:pt x="1764" y="336"/>
                    </a:lnTo>
                    <a:lnTo>
                      <a:pt x="1770" y="336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0" y="330"/>
                    </a:lnTo>
                    <a:lnTo>
                      <a:pt x="1776" y="324"/>
                    </a:lnTo>
                    <a:lnTo>
                      <a:pt x="1776" y="324"/>
                    </a:lnTo>
                    <a:lnTo>
                      <a:pt x="1776" y="324"/>
                    </a:lnTo>
                    <a:lnTo>
                      <a:pt x="1776" y="324"/>
                    </a:lnTo>
                    <a:lnTo>
                      <a:pt x="1776" y="324"/>
                    </a:lnTo>
                    <a:lnTo>
                      <a:pt x="1776" y="318"/>
                    </a:lnTo>
                    <a:lnTo>
                      <a:pt x="1776" y="318"/>
                    </a:lnTo>
                    <a:lnTo>
                      <a:pt x="1776" y="318"/>
                    </a:lnTo>
                    <a:lnTo>
                      <a:pt x="1782" y="318"/>
                    </a:lnTo>
                    <a:lnTo>
                      <a:pt x="1782" y="318"/>
                    </a:lnTo>
                    <a:lnTo>
                      <a:pt x="1782" y="312"/>
                    </a:lnTo>
                    <a:lnTo>
                      <a:pt x="1782" y="312"/>
                    </a:lnTo>
                    <a:lnTo>
                      <a:pt x="1782" y="312"/>
                    </a:lnTo>
                    <a:lnTo>
                      <a:pt x="1782" y="312"/>
                    </a:lnTo>
                    <a:lnTo>
                      <a:pt x="1782" y="312"/>
                    </a:lnTo>
                    <a:lnTo>
                      <a:pt x="1788" y="306"/>
                    </a:lnTo>
                    <a:lnTo>
                      <a:pt x="1788" y="306"/>
                    </a:lnTo>
                    <a:lnTo>
                      <a:pt x="1788" y="306"/>
                    </a:lnTo>
                    <a:lnTo>
                      <a:pt x="1788" y="306"/>
                    </a:lnTo>
                    <a:lnTo>
                      <a:pt x="1788" y="306"/>
                    </a:lnTo>
                    <a:lnTo>
                      <a:pt x="1788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794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0" y="300"/>
                    </a:lnTo>
                    <a:lnTo>
                      <a:pt x="1806" y="300"/>
                    </a:lnTo>
                    <a:lnTo>
                      <a:pt x="1806" y="300"/>
                    </a:lnTo>
                    <a:lnTo>
                      <a:pt x="1806" y="300"/>
                    </a:lnTo>
                    <a:lnTo>
                      <a:pt x="1806" y="306"/>
                    </a:lnTo>
                    <a:lnTo>
                      <a:pt x="1806" y="306"/>
                    </a:lnTo>
                    <a:lnTo>
                      <a:pt x="1806" y="306"/>
                    </a:lnTo>
                    <a:lnTo>
                      <a:pt x="1806" y="306"/>
                    </a:lnTo>
                    <a:lnTo>
                      <a:pt x="1812" y="306"/>
                    </a:lnTo>
                    <a:lnTo>
                      <a:pt x="1812" y="312"/>
                    </a:lnTo>
                    <a:lnTo>
                      <a:pt x="1812" y="312"/>
                    </a:lnTo>
                    <a:lnTo>
                      <a:pt x="1812" y="312"/>
                    </a:lnTo>
                    <a:lnTo>
                      <a:pt x="1812" y="312"/>
                    </a:lnTo>
                    <a:lnTo>
                      <a:pt x="1812" y="312"/>
                    </a:lnTo>
                    <a:lnTo>
                      <a:pt x="1818" y="312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18"/>
                    </a:lnTo>
                    <a:lnTo>
                      <a:pt x="1818" y="324"/>
                    </a:lnTo>
                    <a:lnTo>
                      <a:pt x="1824" y="324"/>
                    </a:lnTo>
                    <a:lnTo>
                      <a:pt x="1824" y="324"/>
                    </a:lnTo>
                    <a:lnTo>
                      <a:pt x="1824" y="324"/>
                    </a:lnTo>
                    <a:lnTo>
                      <a:pt x="1824" y="324"/>
                    </a:lnTo>
                    <a:lnTo>
                      <a:pt x="1824" y="324"/>
                    </a:lnTo>
                    <a:lnTo>
                      <a:pt x="1824" y="330"/>
                    </a:lnTo>
                    <a:lnTo>
                      <a:pt x="1824" y="330"/>
                    </a:lnTo>
                    <a:lnTo>
                      <a:pt x="1830" y="330"/>
                    </a:lnTo>
                    <a:lnTo>
                      <a:pt x="1830" y="330"/>
                    </a:lnTo>
                    <a:lnTo>
                      <a:pt x="1830" y="330"/>
                    </a:lnTo>
                    <a:lnTo>
                      <a:pt x="1830" y="330"/>
                    </a:lnTo>
                    <a:lnTo>
                      <a:pt x="1830" y="336"/>
                    </a:lnTo>
                    <a:lnTo>
                      <a:pt x="1830" y="336"/>
                    </a:lnTo>
                    <a:lnTo>
                      <a:pt x="1830" y="336"/>
                    </a:lnTo>
                    <a:lnTo>
                      <a:pt x="1860" y="372"/>
                    </a:lnTo>
                    <a:lnTo>
                      <a:pt x="1860" y="372"/>
                    </a:lnTo>
                    <a:lnTo>
                      <a:pt x="1860" y="372"/>
                    </a:lnTo>
                    <a:lnTo>
                      <a:pt x="1866" y="372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66" y="378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2" y="384"/>
                    </a:lnTo>
                    <a:lnTo>
                      <a:pt x="1878" y="384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878" y="390"/>
                    </a:lnTo>
                    <a:lnTo>
                      <a:pt x="1908" y="420"/>
                    </a:lnTo>
                    <a:lnTo>
                      <a:pt x="1908" y="420"/>
                    </a:lnTo>
                    <a:lnTo>
                      <a:pt x="1914" y="420"/>
                    </a:lnTo>
                    <a:lnTo>
                      <a:pt x="1914" y="420"/>
                    </a:lnTo>
                    <a:lnTo>
                      <a:pt x="1914" y="420"/>
                    </a:lnTo>
                    <a:lnTo>
                      <a:pt x="1914" y="426"/>
                    </a:lnTo>
                    <a:lnTo>
                      <a:pt x="1914" y="426"/>
                    </a:lnTo>
                    <a:lnTo>
                      <a:pt x="1914" y="426"/>
                    </a:lnTo>
                    <a:lnTo>
                      <a:pt x="1914" y="426"/>
                    </a:lnTo>
                    <a:lnTo>
                      <a:pt x="1914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26"/>
                    </a:lnTo>
                    <a:lnTo>
                      <a:pt x="1920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26" y="432"/>
                    </a:lnTo>
                    <a:lnTo>
                      <a:pt x="1932" y="432"/>
                    </a:lnTo>
                    <a:lnTo>
                      <a:pt x="1956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2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68" y="456"/>
                    </a:lnTo>
                    <a:lnTo>
                      <a:pt x="1974" y="456"/>
                    </a:lnTo>
                    <a:lnTo>
                      <a:pt x="1974" y="456"/>
                    </a:lnTo>
                    <a:lnTo>
                      <a:pt x="1974" y="456"/>
                    </a:lnTo>
                    <a:lnTo>
                      <a:pt x="1974" y="456"/>
                    </a:lnTo>
                    <a:lnTo>
                      <a:pt x="1974" y="462"/>
                    </a:lnTo>
                    <a:lnTo>
                      <a:pt x="1974" y="462"/>
                    </a:lnTo>
                    <a:lnTo>
                      <a:pt x="1974" y="462"/>
                    </a:lnTo>
                    <a:lnTo>
                      <a:pt x="1980" y="462"/>
                    </a:lnTo>
                    <a:lnTo>
                      <a:pt x="1980" y="462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0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16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2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28" y="468"/>
                    </a:lnTo>
                    <a:lnTo>
                      <a:pt x="2034" y="468"/>
                    </a:lnTo>
                    <a:lnTo>
                      <a:pt x="2034" y="468"/>
                    </a:lnTo>
                    <a:lnTo>
                      <a:pt x="2058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64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0" y="468"/>
                    </a:lnTo>
                    <a:lnTo>
                      <a:pt x="2076" y="468"/>
                    </a:lnTo>
                    <a:lnTo>
                      <a:pt x="2076" y="468"/>
                    </a:lnTo>
                    <a:lnTo>
                      <a:pt x="2076" y="468"/>
                    </a:lnTo>
                    <a:lnTo>
                      <a:pt x="2076" y="462"/>
                    </a:lnTo>
                    <a:lnTo>
                      <a:pt x="2076" y="462"/>
                    </a:lnTo>
                    <a:lnTo>
                      <a:pt x="2076" y="462"/>
                    </a:lnTo>
                    <a:lnTo>
                      <a:pt x="2076" y="462"/>
                    </a:lnTo>
                    <a:lnTo>
                      <a:pt x="2076" y="462"/>
                    </a:lnTo>
                    <a:lnTo>
                      <a:pt x="2082" y="462"/>
                    </a:lnTo>
                    <a:lnTo>
                      <a:pt x="2082" y="462"/>
                    </a:lnTo>
                    <a:lnTo>
                      <a:pt x="2112" y="456"/>
                    </a:lnTo>
                    <a:lnTo>
                      <a:pt x="2112" y="456"/>
                    </a:lnTo>
                    <a:lnTo>
                      <a:pt x="2112" y="450"/>
                    </a:lnTo>
                    <a:lnTo>
                      <a:pt x="2112" y="450"/>
                    </a:lnTo>
                    <a:lnTo>
                      <a:pt x="2112" y="450"/>
                    </a:lnTo>
                    <a:lnTo>
                      <a:pt x="2112" y="450"/>
                    </a:lnTo>
                    <a:lnTo>
                      <a:pt x="2112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18" y="450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24" y="444"/>
                    </a:lnTo>
                    <a:lnTo>
                      <a:pt x="2130" y="444"/>
                    </a:lnTo>
                    <a:lnTo>
                      <a:pt x="2130" y="444"/>
                    </a:lnTo>
                    <a:lnTo>
                      <a:pt x="2130" y="444"/>
                    </a:lnTo>
                    <a:lnTo>
                      <a:pt x="2160" y="426"/>
                    </a:lnTo>
                    <a:lnTo>
                      <a:pt x="2160" y="426"/>
                    </a:lnTo>
                    <a:lnTo>
                      <a:pt x="2160" y="426"/>
                    </a:lnTo>
                    <a:lnTo>
                      <a:pt x="2160" y="420"/>
                    </a:lnTo>
                    <a:lnTo>
                      <a:pt x="2160" y="420"/>
                    </a:lnTo>
                    <a:lnTo>
                      <a:pt x="2160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20"/>
                    </a:lnTo>
                    <a:lnTo>
                      <a:pt x="2166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14"/>
                    </a:lnTo>
                    <a:lnTo>
                      <a:pt x="2172" y="408"/>
                    </a:lnTo>
                    <a:lnTo>
                      <a:pt x="2178" y="408"/>
                    </a:lnTo>
                    <a:lnTo>
                      <a:pt x="2178" y="408"/>
                    </a:lnTo>
                    <a:lnTo>
                      <a:pt x="2178" y="408"/>
                    </a:lnTo>
                    <a:lnTo>
                      <a:pt x="2178" y="408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08" y="384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14" y="378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72"/>
                    </a:lnTo>
                    <a:lnTo>
                      <a:pt x="2220" y="366"/>
                    </a:lnTo>
                    <a:lnTo>
                      <a:pt x="2226" y="366"/>
                    </a:lnTo>
                    <a:lnTo>
                      <a:pt x="2226" y="366"/>
                    </a:lnTo>
                    <a:lnTo>
                      <a:pt x="2226" y="366"/>
                    </a:lnTo>
                    <a:lnTo>
                      <a:pt x="2226" y="366"/>
                    </a:lnTo>
                    <a:lnTo>
                      <a:pt x="2226" y="366"/>
                    </a:lnTo>
                    <a:lnTo>
                      <a:pt x="2226" y="360"/>
                    </a:lnTo>
                    <a:lnTo>
                      <a:pt x="2226" y="360"/>
                    </a:lnTo>
                    <a:lnTo>
                      <a:pt x="2232" y="360"/>
                    </a:lnTo>
                    <a:lnTo>
                      <a:pt x="2232" y="360"/>
                    </a:lnTo>
                    <a:lnTo>
                      <a:pt x="2232" y="360"/>
                    </a:lnTo>
                    <a:lnTo>
                      <a:pt x="2232" y="360"/>
                    </a:lnTo>
                    <a:lnTo>
                      <a:pt x="2232" y="360"/>
                    </a:lnTo>
                    <a:lnTo>
                      <a:pt x="2232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38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44" y="354"/>
                    </a:lnTo>
                    <a:lnTo>
                      <a:pt x="2250" y="354"/>
                    </a:lnTo>
                    <a:lnTo>
                      <a:pt x="2250" y="354"/>
                    </a:lnTo>
                    <a:lnTo>
                      <a:pt x="2250" y="354"/>
                    </a:lnTo>
                    <a:lnTo>
                      <a:pt x="2250" y="360"/>
                    </a:lnTo>
                    <a:lnTo>
                      <a:pt x="2250" y="360"/>
                    </a:lnTo>
                    <a:lnTo>
                      <a:pt x="2250" y="360"/>
                    </a:lnTo>
                    <a:lnTo>
                      <a:pt x="2250" y="360"/>
                    </a:lnTo>
                    <a:lnTo>
                      <a:pt x="2256" y="360"/>
                    </a:lnTo>
                    <a:lnTo>
                      <a:pt x="2256" y="360"/>
                    </a:lnTo>
                    <a:lnTo>
                      <a:pt x="2256" y="366"/>
                    </a:lnTo>
                    <a:lnTo>
                      <a:pt x="2256" y="366"/>
                    </a:lnTo>
                    <a:lnTo>
                      <a:pt x="2256" y="366"/>
                    </a:lnTo>
                    <a:lnTo>
                      <a:pt x="2256" y="366"/>
                    </a:lnTo>
                    <a:lnTo>
                      <a:pt x="2262" y="366"/>
                    </a:lnTo>
                    <a:lnTo>
                      <a:pt x="2262" y="366"/>
                    </a:lnTo>
                    <a:lnTo>
                      <a:pt x="2262" y="366"/>
                    </a:lnTo>
                    <a:lnTo>
                      <a:pt x="2262" y="372"/>
                    </a:lnTo>
                    <a:lnTo>
                      <a:pt x="2262" y="372"/>
                    </a:lnTo>
                    <a:lnTo>
                      <a:pt x="2262" y="372"/>
                    </a:lnTo>
                    <a:lnTo>
                      <a:pt x="2262" y="372"/>
                    </a:lnTo>
                    <a:lnTo>
                      <a:pt x="2262" y="372"/>
                    </a:lnTo>
                    <a:lnTo>
                      <a:pt x="2268" y="372"/>
                    </a:lnTo>
                    <a:lnTo>
                      <a:pt x="2268" y="372"/>
                    </a:lnTo>
                    <a:lnTo>
                      <a:pt x="2268" y="378"/>
                    </a:lnTo>
                    <a:lnTo>
                      <a:pt x="2268" y="378"/>
                    </a:lnTo>
                    <a:lnTo>
                      <a:pt x="2268" y="378"/>
                    </a:lnTo>
                    <a:lnTo>
                      <a:pt x="2268" y="378"/>
                    </a:lnTo>
                    <a:lnTo>
                      <a:pt x="2268" y="378"/>
                    </a:lnTo>
                    <a:lnTo>
                      <a:pt x="2274" y="378"/>
                    </a:lnTo>
                    <a:lnTo>
                      <a:pt x="2274" y="378"/>
                    </a:lnTo>
                    <a:lnTo>
                      <a:pt x="2274" y="384"/>
                    </a:lnTo>
                    <a:lnTo>
                      <a:pt x="2274" y="384"/>
                    </a:lnTo>
                    <a:lnTo>
                      <a:pt x="2274" y="384"/>
                    </a:lnTo>
                    <a:lnTo>
                      <a:pt x="2274" y="384"/>
                    </a:lnTo>
                    <a:lnTo>
                      <a:pt x="2274" y="384"/>
                    </a:lnTo>
                    <a:lnTo>
                      <a:pt x="2304" y="414"/>
                    </a:lnTo>
                    <a:lnTo>
                      <a:pt x="2304" y="420"/>
                    </a:lnTo>
                    <a:lnTo>
                      <a:pt x="2304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0"/>
                    </a:lnTo>
                    <a:lnTo>
                      <a:pt x="2310" y="426"/>
                    </a:lnTo>
                    <a:lnTo>
                      <a:pt x="2310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16" y="426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22" y="432"/>
                    </a:lnTo>
                    <a:lnTo>
                      <a:pt x="2352" y="462"/>
                    </a:lnTo>
                    <a:lnTo>
                      <a:pt x="2352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58" y="462"/>
                    </a:lnTo>
                    <a:lnTo>
                      <a:pt x="2364" y="462"/>
                    </a:lnTo>
                    <a:lnTo>
                      <a:pt x="2364" y="462"/>
                    </a:lnTo>
                    <a:lnTo>
                      <a:pt x="2364" y="468"/>
                    </a:lnTo>
                    <a:lnTo>
                      <a:pt x="2364" y="468"/>
                    </a:lnTo>
                    <a:lnTo>
                      <a:pt x="2364" y="468"/>
                    </a:lnTo>
                    <a:lnTo>
                      <a:pt x="2364" y="468"/>
                    </a:lnTo>
                    <a:lnTo>
                      <a:pt x="2364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0" y="468"/>
                    </a:lnTo>
                    <a:lnTo>
                      <a:pt x="2376" y="468"/>
                    </a:lnTo>
                    <a:lnTo>
                      <a:pt x="2400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06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2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2"/>
                    </a:lnTo>
                    <a:lnTo>
                      <a:pt x="2418" y="498"/>
                    </a:lnTo>
                    <a:lnTo>
                      <a:pt x="2424" y="498"/>
                    </a:lnTo>
                    <a:lnTo>
                      <a:pt x="2424" y="498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54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0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66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2" y="504"/>
                    </a:lnTo>
                    <a:lnTo>
                      <a:pt x="2478" y="504"/>
                    </a:lnTo>
                    <a:lnTo>
                      <a:pt x="2478" y="504"/>
                    </a:lnTo>
                    <a:lnTo>
                      <a:pt x="2502" y="510"/>
                    </a:lnTo>
                    <a:lnTo>
                      <a:pt x="2508" y="510"/>
                    </a:lnTo>
                    <a:lnTo>
                      <a:pt x="2508" y="510"/>
                    </a:lnTo>
                    <a:lnTo>
                      <a:pt x="2508" y="510"/>
                    </a:lnTo>
                    <a:lnTo>
                      <a:pt x="2508" y="510"/>
                    </a:lnTo>
                    <a:lnTo>
                      <a:pt x="2508" y="504"/>
                    </a:lnTo>
                    <a:lnTo>
                      <a:pt x="2508" y="504"/>
                    </a:lnTo>
                    <a:lnTo>
                      <a:pt x="2508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14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0" y="504"/>
                    </a:lnTo>
                    <a:lnTo>
                      <a:pt x="2526" y="504"/>
                    </a:lnTo>
                    <a:lnTo>
                      <a:pt x="2526" y="504"/>
                    </a:lnTo>
                    <a:lnTo>
                      <a:pt x="2556" y="498"/>
                    </a:lnTo>
                    <a:lnTo>
                      <a:pt x="2556" y="498"/>
                    </a:lnTo>
                    <a:lnTo>
                      <a:pt x="2556" y="498"/>
                    </a:lnTo>
                    <a:lnTo>
                      <a:pt x="2556" y="498"/>
                    </a:lnTo>
                    <a:lnTo>
                      <a:pt x="2556" y="492"/>
                    </a:lnTo>
                    <a:lnTo>
                      <a:pt x="2556" y="492"/>
                    </a:lnTo>
                    <a:lnTo>
                      <a:pt x="2556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2" y="492"/>
                    </a:lnTo>
                    <a:lnTo>
                      <a:pt x="2568" y="492"/>
                    </a:lnTo>
                    <a:lnTo>
                      <a:pt x="2568" y="492"/>
                    </a:lnTo>
                    <a:lnTo>
                      <a:pt x="2568" y="492"/>
                    </a:lnTo>
                    <a:lnTo>
                      <a:pt x="2568" y="492"/>
                    </a:lnTo>
                    <a:lnTo>
                      <a:pt x="2568" y="492"/>
                    </a:lnTo>
                    <a:lnTo>
                      <a:pt x="2568" y="486"/>
                    </a:lnTo>
                    <a:lnTo>
                      <a:pt x="2568" y="486"/>
                    </a:lnTo>
                    <a:lnTo>
                      <a:pt x="2568" y="486"/>
                    </a:lnTo>
                    <a:lnTo>
                      <a:pt x="2574" y="486"/>
                    </a:lnTo>
                    <a:lnTo>
                      <a:pt x="2574" y="486"/>
                    </a:lnTo>
                    <a:lnTo>
                      <a:pt x="2574" y="486"/>
                    </a:lnTo>
                    <a:lnTo>
                      <a:pt x="2604" y="474"/>
                    </a:lnTo>
                    <a:lnTo>
                      <a:pt x="2604" y="474"/>
                    </a:lnTo>
                    <a:lnTo>
                      <a:pt x="2604" y="474"/>
                    </a:lnTo>
                    <a:lnTo>
                      <a:pt x="2604" y="474"/>
                    </a:lnTo>
                    <a:lnTo>
                      <a:pt x="2604" y="474"/>
                    </a:lnTo>
                    <a:lnTo>
                      <a:pt x="2604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0" y="468"/>
                    </a:lnTo>
                    <a:lnTo>
                      <a:pt x="2616" y="468"/>
                    </a:lnTo>
                    <a:lnTo>
                      <a:pt x="2616" y="468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16" y="462"/>
                    </a:lnTo>
                    <a:lnTo>
                      <a:pt x="2622" y="462"/>
                    </a:lnTo>
                    <a:lnTo>
                      <a:pt x="2622" y="462"/>
                    </a:lnTo>
                    <a:lnTo>
                      <a:pt x="2622" y="462"/>
                    </a:lnTo>
                    <a:lnTo>
                      <a:pt x="2622" y="462"/>
                    </a:lnTo>
                    <a:lnTo>
                      <a:pt x="2652" y="444"/>
                    </a:lnTo>
                    <a:lnTo>
                      <a:pt x="2652" y="444"/>
                    </a:lnTo>
                    <a:lnTo>
                      <a:pt x="2652" y="438"/>
                    </a:lnTo>
                    <a:lnTo>
                      <a:pt x="2652" y="438"/>
                    </a:lnTo>
                    <a:lnTo>
                      <a:pt x="2652" y="438"/>
                    </a:lnTo>
                    <a:lnTo>
                      <a:pt x="2652" y="438"/>
                    </a:lnTo>
                    <a:lnTo>
                      <a:pt x="2658" y="438"/>
                    </a:lnTo>
                    <a:lnTo>
                      <a:pt x="2658" y="438"/>
                    </a:lnTo>
                    <a:lnTo>
                      <a:pt x="2658" y="438"/>
                    </a:lnTo>
                    <a:lnTo>
                      <a:pt x="2658" y="438"/>
                    </a:lnTo>
                    <a:lnTo>
                      <a:pt x="2658" y="438"/>
                    </a:lnTo>
                    <a:lnTo>
                      <a:pt x="2658" y="432"/>
                    </a:lnTo>
                    <a:lnTo>
                      <a:pt x="2658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32"/>
                    </a:lnTo>
                    <a:lnTo>
                      <a:pt x="2664" y="426"/>
                    </a:lnTo>
                    <a:lnTo>
                      <a:pt x="2664" y="426"/>
                    </a:lnTo>
                    <a:lnTo>
                      <a:pt x="2670" y="426"/>
                    </a:lnTo>
                    <a:lnTo>
                      <a:pt x="2670" y="426"/>
                    </a:lnTo>
                    <a:lnTo>
                      <a:pt x="2670" y="426"/>
                    </a:lnTo>
                    <a:lnTo>
                      <a:pt x="2670" y="426"/>
                    </a:lnTo>
                    <a:lnTo>
                      <a:pt x="2670" y="426"/>
                    </a:lnTo>
                    <a:lnTo>
                      <a:pt x="2670" y="420"/>
                    </a:lnTo>
                    <a:lnTo>
                      <a:pt x="2670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76" y="420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2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88" y="414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694" y="420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0" y="426"/>
                    </a:lnTo>
                    <a:lnTo>
                      <a:pt x="2706" y="426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06" y="432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2" y="438"/>
                    </a:lnTo>
                    <a:lnTo>
                      <a:pt x="2718" y="438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18" y="444"/>
                    </a:lnTo>
                    <a:lnTo>
                      <a:pt x="2748" y="474"/>
                    </a:lnTo>
                    <a:lnTo>
                      <a:pt x="2748" y="474"/>
                    </a:lnTo>
                    <a:lnTo>
                      <a:pt x="2748" y="474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54" y="480"/>
                    </a:lnTo>
                    <a:lnTo>
                      <a:pt x="2760" y="480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0" y="486"/>
                    </a:lnTo>
                    <a:lnTo>
                      <a:pt x="2766" y="486"/>
                    </a:lnTo>
                    <a:lnTo>
                      <a:pt x="2766" y="486"/>
                    </a:lnTo>
                    <a:lnTo>
                      <a:pt x="2766" y="486"/>
                    </a:lnTo>
                    <a:lnTo>
                      <a:pt x="2766" y="486"/>
                    </a:lnTo>
                    <a:lnTo>
                      <a:pt x="2766" y="492"/>
                    </a:lnTo>
                    <a:lnTo>
                      <a:pt x="2766" y="492"/>
                    </a:lnTo>
                    <a:lnTo>
                      <a:pt x="2766" y="492"/>
                    </a:lnTo>
                    <a:lnTo>
                      <a:pt x="2796" y="516"/>
                    </a:lnTo>
                    <a:lnTo>
                      <a:pt x="2796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16"/>
                    </a:lnTo>
                    <a:lnTo>
                      <a:pt x="2802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08" y="522"/>
                    </a:lnTo>
                    <a:lnTo>
                      <a:pt x="2814" y="522"/>
                    </a:lnTo>
                    <a:lnTo>
                      <a:pt x="2814" y="522"/>
                    </a:lnTo>
                    <a:lnTo>
                      <a:pt x="2814" y="522"/>
                    </a:lnTo>
                    <a:lnTo>
                      <a:pt x="2814" y="522"/>
                    </a:lnTo>
                    <a:lnTo>
                      <a:pt x="2814" y="522"/>
                    </a:lnTo>
                    <a:lnTo>
                      <a:pt x="2814" y="528"/>
                    </a:lnTo>
                    <a:lnTo>
                      <a:pt x="2814" y="528"/>
                    </a:lnTo>
                    <a:lnTo>
                      <a:pt x="2820" y="528"/>
                    </a:lnTo>
                    <a:lnTo>
                      <a:pt x="2844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0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56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2" y="546"/>
                    </a:lnTo>
                    <a:lnTo>
                      <a:pt x="2868" y="546"/>
                    </a:lnTo>
                    <a:lnTo>
                      <a:pt x="2868" y="552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898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04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0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16" y="558"/>
                    </a:lnTo>
                    <a:lnTo>
                      <a:pt x="2922" y="558"/>
                    </a:lnTo>
                    <a:lnTo>
                      <a:pt x="2922" y="558"/>
                    </a:lnTo>
                    <a:lnTo>
                      <a:pt x="2946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2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58" y="558"/>
                    </a:lnTo>
                    <a:lnTo>
                      <a:pt x="2964" y="558"/>
                    </a:lnTo>
                    <a:lnTo>
                      <a:pt x="2964" y="558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64" y="552"/>
                    </a:lnTo>
                    <a:lnTo>
                      <a:pt x="2970" y="552"/>
                    </a:lnTo>
                    <a:lnTo>
                      <a:pt x="2970" y="552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0" y="546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06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40"/>
                    </a:lnTo>
                    <a:lnTo>
                      <a:pt x="3012" y="534"/>
                    </a:lnTo>
                    <a:lnTo>
                      <a:pt x="3018" y="534"/>
                    </a:lnTo>
                    <a:lnTo>
                      <a:pt x="3018" y="534"/>
                    </a:lnTo>
                    <a:lnTo>
                      <a:pt x="3018" y="534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48" y="522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54" y="516"/>
                    </a:lnTo>
                    <a:lnTo>
                      <a:pt x="3060" y="516"/>
                    </a:lnTo>
                    <a:lnTo>
                      <a:pt x="3060" y="516"/>
                    </a:lnTo>
                    <a:lnTo>
                      <a:pt x="3060" y="516"/>
                    </a:lnTo>
                    <a:lnTo>
                      <a:pt x="3060" y="510"/>
                    </a:lnTo>
                    <a:lnTo>
                      <a:pt x="3060" y="510"/>
                    </a:lnTo>
                    <a:lnTo>
                      <a:pt x="3060" y="510"/>
                    </a:lnTo>
                    <a:lnTo>
                      <a:pt x="3060" y="510"/>
                    </a:lnTo>
                    <a:lnTo>
                      <a:pt x="3060" y="510"/>
                    </a:lnTo>
                    <a:lnTo>
                      <a:pt x="3066" y="510"/>
                    </a:lnTo>
                    <a:lnTo>
                      <a:pt x="3066" y="510"/>
                    </a:lnTo>
                    <a:lnTo>
                      <a:pt x="3066" y="510"/>
                    </a:lnTo>
                    <a:lnTo>
                      <a:pt x="3066" y="510"/>
                    </a:lnTo>
                    <a:lnTo>
                      <a:pt x="3096" y="492"/>
                    </a:lnTo>
                    <a:lnTo>
                      <a:pt x="3096" y="492"/>
                    </a:lnTo>
                    <a:lnTo>
                      <a:pt x="3096" y="486"/>
                    </a:lnTo>
                    <a:lnTo>
                      <a:pt x="3096" y="486"/>
                    </a:lnTo>
                    <a:lnTo>
                      <a:pt x="3096" y="486"/>
                    </a:lnTo>
                    <a:lnTo>
                      <a:pt x="3096" y="486"/>
                    </a:lnTo>
                    <a:lnTo>
                      <a:pt x="3102" y="486"/>
                    </a:lnTo>
                    <a:lnTo>
                      <a:pt x="3102" y="486"/>
                    </a:lnTo>
                    <a:lnTo>
                      <a:pt x="3102" y="486"/>
                    </a:lnTo>
                    <a:lnTo>
                      <a:pt x="3102" y="486"/>
                    </a:lnTo>
                    <a:lnTo>
                      <a:pt x="3102" y="480"/>
                    </a:lnTo>
                    <a:lnTo>
                      <a:pt x="3102" y="480"/>
                    </a:lnTo>
                    <a:lnTo>
                      <a:pt x="3102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80"/>
                    </a:lnTo>
                    <a:lnTo>
                      <a:pt x="3108" y="474"/>
                    </a:lnTo>
                    <a:lnTo>
                      <a:pt x="3108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74"/>
                    </a:lnTo>
                    <a:lnTo>
                      <a:pt x="3114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0" y="468"/>
                    </a:lnTo>
                    <a:lnTo>
                      <a:pt x="3126" y="468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26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2" y="462"/>
                    </a:lnTo>
                    <a:lnTo>
                      <a:pt x="3138" y="462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38" y="468"/>
                    </a:lnTo>
                    <a:lnTo>
                      <a:pt x="3144" y="468"/>
                    </a:lnTo>
                    <a:lnTo>
                      <a:pt x="3144" y="468"/>
                    </a:lnTo>
                    <a:lnTo>
                      <a:pt x="3144" y="474"/>
                    </a:lnTo>
                    <a:lnTo>
                      <a:pt x="3144" y="474"/>
                    </a:lnTo>
                    <a:lnTo>
                      <a:pt x="3144" y="474"/>
                    </a:lnTo>
                    <a:lnTo>
                      <a:pt x="3144" y="474"/>
                    </a:lnTo>
                    <a:lnTo>
                      <a:pt x="3150" y="474"/>
                    </a:lnTo>
                    <a:lnTo>
                      <a:pt x="3150" y="474"/>
                    </a:lnTo>
                    <a:lnTo>
                      <a:pt x="3150" y="474"/>
                    </a:lnTo>
                    <a:lnTo>
                      <a:pt x="3150" y="474"/>
                    </a:lnTo>
                    <a:lnTo>
                      <a:pt x="3150" y="480"/>
                    </a:lnTo>
                    <a:lnTo>
                      <a:pt x="3150" y="480"/>
                    </a:lnTo>
                    <a:lnTo>
                      <a:pt x="3150" y="480"/>
                    </a:lnTo>
                    <a:lnTo>
                      <a:pt x="3150" y="480"/>
                    </a:lnTo>
                    <a:lnTo>
                      <a:pt x="3156" y="480"/>
                    </a:lnTo>
                    <a:lnTo>
                      <a:pt x="3156" y="480"/>
                    </a:lnTo>
                    <a:lnTo>
                      <a:pt x="3156" y="480"/>
                    </a:lnTo>
                    <a:lnTo>
                      <a:pt x="3156" y="480"/>
                    </a:lnTo>
                    <a:lnTo>
                      <a:pt x="3156" y="486"/>
                    </a:lnTo>
                    <a:lnTo>
                      <a:pt x="3156" y="486"/>
                    </a:lnTo>
                    <a:lnTo>
                      <a:pt x="3156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62" y="486"/>
                    </a:lnTo>
                    <a:lnTo>
                      <a:pt x="3192" y="516"/>
                    </a:lnTo>
                    <a:lnTo>
                      <a:pt x="3192" y="516"/>
                    </a:lnTo>
                    <a:lnTo>
                      <a:pt x="3192" y="516"/>
                    </a:lnTo>
                    <a:lnTo>
                      <a:pt x="3198" y="516"/>
                    </a:lnTo>
                    <a:lnTo>
                      <a:pt x="3198" y="516"/>
                    </a:lnTo>
                    <a:lnTo>
                      <a:pt x="3198" y="516"/>
                    </a:lnTo>
                    <a:lnTo>
                      <a:pt x="3198" y="516"/>
                    </a:lnTo>
                    <a:lnTo>
                      <a:pt x="3198" y="522"/>
                    </a:lnTo>
                    <a:lnTo>
                      <a:pt x="3198" y="522"/>
                    </a:lnTo>
                    <a:lnTo>
                      <a:pt x="3198" y="522"/>
                    </a:lnTo>
                    <a:lnTo>
                      <a:pt x="3198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2"/>
                    </a:lnTo>
                    <a:lnTo>
                      <a:pt x="3204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10" y="528"/>
                    </a:lnTo>
                    <a:lnTo>
                      <a:pt x="3240" y="552"/>
                    </a:lnTo>
                    <a:lnTo>
                      <a:pt x="3240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46" y="552"/>
                    </a:lnTo>
                    <a:lnTo>
                      <a:pt x="3252" y="552"/>
                    </a:lnTo>
                    <a:lnTo>
                      <a:pt x="3252" y="552"/>
                    </a:lnTo>
                    <a:lnTo>
                      <a:pt x="3252" y="552"/>
                    </a:lnTo>
                    <a:lnTo>
                      <a:pt x="3252" y="558"/>
                    </a:lnTo>
                    <a:lnTo>
                      <a:pt x="3252" y="558"/>
                    </a:lnTo>
                    <a:lnTo>
                      <a:pt x="3252" y="558"/>
                    </a:lnTo>
                    <a:lnTo>
                      <a:pt x="3252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58" y="558"/>
                    </a:lnTo>
                    <a:lnTo>
                      <a:pt x="3264" y="558"/>
                    </a:lnTo>
                    <a:lnTo>
                      <a:pt x="3288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294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0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06" y="576"/>
                    </a:lnTo>
                    <a:lnTo>
                      <a:pt x="3312" y="576"/>
                    </a:lnTo>
                    <a:lnTo>
                      <a:pt x="3312" y="576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2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48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54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0" y="588"/>
                    </a:lnTo>
                    <a:lnTo>
                      <a:pt x="3366" y="588"/>
                    </a:lnTo>
                    <a:lnTo>
                      <a:pt x="3366" y="588"/>
                    </a:lnTo>
                    <a:lnTo>
                      <a:pt x="3390" y="588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396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2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08" y="582"/>
                    </a:lnTo>
                    <a:lnTo>
                      <a:pt x="3414" y="582"/>
                    </a:lnTo>
                    <a:lnTo>
                      <a:pt x="3414" y="582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44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0" y="570"/>
                    </a:lnTo>
                    <a:lnTo>
                      <a:pt x="3456" y="570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56" y="564"/>
                    </a:lnTo>
                    <a:lnTo>
                      <a:pt x="3462" y="564"/>
                    </a:lnTo>
                    <a:lnTo>
                      <a:pt x="3462" y="564"/>
                    </a:lnTo>
                    <a:lnTo>
                      <a:pt x="3462" y="564"/>
                    </a:lnTo>
                    <a:lnTo>
                      <a:pt x="3492" y="552"/>
                    </a:lnTo>
                    <a:lnTo>
                      <a:pt x="3492" y="552"/>
                    </a:lnTo>
                    <a:lnTo>
                      <a:pt x="3492" y="552"/>
                    </a:lnTo>
                    <a:lnTo>
                      <a:pt x="3492" y="546"/>
                    </a:lnTo>
                    <a:lnTo>
                      <a:pt x="3492" y="546"/>
                    </a:lnTo>
                    <a:lnTo>
                      <a:pt x="3492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498" y="546"/>
                    </a:lnTo>
                    <a:lnTo>
                      <a:pt x="3504" y="546"/>
                    </a:lnTo>
                    <a:lnTo>
                      <a:pt x="3504" y="546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04" y="540"/>
                    </a:lnTo>
                    <a:lnTo>
                      <a:pt x="3510" y="540"/>
                    </a:lnTo>
                    <a:lnTo>
                      <a:pt x="3510" y="540"/>
                    </a:lnTo>
                    <a:lnTo>
                      <a:pt x="3510" y="540"/>
                    </a:lnTo>
                    <a:lnTo>
                      <a:pt x="3510" y="540"/>
                    </a:lnTo>
                    <a:lnTo>
                      <a:pt x="3540" y="522"/>
                    </a:lnTo>
                    <a:lnTo>
                      <a:pt x="3540" y="522"/>
                    </a:lnTo>
                    <a:lnTo>
                      <a:pt x="3540" y="522"/>
                    </a:lnTo>
                    <a:lnTo>
                      <a:pt x="3540" y="522"/>
                    </a:lnTo>
                    <a:lnTo>
                      <a:pt x="3540" y="516"/>
                    </a:lnTo>
                    <a:lnTo>
                      <a:pt x="3540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46" y="516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2" y="510"/>
                    </a:lnTo>
                    <a:lnTo>
                      <a:pt x="3558" y="510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58" y="504"/>
                    </a:lnTo>
                    <a:lnTo>
                      <a:pt x="3564" y="504"/>
                    </a:lnTo>
                    <a:lnTo>
                      <a:pt x="3564" y="504"/>
                    </a:lnTo>
                    <a:lnTo>
                      <a:pt x="3564" y="498"/>
                    </a:lnTo>
                    <a:lnTo>
                      <a:pt x="3564" y="498"/>
                    </a:lnTo>
                    <a:lnTo>
                      <a:pt x="3564" y="498"/>
                    </a:lnTo>
                    <a:lnTo>
                      <a:pt x="3564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0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76" y="498"/>
                    </a:lnTo>
                    <a:lnTo>
                      <a:pt x="3582" y="498"/>
                    </a:lnTo>
                    <a:lnTo>
                      <a:pt x="3582" y="498"/>
                    </a:lnTo>
                    <a:lnTo>
                      <a:pt x="3582" y="498"/>
                    </a:lnTo>
                    <a:lnTo>
                      <a:pt x="3582" y="498"/>
                    </a:lnTo>
                    <a:lnTo>
                      <a:pt x="3582" y="504"/>
                    </a:lnTo>
                    <a:lnTo>
                      <a:pt x="3582" y="504"/>
                    </a:lnTo>
                    <a:lnTo>
                      <a:pt x="3582" y="504"/>
                    </a:lnTo>
                    <a:lnTo>
                      <a:pt x="3588" y="504"/>
                    </a:lnTo>
                    <a:lnTo>
                      <a:pt x="3588" y="504"/>
                    </a:lnTo>
                    <a:lnTo>
                      <a:pt x="3588" y="504"/>
                    </a:lnTo>
                    <a:lnTo>
                      <a:pt x="3588" y="504"/>
                    </a:lnTo>
                    <a:lnTo>
                      <a:pt x="3588" y="504"/>
                    </a:lnTo>
                    <a:lnTo>
                      <a:pt x="3588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0"/>
                    </a:lnTo>
                    <a:lnTo>
                      <a:pt x="3594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0" y="516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06" y="522"/>
                    </a:lnTo>
                    <a:lnTo>
                      <a:pt x="3636" y="546"/>
                    </a:lnTo>
                    <a:lnTo>
                      <a:pt x="3636" y="552"/>
                    </a:lnTo>
                    <a:lnTo>
                      <a:pt x="3636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2" y="552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48" y="558"/>
                    </a:lnTo>
                    <a:lnTo>
                      <a:pt x="3654" y="558"/>
                    </a:lnTo>
                    <a:lnTo>
                      <a:pt x="3654" y="558"/>
                    </a:lnTo>
                    <a:lnTo>
                      <a:pt x="3654" y="558"/>
                    </a:lnTo>
                    <a:lnTo>
                      <a:pt x="3654" y="564"/>
                    </a:lnTo>
                    <a:lnTo>
                      <a:pt x="3654" y="564"/>
                    </a:lnTo>
                    <a:lnTo>
                      <a:pt x="3654" y="564"/>
                    </a:lnTo>
                    <a:lnTo>
                      <a:pt x="3654" y="564"/>
                    </a:lnTo>
                    <a:lnTo>
                      <a:pt x="3684" y="582"/>
                    </a:lnTo>
                    <a:lnTo>
                      <a:pt x="3684" y="582"/>
                    </a:lnTo>
                    <a:lnTo>
                      <a:pt x="3690" y="582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0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696" y="588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2" y="594"/>
                    </a:lnTo>
                    <a:lnTo>
                      <a:pt x="3708" y="594"/>
                    </a:lnTo>
                    <a:lnTo>
                      <a:pt x="3732" y="606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38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44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0" y="612"/>
                    </a:lnTo>
                    <a:lnTo>
                      <a:pt x="3756" y="612"/>
                    </a:lnTo>
                    <a:lnTo>
                      <a:pt x="3756" y="612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86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2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798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04" y="624"/>
                    </a:lnTo>
                    <a:lnTo>
                      <a:pt x="3810" y="624"/>
                    </a:lnTo>
                    <a:lnTo>
                      <a:pt x="3810" y="624"/>
                    </a:lnTo>
                    <a:lnTo>
                      <a:pt x="3834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0" y="624"/>
                    </a:lnTo>
                    <a:lnTo>
                      <a:pt x="3846" y="624"/>
                    </a:lnTo>
                    <a:lnTo>
                      <a:pt x="3846" y="624"/>
                    </a:lnTo>
                    <a:lnTo>
                      <a:pt x="3846" y="624"/>
                    </a:lnTo>
                    <a:lnTo>
                      <a:pt x="3846" y="618"/>
                    </a:lnTo>
                    <a:lnTo>
                      <a:pt x="3846" y="618"/>
                    </a:lnTo>
                    <a:lnTo>
                      <a:pt x="3846" y="618"/>
                    </a:lnTo>
                    <a:lnTo>
                      <a:pt x="3846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2" y="618"/>
                    </a:lnTo>
                    <a:lnTo>
                      <a:pt x="3858" y="618"/>
                    </a:lnTo>
                    <a:lnTo>
                      <a:pt x="3858" y="618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88" y="612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894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0" y="606"/>
                    </a:lnTo>
                    <a:lnTo>
                      <a:pt x="3906" y="606"/>
                    </a:lnTo>
                    <a:lnTo>
                      <a:pt x="3906" y="600"/>
                    </a:lnTo>
                    <a:lnTo>
                      <a:pt x="3906" y="600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36" y="588"/>
                    </a:lnTo>
                    <a:lnTo>
                      <a:pt x="3942" y="588"/>
                    </a:lnTo>
                    <a:lnTo>
                      <a:pt x="3942" y="588"/>
                    </a:lnTo>
                    <a:lnTo>
                      <a:pt x="3942" y="588"/>
                    </a:lnTo>
                    <a:lnTo>
                      <a:pt x="3942" y="588"/>
                    </a:lnTo>
                    <a:lnTo>
                      <a:pt x="3942" y="582"/>
                    </a:lnTo>
                    <a:lnTo>
                      <a:pt x="3942" y="582"/>
                    </a:lnTo>
                    <a:lnTo>
                      <a:pt x="3942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48" y="582"/>
                    </a:lnTo>
                    <a:lnTo>
                      <a:pt x="3954" y="576"/>
                    </a:lnTo>
                    <a:lnTo>
                      <a:pt x="3954" y="576"/>
                    </a:lnTo>
                    <a:lnTo>
                      <a:pt x="3954" y="576"/>
                    </a:lnTo>
                    <a:lnTo>
                      <a:pt x="3954" y="576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84" y="558"/>
                    </a:lnTo>
                    <a:lnTo>
                      <a:pt x="3990" y="558"/>
                    </a:lnTo>
                    <a:lnTo>
                      <a:pt x="3990" y="558"/>
                    </a:lnTo>
                    <a:lnTo>
                      <a:pt x="3990" y="558"/>
                    </a:lnTo>
                    <a:lnTo>
                      <a:pt x="3990" y="558"/>
                    </a:lnTo>
                    <a:lnTo>
                      <a:pt x="3990" y="552"/>
                    </a:lnTo>
                    <a:lnTo>
                      <a:pt x="3990" y="552"/>
                    </a:lnTo>
                    <a:lnTo>
                      <a:pt x="3990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52"/>
                    </a:lnTo>
                    <a:lnTo>
                      <a:pt x="3996" y="546"/>
                    </a:lnTo>
                    <a:lnTo>
                      <a:pt x="3996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2" y="546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08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40"/>
                    </a:lnTo>
                    <a:lnTo>
                      <a:pt x="4014" y="534"/>
                    </a:lnTo>
                    <a:lnTo>
                      <a:pt x="4020" y="534"/>
                    </a:lnTo>
                    <a:lnTo>
                      <a:pt x="4020" y="534"/>
                    </a:lnTo>
                    <a:lnTo>
                      <a:pt x="4020" y="540"/>
                    </a:lnTo>
                    <a:lnTo>
                      <a:pt x="4020" y="540"/>
                    </a:lnTo>
                    <a:lnTo>
                      <a:pt x="4020" y="540"/>
                    </a:lnTo>
                    <a:lnTo>
                      <a:pt x="4020" y="540"/>
                    </a:lnTo>
                    <a:lnTo>
                      <a:pt x="4020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26" y="540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2" y="546"/>
                    </a:lnTo>
                    <a:lnTo>
                      <a:pt x="4038" y="546"/>
                    </a:lnTo>
                    <a:lnTo>
                      <a:pt x="4038" y="546"/>
                    </a:lnTo>
                    <a:lnTo>
                      <a:pt x="4038" y="546"/>
                    </a:lnTo>
                    <a:lnTo>
                      <a:pt x="4038" y="552"/>
                    </a:lnTo>
                    <a:lnTo>
                      <a:pt x="4038" y="552"/>
                    </a:lnTo>
                    <a:lnTo>
                      <a:pt x="4038" y="552"/>
                    </a:lnTo>
                    <a:lnTo>
                      <a:pt x="4038" y="552"/>
                    </a:lnTo>
                    <a:lnTo>
                      <a:pt x="4038" y="552"/>
                    </a:lnTo>
                    <a:lnTo>
                      <a:pt x="4044" y="552"/>
                    </a:lnTo>
                    <a:lnTo>
                      <a:pt x="4044" y="552"/>
                    </a:lnTo>
                    <a:lnTo>
                      <a:pt x="4044" y="552"/>
                    </a:lnTo>
                    <a:lnTo>
                      <a:pt x="4044" y="552"/>
                    </a:lnTo>
                    <a:lnTo>
                      <a:pt x="4044" y="558"/>
                    </a:lnTo>
                    <a:lnTo>
                      <a:pt x="4044" y="558"/>
                    </a:lnTo>
                    <a:lnTo>
                      <a:pt x="4044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50" y="558"/>
                    </a:lnTo>
                    <a:lnTo>
                      <a:pt x="4080" y="582"/>
                    </a:lnTo>
                    <a:lnTo>
                      <a:pt x="4080" y="582"/>
                    </a:lnTo>
                    <a:lnTo>
                      <a:pt x="4080" y="582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86" y="588"/>
                    </a:lnTo>
                    <a:lnTo>
                      <a:pt x="4092" y="588"/>
                    </a:lnTo>
                    <a:lnTo>
                      <a:pt x="4092" y="588"/>
                    </a:lnTo>
                    <a:lnTo>
                      <a:pt x="4092" y="588"/>
                    </a:lnTo>
                    <a:lnTo>
                      <a:pt x="4092" y="588"/>
                    </a:lnTo>
                    <a:lnTo>
                      <a:pt x="4092" y="594"/>
                    </a:lnTo>
                    <a:lnTo>
                      <a:pt x="4092" y="594"/>
                    </a:lnTo>
                    <a:lnTo>
                      <a:pt x="4092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098" y="594"/>
                    </a:lnTo>
                    <a:lnTo>
                      <a:pt x="4128" y="612"/>
                    </a:lnTo>
                    <a:lnTo>
                      <a:pt x="4128" y="612"/>
                    </a:lnTo>
                    <a:lnTo>
                      <a:pt x="4134" y="612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34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0" y="618"/>
                    </a:lnTo>
                    <a:lnTo>
                      <a:pt x="4146" y="618"/>
                    </a:lnTo>
                    <a:lnTo>
                      <a:pt x="4146" y="618"/>
                    </a:lnTo>
                    <a:lnTo>
                      <a:pt x="4146" y="618"/>
                    </a:lnTo>
                    <a:lnTo>
                      <a:pt x="4146" y="624"/>
                    </a:lnTo>
                    <a:lnTo>
                      <a:pt x="4146" y="624"/>
                    </a:lnTo>
                    <a:lnTo>
                      <a:pt x="4146" y="624"/>
                    </a:lnTo>
                    <a:lnTo>
                      <a:pt x="4146" y="624"/>
                    </a:lnTo>
                    <a:lnTo>
                      <a:pt x="4152" y="624"/>
                    </a:lnTo>
                    <a:lnTo>
                      <a:pt x="4176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2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88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194" y="636"/>
                    </a:lnTo>
                    <a:lnTo>
                      <a:pt x="4200" y="642"/>
                    </a:lnTo>
                    <a:lnTo>
                      <a:pt x="4200" y="642"/>
                    </a:lnTo>
                    <a:lnTo>
                      <a:pt x="4230" y="642"/>
                    </a:lnTo>
                    <a:lnTo>
                      <a:pt x="4230" y="642"/>
                    </a:lnTo>
                    <a:lnTo>
                      <a:pt x="4230" y="642"/>
                    </a:lnTo>
                    <a:lnTo>
                      <a:pt x="4230" y="642"/>
                    </a:lnTo>
                    <a:lnTo>
                      <a:pt x="4230" y="642"/>
                    </a:lnTo>
                    <a:lnTo>
                      <a:pt x="4230" y="648"/>
                    </a:lnTo>
                    <a:lnTo>
                      <a:pt x="4230" y="648"/>
                    </a:lnTo>
                    <a:lnTo>
                      <a:pt x="4230" y="648"/>
                    </a:lnTo>
                    <a:lnTo>
                      <a:pt x="4230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36" y="648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2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48" y="642"/>
                    </a:lnTo>
                    <a:lnTo>
                      <a:pt x="4254" y="642"/>
                    </a:lnTo>
                    <a:lnTo>
                      <a:pt x="4254" y="642"/>
                    </a:lnTo>
                    <a:lnTo>
                      <a:pt x="4278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84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0" y="642"/>
                    </a:lnTo>
                    <a:lnTo>
                      <a:pt x="4296" y="642"/>
                    </a:lnTo>
                    <a:lnTo>
                      <a:pt x="4296" y="642"/>
                    </a:lnTo>
                    <a:lnTo>
                      <a:pt x="4296" y="642"/>
                    </a:lnTo>
                    <a:lnTo>
                      <a:pt x="4296" y="636"/>
                    </a:lnTo>
                    <a:lnTo>
                      <a:pt x="4296" y="636"/>
                    </a:lnTo>
                    <a:lnTo>
                      <a:pt x="4296" y="636"/>
                    </a:lnTo>
                    <a:lnTo>
                      <a:pt x="4296" y="636"/>
                    </a:lnTo>
                    <a:lnTo>
                      <a:pt x="4296" y="636"/>
                    </a:lnTo>
                    <a:lnTo>
                      <a:pt x="4302" y="636"/>
                    </a:lnTo>
                    <a:lnTo>
                      <a:pt x="4302" y="636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2" y="630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38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44" y="624"/>
                    </a:lnTo>
                    <a:lnTo>
                      <a:pt x="4350" y="624"/>
                    </a:lnTo>
                    <a:lnTo>
                      <a:pt x="4350" y="618"/>
                    </a:lnTo>
                    <a:lnTo>
                      <a:pt x="4350" y="618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0" y="606"/>
                    </a:lnTo>
                    <a:lnTo>
                      <a:pt x="4386" y="606"/>
                    </a:lnTo>
                    <a:lnTo>
                      <a:pt x="4386" y="606"/>
                    </a:lnTo>
                    <a:lnTo>
                      <a:pt x="4386" y="606"/>
                    </a:lnTo>
                    <a:lnTo>
                      <a:pt x="4386" y="600"/>
                    </a:lnTo>
                    <a:lnTo>
                      <a:pt x="4386" y="600"/>
                    </a:lnTo>
                    <a:lnTo>
                      <a:pt x="4386" y="600"/>
                    </a:lnTo>
                    <a:lnTo>
                      <a:pt x="4386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2" y="600"/>
                    </a:lnTo>
                    <a:lnTo>
                      <a:pt x="4398" y="594"/>
                    </a:lnTo>
                    <a:lnTo>
                      <a:pt x="4398" y="594"/>
                    </a:lnTo>
                    <a:lnTo>
                      <a:pt x="4398" y="594"/>
                    </a:lnTo>
                    <a:lnTo>
                      <a:pt x="4398" y="594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28" y="576"/>
                    </a:lnTo>
                    <a:lnTo>
                      <a:pt x="4434" y="576"/>
                    </a:lnTo>
                    <a:lnTo>
                      <a:pt x="4434" y="576"/>
                    </a:lnTo>
                    <a:lnTo>
                      <a:pt x="4434" y="576"/>
                    </a:lnTo>
                    <a:lnTo>
                      <a:pt x="4434" y="576"/>
                    </a:lnTo>
                    <a:lnTo>
                      <a:pt x="4434" y="570"/>
                    </a:lnTo>
                    <a:lnTo>
                      <a:pt x="4434" y="570"/>
                    </a:lnTo>
                    <a:lnTo>
                      <a:pt x="4434" y="570"/>
                    </a:lnTo>
                    <a:lnTo>
                      <a:pt x="4440" y="570"/>
                    </a:lnTo>
                  </a:path>
                </a:pathLst>
              </a:custGeom>
              <a:noFill/>
              <a:ln w="19080">
                <a:solidFill>
                  <a:srgbClr val="00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2" name="Rectangle 57"/>
              <p:cNvSpPr/>
              <p:nvPr/>
            </p:nvSpPr>
            <p:spPr>
              <a:xfrm>
                <a:off x="1668240" y="3575160"/>
                <a:ext cx="34128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ff00"/>
                    </a:solidFill>
                    <a:effectLst/>
                    <a:uFillTx/>
                    <a:latin typeface="Arial"/>
                  </a:rPr>
                  <a:t>Ay_bet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3" name="Freeform 58"/>
              <p:cNvSpPr/>
              <p:nvPr/>
            </p:nvSpPr>
            <p:spPr>
              <a:xfrm>
                <a:off x="331200" y="3552120"/>
                <a:ext cx="8452080" cy="1800"/>
              </a:xfrm>
              <a:custGeom>
                <a:avLst/>
                <a:gdLst>
                  <a:gd name="textAreaLeft" fmla="*/ 0 w 8452080"/>
                  <a:gd name="textAreaRight" fmla="*/ 8452440 w 8452080"/>
                  <a:gd name="textAreaTop" fmla="*/ 0 h 1800"/>
                  <a:gd name="textAreaBottom" fmla="*/ 2160 h 1800"/>
                  <a:gd name="GluePoint1X" fmla="*/ 36 w 4440"/>
                  <a:gd name="GluePoint1Y" fmla="*/ 0 h 1"/>
                  <a:gd name="GluePoint2X" fmla="*/ 96 w 4440"/>
                  <a:gd name="GluePoint2Y" fmla="*/ 0 h 1"/>
                  <a:gd name="GluePoint3X" fmla="*/ 186 w 4440"/>
                  <a:gd name="GluePoint3Y" fmla="*/ 0 h 1"/>
                  <a:gd name="GluePoint4X" fmla="*/ 252 w 4440"/>
                  <a:gd name="GluePoint4Y" fmla="*/ 0 h 1"/>
                  <a:gd name="GluePoint5X" fmla="*/ 342 w 4440"/>
                  <a:gd name="GluePoint5Y" fmla="*/ 0 h 1"/>
                  <a:gd name="GluePoint6X" fmla="*/ 432 w 4440"/>
                  <a:gd name="GluePoint6Y" fmla="*/ 0 h 1"/>
                  <a:gd name="GluePoint7X" fmla="*/ 468 w 4440"/>
                  <a:gd name="GluePoint7Y" fmla="*/ 0 h 1"/>
                  <a:gd name="GluePoint8X" fmla="*/ 528 w 4440"/>
                  <a:gd name="GluePoint8Y" fmla="*/ 0 h 1"/>
                  <a:gd name="GluePoint9X" fmla="*/ 594 w 4440"/>
                  <a:gd name="GluePoint9Y" fmla="*/ 0 h 1"/>
                  <a:gd name="GluePoint10X" fmla="*/ 684 w 4440"/>
                  <a:gd name="GluePoint10Y" fmla="*/ 0 h 1"/>
                  <a:gd name="GluePoint11X" fmla="*/ 744 w 4440"/>
                  <a:gd name="GluePoint11Y" fmla="*/ 0 h 1"/>
                  <a:gd name="GluePoint12X" fmla="*/ 834 w 4440"/>
                  <a:gd name="GluePoint12Y" fmla="*/ 0 h 1"/>
                  <a:gd name="GluePoint13X" fmla="*/ 900 w 4440"/>
                  <a:gd name="GluePoint13Y" fmla="*/ 0 h 1"/>
                  <a:gd name="GluePoint14X" fmla="*/ 936 w 4440"/>
                  <a:gd name="GluePoint14Y" fmla="*/ 0 h 1"/>
                  <a:gd name="GluePoint15X" fmla="*/ 1026 w 4440"/>
                  <a:gd name="GluePoint15Y" fmla="*/ 0 h 1"/>
                  <a:gd name="GluePoint16X" fmla="*/ 1086 w 4440"/>
                  <a:gd name="GluePoint16Y" fmla="*/ 0 h 1"/>
                  <a:gd name="GluePoint17X" fmla="*/ 1176 w 4440"/>
                  <a:gd name="GluePoint17Y" fmla="*/ 0 h 1"/>
                  <a:gd name="GluePoint18X" fmla="*/ 1242 w 4440"/>
                  <a:gd name="GluePoint18Y" fmla="*/ 0 h 1"/>
                  <a:gd name="GluePoint19X" fmla="*/ 1332 w 4440"/>
                  <a:gd name="GluePoint19Y" fmla="*/ 0 h 1"/>
                  <a:gd name="GluePoint20X" fmla="*/ 1368 w 4440"/>
                  <a:gd name="GluePoint20Y" fmla="*/ 0 h 1"/>
                  <a:gd name="GluePoint21X" fmla="*/ 1428 w 4440"/>
                  <a:gd name="GluePoint21Y" fmla="*/ 0 h 1"/>
                  <a:gd name="GluePoint22X" fmla="*/ 1518 w 4440"/>
                  <a:gd name="GluePoint22Y" fmla="*/ 0 h 1"/>
                  <a:gd name="GluePoint23X" fmla="*/ 1584 w 4440"/>
                  <a:gd name="GluePoint23Y" fmla="*/ 0 h 1"/>
                  <a:gd name="GluePoint24X" fmla="*/ 1674 w 4440"/>
                  <a:gd name="GluePoint24Y" fmla="*/ 0 h 1"/>
                  <a:gd name="GluePoint25X" fmla="*/ 1764 w 4440"/>
                  <a:gd name="GluePoint25Y" fmla="*/ 0 h 1"/>
                  <a:gd name="GluePoint26X" fmla="*/ 1800 w 4440"/>
                  <a:gd name="GluePoint26Y" fmla="*/ 0 h 1"/>
                  <a:gd name="GluePoint27X" fmla="*/ 1860 w 4440"/>
                  <a:gd name="GluePoint27Y" fmla="*/ 0 h 1"/>
                  <a:gd name="GluePoint28X" fmla="*/ 1926 w 4440"/>
                  <a:gd name="GluePoint28Y" fmla="*/ 0 h 1"/>
                  <a:gd name="GluePoint29X" fmla="*/ 2016 w 4440"/>
                  <a:gd name="GluePoint29Y" fmla="*/ 0 h 1"/>
                  <a:gd name="GluePoint30X" fmla="*/ 2076 w 4440"/>
                  <a:gd name="GluePoint30Y" fmla="*/ 0 h 1"/>
                  <a:gd name="GluePoint31X" fmla="*/ 2166 w 4440"/>
                  <a:gd name="GluePoint31Y" fmla="*/ 0 h 1"/>
                  <a:gd name="GluePoint32X" fmla="*/ 2232 w 4440"/>
                  <a:gd name="GluePoint32Y" fmla="*/ 0 h 1"/>
                  <a:gd name="GluePoint33X" fmla="*/ 2268 w 4440"/>
                  <a:gd name="GluePoint33Y" fmla="*/ 0 h 1"/>
                  <a:gd name="GluePoint34X" fmla="*/ 2358 w 4440"/>
                  <a:gd name="GluePoint34Y" fmla="*/ 0 h 1"/>
                  <a:gd name="GluePoint35X" fmla="*/ 2418 w 4440"/>
                  <a:gd name="GluePoint35Y" fmla="*/ 0 h 1"/>
                  <a:gd name="GluePoint36X" fmla="*/ 2508 w 4440"/>
                  <a:gd name="GluePoint36Y" fmla="*/ 0 h 1"/>
                  <a:gd name="GluePoint37X" fmla="*/ 2574 w 4440"/>
                  <a:gd name="GluePoint37Y" fmla="*/ 0 h 1"/>
                  <a:gd name="GluePoint38X" fmla="*/ 2664 w 4440"/>
                  <a:gd name="GluePoint38Y" fmla="*/ 0 h 1"/>
                  <a:gd name="GluePoint39X" fmla="*/ 2700 w 4440"/>
                  <a:gd name="GluePoint39Y" fmla="*/ 0 h 1"/>
                  <a:gd name="GluePoint40X" fmla="*/ 2760 w 4440"/>
                  <a:gd name="GluePoint40Y" fmla="*/ 0 h 1"/>
                  <a:gd name="GluePoint41X" fmla="*/ 2850 w 4440"/>
                  <a:gd name="GluePoint41Y" fmla="*/ 0 h 1"/>
                  <a:gd name="GluePoint42X" fmla="*/ 2916 w 4440"/>
                  <a:gd name="GluePoint42Y" fmla="*/ 0 h 1"/>
                  <a:gd name="GluePoint43X" fmla="*/ 3006 w 4440"/>
                  <a:gd name="GluePoint43Y" fmla="*/ 0 h 1"/>
                  <a:gd name="GluePoint44X" fmla="*/ 3096 w 4440"/>
                  <a:gd name="GluePoint44Y" fmla="*/ 0 h 1"/>
                  <a:gd name="GluePoint45X" fmla="*/ 3132 w 4440"/>
                  <a:gd name="GluePoint45Y" fmla="*/ 0 h 1"/>
                  <a:gd name="GluePoint46X" fmla="*/ 3192 w 4440"/>
                  <a:gd name="GluePoint46Y" fmla="*/ 0 h 1"/>
                  <a:gd name="GluePoint47X" fmla="*/ 3258 w 4440"/>
                  <a:gd name="GluePoint47Y" fmla="*/ 0 h 1"/>
                  <a:gd name="GluePoint48X" fmla="*/ 3348 w 4440"/>
                  <a:gd name="GluePoint48Y" fmla="*/ 0 h 1"/>
                  <a:gd name="GluePoint49X" fmla="*/ 3408 w 4440"/>
                  <a:gd name="GluePoint49Y" fmla="*/ 0 h 1"/>
                  <a:gd name="GluePoint50X" fmla="*/ 3498 w 4440"/>
                  <a:gd name="GluePoint50Y" fmla="*/ 0 h 1"/>
                  <a:gd name="GluePoint51X" fmla="*/ 3564 w 4440"/>
                  <a:gd name="GluePoint51Y" fmla="*/ 0 h 1"/>
                  <a:gd name="GluePoint52X" fmla="*/ 3600 w 4440"/>
                  <a:gd name="GluePoint52Y" fmla="*/ 0 h 1"/>
                  <a:gd name="GluePoint53X" fmla="*/ 3690 w 4440"/>
                  <a:gd name="GluePoint53Y" fmla="*/ 0 h 1"/>
                  <a:gd name="GluePoint54X" fmla="*/ 3750 w 4440"/>
                  <a:gd name="GluePoint54Y" fmla="*/ 0 h 1"/>
                  <a:gd name="GluePoint55X" fmla="*/ 3840 w 4440"/>
                  <a:gd name="GluePoint55Y" fmla="*/ 0 h 1"/>
                  <a:gd name="GluePoint56X" fmla="*/ 3906 w 4440"/>
                  <a:gd name="GluePoint56Y" fmla="*/ 0 h 1"/>
                  <a:gd name="GluePoint57X" fmla="*/ 3996 w 4440"/>
                  <a:gd name="GluePoint57Y" fmla="*/ 0 h 1"/>
                  <a:gd name="GluePoint58X" fmla="*/ 4032 w 4440"/>
                  <a:gd name="GluePoint58Y" fmla="*/ 0 h 1"/>
                  <a:gd name="GluePoint59X" fmla="*/ 4092 w 4440"/>
                  <a:gd name="GluePoint59Y" fmla="*/ 0 h 1"/>
                  <a:gd name="GluePoint60X" fmla="*/ 4182 w 4440"/>
                  <a:gd name="GluePoint60Y" fmla="*/ 0 h 1"/>
                  <a:gd name="GluePoint61X" fmla="*/ 4248 w 4440"/>
                  <a:gd name="GluePoint61Y" fmla="*/ 0 h 1"/>
                  <a:gd name="GluePoint62X" fmla="*/ 4338 w 4440"/>
                  <a:gd name="GluePoint62Y" fmla="*/ 0 h 1"/>
                  <a:gd name="GluePoint63X" fmla="*/ 4428 w 4440"/>
                  <a:gd name="GluePoint63Y" fmla="*/ 0 h 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4440" h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32" y="0"/>
                    </a:lnTo>
                    <a:lnTo>
                      <a:pt x="132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6" y="0"/>
                    </a:lnTo>
                    <a:lnTo>
                      <a:pt x="180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204" y="0"/>
                    </a:lnTo>
                    <a:lnTo>
                      <a:pt x="20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8" y="0"/>
                    </a:lnTo>
                    <a:lnTo>
                      <a:pt x="258" y="0"/>
                    </a:lnTo>
                    <a:lnTo>
                      <a:pt x="282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6" y="0"/>
                    </a:lnTo>
                    <a:lnTo>
                      <a:pt x="30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54" y="0"/>
                    </a:lnTo>
                    <a:lnTo>
                      <a:pt x="354" y="0"/>
                    </a:lnTo>
                    <a:lnTo>
                      <a:pt x="35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402" y="0"/>
                    </a:lnTo>
                    <a:lnTo>
                      <a:pt x="402" y="0"/>
                    </a:lnTo>
                    <a:lnTo>
                      <a:pt x="402" y="0"/>
                    </a:lnTo>
                    <a:lnTo>
                      <a:pt x="40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528" y="0"/>
                    </a:lnTo>
                    <a:lnTo>
                      <a:pt x="528" y="0"/>
                    </a:lnTo>
                    <a:lnTo>
                      <a:pt x="528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76" y="0"/>
                    </a:lnTo>
                    <a:lnTo>
                      <a:pt x="576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600" y="0"/>
                    </a:lnTo>
                    <a:lnTo>
                      <a:pt x="624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8" y="0"/>
                    </a:lnTo>
                    <a:lnTo>
                      <a:pt x="64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702" y="0"/>
                    </a:lnTo>
                    <a:lnTo>
                      <a:pt x="702" y="0"/>
                    </a:lnTo>
                    <a:lnTo>
                      <a:pt x="726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50" y="0"/>
                    </a:lnTo>
                    <a:lnTo>
                      <a:pt x="75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8" y="0"/>
                    </a:lnTo>
                    <a:lnTo>
                      <a:pt x="798" y="0"/>
                    </a:lnTo>
                    <a:lnTo>
                      <a:pt x="79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6" y="0"/>
                    </a:lnTo>
                    <a:lnTo>
                      <a:pt x="846" y="0"/>
                    </a:lnTo>
                    <a:lnTo>
                      <a:pt x="846" y="0"/>
                    </a:lnTo>
                    <a:lnTo>
                      <a:pt x="84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72" y="0"/>
                    </a:lnTo>
                    <a:lnTo>
                      <a:pt x="972" y="0"/>
                    </a:lnTo>
                    <a:lnTo>
                      <a:pt x="972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1020" y="0"/>
                    </a:lnTo>
                    <a:lnTo>
                      <a:pt x="1020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44" y="0"/>
                    </a:lnTo>
                    <a:lnTo>
                      <a:pt x="1068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92" y="0"/>
                    </a:lnTo>
                    <a:lnTo>
                      <a:pt x="109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6" y="0"/>
                    </a:lnTo>
                    <a:lnTo>
                      <a:pt x="1146" y="0"/>
                    </a:lnTo>
                    <a:lnTo>
                      <a:pt x="1170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94" y="0"/>
                    </a:lnTo>
                    <a:lnTo>
                      <a:pt x="119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42" y="0"/>
                    </a:lnTo>
                    <a:lnTo>
                      <a:pt x="1242" y="0"/>
                    </a:lnTo>
                    <a:lnTo>
                      <a:pt x="124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90" y="0"/>
                    </a:lnTo>
                    <a:lnTo>
                      <a:pt x="1290" y="0"/>
                    </a:lnTo>
                    <a:lnTo>
                      <a:pt x="1290" y="0"/>
                    </a:lnTo>
                    <a:lnTo>
                      <a:pt x="129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416" y="0"/>
                    </a:lnTo>
                    <a:lnTo>
                      <a:pt x="1416" y="0"/>
                    </a:lnTo>
                    <a:lnTo>
                      <a:pt x="1416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64" y="0"/>
                    </a:lnTo>
                    <a:lnTo>
                      <a:pt x="1464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8" y="0"/>
                    </a:lnTo>
                    <a:lnTo>
                      <a:pt x="1512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6" y="0"/>
                    </a:lnTo>
                    <a:lnTo>
                      <a:pt x="153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90" y="0"/>
                    </a:lnTo>
                    <a:lnTo>
                      <a:pt x="1590" y="0"/>
                    </a:lnTo>
                    <a:lnTo>
                      <a:pt x="1614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8" y="0"/>
                    </a:lnTo>
                    <a:lnTo>
                      <a:pt x="163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6" y="0"/>
                    </a:lnTo>
                    <a:lnTo>
                      <a:pt x="1686" y="0"/>
                    </a:lnTo>
                    <a:lnTo>
                      <a:pt x="168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34" y="0"/>
                    </a:lnTo>
                    <a:lnTo>
                      <a:pt x="1734" y="0"/>
                    </a:lnTo>
                    <a:lnTo>
                      <a:pt x="1734" y="0"/>
                    </a:lnTo>
                    <a:lnTo>
                      <a:pt x="173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60" y="0"/>
                    </a:lnTo>
                    <a:lnTo>
                      <a:pt x="1860" y="0"/>
                    </a:lnTo>
                    <a:lnTo>
                      <a:pt x="1860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908" y="0"/>
                    </a:lnTo>
                    <a:lnTo>
                      <a:pt x="1908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32" y="0"/>
                    </a:lnTo>
                    <a:lnTo>
                      <a:pt x="1956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80" y="0"/>
                    </a:lnTo>
                    <a:lnTo>
                      <a:pt x="198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34" y="0"/>
                    </a:lnTo>
                    <a:lnTo>
                      <a:pt x="2034" y="0"/>
                    </a:lnTo>
                    <a:lnTo>
                      <a:pt x="2058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82" y="0"/>
                    </a:lnTo>
                    <a:lnTo>
                      <a:pt x="208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30" y="0"/>
                    </a:lnTo>
                    <a:lnTo>
                      <a:pt x="2130" y="0"/>
                    </a:lnTo>
                    <a:lnTo>
                      <a:pt x="213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8" y="0"/>
                    </a:lnTo>
                    <a:lnTo>
                      <a:pt x="2178" y="0"/>
                    </a:lnTo>
                    <a:lnTo>
                      <a:pt x="2178" y="0"/>
                    </a:lnTo>
                    <a:lnTo>
                      <a:pt x="217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304" y="0"/>
                    </a:lnTo>
                    <a:lnTo>
                      <a:pt x="2304" y="0"/>
                    </a:lnTo>
                    <a:lnTo>
                      <a:pt x="2304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52" y="0"/>
                    </a:lnTo>
                    <a:lnTo>
                      <a:pt x="2352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6" y="0"/>
                    </a:lnTo>
                    <a:lnTo>
                      <a:pt x="2400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24" y="0"/>
                    </a:lnTo>
                    <a:lnTo>
                      <a:pt x="242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8" y="0"/>
                    </a:lnTo>
                    <a:lnTo>
                      <a:pt x="2478" y="0"/>
                    </a:lnTo>
                    <a:lnTo>
                      <a:pt x="2502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6" y="0"/>
                    </a:lnTo>
                    <a:lnTo>
                      <a:pt x="252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74" y="0"/>
                    </a:lnTo>
                    <a:lnTo>
                      <a:pt x="2574" y="0"/>
                    </a:lnTo>
                    <a:lnTo>
                      <a:pt x="257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22" y="0"/>
                    </a:lnTo>
                    <a:lnTo>
                      <a:pt x="2622" y="0"/>
                    </a:lnTo>
                    <a:lnTo>
                      <a:pt x="2622" y="0"/>
                    </a:lnTo>
                    <a:lnTo>
                      <a:pt x="262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48" y="0"/>
                    </a:lnTo>
                    <a:lnTo>
                      <a:pt x="2748" y="0"/>
                    </a:lnTo>
                    <a:lnTo>
                      <a:pt x="2748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96" y="0"/>
                    </a:lnTo>
                    <a:lnTo>
                      <a:pt x="2796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20" y="0"/>
                    </a:lnTo>
                    <a:lnTo>
                      <a:pt x="2844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8" y="0"/>
                    </a:lnTo>
                    <a:lnTo>
                      <a:pt x="286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22" y="0"/>
                    </a:lnTo>
                    <a:lnTo>
                      <a:pt x="2922" y="0"/>
                    </a:lnTo>
                    <a:lnTo>
                      <a:pt x="2946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70" y="0"/>
                    </a:lnTo>
                    <a:lnTo>
                      <a:pt x="297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8" y="0"/>
                    </a:lnTo>
                    <a:lnTo>
                      <a:pt x="3018" y="0"/>
                    </a:lnTo>
                    <a:lnTo>
                      <a:pt x="301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6" y="0"/>
                    </a:lnTo>
                    <a:lnTo>
                      <a:pt x="3066" y="0"/>
                    </a:lnTo>
                    <a:lnTo>
                      <a:pt x="3066" y="0"/>
                    </a:lnTo>
                    <a:lnTo>
                      <a:pt x="306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92" y="0"/>
                    </a:lnTo>
                    <a:lnTo>
                      <a:pt x="3192" y="0"/>
                    </a:lnTo>
                    <a:lnTo>
                      <a:pt x="3192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40" y="0"/>
                    </a:lnTo>
                    <a:lnTo>
                      <a:pt x="3240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64" y="0"/>
                    </a:lnTo>
                    <a:lnTo>
                      <a:pt x="3288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12" y="0"/>
                    </a:lnTo>
                    <a:lnTo>
                      <a:pt x="331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6" y="0"/>
                    </a:lnTo>
                    <a:lnTo>
                      <a:pt x="3366" y="0"/>
                    </a:lnTo>
                    <a:lnTo>
                      <a:pt x="3390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14" y="0"/>
                    </a:lnTo>
                    <a:lnTo>
                      <a:pt x="341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62" y="0"/>
                    </a:lnTo>
                    <a:lnTo>
                      <a:pt x="3462" y="0"/>
                    </a:lnTo>
                    <a:lnTo>
                      <a:pt x="346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10" y="0"/>
                    </a:lnTo>
                    <a:lnTo>
                      <a:pt x="3510" y="0"/>
                    </a:lnTo>
                    <a:lnTo>
                      <a:pt x="3510" y="0"/>
                    </a:lnTo>
                    <a:lnTo>
                      <a:pt x="351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36" y="0"/>
                    </a:lnTo>
                    <a:lnTo>
                      <a:pt x="3636" y="0"/>
                    </a:lnTo>
                    <a:lnTo>
                      <a:pt x="3636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84" y="0"/>
                    </a:lnTo>
                    <a:lnTo>
                      <a:pt x="3684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8" y="0"/>
                    </a:lnTo>
                    <a:lnTo>
                      <a:pt x="3732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6" y="0"/>
                    </a:lnTo>
                    <a:lnTo>
                      <a:pt x="375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10" y="0"/>
                    </a:lnTo>
                    <a:lnTo>
                      <a:pt x="3810" y="0"/>
                    </a:lnTo>
                    <a:lnTo>
                      <a:pt x="3834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8" y="0"/>
                    </a:lnTo>
                    <a:lnTo>
                      <a:pt x="385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6" y="0"/>
                    </a:lnTo>
                    <a:lnTo>
                      <a:pt x="3906" y="0"/>
                    </a:lnTo>
                    <a:lnTo>
                      <a:pt x="390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54" y="0"/>
                    </a:lnTo>
                    <a:lnTo>
                      <a:pt x="3954" y="0"/>
                    </a:lnTo>
                    <a:lnTo>
                      <a:pt x="3954" y="0"/>
                    </a:lnTo>
                    <a:lnTo>
                      <a:pt x="395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80" y="0"/>
                    </a:lnTo>
                    <a:lnTo>
                      <a:pt x="4080" y="0"/>
                    </a:lnTo>
                    <a:lnTo>
                      <a:pt x="4080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128" y="0"/>
                    </a:lnTo>
                    <a:lnTo>
                      <a:pt x="4128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52" y="0"/>
                    </a:lnTo>
                    <a:lnTo>
                      <a:pt x="4176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200" y="0"/>
                    </a:lnTo>
                    <a:lnTo>
                      <a:pt x="420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54" y="0"/>
                    </a:lnTo>
                    <a:lnTo>
                      <a:pt x="4254" y="0"/>
                    </a:lnTo>
                    <a:lnTo>
                      <a:pt x="4278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302" y="0"/>
                    </a:lnTo>
                    <a:lnTo>
                      <a:pt x="430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50" y="0"/>
                    </a:lnTo>
                    <a:lnTo>
                      <a:pt x="4350" y="0"/>
                    </a:lnTo>
                    <a:lnTo>
                      <a:pt x="435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8" y="0"/>
                    </a:lnTo>
                    <a:lnTo>
                      <a:pt x="4398" y="0"/>
                    </a:lnTo>
                    <a:lnTo>
                      <a:pt x="4398" y="0"/>
                    </a:lnTo>
                    <a:lnTo>
                      <a:pt x="439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40" y="0"/>
                    </a:lnTo>
                  </a:path>
                </a:pathLst>
              </a:custGeom>
              <a:noFill/>
              <a:ln w="936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-43560" bIns="-43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4" name="Rectangle 59"/>
              <p:cNvSpPr/>
              <p:nvPr/>
            </p:nvSpPr>
            <p:spPr>
              <a:xfrm>
                <a:off x="2479320" y="3575160"/>
                <a:ext cx="3978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ff"/>
                    </a:solidFill>
                    <a:effectLst/>
                    <a:uFillTx/>
                    <a:latin typeface="Arial"/>
                  </a:rPr>
                  <a:t>Ax_disp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5" name="Freeform 60"/>
              <p:cNvSpPr/>
              <p:nvPr/>
            </p:nvSpPr>
            <p:spPr>
              <a:xfrm>
                <a:off x="331200" y="3552120"/>
                <a:ext cx="8452080" cy="1800"/>
              </a:xfrm>
              <a:custGeom>
                <a:avLst/>
                <a:gdLst>
                  <a:gd name="textAreaLeft" fmla="*/ 0 w 8452080"/>
                  <a:gd name="textAreaRight" fmla="*/ 8452440 w 8452080"/>
                  <a:gd name="textAreaTop" fmla="*/ 0 h 1800"/>
                  <a:gd name="textAreaBottom" fmla="*/ 2160 h 1800"/>
                  <a:gd name="GluePoint1X" fmla="*/ 36 w 4440"/>
                  <a:gd name="GluePoint1Y" fmla="*/ 0 h 1"/>
                  <a:gd name="GluePoint2X" fmla="*/ 96 w 4440"/>
                  <a:gd name="GluePoint2Y" fmla="*/ 0 h 1"/>
                  <a:gd name="GluePoint3X" fmla="*/ 186 w 4440"/>
                  <a:gd name="GluePoint3Y" fmla="*/ 0 h 1"/>
                  <a:gd name="GluePoint4X" fmla="*/ 252 w 4440"/>
                  <a:gd name="GluePoint4Y" fmla="*/ 0 h 1"/>
                  <a:gd name="GluePoint5X" fmla="*/ 342 w 4440"/>
                  <a:gd name="GluePoint5Y" fmla="*/ 0 h 1"/>
                  <a:gd name="GluePoint6X" fmla="*/ 432 w 4440"/>
                  <a:gd name="GluePoint6Y" fmla="*/ 0 h 1"/>
                  <a:gd name="GluePoint7X" fmla="*/ 468 w 4440"/>
                  <a:gd name="GluePoint7Y" fmla="*/ 0 h 1"/>
                  <a:gd name="GluePoint8X" fmla="*/ 528 w 4440"/>
                  <a:gd name="GluePoint8Y" fmla="*/ 0 h 1"/>
                  <a:gd name="GluePoint9X" fmla="*/ 594 w 4440"/>
                  <a:gd name="GluePoint9Y" fmla="*/ 0 h 1"/>
                  <a:gd name="GluePoint10X" fmla="*/ 684 w 4440"/>
                  <a:gd name="GluePoint10Y" fmla="*/ 0 h 1"/>
                  <a:gd name="GluePoint11X" fmla="*/ 744 w 4440"/>
                  <a:gd name="GluePoint11Y" fmla="*/ 0 h 1"/>
                  <a:gd name="GluePoint12X" fmla="*/ 834 w 4440"/>
                  <a:gd name="GluePoint12Y" fmla="*/ 0 h 1"/>
                  <a:gd name="GluePoint13X" fmla="*/ 900 w 4440"/>
                  <a:gd name="GluePoint13Y" fmla="*/ 0 h 1"/>
                  <a:gd name="GluePoint14X" fmla="*/ 936 w 4440"/>
                  <a:gd name="GluePoint14Y" fmla="*/ 0 h 1"/>
                  <a:gd name="GluePoint15X" fmla="*/ 1026 w 4440"/>
                  <a:gd name="GluePoint15Y" fmla="*/ 0 h 1"/>
                  <a:gd name="GluePoint16X" fmla="*/ 1086 w 4440"/>
                  <a:gd name="GluePoint16Y" fmla="*/ 0 h 1"/>
                  <a:gd name="GluePoint17X" fmla="*/ 1176 w 4440"/>
                  <a:gd name="GluePoint17Y" fmla="*/ 0 h 1"/>
                  <a:gd name="GluePoint18X" fmla="*/ 1242 w 4440"/>
                  <a:gd name="GluePoint18Y" fmla="*/ 0 h 1"/>
                  <a:gd name="GluePoint19X" fmla="*/ 1332 w 4440"/>
                  <a:gd name="GluePoint19Y" fmla="*/ 0 h 1"/>
                  <a:gd name="GluePoint20X" fmla="*/ 1368 w 4440"/>
                  <a:gd name="GluePoint20Y" fmla="*/ 0 h 1"/>
                  <a:gd name="GluePoint21X" fmla="*/ 1428 w 4440"/>
                  <a:gd name="GluePoint21Y" fmla="*/ 0 h 1"/>
                  <a:gd name="GluePoint22X" fmla="*/ 1518 w 4440"/>
                  <a:gd name="GluePoint22Y" fmla="*/ 0 h 1"/>
                  <a:gd name="GluePoint23X" fmla="*/ 1584 w 4440"/>
                  <a:gd name="GluePoint23Y" fmla="*/ 0 h 1"/>
                  <a:gd name="GluePoint24X" fmla="*/ 1674 w 4440"/>
                  <a:gd name="GluePoint24Y" fmla="*/ 0 h 1"/>
                  <a:gd name="GluePoint25X" fmla="*/ 1764 w 4440"/>
                  <a:gd name="GluePoint25Y" fmla="*/ 0 h 1"/>
                  <a:gd name="GluePoint26X" fmla="*/ 1800 w 4440"/>
                  <a:gd name="GluePoint26Y" fmla="*/ 0 h 1"/>
                  <a:gd name="GluePoint27X" fmla="*/ 1860 w 4440"/>
                  <a:gd name="GluePoint27Y" fmla="*/ 0 h 1"/>
                  <a:gd name="GluePoint28X" fmla="*/ 1926 w 4440"/>
                  <a:gd name="GluePoint28Y" fmla="*/ 0 h 1"/>
                  <a:gd name="GluePoint29X" fmla="*/ 2016 w 4440"/>
                  <a:gd name="GluePoint29Y" fmla="*/ 0 h 1"/>
                  <a:gd name="GluePoint30X" fmla="*/ 2076 w 4440"/>
                  <a:gd name="GluePoint30Y" fmla="*/ 0 h 1"/>
                  <a:gd name="GluePoint31X" fmla="*/ 2166 w 4440"/>
                  <a:gd name="GluePoint31Y" fmla="*/ 0 h 1"/>
                  <a:gd name="GluePoint32X" fmla="*/ 2232 w 4440"/>
                  <a:gd name="GluePoint32Y" fmla="*/ 0 h 1"/>
                  <a:gd name="GluePoint33X" fmla="*/ 2268 w 4440"/>
                  <a:gd name="GluePoint33Y" fmla="*/ 0 h 1"/>
                  <a:gd name="GluePoint34X" fmla="*/ 2358 w 4440"/>
                  <a:gd name="GluePoint34Y" fmla="*/ 0 h 1"/>
                  <a:gd name="GluePoint35X" fmla="*/ 2418 w 4440"/>
                  <a:gd name="GluePoint35Y" fmla="*/ 0 h 1"/>
                  <a:gd name="GluePoint36X" fmla="*/ 2508 w 4440"/>
                  <a:gd name="GluePoint36Y" fmla="*/ 0 h 1"/>
                  <a:gd name="GluePoint37X" fmla="*/ 2574 w 4440"/>
                  <a:gd name="GluePoint37Y" fmla="*/ 0 h 1"/>
                  <a:gd name="GluePoint38X" fmla="*/ 2664 w 4440"/>
                  <a:gd name="GluePoint38Y" fmla="*/ 0 h 1"/>
                  <a:gd name="GluePoint39X" fmla="*/ 2700 w 4440"/>
                  <a:gd name="GluePoint39Y" fmla="*/ 0 h 1"/>
                  <a:gd name="GluePoint40X" fmla="*/ 2760 w 4440"/>
                  <a:gd name="GluePoint40Y" fmla="*/ 0 h 1"/>
                  <a:gd name="GluePoint41X" fmla="*/ 2850 w 4440"/>
                  <a:gd name="GluePoint41Y" fmla="*/ 0 h 1"/>
                  <a:gd name="GluePoint42X" fmla="*/ 2916 w 4440"/>
                  <a:gd name="GluePoint42Y" fmla="*/ 0 h 1"/>
                  <a:gd name="GluePoint43X" fmla="*/ 3006 w 4440"/>
                  <a:gd name="GluePoint43Y" fmla="*/ 0 h 1"/>
                  <a:gd name="GluePoint44X" fmla="*/ 3096 w 4440"/>
                  <a:gd name="GluePoint44Y" fmla="*/ 0 h 1"/>
                  <a:gd name="GluePoint45X" fmla="*/ 3132 w 4440"/>
                  <a:gd name="GluePoint45Y" fmla="*/ 0 h 1"/>
                  <a:gd name="GluePoint46X" fmla="*/ 3192 w 4440"/>
                  <a:gd name="GluePoint46Y" fmla="*/ 0 h 1"/>
                  <a:gd name="GluePoint47X" fmla="*/ 3258 w 4440"/>
                  <a:gd name="GluePoint47Y" fmla="*/ 0 h 1"/>
                  <a:gd name="GluePoint48X" fmla="*/ 3348 w 4440"/>
                  <a:gd name="GluePoint48Y" fmla="*/ 0 h 1"/>
                  <a:gd name="GluePoint49X" fmla="*/ 3408 w 4440"/>
                  <a:gd name="GluePoint49Y" fmla="*/ 0 h 1"/>
                  <a:gd name="GluePoint50X" fmla="*/ 3498 w 4440"/>
                  <a:gd name="GluePoint50Y" fmla="*/ 0 h 1"/>
                  <a:gd name="GluePoint51X" fmla="*/ 3564 w 4440"/>
                  <a:gd name="GluePoint51Y" fmla="*/ 0 h 1"/>
                  <a:gd name="GluePoint52X" fmla="*/ 3600 w 4440"/>
                  <a:gd name="GluePoint52Y" fmla="*/ 0 h 1"/>
                  <a:gd name="GluePoint53X" fmla="*/ 3690 w 4440"/>
                  <a:gd name="GluePoint53Y" fmla="*/ 0 h 1"/>
                  <a:gd name="GluePoint54X" fmla="*/ 3750 w 4440"/>
                  <a:gd name="GluePoint54Y" fmla="*/ 0 h 1"/>
                  <a:gd name="GluePoint55X" fmla="*/ 3840 w 4440"/>
                  <a:gd name="GluePoint55Y" fmla="*/ 0 h 1"/>
                  <a:gd name="GluePoint56X" fmla="*/ 3906 w 4440"/>
                  <a:gd name="GluePoint56Y" fmla="*/ 0 h 1"/>
                  <a:gd name="GluePoint57X" fmla="*/ 3996 w 4440"/>
                  <a:gd name="GluePoint57Y" fmla="*/ 0 h 1"/>
                  <a:gd name="GluePoint58X" fmla="*/ 4032 w 4440"/>
                  <a:gd name="GluePoint58Y" fmla="*/ 0 h 1"/>
                  <a:gd name="GluePoint59X" fmla="*/ 4092 w 4440"/>
                  <a:gd name="GluePoint59Y" fmla="*/ 0 h 1"/>
                  <a:gd name="GluePoint60X" fmla="*/ 4182 w 4440"/>
                  <a:gd name="GluePoint60Y" fmla="*/ 0 h 1"/>
                  <a:gd name="GluePoint61X" fmla="*/ 4248 w 4440"/>
                  <a:gd name="GluePoint61Y" fmla="*/ 0 h 1"/>
                  <a:gd name="GluePoint62X" fmla="*/ 4338 w 4440"/>
                  <a:gd name="GluePoint62Y" fmla="*/ 0 h 1"/>
                  <a:gd name="GluePoint63X" fmla="*/ 4428 w 4440"/>
                  <a:gd name="GluePoint63Y" fmla="*/ 0 h 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4440" h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24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0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02" y="0"/>
                    </a:lnTo>
                    <a:lnTo>
                      <a:pt x="132" y="0"/>
                    </a:lnTo>
                    <a:lnTo>
                      <a:pt x="132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38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44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0" y="0"/>
                    </a:lnTo>
                    <a:lnTo>
                      <a:pt x="156" y="0"/>
                    </a:lnTo>
                    <a:lnTo>
                      <a:pt x="180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86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198" y="0"/>
                    </a:lnTo>
                    <a:lnTo>
                      <a:pt x="204" y="0"/>
                    </a:lnTo>
                    <a:lnTo>
                      <a:pt x="20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34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46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2" y="0"/>
                    </a:lnTo>
                    <a:lnTo>
                      <a:pt x="258" y="0"/>
                    </a:lnTo>
                    <a:lnTo>
                      <a:pt x="258" y="0"/>
                    </a:lnTo>
                    <a:lnTo>
                      <a:pt x="282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294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0" y="0"/>
                    </a:lnTo>
                    <a:lnTo>
                      <a:pt x="306" y="0"/>
                    </a:lnTo>
                    <a:lnTo>
                      <a:pt x="30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36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2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48" y="0"/>
                    </a:lnTo>
                    <a:lnTo>
                      <a:pt x="354" y="0"/>
                    </a:lnTo>
                    <a:lnTo>
                      <a:pt x="354" y="0"/>
                    </a:lnTo>
                    <a:lnTo>
                      <a:pt x="35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84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0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396" y="0"/>
                    </a:lnTo>
                    <a:lnTo>
                      <a:pt x="402" y="0"/>
                    </a:lnTo>
                    <a:lnTo>
                      <a:pt x="402" y="0"/>
                    </a:lnTo>
                    <a:lnTo>
                      <a:pt x="402" y="0"/>
                    </a:lnTo>
                    <a:lnTo>
                      <a:pt x="40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2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38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44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0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56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2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68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74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0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86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2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528" y="0"/>
                    </a:lnTo>
                    <a:lnTo>
                      <a:pt x="528" y="0"/>
                    </a:lnTo>
                    <a:lnTo>
                      <a:pt x="528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34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0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46" y="0"/>
                    </a:lnTo>
                    <a:lnTo>
                      <a:pt x="576" y="0"/>
                    </a:lnTo>
                    <a:lnTo>
                      <a:pt x="576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2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88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594" y="0"/>
                    </a:lnTo>
                    <a:lnTo>
                      <a:pt x="600" y="0"/>
                    </a:lnTo>
                    <a:lnTo>
                      <a:pt x="624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0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36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2" y="0"/>
                    </a:lnTo>
                    <a:lnTo>
                      <a:pt x="648" y="0"/>
                    </a:lnTo>
                    <a:lnTo>
                      <a:pt x="64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78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84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0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696" y="0"/>
                    </a:lnTo>
                    <a:lnTo>
                      <a:pt x="702" y="0"/>
                    </a:lnTo>
                    <a:lnTo>
                      <a:pt x="702" y="0"/>
                    </a:lnTo>
                    <a:lnTo>
                      <a:pt x="726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2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38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44" y="0"/>
                    </a:lnTo>
                    <a:lnTo>
                      <a:pt x="750" y="0"/>
                    </a:lnTo>
                    <a:lnTo>
                      <a:pt x="75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0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86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2" y="0"/>
                    </a:lnTo>
                    <a:lnTo>
                      <a:pt x="798" y="0"/>
                    </a:lnTo>
                    <a:lnTo>
                      <a:pt x="798" y="0"/>
                    </a:lnTo>
                    <a:lnTo>
                      <a:pt x="79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28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34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0" y="0"/>
                    </a:lnTo>
                    <a:lnTo>
                      <a:pt x="846" y="0"/>
                    </a:lnTo>
                    <a:lnTo>
                      <a:pt x="846" y="0"/>
                    </a:lnTo>
                    <a:lnTo>
                      <a:pt x="846" y="0"/>
                    </a:lnTo>
                    <a:lnTo>
                      <a:pt x="84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76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2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88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894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0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06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2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18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24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0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36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42" y="0"/>
                    </a:lnTo>
                    <a:lnTo>
                      <a:pt x="972" y="0"/>
                    </a:lnTo>
                    <a:lnTo>
                      <a:pt x="972" y="0"/>
                    </a:lnTo>
                    <a:lnTo>
                      <a:pt x="972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78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84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990" y="0"/>
                    </a:lnTo>
                    <a:lnTo>
                      <a:pt x="1020" y="0"/>
                    </a:lnTo>
                    <a:lnTo>
                      <a:pt x="1020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26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2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38" y="0"/>
                    </a:lnTo>
                    <a:lnTo>
                      <a:pt x="1044" y="0"/>
                    </a:lnTo>
                    <a:lnTo>
                      <a:pt x="1068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74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0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86" y="0"/>
                    </a:lnTo>
                    <a:lnTo>
                      <a:pt x="1092" y="0"/>
                    </a:lnTo>
                    <a:lnTo>
                      <a:pt x="109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2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28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34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0" y="0"/>
                    </a:lnTo>
                    <a:lnTo>
                      <a:pt x="1146" y="0"/>
                    </a:lnTo>
                    <a:lnTo>
                      <a:pt x="1146" y="0"/>
                    </a:lnTo>
                    <a:lnTo>
                      <a:pt x="1170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76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2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88" y="0"/>
                    </a:lnTo>
                    <a:lnTo>
                      <a:pt x="1194" y="0"/>
                    </a:lnTo>
                    <a:lnTo>
                      <a:pt x="119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24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0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36" y="0"/>
                    </a:lnTo>
                    <a:lnTo>
                      <a:pt x="1242" y="0"/>
                    </a:lnTo>
                    <a:lnTo>
                      <a:pt x="1242" y="0"/>
                    </a:lnTo>
                    <a:lnTo>
                      <a:pt x="124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2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78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84" y="0"/>
                    </a:lnTo>
                    <a:lnTo>
                      <a:pt x="1290" y="0"/>
                    </a:lnTo>
                    <a:lnTo>
                      <a:pt x="1290" y="0"/>
                    </a:lnTo>
                    <a:lnTo>
                      <a:pt x="1290" y="0"/>
                    </a:lnTo>
                    <a:lnTo>
                      <a:pt x="129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0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26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2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38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44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0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56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2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74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0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386" y="0"/>
                    </a:lnTo>
                    <a:lnTo>
                      <a:pt x="1416" y="0"/>
                    </a:lnTo>
                    <a:lnTo>
                      <a:pt x="1416" y="0"/>
                    </a:lnTo>
                    <a:lnTo>
                      <a:pt x="1416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2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28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34" y="0"/>
                    </a:lnTo>
                    <a:lnTo>
                      <a:pt x="1464" y="0"/>
                    </a:lnTo>
                    <a:lnTo>
                      <a:pt x="1464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0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76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2" y="0"/>
                    </a:lnTo>
                    <a:lnTo>
                      <a:pt x="1488" y="0"/>
                    </a:lnTo>
                    <a:lnTo>
                      <a:pt x="1512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0" y="0"/>
                    </a:lnTo>
                    <a:lnTo>
                      <a:pt x="1536" y="0"/>
                    </a:lnTo>
                    <a:lnTo>
                      <a:pt x="153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66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2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78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84" y="0"/>
                    </a:lnTo>
                    <a:lnTo>
                      <a:pt x="1590" y="0"/>
                    </a:lnTo>
                    <a:lnTo>
                      <a:pt x="1590" y="0"/>
                    </a:lnTo>
                    <a:lnTo>
                      <a:pt x="1614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0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26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2" y="0"/>
                    </a:lnTo>
                    <a:lnTo>
                      <a:pt x="1638" y="0"/>
                    </a:lnTo>
                    <a:lnTo>
                      <a:pt x="163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68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74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0" y="0"/>
                    </a:lnTo>
                    <a:lnTo>
                      <a:pt x="1686" y="0"/>
                    </a:lnTo>
                    <a:lnTo>
                      <a:pt x="1686" y="0"/>
                    </a:lnTo>
                    <a:lnTo>
                      <a:pt x="168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16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2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34" y="0"/>
                    </a:lnTo>
                    <a:lnTo>
                      <a:pt x="1734" y="0"/>
                    </a:lnTo>
                    <a:lnTo>
                      <a:pt x="1734" y="0"/>
                    </a:lnTo>
                    <a:lnTo>
                      <a:pt x="173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64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0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76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2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88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794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0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06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2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18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24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30" y="0"/>
                    </a:lnTo>
                    <a:lnTo>
                      <a:pt x="1860" y="0"/>
                    </a:lnTo>
                    <a:lnTo>
                      <a:pt x="1860" y="0"/>
                    </a:lnTo>
                    <a:lnTo>
                      <a:pt x="1860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66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2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878" y="0"/>
                    </a:lnTo>
                    <a:lnTo>
                      <a:pt x="1908" y="0"/>
                    </a:lnTo>
                    <a:lnTo>
                      <a:pt x="1908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14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0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26" y="0"/>
                    </a:lnTo>
                    <a:lnTo>
                      <a:pt x="1932" y="0"/>
                    </a:lnTo>
                    <a:lnTo>
                      <a:pt x="1956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2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68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74" y="0"/>
                    </a:lnTo>
                    <a:lnTo>
                      <a:pt x="1980" y="0"/>
                    </a:lnTo>
                    <a:lnTo>
                      <a:pt x="198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0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16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2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28" y="0"/>
                    </a:lnTo>
                    <a:lnTo>
                      <a:pt x="2034" y="0"/>
                    </a:lnTo>
                    <a:lnTo>
                      <a:pt x="2034" y="0"/>
                    </a:lnTo>
                    <a:lnTo>
                      <a:pt x="2058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64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0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76" y="0"/>
                    </a:lnTo>
                    <a:lnTo>
                      <a:pt x="2082" y="0"/>
                    </a:lnTo>
                    <a:lnTo>
                      <a:pt x="208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2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18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24" y="0"/>
                    </a:lnTo>
                    <a:lnTo>
                      <a:pt x="2130" y="0"/>
                    </a:lnTo>
                    <a:lnTo>
                      <a:pt x="2130" y="0"/>
                    </a:lnTo>
                    <a:lnTo>
                      <a:pt x="213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0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66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2" y="0"/>
                    </a:lnTo>
                    <a:lnTo>
                      <a:pt x="2178" y="0"/>
                    </a:lnTo>
                    <a:lnTo>
                      <a:pt x="2178" y="0"/>
                    </a:lnTo>
                    <a:lnTo>
                      <a:pt x="2178" y="0"/>
                    </a:lnTo>
                    <a:lnTo>
                      <a:pt x="217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08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14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0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26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2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38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44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0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56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2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68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274" y="0"/>
                    </a:lnTo>
                    <a:lnTo>
                      <a:pt x="2304" y="0"/>
                    </a:lnTo>
                    <a:lnTo>
                      <a:pt x="2304" y="0"/>
                    </a:lnTo>
                    <a:lnTo>
                      <a:pt x="2304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0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16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22" y="0"/>
                    </a:lnTo>
                    <a:lnTo>
                      <a:pt x="2352" y="0"/>
                    </a:lnTo>
                    <a:lnTo>
                      <a:pt x="2352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58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64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0" y="0"/>
                    </a:lnTo>
                    <a:lnTo>
                      <a:pt x="2376" y="0"/>
                    </a:lnTo>
                    <a:lnTo>
                      <a:pt x="2400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06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2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18" y="0"/>
                    </a:lnTo>
                    <a:lnTo>
                      <a:pt x="2424" y="0"/>
                    </a:lnTo>
                    <a:lnTo>
                      <a:pt x="242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54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0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66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2" y="0"/>
                    </a:lnTo>
                    <a:lnTo>
                      <a:pt x="2478" y="0"/>
                    </a:lnTo>
                    <a:lnTo>
                      <a:pt x="2478" y="0"/>
                    </a:lnTo>
                    <a:lnTo>
                      <a:pt x="2502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08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14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0" y="0"/>
                    </a:lnTo>
                    <a:lnTo>
                      <a:pt x="2526" y="0"/>
                    </a:lnTo>
                    <a:lnTo>
                      <a:pt x="252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56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2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68" y="0"/>
                    </a:lnTo>
                    <a:lnTo>
                      <a:pt x="2574" y="0"/>
                    </a:lnTo>
                    <a:lnTo>
                      <a:pt x="2574" y="0"/>
                    </a:lnTo>
                    <a:lnTo>
                      <a:pt x="257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04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0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16" y="0"/>
                    </a:lnTo>
                    <a:lnTo>
                      <a:pt x="2622" y="0"/>
                    </a:lnTo>
                    <a:lnTo>
                      <a:pt x="2622" y="0"/>
                    </a:lnTo>
                    <a:lnTo>
                      <a:pt x="2622" y="0"/>
                    </a:lnTo>
                    <a:lnTo>
                      <a:pt x="262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2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58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64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0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76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2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88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694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0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06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2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18" y="0"/>
                    </a:lnTo>
                    <a:lnTo>
                      <a:pt x="2748" y="0"/>
                    </a:lnTo>
                    <a:lnTo>
                      <a:pt x="2748" y="0"/>
                    </a:lnTo>
                    <a:lnTo>
                      <a:pt x="2748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54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0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66" y="0"/>
                    </a:lnTo>
                    <a:lnTo>
                      <a:pt x="2796" y="0"/>
                    </a:lnTo>
                    <a:lnTo>
                      <a:pt x="2796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2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08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14" y="0"/>
                    </a:lnTo>
                    <a:lnTo>
                      <a:pt x="2820" y="0"/>
                    </a:lnTo>
                    <a:lnTo>
                      <a:pt x="2844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0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56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2" y="0"/>
                    </a:lnTo>
                    <a:lnTo>
                      <a:pt x="2868" y="0"/>
                    </a:lnTo>
                    <a:lnTo>
                      <a:pt x="286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898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04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0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16" y="0"/>
                    </a:lnTo>
                    <a:lnTo>
                      <a:pt x="2922" y="0"/>
                    </a:lnTo>
                    <a:lnTo>
                      <a:pt x="2922" y="0"/>
                    </a:lnTo>
                    <a:lnTo>
                      <a:pt x="2946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2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58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64" y="0"/>
                    </a:lnTo>
                    <a:lnTo>
                      <a:pt x="2970" y="0"/>
                    </a:lnTo>
                    <a:lnTo>
                      <a:pt x="297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0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06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2" y="0"/>
                    </a:lnTo>
                    <a:lnTo>
                      <a:pt x="3018" y="0"/>
                    </a:lnTo>
                    <a:lnTo>
                      <a:pt x="3018" y="0"/>
                    </a:lnTo>
                    <a:lnTo>
                      <a:pt x="301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48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54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0" y="0"/>
                    </a:lnTo>
                    <a:lnTo>
                      <a:pt x="3066" y="0"/>
                    </a:lnTo>
                    <a:lnTo>
                      <a:pt x="3066" y="0"/>
                    </a:lnTo>
                    <a:lnTo>
                      <a:pt x="3066" y="0"/>
                    </a:lnTo>
                    <a:lnTo>
                      <a:pt x="306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096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2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08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14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0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26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2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38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44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0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56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62" y="0"/>
                    </a:lnTo>
                    <a:lnTo>
                      <a:pt x="3192" y="0"/>
                    </a:lnTo>
                    <a:lnTo>
                      <a:pt x="3192" y="0"/>
                    </a:lnTo>
                    <a:lnTo>
                      <a:pt x="3192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198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04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10" y="0"/>
                    </a:lnTo>
                    <a:lnTo>
                      <a:pt x="3240" y="0"/>
                    </a:lnTo>
                    <a:lnTo>
                      <a:pt x="3240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46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2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58" y="0"/>
                    </a:lnTo>
                    <a:lnTo>
                      <a:pt x="3264" y="0"/>
                    </a:lnTo>
                    <a:lnTo>
                      <a:pt x="3288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294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0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06" y="0"/>
                    </a:lnTo>
                    <a:lnTo>
                      <a:pt x="3312" y="0"/>
                    </a:lnTo>
                    <a:lnTo>
                      <a:pt x="331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2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48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54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0" y="0"/>
                    </a:lnTo>
                    <a:lnTo>
                      <a:pt x="3366" y="0"/>
                    </a:lnTo>
                    <a:lnTo>
                      <a:pt x="3366" y="0"/>
                    </a:lnTo>
                    <a:lnTo>
                      <a:pt x="3390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396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2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08" y="0"/>
                    </a:lnTo>
                    <a:lnTo>
                      <a:pt x="3414" y="0"/>
                    </a:lnTo>
                    <a:lnTo>
                      <a:pt x="341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44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0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56" y="0"/>
                    </a:lnTo>
                    <a:lnTo>
                      <a:pt x="3462" y="0"/>
                    </a:lnTo>
                    <a:lnTo>
                      <a:pt x="3462" y="0"/>
                    </a:lnTo>
                    <a:lnTo>
                      <a:pt x="346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2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498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04" y="0"/>
                    </a:lnTo>
                    <a:lnTo>
                      <a:pt x="3510" y="0"/>
                    </a:lnTo>
                    <a:lnTo>
                      <a:pt x="3510" y="0"/>
                    </a:lnTo>
                    <a:lnTo>
                      <a:pt x="3510" y="0"/>
                    </a:lnTo>
                    <a:lnTo>
                      <a:pt x="351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0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46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2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58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64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0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76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2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88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594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0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06" y="0"/>
                    </a:lnTo>
                    <a:lnTo>
                      <a:pt x="3636" y="0"/>
                    </a:lnTo>
                    <a:lnTo>
                      <a:pt x="3636" y="0"/>
                    </a:lnTo>
                    <a:lnTo>
                      <a:pt x="3636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2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48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54" y="0"/>
                    </a:lnTo>
                    <a:lnTo>
                      <a:pt x="3684" y="0"/>
                    </a:lnTo>
                    <a:lnTo>
                      <a:pt x="3684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0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696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2" y="0"/>
                    </a:lnTo>
                    <a:lnTo>
                      <a:pt x="3708" y="0"/>
                    </a:lnTo>
                    <a:lnTo>
                      <a:pt x="3732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38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44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0" y="0"/>
                    </a:lnTo>
                    <a:lnTo>
                      <a:pt x="3756" y="0"/>
                    </a:lnTo>
                    <a:lnTo>
                      <a:pt x="375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86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2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798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04" y="0"/>
                    </a:lnTo>
                    <a:lnTo>
                      <a:pt x="3810" y="0"/>
                    </a:lnTo>
                    <a:lnTo>
                      <a:pt x="3810" y="0"/>
                    </a:lnTo>
                    <a:lnTo>
                      <a:pt x="3834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0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46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2" y="0"/>
                    </a:lnTo>
                    <a:lnTo>
                      <a:pt x="3858" y="0"/>
                    </a:lnTo>
                    <a:lnTo>
                      <a:pt x="385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88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894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0" y="0"/>
                    </a:lnTo>
                    <a:lnTo>
                      <a:pt x="3906" y="0"/>
                    </a:lnTo>
                    <a:lnTo>
                      <a:pt x="3906" y="0"/>
                    </a:lnTo>
                    <a:lnTo>
                      <a:pt x="390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36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2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48" y="0"/>
                    </a:lnTo>
                    <a:lnTo>
                      <a:pt x="3954" y="0"/>
                    </a:lnTo>
                    <a:lnTo>
                      <a:pt x="3954" y="0"/>
                    </a:lnTo>
                    <a:lnTo>
                      <a:pt x="3954" y="0"/>
                    </a:lnTo>
                    <a:lnTo>
                      <a:pt x="395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84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0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3996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2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08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14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0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26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2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38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44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50" y="0"/>
                    </a:lnTo>
                    <a:lnTo>
                      <a:pt x="4080" y="0"/>
                    </a:lnTo>
                    <a:lnTo>
                      <a:pt x="4080" y="0"/>
                    </a:lnTo>
                    <a:lnTo>
                      <a:pt x="4080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86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2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098" y="0"/>
                    </a:lnTo>
                    <a:lnTo>
                      <a:pt x="4128" y="0"/>
                    </a:lnTo>
                    <a:lnTo>
                      <a:pt x="4128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34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0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46" y="0"/>
                    </a:lnTo>
                    <a:lnTo>
                      <a:pt x="4152" y="0"/>
                    </a:lnTo>
                    <a:lnTo>
                      <a:pt x="4176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2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88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194" y="0"/>
                    </a:lnTo>
                    <a:lnTo>
                      <a:pt x="4200" y="0"/>
                    </a:lnTo>
                    <a:lnTo>
                      <a:pt x="420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0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36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2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48" y="0"/>
                    </a:lnTo>
                    <a:lnTo>
                      <a:pt x="4254" y="0"/>
                    </a:lnTo>
                    <a:lnTo>
                      <a:pt x="4254" y="0"/>
                    </a:lnTo>
                    <a:lnTo>
                      <a:pt x="4278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84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0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296" y="0"/>
                    </a:lnTo>
                    <a:lnTo>
                      <a:pt x="4302" y="0"/>
                    </a:lnTo>
                    <a:lnTo>
                      <a:pt x="430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2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38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44" y="0"/>
                    </a:lnTo>
                    <a:lnTo>
                      <a:pt x="4350" y="0"/>
                    </a:lnTo>
                    <a:lnTo>
                      <a:pt x="4350" y="0"/>
                    </a:lnTo>
                    <a:lnTo>
                      <a:pt x="435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0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86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2" y="0"/>
                    </a:lnTo>
                    <a:lnTo>
                      <a:pt x="4398" y="0"/>
                    </a:lnTo>
                    <a:lnTo>
                      <a:pt x="4398" y="0"/>
                    </a:lnTo>
                    <a:lnTo>
                      <a:pt x="4398" y="0"/>
                    </a:lnTo>
                    <a:lnTo>
                      <a:pt x="439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28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34" y="0"/>
                    </a:lnTo>
                    <a:lnTo>
                      <a:pt x="444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-43560" bIns="-43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6" name="Rectangle 61"/>
              <p:cNvSpPr/>
              <p:nvPr/>
            </p:nvSpPr>
            <p:spPr>
              <a:xfrm>
                <a:off x="3278880" y="3575160"/>
                <a:ext cx="3978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Ay_disp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7" name="Rectangle 62"/>
              <p:cNvSpPr/>
              <p:nvPr/>
            </p:nvSpPr>
            <p:spPr>
              <a:xfrm>
                <a:off x="353880" y="3792240"/>
                <a:ext cx="3420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8" name="Rectangle 63"/>
              <p:cNvSpPr/>
              <p:nvPr/>
            </p:nvSpPr>
            <p:spPr>
              <a:xfrm>
                <a:off x="43380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9" name="Rectangle 64"/>
              <p:cNvSpPr/>
              <p:nvPr/>
            </p:nvSpPr>
            <p:spPr>
              <a:xfrm>
                <a:off x="43380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0" name="Rectangle 65"/>
              <p:cNvSpPr/>
              <p:nvPr/>
            </p:nvSpPr>
            <p:spPr>
              <a:xfrm>
                <a:off x="5252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1" name="Rectangle 66"/>
              <p:cNvSpPr/>
              <p:nvPr/>
            </p:nvSpPr>
            <p:spPr>
              <a:xfrm>
                <a:off x="62820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2" name="Rectangle 67"/>
              <p:cNvSpPr/>
              <p:nvPr/>
            </p:nvSpPr>
            <p:spPr>
              <a:xfrm>
                <a:off x="7196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3" name="Rectangle 68"/>
              <p:cNvSpPr/>
              <p:nvPr/>
            </p:nvSpPr>
            <p:spPr>
              <a:xfrm>
                <a:off x="77652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4" name="Rectangle 69"/>
              <p:cNvSpPr/>
              <p:nvPr/>
            </p:nvSpPr>
            <p:spPr>
              <a:xfrm>
                <a:off x="82224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5" name="Rectangle 70"/>
              <p:cNvSpPr/>
              <p:nvPr/>
            </p:nvSpPr>
            <p:spPr>
              <a:xfrm>
                <a:off x="82224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6" name="Rectangle 71"/>
              <p:cNvSpPr/>
              <p:nvPr/>
            </p:nvSpPr>
            <p:spPr>
              <a:xfrm>
                <a:off x="9140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" name="Rectangle 72"/>
              <p:cNvSpPr/>
              <p:nvPr/>
            </p:nvSpPr>
            <p:spPr>
              <a:xfrm>
                <a:off x="100512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" name="Rectangle 73"/>
              <p:cNvSpPr/>
              <p:nvPr/>
            </p:nvSpPr>
            <p:spPr>
              <a:xfrm>
                <a:off x="10965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" name="Rectangle 74"/>
              <p:cNvSpPr/>
              <p:nvPr/>
            </p:nvSpPr>
            <p:spPr>
              <a:xfrm>
                <a:off x="115344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" name="Rectangle 75"/>
              <p:cNvSpPr/>
              <p:nvPr/>
            </p:nvSpPr>
            <p:spPr>
              <a:xfrm>
                <a:off x="1199160" y="3792240"/>
                <a:ext cx="3384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" name="Rectangle 76"/>
              <p:cNvSpPr/>
              <p:nvPr/>
            </p:nvSpPr>
            <p:spPr>
              <a:xfrm>
                <a:off x="127908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" name="Rectangle 77"/>
              <p:cNvSpPr/>
              <p:nvPr/>
            </p:nvSpPr>
            <p:spPr>
              <a:xfrm>
                <a:off x="127908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" name="Rectangle 78"/>
              <p:cNvSpPr/>
              <p:nvPr/>
            </p:nvSpPr>
            <p:spPr>
              <a:xfrm>
                <a:off x="13705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4" name="Rectangle 79"/>
              <p:cNvSpPr/>
              <p:nvPr/>
            </p:nvSpPr>
            <p:spPr>
              <a:xfrm>
                <a:off x="147348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5" name="Rectangle 80"/>
              <p:cNvSpPr/>
              <p:nvPr/>
            </p:nvSpPr>
            <p:spPr>
              <a:xfrm>
                <a:off x="15649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6" name="Rectangle 81"/>
              <p:cNvSpPr/>
              <p:nvPr/>
            </p:nvSpPr>
            <p:spPr>
              <a:xfrm>
                <a:off x="162180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7" name="Rectangle 82"/>
              <p:cNvSpPr/>
              <p:nvPr/>
            </p:nvSpPr>
            <p:spPr>
              <a:xfrm>
                <a:off x="166752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8" name="Rectangle 83"/>
              <p:cNvSpPr/>
              <p:nvPr/>
            </p:nvSpPr>
            <p:spPr>
              <a:xfrm>
                <a:off x="166752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9" name="Rectangle 84"/>
              <p:cNvSpPr/>
              <p:nvPr/>
            </p:nvSpPr>
            <p:spPr>
              <a:xfrm>
                <a:off x="17593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0" name="Rectangle 85"/>
              <p:cNvSpPr/>
              <p:nvPr/>
            </p:nvSpPr>
            <p:spPr>
              <a:xfrm>
                <a:off x="185040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1" name="Rectangle 86"/>
              <p:cNvSpPr/>
              <p:nvPr/>
            </p:nvSpPr>
            <p:spPr>
              <a:xfrm>
                <a:off x="19418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2" name="Rectangle 87"/>
              <p:cNvSpPr/>
              <p:nvPr/>
            </p:nvSpPr>
            <p:spPr>
              <a:xfrm>
                <a:off x="199872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3" name="Rectangle 88"/>
              <p:cNvSpPr/>
              <p:nvPr/>
            </p:nvSpPr>
            <p:spPr>
              <a:xfrm>
                <a:off x="2044440" y="3792240"/>
                <a:ext cx="3384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4" name="Rectangle 89"/>
              <p:cNvSpPr/>
              <p:nvPr/>
            </p:nvSpPr>
            <p:spPr>
              <a:xfrm>
                <a:off x="212436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5" name="Rectangle 90"/>
              <p:cNvSpPr/>
              <p:nvPr/>
            </p:nvSpPr>
            <p:spPr>
              <a:xfrm>
                <a:off x="21243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6" name="Rectangle 91"/>
              <p:cNvSpPr/>
              <p:nvPr/>
            </p:nvSpPr>
            <p:spPr>
              <a:xfrm>
                <a:off x="221580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7" name="Rectangle 92"/>
              <p:cNvSpPr/>
              <p:nvPr/>
            </p:nvSpPr>
            <p:spPr>
              <a:xfrm>
                <a:off x="231876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8" name="Rectangle 93"/>
              <p:cNvSpPr/>
              <p:nvPr/>
            </p:nvSpPr>
            <p:spPr>
              <a:xfrm>
                <a:off x="241020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39" name="Rectangle 94"/>
              <p:cNvSpPr/>
              <p:nvPr/>
            </p:nvSpPr>
            <p:spPr>
              <a:xfrm>
                <a:off x="246708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0" name="Rectangle 95"/>
              <p:cNvSpPr/>
              <p:nvPr/>
            </p:nvSpPr>
            <p:spPr>
              <a:xfrm>
                <a:off x="251280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1" name="Rectangle 96"/>
              <p:cNvSpPr/>
              <p:nvPr/>
            </p:nvSpPr>
            <p:spPr>
              <a:xfrm>
                <a:off x="251280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2" name="Rectangle 97"/>
              <p:cNvSpPr/>
              <p:nvPr/>
            </p:nvSpPr>
            <p:spPr>
              <a:xfrm>
                <a:off x="260388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3" name="Rectangle 98"/>
              <p:cNvSpPr/>
              <p:nvPr/>
            </p:nvSpPr>
            <p:spPr>
              <a:xfrm>
                <a:off x="269568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4" name="Rectangle 99"/>
              <p:cNvSpPr/>
              <p:nvPr/>
            </p:nvSpPr>
            <p:spPr>
              <a:xfrm>
                <a:off x="27871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5" name="Rectangle 100"/>
              <p:cNvSpPr/>
              <p:nvPr/>
            </p:nvSpPr>
            <p:spPr>
              <a:xfrm>
                <a:off x="284400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6" name="Rectangle 101"/>
              <p:cNvSpPr/>
              <p:nvPr/>
            </p:nvSpPr>
            <p:spPr>
              <a:xfrm>
                <a:off x="2889720" y="3792240"/>
                <a:ext cx="3384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7" name="Rectangle 102"/>
              <p:cNvSpPr/>
              <p:nvPr/>
            </p:nvSpPr>
            <p:spPr>
              <a:xfrm>
                <a:off x="296964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8" name="Rectangle 103"/>
              <p:cNvSpPr/>
              <p:nvPr/>
            </p:nvSpPr>
            <p:spPr>
              <a:xfrm>
                <a:off x="29696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49" name="Rectangle 104"/>
              <p:cNvSpPr/>
              <p:nvPr/>
            </p:nvSpPr>
            <p:spPr>
              <a:xfrm>
                <a:off x="306108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0" name="Rectangle 105"/>
              <p:cNvSpPr/>
              <p:nvPr/>
            </p:nvSpPr>
            <p:spPr>
              <a:xfrm>
                <a:off x="316404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1" name="Rectangle 106"/>
              <p:cNvSpPr/>
              <p:nvPr/>
            </p:nvSpPr>
            <p:spPr>
              <a:xfrm>
                <a:off x="325548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2" name="Rectangle 107"/>
              <p:cNvSpPr/>
              <p:nvPr/>
            </p:nvSpPr>
            <p:spPr>
              <a:xfrm>
                <a:off x="331236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3" name="Rectangle 108"/>
              <p:cNvSpPr/>
              <p:nvPr/>
            </p:nvSpPr>
            <p:spPr>
              <a:xfrm>
                <a:off x="335808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4" name="Rectangle 109"/>
              <p:cNvSpPr/>
              <p:nvPr/>
            </p:nvSpPr>
            <p:spPr>
              <a:xfrm>
                <a:off x="335808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5" name="Rectangle 110"/>
              <p:cNvSpPr/>
              <p:nvPr/>
            </p:nvSpPr>
            <p:spPr>
              <a:xfrm>
                <a:off x="344916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6" name="Rectangle 111"/>
              <p:cNvSpPr/>
              <p:nvPr/>
            </p:nvSpPr>
            <p:spPr>
              <a:xfrm>
                <a:off x="35409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7" name="Rectangle 112"/>
              <p:cNvSpPr/>
              <p:nvPr/>
            </p:nvSpPr>
            <p:spPr>
              <a:xfrm>
                <a:off x="363240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8" name="Rectangle 113"/>
              <p:cNvSpPr/>
              <p:nvPr/>
            </p:nvSpPr>
            <p:spPr>
              <a:xfrm>
                <a:off x="368928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59" name="Rectangle 114"/>
              <p:cNvSpPr/>
              <p:nvPr/>
            </p:nvSpPr>
            <p:spPr>
              <a:xfrm>
                <a:off x="3735000" y="3792240"/>
                <a:ext cx="3384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0" name="Rectangle 115"/>
              <p:cNvSpPr/>
              <p:nvPr/>
            </p:nvSpPr>
            <p:spPr>
              <a:xfrm>
                <a:off x="381492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1" name="Rectangle 116"/>
              <p:cNvSpPr/>
              <p:nvPr/>
            </p:nvSpPr>
            <p:spPr>
              <a:xfrm>
                <a:off x="38149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2" name="Rectangle 117"/>
              <p:cNvSpPr/>
              <p:nvPr/>
            </p:nvSpPr>
            <p:spPr>
              <a:xfrm>
                <a:off x="39063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3" name="Rectangle 118"/>
              <p:cNvSpPr/>
              <p:nvPr/>
            </p:nvSpPr>
            <p:spPr>
              <a:xfrm>
                <a:off x="400932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4" name="Rectangle 119"/>
              <p:cNvSpPr/>
              <p:nvPr/>
            </p:nvSpPr>
            <p:spPr>
              <a:xfrm>
                <a:off x="410040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5" name="Rectangle 120"/>
              <p:cNvSpPr/>
              <p:nvPr/>
            </p:nvSpPr>
            <p:spPr>
              <a:xfrm>
                <a:off x="415764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6" name="Rectangle 121"/>
              <p:cNvSpPr/>
              <p:nvPr/>
            </p:nvSpPr>
            <p:spPr>
              <a:xfrm>
                <a:off x="420336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7" name="Rectangle 122"/>
              <p:cNvSpPr/>
              <p:nvPr/>
            </p:nvSpPr>
            <p:spPr>
              <a:xfrm>
                <a:off x="4203360" y="3792240"/>
                <a:ext cx="4500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8" name="Rectangle 123"/>
              <p:cNvSpPr/>
              <p:nvPr/>
            </p:nvSpPr>
            <p:spPr>
              <a:xfrm>
                <a:off x="429444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69" name="Rectangle 124"/>
              <p:cNvSpPr/>
              <p:nvPr/>
            </p:nvSpPr>
            <p:spPr>
              <a:xfrm>
                <a:off x="438588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0" name="Rectangle 125"/>
              <p:cNvSpPr/>
              <p:nvPr/>
            </p:nvSpPr>
            <p:spPr>
              <a:xfrm>
                <a:off x="447768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1" name="Rectangle 126"/>
              <p:cNvSpPr/>
              <p:nvPr/>
            </p:nvSpPr>
            <p:spPr>
              <a:xfrm>
                <a:off x="453456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2" name="Rectangle 127"/>
              <p:cNvSpPr/>
              <p:nvPr/>
            </p:nvSpPr>
            <p:spPr>
              <a:xfrm>
                <a:off x="4580280" y="3792240"/>
                <a:ext cx="3384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3" name="Rectangle 128"/>
              <p:cNvSpPr/>
              <p:nvPr/>
            </p:nvSpPr>
            <p:spPr>
              <a:xfrm>
                <a:off x="466020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4" name="Rectangle 129"/>
              <p:cNvSpPr/>
              <p:nvPr/>
            </p:nvSpPr>
            <p:spPr>
              <a:xfrm>
                <a:off x="466020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5" name="Rectangle 130"/>
              <p:cNvSpPr/>
              <p:nvPr/>
            </p:nvSpPr>
            <p:spPr>
              <a:xfrm>
                <a:off x="47516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6" name="Rectangle 131"/>
              <p:cNvSpPr/>
              <p:nvPr/>
            </p:nvSpPr>
            <p:spPr>
              <a:xfrm>
                <a:off x="485460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7" name="Rectangle 132"/>
              <p:cNvSpPr/>
              <p:nvPr/>
            </p:nvSpPr>
            <p:spPr>
              <a:xfrm>
                <a:off x="494568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8" name="Rectangle 133"/>
              <p:cNvSpPr/>
              <p:nvPr/>
            </p:nvSpPr>
            <p:spPr>
              <a:xfrm>
                <a:off x="500292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79" name="Rectangle 134"/>
              <p:cNvSpPr/>
              <p:nvPr/>
            </p:nvSpPr>
            <p:spPr>
              <a:xfrm>
                <a:off x="504864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0" name="Rectangle 135"/>
              <p:cNvSpPr/>
              <p:nvPr/>
            </p:nvSpPr>
            <p:spPr>
              <a:xfrm>
                <a:off x="5048640" y="3792240"/>
                <a:ext cx="4500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1" name="Rectangle 136"/>
              <p:cNvSpPr/>
              <p:nvPr/>
            </p:nvSpPr>
            <p:spPr>
              <a:xfrm>
                <a:off x="51397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2" name="Rectangle 137"/>
              <p:cNvSpPr/>
              <p:nvPr/>
            </p:nvSpPr>
            <p:spPr>
              <a:xfrm>
                <a:off x="52311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3" name="Rectangle 138"/>
              <p:cNvSpPr/>
              <p:nvPr/>
            </p:nvSpPr>
            <p:spPr>
              <a:xfrm>
                <a:off x="53229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4" name="Rectangle 139"/>
              <p:cNvSpPr/>
              <p:nvPr/>
            </p:nvSpPr>
            <p:spPr>
              <a:xfrm>
                <a:off x="537984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5" name="Rectangle 140"/>
              <p:cNvSpPr/>
              <p:nvPr/>
            </p:nvSpPr>
            <p:spPr>
              <a:xfrm>
                <a:off x="5425560" y="3792240"/>
                <a:ext cx="3384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6" name="Rectangle 141"/>
              <p:cNvSpPr/>
              <p:nvPr/>
            </p:nvSpPr>
            <p:spPr>
              <a:xfrm>
                <a:off x="550548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7" name="Rectangle 142"/>
              <p:cNvSpPr/>
              <p:nvPr/>
            </p:nvSpPr>
            <p:spPr>
              <a:xfrm>
                <a:off x="550548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8" name="Rectangle 143"/>
              <p:cNvSpPr/>
              <p:nvPr/>
            </p:nvSpPr>
            <p:spPr>
              <a:xfrm>
                <a:off x="55969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89" name="Rectangle 144"/>
              <p:cNvSpPr/>
              <p:nvPr/>
            </p:nvSpPr>
            <p:spPr>
              <a:xfrm>
                <a:off x="5699880" y="3792240"/>
                <a:ext cx="4500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0" name="Rectangle 145"/>
              <p:cNvSpPr/>
              <p:nvPr/>
            </p:nvSpPr>
            <p:spPr>
              <a:xfrm>
                <a:off x="579096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1" name="Rectangle 146"/>
              <p:cNvSpPr/>
              <p:nvPr/>
            </p:nvSpPr>
            <p:spPr>
              <a:xfrm>
                <a:off x="584820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2" name="Rectangle 147"/>
              <p:cNvSpPr/>
              <p:nvPr/>
            </p:nvSpPr>
            <p:spPr>
              <a:xfrm>
                <a:off x="589356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3" name="Rectangle 148"/>
              <p:cNvSpPr/>
              <p:nvPr/>
            </p:nvSpPr>
            <p:spPr>
              <a:xfrm>
                <a:off x="589356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4" name="Rectangle 149"/>
              <p:cNvSpPr/>
              <p:nvPr/>
            </p:nvSpPr>
            <p:spPr>
              <a:xfrm>
                <a:off x="598500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5" name="Rectangle 150"/>
              <p:cNvSpPr/>
              <p:nvPr/>
            </p:nvSpPr>
            <p:spPr>
              <a:xfrm>
                <a:off x="60764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6" name="Rectangle 151"/>
              <p:cNvSpPr/>
              <p:nvPr/>
            </p:nvSpPr>
            <p:spPr>
              <a:xfrm>
                <a:off x="616752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7" name="Rectangle 152"/>
              <p:cNvSpPr/>
              <p:nvPr/>
            </p:nvSpPr>
            <p:spPr>
              <a:xfrm>
                <a:off x="622512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8" name="Rectangle 153"/>
              <p:cNvSpPr/>
              <p:nvPr/>
            </p:nvSpPr>
            <p:spPr>
              <a:xfrm>
                <a:off x="6270840" y="3792240"/>
                <a:ext cx="3384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99" name="Rectangle 154"/>
              <p:cNvSpPr/>
              <p:nvPr/>
            </p:nvSpPr>
            <p:spPr>
              <a:xfrm>
                <a:off x="635076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0" name="Rectangle 155"/>
              <p:cNvSpPr/>
              <p:nvPr/>
            </p:nvSpPr>
            <p:spPr>
              <a:xfrm>
                <a:off x="63507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1" name="Rectangle 156"/>
              <p:cNvSpPr/>
              <p:nvPr/>
            </p:nvSpPr>
            <p:spPr>
              <a:xfrm>
                <a:off x="644184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2" name="Rectangle 157"/>
              <p:cNvSpPr/>
              <p:nvPr/>
            </p:nvSpPr>
            <p:spPr>
              <a:xfrm>
                <a:off x="6545160" y="3792240"/>
                <a:ext cx="4500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3" name="Rectangle 158"/>
              <p:cNvSpPr/>
              <p:nvPr/>
            </p:nvSpPr>
            <p:spPr>
              <a:xfrm>
                <a:off x="663624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4" name="Rectangle 159"/>
              <p:cNvSpPr/>
              <p:nvPr/>
            </p:nvSpPr>
            <p:spPr>
              <a:xfrm>
                <a:off x="669348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5" name="Rectangle 160"/>
              <p:cNvSpPr/>
              <p:nvPr/>
            </p:nvSpPr>
            <p:spPr>
              <a:xfrm>
                <a:off x="673884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6" name="Rectangle 161"/>
              <p:cNvSpPr/>
              <p:nvPr/>
            </p:nvSpPr>
            <p:spPr>
              <a:xfrm>
                <a:off x="673884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7" name="Rectangle 162"/>
              <p:cNvSpPr/>
              <p:nvPr/>
            </p:nvSpPr>
            <p:spPr>
              <a:xfrm>
                <a:off x="683028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8" name="Rectangle 163"/>
              <p:cNvSpPr/>
              <p:nvPr/>
            </p:nvSpPr>
            <p:spPr>
              <a:xfrm>
                <a:off x="69217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09" name="Rectangle 164"/>
              <p:cNvSpPr/>
              <p:nvPr/>
            </p:nvSpPr>
            <p:spPr>
              <a:xfrm>
                <a:off x="701280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0" name="Rectangle 165"/>
              <p:cNvSpPr/>
              <p:nvPr/>
            </p:nvSpPr>
            <p:spPr>
              <a:xfrm>
                <a:off x="707040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1" name="Rectangle 166"/>
              <p:cNvSpPr/>
              <p:nvPr/>
            </p:nvSpPr>
            <p:spPr>
              <a:xfrm>
                <a:off x="7115760" y="3792240"/>
                <a:ext cx="3420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2" name="Rectangle 167"/>
              <p:cNvSpPr/>
              <p:nvPr/>
            </p:nvSpPr>
            <p:spPr>
              <a:xfrm>
                <a:off x="719604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3" name="Rectangle 168"/>
              <p:cNvSpPr/>
              <p:nvPr/>
            </p:nvSpPr>
            <p:spPr>
              <a:xfrm>
                <a:off x="71960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4" name="Rectangle 169"/>
              <p:cNvSpPr/>
              <p:nvPr/>
            </p:nvSpPr>
            <p:spPr>
              <a:xfrm>
                <a:off x="728712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5" name="Rectangle 170"/>
              <p:cNvSpPr/>
              <p:nvPr/>
            </p:nvSpPr>
            <p:spPr>
              <a:xfrm>
                <a:off x="738972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6" name="Rectangle 171"/>
              <p:cNvSpPr/>
              <p:nvPr/>
            </p:nvSpPr>
            <p:spPr>
              <a:xfrm>
                <a:off x="74815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7" name="Rectangle 172"/>
              <p:cNvSpPr/>
              <p:nvPr/>
            </p:nvSpPr>
            <p:spPr>
              <a:xfrm>
                <a:off x="753840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8" name="Rectangle 173"/>
              <p:cNvSpPr/>
              <p:nvPr/>
            </p:nvSpPr>
            <p:spPr>
              <a:xfrm>
                <a:off x="758412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19" name="Rectangle 174"/>
              <p:cNvSpPr/>
              <p:nvPr/>
            </p:nvSpPr>
            <p:spPr>
              <a:xfrm>
                <a:off x="758412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0" name="Rectangle 175"/>
              <p:cNvSpPr/>
              <p:nvPr/>
            </p:nvSpPr>
            <p:spPr>
              <a:xfrm>
                <a:off x="76755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1" name="Rectangle 176"/>
              <p:cNvSpPr/>
              <p:nvPr/>
            </p:nvSpPr>
            <p:spPr>
              <a:xfrm>
                <a:off x="776700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2" name="Rectangle 177"/>
              <p:cNvSpPr/>
              <p:nvPr/>
            </p:nvSpPr>
            <p:spPr>
              <a:xfrm>
                <a:off x="785808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3" name="Rectangle 178"/>
              <p:cNvSpPr/>
              <p:nvPr/>
            </p:nvSpPr>
            <p:spPr>
              <a:xfrm>
                <a:off x="791568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4" name="Rectangle 179"/>
              <p:cNvSpPr/>
              <p:nvPr/>
            </p:nvSpPr>
            <p:spPr>
              <a:xfrm>
                <a:off x="7961040" y="3792240"/>
                <a:ext cx="34200" cy="33840"/>
              </a:xfrm>
              <a:prstGeom prst="rect">
                <a:avLst/>
              </a:prstGeom>
              <a:solidFill>
                <a:srgbClr val="c0c000"/>
              </a:solidFill>
              <a:ln w="9360">
                <a:solidFill>
                  <a:srgbClr val="c0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5" name="Rectangle 180"/>
              <p:cNvSpPr/>
              <p:nvPr/>
            </p:nvSpPr>
            <p:spPr>
              <a:xfrm>
                <a:off x="8041320" y="3792240"/>
                <a:ext cx="1116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6" name="Rectangle 181"/>
              <p:cNvSpPr/>
              <p:nvPr/>
            </p:nvSpPr>
            <p:spPr>
              <a:xfrm>
                <a:off x="804132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7" name="Rectangle 182"/>
              <p:cNvSpPr/>
              <p:nvPr/>
            </p:nvSpPr>
            <p:spPr>
              <a:xfrm>
                <a:off x="8132400" y="3792240"/>
                <a:ext cx="5724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8" name="Rectangle 183"/>
              <p:cNvSpPr/>
              <p:nvPr/>
            </p:nvSpPr>
            <p:spPr>
              <a:xfrm>
                <a:off x="823500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29" name="Rectangle 184"/>
              <p:cNvSpPr/>
              <p:nvPr/>
            </p:nvSpPr>
            <p:spPr>
              <a:xfrm>
                <a:off x="832680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0" name="Rectangle 185"/>
              <p:cNvSpPr/>
              <p:nvPr/>
            </p:nvSpPr>
            <p:spPr>
              <a:xfrm>
                <a:off x="838368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1" name="Rectangle 186"/>
              <p:cNvSpPr/>
              <p:nvPr/>
            </p:nvSpPr>
            <p:spPr>
              <a:xfrm>
                <a:off x="842940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2" name="Rectangle 187"/>
              <p:cNvSpPr/>
              <p:nvPr/>
            </p:nvSpPr>
            <p:spPr>
              <a:xfrm>
                <a:off x="8429400" y="3792240"/>
                <a:ext cx="4572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3" name="Rectangle 188"/>
              <p:cNvSpPr/>
              <p:nvPr/>
            </p:nvSpPr>
            <p:spPr>
              <a:xfrm>
                <a:off x="852084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4" name="Rectangle 189"/>
              <p:cNvSpPr/>
              <p:nvPr/>
            </p:nvSpPr>
            <p:spPr>
              <a:xfrm>
                <a:off x="861228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5" name="Rectangle 190"/>
              <p:cNvSpPr/>
              <p:nvPr/>
            </p:nvSpPr>
            <p:spPr>
              <a:xfrm>
                <a:off x="8703360" y="3792240"/>
                <a:ext cx="56880" cy="33840"/>
              </a:xfrm>
              <a:prstGeom prst="rect">
                <a:avLst/>
              </a:prstGeom>
              <a:solidFill>
                <a:srgbClr val="008080"/>
              </a:solidFill>
              <a:ln w="9360">
                <a:solidFill>
                  <a:srgbClr val="00808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6" name="Rectangle 191"/>
              <p:cNvSpPr/>
              <p:nvPr/>
            </p:nvSpPr>
            <p:spPr>
              <a:xfrm>
                <a:off x="8760600" y="3792240"/>
                <a:ext cx="11520" cy="338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2960" bIns="-12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7" name="Line 192"/>
              <p:cNvSpPr/>
              <p:nvPr/>
            </p:nvSpPr>
            <p:spPr>
              <a:xfrm>
                <a:off x="433800" y="1118520"/>
                <a:ext cx="180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8" name="Line 193"/>
              <p:cNvSpPr/>
              <p:nvPr/>
            </p:nvSpPr>
            <p:spPr>
              <a:xfrm>
                <a:off x="776520" y="1118520"/>
                <a:ext cx="180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39" name="Line 194"/>
              <p:cNvSpPr/>
              <p:nvPr/>
            </p:nvSpPr>
            <p:spPr>
              <a:xfrm>
                <a:off x="822240" y="1118520"/>
                <a:ext cx="144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0" name="Line 195"/>
              <p:cNvSpPr/>
              <p:nvPr/>
            </p:nvSpPr>
            <p:spPr>
              <a:xfrm>
                <a:off x="1153440" y="1118520"/>
                <a:ext cx="180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1" name="Line 196"/>
              <p:cNvSpPr/>
              <p:nvPr/>
            </p:nvSpPr>
            <p:spPr>
              <a:xfrm>
                <a:off x="1279080" y="1118520"/>
                <a:ext cx="180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2" name="Line 197"/>
              <p:cNvSpPr/>
              <p:nvPr/>
            </p:nvSpPr>
            <p:spPr>
              <a:xfrm>
                <a:off x="1621800" y="1118520"/>
                <a:ext cx="144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3" name="Line 198"/>
              <p:cNvSpPr/>
              <p:nvPr/>
            </p:nvSpPr>
            <p:spPr>
              <a:xfrm>
                <a:off x="1667520" y="1118520"/>
                <a:ext cx="144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4" name="Line 199"/>
              <p:cNvSpPr/>
              <p:nvPr/>
            </p:nvSpPr>
            <p:spPr>
              <a:xfrm>
                <a:off x="1998720" y="1118520"/>
                <a:ext cx="180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5" name="Line 200"/>
              <p:cNvSpPr/>
              <p:nvPr/>
            </p:nvSpPr>
            <p:spPr>
              <a:xfrm>
                <a:off x="2124360" y="1118520"/>
                <a:ext cx="180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6" name="Line 201"/>
              <p:cNvSpPr/>
              <p:nvPr/>
            </p:nvSpPr>
            <p:spPr>
              <a:xfrm>
                <a:off x="2467080" y="1118520"/>
                <a:ext cx="144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7" name="Line 202"/>
              <p:cNvSpPr/>
              <p:nvPr/>
            </p:nvSpPr>
            <p:spPr>
              <a:xfrm>
                <a:off x="2512800" y="1118520"/>
                <a:ext cx="144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8" name="Line 203"/>
              <p:cNvSpPr/>
              <p:nvPr/>
            </p:nvSpPr>
            <p:spPr>
              <a:xfrm>
                <a:off x="2844000" y="1118520"/>
                <a:ext cx="144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49" name="Line 204"/>
              <p:cNvSpPr/>
              <p:nvPr/>
            </p:nvSpPr>
            <p:spPr>
              <a:xfrm>
                <a:off x="2969640" y="1118520"/>
                <a:ext cx="180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350" name="Line 205"/>
              <p:cNvSpPr/>
              <p:nvPr/>
            </p:nvSpPr>
            <p:spPr>
              <a:xfrm>
                <a:off x="3312360" y="1118520"/>
                <a:ext cx="1440" cy="1440"/>
              </a:xfrm>
              <a:prstGeom prst="line">
                <a:avLst/>
              </a:prstGeom>
              <a:ln w="936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351" name="Line 207"/>
            <p:cNvSpPr/>
            <p:nvPr/>
          </p:nvSpPr>
          <p:spPr>
            <a:xfrm>
              <a:off x="335844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52" name="Line 208"/>
            <p:cNvSpPr/>
            <p:nvPr/>
          </p:nvSpPr>
          <p:spPr>
            <a:xfrm>
              <a:off x="368928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53" name="Line 209"/>
            <p:cNvSpPr/>
            <p:nvPr/>
          </p:nvSpPr>
          <p:spPr>
            <a:xfrm>
              <a:off x="381492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54" name="Line 210"/>
            <p:cNvSpPr/>
            <p:nvPr/>
          </p:nvSpPr>
          <p:spPr>
            <a:xfrm>
              <a:off x="415800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55" name="Line 211"/>
            <p:cNvSpPr/>
            <p:nvPr/>
          </p:nvSpPr>
          <p:spPr>
            <a:xfrm>
              <a:off x="420372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56" name="Line 212"/>
            <p:cNvSpPr/>
            <p:nvPr/>
          </p:nvSpPr>
          <p:spPr>
            <a:xfrm>
              <a:off x="453492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57" name="Line 213"/>
            <p:cNvSpPr/>
            <p:nvPr/>
          </p:nvSpPr>
          <p:spPr>
            <a:xfrm>
              <a:off x="466020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58" name="Line 214"/>
            <p:cNvSpPr/>
            <p:nvPr/>
          </p:nvSpPr>
          <p:spPr>
            <a:xfrm>
              <a:off x="500328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59" name="Line 215"/>
            <p:cNvSpPr/>
            <p:nvPr/>
          </p:nvSpPr>
          <p:spPr>
            <a:xfrm>
              <a:off x="504900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0" name="Line 216"/>
            <p:cNvSpPr/>
            <p:nvPr/>
          </p:nvSpPr>
          <p:spPr>
            <a:xfrm>
              <a:off x="538020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1" name="Line 217"/>
            <p:cNvSpPr/>
            <p:nvPr/>
          </p:nvSpPr>
          <p:spPr>
            <a:xfrm>
              <a:off x="550584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2" name="Line 218"/>
            <p:cNvSpPr/>
            <p:nvPr/>
          </p:nvSpPr>
          <p:spPr>
            <a:xfrm>
              <a:off x="584856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3" name="Line 219"/>
            <p:cNvSpPr/>
            <p:nvPr/>
          </p:nvSpPr>
          <p:spPr>
            <a:xfrm>
              <a:off x="5893920" y="1118520"/>
              <a:ext cx="180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4" name="Line 220"/>
            <p:cNvSpPr/>
            <p:nvPr/>
          </p:nvSpPr>
          <p:spPr>
            <a:xfrm>
              <a:off x="622548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5" name="Line 221"/>
            <p:cNvSpPr/>
            <p:nvPr/>
          </p:nvSpPr>
          <p:spPr>
            <a:xfrm>
              <a:off x="635112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6" name="Line 222"/>
            <p:cNvSpPr/>
            <p:nvPr/>
          </p:nvSpPr>
          <p:spPr>
            <a:xfrm>
              <a:off x="669384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7" name="Line 223"/>
            <p:cNvSpPr/>
            <p:nvPr/>
          </p:nvSpPr>
          <p:spPr>
            <a:xfrm>
              <a:off x="6739200" y="1118520"/>
              <a:ext cx="180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8" name="Line 224"/>
            <p:cNvSpPr/>
            <p:nvPr/>
          </p:nvSpPr>
          <p:spPr>
            <a:xfrm>
              <a:off x="707076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69" name="Line 225"/>
            <p:cNvSpPr/>
            <p:nvPr/>
          </p:nvSpPr>
          <p:spPr>
            <a:xfrm>
              <a:off x="719640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0" name="Line 226"/>
            <p:cNvSpPr/>
            <p:nvPr/>
          </p:nvSpPr>
          <p:spPr>
            <a:xfrm>
              <a:off x="7538760" y="1118520"/>
              <a:ext cx="180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1" name="Line 227"/>
            <p:cNvSpPr/>
            <p:nvPr/>
          </p:nvSpPr>
          <p:spPr>
            <a:xfrm>
              <a:off x="7584480" y="1118520"/>
              <a:ext cx="180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2" name="Line 228"/>
            <p:cNvSpPr/>
            <p:nvPr/>
          </p:nvSpPr>
          <p:spPr>
            <a:xfrm>
              <a:off x="791604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3" name="Line 229"/>
            <p:cNvSpPr/>
            <p:nvPr/>
          </p:nvSpPr>
          <p:spPr>
            <a:xfrm>
              <a:off x="8041680" y="1118520"/>
              <a:ext cx="144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4" name="Line 230"/>
            <p:cNvSpPr/>
            <p:nvPr/>
          </p:nvSpPr>
          <p:spPr>
            <a:xfrm>
              <a:off x="8384040" y="1118520"/>
              <a:ext cx="180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5" name="Line 231"/>
            <p:cNvSpPr/>
            <p:nvPr/>
          </p:nvSpPr>
          <p:spPr>
            <a:xfrm>
              <a:off x="8429760" y="1118520"/>
              <a:ext cx="180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6" name="Line 232"/>
            <p:cNvSpPr/>
            <p:nvPr/>
          </p:nvSpPr>
          <p:spPr>
            <a:xfrm>
              <a:off x="8760960" y="1118520"/>
              <a:ext cx="1800" cy="1440"/>
            </a:xfrm>
            <a:prstGeom prst="line">
              <a:avLst/>
            </a:prstGeom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7" name="Line 233"/>
            <p:cNvSpPr/>
            <p:nvPr/>
          </p:nvSpPr>
          <p:spPr>
            <a:xfrm>
              <a:off x="45684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8" name="Line 234"/>
            <p:cNvSpPr/>
            <p:nvPr/>
          </p:nvSpPr>
          <p:spPr>
            <a:xfrm>
              <a:off x="79956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79" name="Line 235"/>
            <p:cNvSpPr/>
            <p:nvPr/>
          </p:nvSpPr>
          <p:spPr>
            <a:xfrm>
              <a:off x="84528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0" name="Line 236"/>
            <p:cNvSpPr/>
            <p:nvPr/>
          </p:nvSpPr>
          <p:spPr>
            <a:xfrm>
              <a:off x="117648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1" name="Line 237"/>
            <p:cNvSpPr/>
            <p:nvPr/>
          </p:nvSpPr>
          <p:spPr>
            <a:xfrm>
              <a:off x="130212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2" name="Line 238"/>
            <p:cNvSpPr/>
            <p:nvPr/>
          </p:nvSpPr>
          <p:spPr>
            <a:xfrm>
              <a:off x="164484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3" name="Line 239"/>
            <p:cNvSpPr/>
            <p:nvPr/>
          </p:nvSpPr>
          <p:spPr>
            <a:xfrm>
              <a:off x="169056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4" name="Line 240"/>
            <p:cNvSpPr/>
            <p:nvPr/>
          </p:nvSpPr>
          <p:spPr>
            <a:xfrm>
              <a:off x="202176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5" name="Line 241"/>
            <p:cNvSpPr/>
            <p:nvPr/>
          </p:nvSpPr>
          <p:spPr>
            <a:xfrm>
              <a:off x="214740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6" name="Line 242"/>
            <p:cNvSpPr/>
            <p:nvPr/>
          </p:nvSpPr>
          <p:spPr>
            <a:xfrm>
              <a:off x="249012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7" name="Line 243"/>
            <p:cNvSpPr/>
            <p:nvPr/>
          </p:nvSpPr>
          <p:spPr>
            <a:xfrm>
              <a:off x="253584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8" name="Line 244"/>
            <p:cNvSpPr/>
            <p:nvPr/>
          </p:nvSpPr>
          <p:spPr>
            <a:xfrm>
              <a:off x="286704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89" name="Line 245"/>
            <p:cNvSpPr/>
            <p:nvPr/>
          </p:nvSpPr>
          <p:spPr>
            <a:xfrm>
              <a:off x="299268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0" name="Line 246"/>
            <p:cNvSpPr/>
            <p:nvPr/>
          </p:nvSpPr>
          <p:spPr>
            <a:xfrm>
              <a:off x="333540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1" name="Line 247"/>
            <p:cNvSpPr/>
            <p:nvPr/>
          </p:nvSpPr>
          <p:spPr>
            <a:xfrm>
              <a:off x="338112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2" name="Line 248"/>
            <p:cNvSpPr/>
            <p:nvPr/>
          </p:nvSpPr>
          <p:spPr>
            <a:xfrm>
              <a:off x="371232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3" name="Line 249"/>
            <p:cNvSpPr/>
            <p:nvPr/>
          </p:nvSpPr>
          <p:spPr>
            <a:xfrm>
              <a:off x="383796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4" name="Line 250"/>
            <p:cNvSpPr/>
            <p:nvPr/>
          </p:nvSpPr>
          <p:spPr>
            <a:xfrm>
              <a:off x="418068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5" name="Line 251"/>
            <p:cNvSpPr/>
            <p:nvPr/>
          </p:nvSpPr>
          <p:spPr>
            <a:xfrm>
              <a:off x="422640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6" name="Line 252"/>
            <p:cNvSpPr/>
            <p:nvPr/>
          </p:nvSpPr>
          <p:spPr>
            <a:xfrm>
              <a:off x="455760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7" name="Line 253"/>
            <p:cNvSpPr/>
            <p:nvPr/>
          </p:nvSpPr>
          <p:spPr>
            <a:xfrm>
              <a:off x="468324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8" name="Line 254"/>
            <p:cNvSpPr/>
            <p:nvPr/>
          </p:nvSpPr>
          <p:spPr>
            <a:xfrm>
              <a:off x="502596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399" name="Line 255"/>
            <p:cNvSpPr/>
            <p:nvPr/>
          </p:nvSpPr>
          <p:spPr>
            <a:xfrm>
              <a:off x="507132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0" name="Line 256"/>
            <p:cNvSpPr/>
            <p:nvPr/>
          </p:nvSpPr>
          <p:spPr>
            <a:xfrm>
              <a:off x="540288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1" name="Line 257"/>
            <p:cNvSpPr/>
            <p:nvPr/>
          </p:nvSpPr>
          <p:spPr>
            <a:xfrm>
              <a:off x="552852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2" name="Line 258"/>
            <p:cNvSpPr/>
            <p:nvPr/>
          </p:nvSpPr>
          <p:spPr>
            <a:xfrm>
              <a:off x="587124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3" name="Line 259"/>
            <p:cNvSpPr/>
            <p:nvPr/>
          </p:nvSpPr>
          <p:spPr>
            <a:xfrm>
              <a:off x="591660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4" name="Line 260"/>
            <p:cNvSpPr/>
            <p:nvPr/>
          </p:nvSpPr>
          <p:spPr>
            <a:xfrm>
              <a:off x="624816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5" name="Line 261"/>
            <p:cNvSpPr/>
            <p:nvPr/>
          </p:nvSpPr>
          <p:spPr>
            <a:xfrm>
              <a:off x="637380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6" name="Line 262"/>
            <p:cNvSpPr/>
            <p:nvPr/>
          </p:nvSpPr>
          <p:spPr>
            <a:xfrm>
              <a:off x="671616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7" name="Line 263"/>
            <p:cNvSpPr/>
            <p:nvPr/>
          </p:nvSpPr>
          <p:spPr>
            <a:xfrm>
              <a:off x="676188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8" name="Line 264"/>
            <p:cNvSpPr/>
            <p:nvPr/>
          </p:nvSpPr>
          <p:spPr>
            <a:xfrm>
              <a:off x="709344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09" name="Line 265"/>
            <p:cNvSpPr/>
            <p:nvPr/>
          </p:nvSpPr>
          <p:spPr>
            <a:xfrm>
              <a:off x="721908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10" name="Line 266"/>
            <p:cNvSpPr/>
            <p:nvPr/>
          </p:nvSpPr>
          <p:spPr>
            <a:xfrm>
              <a:off x="756144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11" name="Line 267"/>
            <p:cNvSpPr/>
            <p:nvPr/>
          </p:nvSpPr>
          <p:spPr>
            <a:xfrm>
              <a:off x="760716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12" name="Line 268"/>
            <p:cNvSpPr/>
            <p:nvPr/>
          </p:nvSpPr>
          <p:spPr>
            <a:xfrm>
              <a:off x="793836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13" name="Line 269"/>
            <p:cNvSpPr/>
            <p:nvPr/>
          </p:nvSpPr>
          <p:spPr>
            <a:xfrm>
              <a:off x="8064360" y="1118520"/>
              <a:ext cx="144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14" name="Line 270"/>
            <p:cNvSpPr/>
            <p:nvPr/>
          </p:nvSpPr>
          <p:spPr>
            <a:xfrm>
              <a:off x="840672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15" name="Line 271"/>
            <p:cNvSpPr/>
            <p:nvPr/>
          </p:nvSpPr>
          <p:spPr>
            <a:xfrm>
              <a:off x="845244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16" name="Line 272"/>
            <p:cNvSpPr/>
            <p:nvPr/>
          </p:nvSpPr>
          <p:spPr>
            <a:xfrm>
              <a:off x="8783640" y="1118520"/>
              <a:ext cx="1800" cy="1440"/>
            </a:xfrm>
            <a:prstGeom prst="line">
              <a:avLst/>
            </a:prstGeom>
            <a:ln w="9360">
              <a:solidFill>
                <a:srgbClr val="00ff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417" name="Footer Placeholder 6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18" name="Slide Number Placeholder 74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038A44-B51B-48CA-B12F-9E0BFCF4D23F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19" name="Rectangle 8"/>
          <p:cNvSpPr/>
          <p:nvPr/>
        </p:nvSpPr>
        <p:spPr>
          <a:xfrm>
            <a:off x="3228840" y="1506600"/>
            <a:ext cx="207648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800080"/>
                </a:solidFill>
                <a:effectLst/>
                <a:uFillTx/>
                <a:latin typeface="Symbol"/>
                <a:ea typeface="Symbol"/>
              </a:rPr>
              <a:t></a:t>
            </a:r>
            <a:r>
              <a:rPr b="0" lang="en-US" sz="1600" strike="noStrike" u="none" baseline="-25000">
                <a:solidFill>
                  <a:srgbClr val="800080"/>
                </a:solidFill>
                <a:effectLst/>
                <a:uFillTx/>
                <a:latin typeface="Symbol"/>
                <a:ea typeface="Symbol"/>
              </a:rPr>
              <a:t></a:t>
            </a:r>
            <a:r>
              <a:rPr b="0" lang="en-US" sz="1600" strike="noStrike" u="none">
                <a:solidFill>
                  <a:srgbClr val="800080"/>
                </a:solidFill>
                <a:effectLst/>
                <a:uFillTx/>
                <a:latin typeface="Arial"/>
                <a:ea typeface="Arial"/>
              </a:rPr>
              <a:t>= 25 mm mrad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20" name="Text Box 10"/>
          <p:cNvSpPr/>
          <p:nvPr/>
        </p:nvSpPr>
        <p:spPr>
          <a:xfrm>
            <a:off x="3025800" y="1136520"/>
            <a:ext cx="2293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600" strike="noStrike" u="none">
                <a:solidFill>
                  <a:srgbClr val="800080"/>
                </a:solidFill>
                <a:effectLst/>
                <a:uFillTx/>
                <a:latin typeface="Arial"/>
              </a:rPr>
              <a:t>2.5 </a:t>
            </a:r>
            <a:r>
              <a:rPr b="0" lang="en-GB" sz="1800" strike="noStrike" u="none">
                <a:solidFill>
                  <a:srgbClr val="800080"/>
                </a:solidFill>
                <a:effectLst/>
                <a:uFillTx/>
                <a:latin typeface="Symbol"/>
                <a:ea typeface="Symbol"/>
              </a:rPr>
              <a:t></a:t>
            </a:r>
            <a:r>
              <a:rPr b="0" lang="en-GB" sz="1600" strike="noStrike" u="none">
                <a:solidFill>
                  <a:srgbClr val="800080"/>
                </a:solidFill>
                <a:effectLst/>
                <a:uFillTx/>
                <a:latin typeface="Arial"/>
              </a:rPr>
              <a:t>  beam envelope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21" name="AutoShape 35"/>
          <p:cNvSpPr/>
          <p:nvPr/>
        </p:nvSpPr>
        <p:spPr>
          <a:xfrm flipV="1" rot="16200000">
            <a:off x="4447080" y="-240840"/>
            <a:ext cx="223560" cy="8474040"/>
          </a:xfrm>
          <a:custGeom>
            <a:avLst/>
            <a:gdLst>
              <a:gd name="textAreaLeft" fmla="*/ 142920 w 223560"/>
              <a:gd name="textAreaRight" fmla="*/ 223920 w 223560"/>
              <a:gd name="textAreaTop" fmla="*/ 29160 h 8474040"/>
              <a:gd name="textAreaBottom" fmla="*/ 8444880 h 847404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119"/>
                  <a:pt x="10800" y="238"/>
                </a:cubicBezTo>
                <a:lnTo>
                  <a:pt x="10800" y="10562"/>
                </a:lnTo>
                <a:cubicBezTo>
                  <a:pt x="10800" y="10681"/>
                  <a:pt x="5400" y="10800"/>
                  <a:pt x="0" y="10800"/>
                </a:cubicBezTo>
                <a:cubicBezTo>
                  <a:pt x="5400" y="10800"/>
                  <a:pt x="10800" y="10919"/>
                  <a:pt x="10800" y="11038"/>
                </a:cubicBezTo>
                <a:lnTo>
                  <a:pt x="10800" y="21362"/>
                </a:lnTo>
                <a:cubicBezTo>
                  <a:pt x="10800" y="21481"/>
                  <a:pt x="16200" y="21600"/>
                  <a:pt x="21600" y="21600"/>
                </a:cubicBezTo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22" name="Text Box 25"/>
          <p:cNvSpPr/>
          <p:nvPr/>
        </p:nvSpPr>
        <p:spPr>
          <a:xfrm>
            <a:off x="3500280" y="4076640"/>
            <a:ext cx="2171880" cy="27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5160" rIns="65160" tIns="32040" bIns="3204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400" strike="noStrike" u="none">
                <a:solidFill>
                  <a:srgbClr val="800080"/>
                </a:solidFill>
                <a:effectLst/>
                <a:uFillTx/>
                <a:latin typeface="Arial Unicode MS"/>
                <a:ea typeface="Times New Roman"/>
              </a:rPr>
              <a:t>10 </a:t>
            </a:r>
            <a:r>
              <a:rPr b="0" lang="en-GB" sz="1400" strike="noStrike" u="none">
                <a:solidFill>
                  <a:srgbClr val="800080"/>
                </a:solidFill>
                <a:effectLst/>
                <a:uFillTx/>
                <a:latin typeface="Symbol"/>
                <a:ea typeface="Symbol"/>
              </a:rPr>
              <a:t></a:t>
            </a:r>
            <a:r>
              <a:rPr b="0" lang="en-GB" sz="1400" strike="noStrike" u="none">
                <a:solidFill>
                  <a:srgbClr val="800080"/>
                </a:solidFill>
                <a:effectLst/>
                <a:uFillTx/>
                <a:latin typeface="Arial Unicode MS"/>
                <a:ea typeface="Times New Roman"/>
              </a:rPr>
              <a:t> cells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193320" y="252360"/>
            <a:ext cx="8358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0.4-1.5 GeV Linac – Transverse Dynamics 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424" name="Rectangle 602"/>
          <p:cNvSpPr/>
          <p:nvPr/>
        </p:nvSpPr>
        <p:spPr>
          <a:xfrm>
            <a:off x="3738600" y="5121360"/>
            <a:ext cx="22762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Transmission: 0.986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425" name="Picture 273" descr=""/>
          <p:cNvPicPr/>
          <p:nvPr/>
        </p:nvPicPr>
        <p:blipFill>
          <a:blip r:embed="rId1"/>
          <a:stretch/>
        </p:blipFill>
        <p:spPr>
          <a:xfrm>
            <a:off x="216000" y="4071960"/>
            <a:ext cx="1922400" cy="196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6" name="Picture 274" descr=""/>
          <p:cNvPicPr/>
          <p:nvPr/>
        </p:nvPicPr>
        <p:blipFill>
          <a:blip r:embed="rId2"/>
          <a:stretch/>
        </p:blipFill>
        <p:spPr>
          <a:xfrm>
            <a:off x="6772320" y="4040280"/>
            <a:ext cx="2089080" cy="20160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 thruBlk="true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Footer Placeholder 6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28" name="Slide Number Placeholder 74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05FFEB-9B30-48DC-92D1-31EA3ED906E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-360" y="252360"/>
            <a:ext cx="855180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Solenoid  vs Quad focusing 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430" name="Group 79"/>
          <p:cNvGrpSpPr/>
          <p:nvPr/>
        </p:nvGrpSpPr>
        <p:grpSpPr>
          <a:xfrm>
            <a:off x="1641600" y="1038240"/>
            <a:ext cx="5952960" cy="2238120"/>
            <a:chOff x="1641600" y="1038240"/>
            <a:chExt cx="5952960" cy="2238120"/>
          </a:xfrm>
        </p:grpSpPr>
        <p:sp>
          <p:nvSpPr>
            <p:cNvPr id="431" name="AutoShape 78"/>
            <p:cNvSpPr/>
            <p:nvPr/>
          </p:nvSpPr>
          <p:spPr>
            <a:xfrm>
              <a:off x="1643040" y="1038240"/>
              <a:ext cx="5934240" cy="223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32" name="Rectangle 80"/>
            <p:cNvSpPr/>
            <p:nvPr/>
          </p:nvSpPr>
          <p:spPr>
            <a:xfrm>
              <a:off x="1643040" y="1038240"/>
              <a:ext cx="5934240" cy="22381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33" name="Rectangle 81"/>
            <p:cNvSpPr/>
            <p:nvPr/>
          </p:nvSpPr>
          <p:spPr>
            <a:xfrm>
              <a:off x="1757520" y="1266840"/>
              <a:ext cx="5705280" cy="1771560"/>
            </a:xfrm>
            <a:prstGeom prst="rect">
              <a:avLst/>
            </a:pr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34" name="Rectangle 82"/>
            <p:cNvSpPr/>
            <p:nvPr/>
          </p:nvSpPr>
          <p:spPr>
            <a:xfrm>
              <a:off x="7224840" y="3057480"/>
              <a:ext cx="25632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22.75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35" name="Rectangle 83"/>
            <p:cNvSpPr/>
            <p:nvPr/>
          </p:nvSpPr>
          <p:spPr>
            <a:xfrm>
              <a:off x="1790640" y="305748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36" name="Rectangle 85"/>
            <p:cNvSpPr/>
            <p:nvPr/>
          </p:nvSpPr>
          <p:spPr>
            <a:xfrm>
              <a:off x="1864080" y="1161720"/>
              <a:ext cx="70992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                        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37" name="Rectangle 86"/>
            <p:cNvSpPr/>
            <p:nvPr/>
          </p:nvSpPr>
          <p:spPr>
            <a:xfrm rot="16200000">
              <a:off x="1647000" y="1224360"/>
              <a:ext cx="11412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60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38" name="Rectangle 87"/>
            <p:cNvSpPr/>
            <p:nvPr/>
          </p:nvSpPr>
          <p:spPr>
            <a:xfrm rot="16200000">
              <a:off x="1673640" y="292464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39" name="Rectangle 88"/>
            <p:cNvSpPr/>
            <p:nvPr/>
          </p:nvSpPr>
          <p:spPr>
            <a:xfrm rot="16200000">
              <a:off x="7504560" y="119916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5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0" name="Rectangle 89"/>
            <p:cNvSpPr/>
            <p:nvPr/>
          </p:nvSpPr>
          <p:spPr>
            <a:xfrm rot="16200000">
              <a:off x="7504560" y="292320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1" name="Rectangle 90"/>
            <p:cNvSpPr/>
            <p:nvPr/>
          </p:nvSpPr>
          <p:spPr>
            <a:xfrm rot="16200000">
              <a:off x="1351800" y="1970640"/>
              <a:ext cx="7041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BETA_X&amp;Y[m]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2" name="Rectangle 91"/>
            <p:cNvSpPr/>
            <p:nvPr/>
          </p:nvSpPr>
          <p:spPr>
            <a:xfrm rot="16200000">
              <a:off x="7201080" y="1999080"/>
              <a:ext cx="664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DISP_X&amp;Y[m]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3" name="Line 92"/>
            <p:cNvSpPr/>
            <p:nvPr/>
          </p:nvSpPr>
          <p:spPr>
            <a:xfrm flipH="1">
              <a:off x="7424640" y="143820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4" name="Line 93"/>
            <p:cNvSpPr/>
            <p:nvPr/>
          </p:nvSpPr>
          <p:spPr>
            <a:xfrm>
              <a:off x="1757520" y="143820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5" name="Line 94"/>
            <p:cNvSpPr/>
            <p:nvPr/>
          </p:nvSpPr>
          <p:spPr>
            <a:xfrm flipV="1">
              <a:off x="2319480" y="3009600"/>
              <a:ext cx="144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6" name="Line 95"/>
            <p:cNvSpPr/>
            <p:nvPr/>
          </p:nvSpPr>
          <p:spPr>
            <a:xfrm>
              <a:off x="2319480" y="1266840"/>
              <a:ext cx="144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7" name="Line 96"/>
            <p:cNvSpPr/>
            <p:nvPr/>
          </p:nvSpPr>
          <p:spPr>
            <a:xfrm flipH="1">
              <a:off x="7424640" y="1618920"/>
              <a:ext cx="288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8" name="Line 97"/>
            <p:cNvSpPr/>
            <p:nvPr/>
          </p:nvSpPr>
          <p:spPr>
            <a:xfrm>
              <a:off x="1757520" y="1618920"/>
              <a:ext cx="28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49" name="Line 98"/>
            <p:cNvSpPr/>
            <p:nvPr/>
          </p:nvSpPr>
          <p:spPr>
            <a:xfrm flipV="1">
              <a:off x="2890800" y="300960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0" name="Line 99"/>
            <p:cNvSpPr/>
            <p:nvPr/>
          </p:nvSpPr>
          <p:spPr>
            <a:xfrm>
              <a:off x="2890800" y="126684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1" name="Line 100"/>
            <p:cNvSpPr/>
            <p:nvPr/>
          </p:nvSpPr>
          <p:spPr>
            <a:xfrm flipH="1">
              <a:off x="7424640" y="1800000"/>
              <a:ext cx="288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2" name="Line 101"/>
            <p:cNvSpPr/>
            <p:nvPr/>
          </p:nvSpPr>
          <p:spPr>
            <a:xfrm>
              <a:off x="1757520" y="1800000"/>
              <a:ext cx="28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3" name="Line 102"/>
            <p:cNvSpPr/>
            <p:nvPr/>
          </p:nvSpPr>
          <p:spPr>
            <a:xfrm flipV="1">
              <a:off x="3462480" y="3009600"/>
              <a:ext cx="144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4" name="Line 103"/>
            <p:cNvSpPr/>
            <p:nvPr/>
          </p:nvSpPr>
          <p:spPr>
            <a:xfrm>
              <a:off x="3462480" y="1266840"/>
              <a:ext cx="144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5" name="Line 104"/>
            <p:cNvSpPr/>
            <p:nvPr/>
          </p:nvSpPr>
          <p:spPr>
            <a:xfrm flipH="1">
              <a:off x="7424640" y="1971360"/>
              <a:ext cx="288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6" name="Line 105"/>
            <p:cNvSpPr/>
            <p:nvPr/>
          </p:nvSpPr>
          <p:spPr>
            <a:xfrm>
              <a:off x="1757520" y="1971360"/>
              <a:ext cx="28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7" name="Line 106"/>
            <p:cNvSpPr/>
            <p:nvPr/>
          </p:nvSpPr>
          <p:spPr>
            <a:xfrm flipV="1">
              <a:off x="4033800" y="300960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8" name="Line 107"/>
            <p:cNvSpPr/>
            <p:nvPr/>
          </p:nvSpPr>
          <p:spPr>
            <a:xfrm>
              <a:off x="4033800" y="126684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59" name="Line 108"/>
            <p:cNvSpPr/>
            <p:nvPr/>
          </p:nvSpPr>
          <p:spPr>
            <a:xfrm flipH="1">
              <a:off x="7424640" y="2152440"/>
              <a:ext cx="288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0" name="Line 109"/>
            <p:cNvSpPr/>
            <p:nvPr/>
          </p:nvSpPr>
          <p:spPr>
            <a:xfrm>
              <a:off x="1757520" y="2152440"/>
              <a:ext cx="28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1" name="Line 110"/>
            <p:cNvSpPr/>
            <p:nvPr/>
          </p:nvSpPr>
          <p:spPr>
            <a:xfrm flipV="1">
              <a:off x="4605480" y="3009600"/>
              <a:ext cx="144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2" name="Line 111"/>
            <p:cNvSpPr/>
            <p:nvPr/>
          </p:nvSpPr>
          <p:spPr>
            <a:xfrm>
              <a:off x="4605480" y="1266840"/>
              <a:ext cx="144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3" name="Line 112"/>
            <p:cNvSpPr/>
            <p:nvPr/>
          </p:nvSpPr>
          <p:spPr>
            <a:xfrm flipH="1">
              <a:off x="7424640" y="233352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4" name="Line 113"/>
            <p:cNvSpPr/>
            <p:nvPr/>
          </p:nvSpPr>
          <p:spPr>
            <a:xfrm>
              <a:off x="1757520" y="233352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5" name="Line 114"/>
            <p:cNvSpPr/>
            <p:nvPr/>
          </p:nvSpPr>
          <p:spPr>
            <a:xfrm flipV="1">
              <a:off x="5176800" y="300960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6" name="Line 115"/>
            <p:cNvSpPr/>
            <p:nvPr/>
          </p:nvSpPr>
          <p:spPr>
            <a:xfrm>
              <a:off x="5176800" y="126684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7" name="Line 116"/>
            <p:cNvSpPr/>
            <p:nvPr/>
          </p:nvSpPr>
          <p:spPr>
            <a:xfrm flipH="1">
              <a:off x="7424640" y="250488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8" name="Line 117"/>
            <p:cNvSpPr/>
            <p:nvPr/>
          </p:nvSpPr>
          <p:spPr>
            <a:xfrm>
              <a:off x="1757520" y="250488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69" name="Line 118"/>
            <p:cNvSpPr/>
            <p:nvPr/>
          </p:nvSpPr>
          <p:spPr>
            <a:xfrm flipV="1">
              <a:off x="5748480" y="3009600"/>
              <a:ext cx="144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0" name="Line 119"/>
            <p:cNvSpPr/>
            <p:nvPr/>
          </p:nvSpPr>
          <p:spPr>
            <a:xfrm>
              <a:off x="5748480" y="1266840"/>
              <a:ext cx="144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1" name="Line 120"/>
            <p:cNvSpPr/>
            <p:nvPr/>
          </p:nvSpPr>
          <p:spPr>
            <a:xfrm flipH="1">
              <a:off x="7424640" y="268596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2" name="Line 121"/>
            <p:cNvSpPr/>
            <p:nvPr/>
          </p:nvSpPr>
          <p:spPr>
            <a:xfrm>
              <a:off x="1757520" y="268596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3" name="Line 122"/>
            <p:cNvSpPr/>
            <p:nvPr/>
          </p:nvSpPr>
          <p:spPr>
            <a:xfrm flipV="1">
              <a:off x="6319800" y="300960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4" name="Line 123"/>
            <p:cNvSpPr/>
            <p:nvPr/>
          </p:nvSpPr>
          <p:spPr>
            <a:xfrm>
              <a:off x="6319800" y="126684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5" name="Line 124"/>
            <p:cNvSpPr/>
            <p:nvPr/>
          </p:nvSpPr>
          <p:spPr>
            <a:xfrm flipH="1">
              <a:off x="7424640" y="286704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6" name="Line 125"/>
            <p:cNvSpPr/>
            <p:nvPr/>
          </p:nvSpPr>
          <p:spPr>
            <a:xfrm>
              <a:off x="1757520" y="286704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7" name="Line 126"/>
            <p:cNvSpPr/>
            <p:nvPr/>
          </p:nvSpPr>
          <p:spPr>
            <a:xfrm flipV="1">
              <a:off x="6891480" y="3009600"/>
              <a:ext cx="144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8" name="Line 127"/>
            <p:cNvSpPr/>
            <p:nvPr/>
          </p:nvSpPr>
          <p:spPr>
            <a:xfrm>
              <a:off x="6891480" y="1266840"/>
              <a:ext cx="144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79" name="Rectangle 128"/>
            <p:cNvSpPr/>
            <p:nvPr/>
          </p:nvSpPr>
          <p:spPr>
            <a:xfrm>
              <a:off x="2179440" y="3057480"/>
              <a:ext cx="403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BETA_X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0" name="Freeform 129"/>
            <p:cNvSpPr/>
            <p:nvPr/>
          </p:nvSpPr>
          <p:spPr>
            <a:xfrm>
              <a:off x="1757520" y="2047680"/>
              <a:ext cx="5705280" cy="504720"/>
            </a:xfrm>
            <a:custGeom>
              <a:avLst/>
              <a:gdLst>
                <a:gd name="textAreaLeft" fmla="*/ 0 w 5705280"/>
                <a:gd name="textAreaRight" fmla="*/ 5705640 w 5705280"/>
                <a:gd name="textAreaTop" fmla="*/ 0 h 504720"/>
                <a:gd name="textAreaBottom" fmla="*/ 504720 h 504720"/>
                <a:gd name="GluePoint1X" fmla="*/ 24 w 3594"/>
                <a:gd name="GluePoint1Y" fmla="*/ 54 h 318"/>
                <a:gd name="GluePoint2X" fmla="*/ 54 w 3594"/>
                <a:gd name="GluePoint2Y" fmla="*/ 42 h 318"/>
                <a:gd name="GluePoint3X" fmla="*/ 78 w 3594"/>
                <a:gd name="GluePoint3Y" fmla="*/ 30 h 318"/>
                <a:gd name="GluePoint4X" fmla="*/ 108 w 3594"/>
                <a:gd name="GluePoint4Y" fmla="*/ 18 h 318"/>
                <a:gd name="GluePoint5X" fmla="*/ 132 w 3594"/>
                <a:gd name="GluePoint5Y" fmla="*/ 12 h 318"/>
                <a:gd name="GluePoint6X" fmla="*/ 162 w 3594"/>
                <a:gd name="GluePoint6Y" fmla="*/ 6 h 318"/>
                <a:gd name="GluePoint7X" fmla="*/ 186 w 3594"/>
                <a:gd name="GluePoint7Y" fmla="*/ 0 h 318"/>
                <a:gd name="GluePoint8X" fmla="*/ 216 w 3594"/>
                <a:gd name="GluePoint8Y" fmla="*/ 0 h 318"/>
                <a:gd name="GluePoint9X" fmla="*/ 240 w 3594"/>
                <a:gd name="GluePoint9Y" fmla="*/ 6 h 318"/>
                <a:gd name="GluePoint10X" fmla="*/ 270 w 3594"/>
                <a:gd name="GluePoint10Y" fmla="*/ 18 h 318"/>
                <a:gd name="GluePoint11X" fmla="*/ 300 w 3594"/>
                <a:gd name="GluePoint11Y" fmla="*/ 30 h 318"/>
                <a:gd name="GluePoint12X" fmla="*/ 324 w 3594"/>
                <a:gd name="GluePoint12Y" fmla="*/ 36 h 318"/>
                <a:gd name="GluePoint13X" fmla="*/ 354 w 3594"/>
                <a:gd name="GluePoint13Y" fmla="*/ 48 h 318"/>
                <a:gd name="GluePoint14X" fmla="*/ 378 w 3594"/>
                <a:gd name="GluePoint14Y" fmla="*/ 60 h 318"/>
                <a:gd name="GluePoint15X" fmla="*/ 408 w 3594"/>
                <a:gd name="GluePoint15Y" fmla="*/ 66 h 318"/>
                <a:gd name="GluePoint16X" fmla="*/ 432 w 3594"/>
                <a:gd name="GluePoint16Y" fmla="*/ 78 h 318"/>
                <a:gd name="GluePoint17X" fmla="*/ 462 w 3594"/>
                <a:gd name="GluePoint17Y" fmla="*/ 90 h 318"/>
                <a:gd name="GluePoint18X" fmla="*/ 720 w 3594"/>
                <a:gd name="GluePoint18Y" fmla="*/ 168 h 318"/>
                <a:gd name="GluePoint19X" fmla="*/ 750 w 3594"/>
                <a:gd name="GluePoint19Y" fmla="*/ 174 h 318"/>
                <a:gd name="GluePoint20X" fmla="*/ 774 w 3594"/>
                <a:gd name="GluePoint20Y" fmla="*/ 180 h 318"/>
                <a:gd name="GluePoint21X" fmla="*/ 804 w 3594"/>
                <a:gd name="GluePoint21Y" fmla="*/ 186 h 318"/>
                <a:gd name="GluePoint22X" fmla="*/ 834 w 3594"/>
                <a:gd name="GluePoint22Y" fmla="*/ 198 h 318"/>
                <a:gd name="GluePoint23X" fmla="*/ 858 w 3594"/>
                <a:gd name="GluePoint23Y" fmla="*/ 204 h 318"/>
                <a:gd name="GluePoint24X" fmla="*/ 1122 w 3594"/>
                <a:gd name="GluePoint24Y" fmla="*/ 252 h 318"/>
                <a:gd name="GluePoint25X" fmla="*/ 1146 w 3594"/>
                <a:gd name="GluePoint25Y" fmla="*/ 258 h 318"/>
                <a:gd name="GluePoint26X" fmla="*/ 1176 w 3594"/>
                <a:gd name="GluePoint26Y" fmla="*/ 264 h 318"/>
                <a:gd name="GluePoint27X" fmla="*/ 1200 w 3594"/>
                <a:gd name="GluePoint27Y" fmla="*/ 264 h 318"/>
                <a:gd name="GluePoint28X" fmla="*/ 1230 w 3594"/>
                <a:gd name="GluePoint28Y" fmla="*/ 270 h 318"/>
                <a:gd name="GluePoint29X" fmla="*/ 1254 w 3594"/>
                <a:gd name="GluePoint29Y" fmla="*/ 276 h 318"/>
                <a:gd name="GluePoint30X" fmla="*/ 1518 w 3594"/>
                <a:gd name="GluePoint30Y" fmla="*/ 300 h 318"/>
                <a:gd name="GluePoint31X" fmla="*/ 1542 w 3594"/>
                <a:gd name="GluePoint31Y" fmla="*/ 306 h 318"/>
                <a:gd name="GluePoint32X" fmla="*/ 1572 w 3594"/>
                <a:gd name="GluePoint32Y" fmla="*/ 306 h 318"/>
                <a:gd name="GluePoint33X" fmla="*/ 1596 w 3594"/>
                <a:gd name="GluePoint33Y" fmla="*/ 306 h 318"/>
                <a:gd name="GluePoint34X" fmla="*/ 1626 w 3594"/>
                <a:gd name="GluePoint34Y" fmla="*/ 312 h 318"/>
                <a:gd name="GluePoint35X" fmla="*/ 1650 w 3594"/>
                <a:gd name="GluePoint35Y" fmla="*/ 312 h 318"/>
                <a:gd name="GluePoint36X" fmla="*/ 1914 w 3594"/>
                <a:gd name="GluePoint36Y" fmla="*/ 318 h 318"/>
                <a:gd name="GluePoint37X" fmla="*/ 1938 w 3594"/>
                <a:gd name="GluePoint37Y" fmla="*/ 318 h 318"/>
                <a:gd name="GluePoint38X" fmla="*/ 1968 w 3594"/>
                <a:gd name="GluePoint38Y" fmla="*/ 318 h 318"/>
                <a:gd name="GluePoint39X" fmla="*/ 1992 w 3594"/>
                <a:gd name="GluePoint39Y" fmla="*/ 318 h 318"/>
                <a:gd name="GluePoint40X" fmla="*/ 2022 w 3594"/>
                <a:gd name="GluePoint40Y" fmla="*/ 318 h 318"/>
                <a:gd name="GluePoint41X" fmla="*/ 2046 w 3594"/>
                <a:gd name="GluePoint41Y" fmla="*/ 318 h 318"/>
                <a:gd name="GluePoint42X" fmla="*/ 2076 w 3594"/>
                <a:gd name="GluePoint42Y" fmla="*/ 318 h 318"/>
                <a:gd name="GluePoint43X" fmla="*/ 2340 w 3594"/>
                <a:gd name="GluePoint43Y" fmla="*/ 312 h 318"/>
                <a:gd name="GluePoint44X" fmla="*/ 2364 w 3594"/>
                <a:gd name="GluePoint44Y" fmla="*/ 306 h 318"/>
                <a:gd name="GluePoint45X" fmla="*/ 2394 w 3594"/>
                <a:gd name="GluePoint45Y" fmla="*/ 306 h 318"/>
                <a:gd name="GluePoint46X" fmla="*/ 2418 w 3594"/>
                <a:gd name="GluePoint46Y" fmla="*/ 306 h 318"/>
                <a:gd name="GluePoint47X" fmla="*/ 2448 w 3594"/>
                <a:gd name="GluePoint47Y" fmla="*/ 300 h 318"/>
                <a:gd name="GluePoint48X" fmla="*/ 2472 w 3594"/>
                <a:gd name="GluePoint48Y" fmla="*/ 300 h 318"/>
                <a:gd name="GluePoint49X" fmla="*/ 2736 w 3594"/>
                <a:gd name="GluePoint49Y" fmla="*/ 270 h 318"/>
                <a:gd name="GluePoint50X" fmla="*/ 2760 w 3594"/>
                <a:gd name="GluePoint50Y" fmla="*/ 264 h 318"/>
                <a:gd name="GluePoint51X" fmla="*/ 2790 w 3594"/>
                <a:gd name="GluePoint51Y" fmla="*/ 264 h 318"/>
                <a:gd name="GluePoint52X" fmla="*/ 2814 w 3594"/>
                <a:gd name="GluePoint52Y" fmla="*/ 258 h 318"/>
                <a:gd name="GluePoint53X" fmla="*/ 2844 w 3594"/>
                <a:gd name="GluePoint53Y" fmla="*/ 252 h 318"/>
                <a:gd name="GluePoint54X" fmla="*/ 2868 w 3594"/>
                <a:gd name="GluePoint54Y" fmla="*/ 246 h 318"/>
                <a:gd name="GluePoint55X" fmla="*/ 3132 w 3594"/>
                <a:gd name="GluePoint55Y" fmla="*/ 198 h 318"/>
                <a:gd name="GluePoint56X" fmla="*/ 3156 w 3594"/>
                <a:gd name="GluePoint56Y" fmla="*/ 192 h 318"/>
                <a:gd name="GluePoint57X" fmla="*/ 3186 w 3594"/>
                <a:gd name="GluePoint57Y" fmla="*/ 180 h 318"/>
                <a:gd name="GluePoint58X" fmla="*/ 3210 w 3594"/>
                <a:gd name="GluePoint58Y" fmla="*/ 174 h 318"/>
                <a:gd name="GluePoint59X" fmla="*/ 3240 w 3594"/>
                <a:gd name="GluePoint59Y" fmla="*/ 168 h 318"/>
                <a:gd name="GluePoint60X" fmla="*/ 3264 w 3594"/>
                <a:gd name="GluePoint60Y" fmla="*/ 162 h 318"/>
                <a:gd name="GluePoint61X" fmla="*/ 3528 w 3594"/>
                <a:gd name="GluePoint61Y" fmla="*/ 84 h 318"/>
                <a:gd name="GluePoint62X" fmla="*/ 3552 w 3594"/>
                <a:gd name="GluePoint62Y" fmla="*/ 72 h 318"/>
                <a:gd name="GluePoint63X" fmla="*/ 3582 w 3594"/>
                <a:gd name="GluePoint63Y" fmla="*/ 66 h 3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3594" h="318">
                  <a:moveTo>
                    <a:pt x="0" y="60"/>
                  </a:moveTo>
                  <a:lnTo>
                    <a:pt x="0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24" y="54"/>
                  </a:lnTo>
                  <a:lnTo>
                    <a:pt x="24" y="54"/>
                  </a:lnTo>
                  <a:lnTo>
                    <a:pt x="24" y="54"/>
                  </a:lnTo>
                  <a:lnTo>
                    <a:pt x="24" y="54"/>
                  </a:lnTo>
                  <a:lnTo>
                    <a:pt x="24" y="54"/>
                  </a:lnTo>
                  <a:lnTo>
                    <a:pt x="24" y="48"/>
                  </a:lnTo>
                  <a:lnTo>
                    <a:pt x="24" y="48"/>
                  </a:lnTo>
                  <a:lnTo>
                    <a:pt x="24" y="48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36" y="48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6"/>
                  </a:lnTo>
                  <a:lnTo>
                    <a:pt x="72" y="30"/>
                  </a:lnTo>
                  <a:lnTo>
                    <a:pt x="72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78" y="30"/>
                  </a:lnTo>
                  <a:lnTo>
                    <a:pt x="84" y="30"/>
                  </a:lnTo>
                  <a:lnTo>
                    <a:pt x="84" y="30"/>
                  </a:lnTo>
                  <a:lnTo>
                    <a:pt x="84" y="30"/>
                  </a:lnTo>
                  <a:lnTo>
                    <a:pt x="84" y="30"/>
                  </a:lnTo>
                  <a:lnTo>
                    <a:pt x="84" y="30"/>
                  </a:lnTo>
                  <a:lnTo>
                    <a:pt x="84" y="30"/>
                  </a:lnTo>
                  <a:lnTo>
                    <a:pt x="84" y="30"/>
                  </a:lnTo>
                  <a:lnTo>
                    <a:pt x="84" y="30"/>
                  </a:lnTo>
                  <a:lnTo>
                    <a:pt x="84" y="30"/>
                  </a:lnTo>
                  <a:lnTo>
                    <a:pt x="90" y="30"/>
                  </a:lnTo>
                  <a:lnTo>
                    <a:pt x="90" y="30"/>
                  </a:lnTo>
                  <a:lnTo>
                    <a:pt x="90" y="30"/>
                  </a:lnTo>
                  <a:lnTo>
                    <a:pt x="90" y="24"/>
                  </a:lnTo>
                  <a:lnTo>
                    <a:pt x="90" y="24"/>
                  </a:lnTo>
                  <a:lnTo>
                    <a:pt x="90" y="24"/>
                  </a:lnTo>
                  <a:lnTo>
                    <a:pt x="90" y="24"/>
                  </a:lnTo>
                  <a:lnTo>
                    <a:pt x="90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96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14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0" y="18"/>
                  </a:lnTo>
                  <a:lnTo>
                    <a:pt x="126" y="18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12"/>
                  </a:lnTo>
                  <a:lnTo>
                    <a:pt x="138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0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2" y="6"/>
                  </a:lnTo>
                  <a:lnTo>
                    <a:pt x="168" y="6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6"/>
                  </a:lnTo>
                  <a:lnTo>
                    <a:pt x="222" y="6"/>
                  </a:lnTo>
                  <a:lnTo>
                    <a:pt x="222" y="6"/>
                  </a:lnTo>
                  <a:lnTo>
                    <a:pt x="222" y="6"/>
                  </a:lnTo>
                  <a:lnTo>
                    <a:pt x="222" y="6"/>
                  </a:lnTo>
                  <a:lnTo>
                    <a:pt x="228" y="6"/>
                  </a:lnTo>
                  <a:lnTo>
                    <a:pt x="228" y="6"/>
                  </a:lnTo>
                  <a:lnTo>
                    <a:pt x="228" y="6"/>
                  </a:lnTo>
                  <a:lnTo>
                    <a:pt x="228" y="6"/>
                  </a:lnTo>
                  <a:lnTo>
                    <a:pt x="228" y="6"/>
                  </a:lnTo>
                  <a:lnTo>
                    <a:pt x="228" y="6"/>
                  </a:lnTo>
                  <a:lnTo>
                    <a:pt x="228" y="6"/>
                  </a:lnTo>
                  <a:lnTo>
                    <a:pt x="228" y="6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34" y="6"/>
                  </a:lnTo>
                  <a:lnTo>
                    <a:pt x="240" y="6"/>
                  </a:lnTo>
                  <a:lnTo>
                    <a:pt x="240" y="6"/>
                  </a:lnTo>
                  <a:lnTo>
                    <a:pt x="240" y="6"/>
                  </a:lnTo>
                  <a:lnTo>
                    <a:pt x="240" y="6"/>
                  </a:lnTo>
                  <a:lnTo>
                    <a:pt x="240" y="6"/>
                  </a:lnTo>
                  <a:lnTo>
                    <a:pt x="240" y="6"/>
                  </a:lnTo>
                  <a:lnTo>
                    <a:pt x="240" y="6"/>
                  </a:lnTo>
                  <a:lnTo>
                    <a:pt x="240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46" y="6"/>
                  </a:lnTo>
                  <a:lnTo>
                    <a:pt x="246" y="12"/>
                  </a:lnTo>
                  <a:lnTo>
                    <a:pt x="246" y="12"/>
                  </a:lnTo>
                  <a:lnTo>
                    <a:pt x="246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2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58" y="12"/>
                  </a:lnTo>
                  <a:lnTo>
                    <a:pt x="264" y="12"/>
                  </a:lnTo>
                  <a:lnTo>
                    <a:pt x="264" y="12"/>
                  </a:lnTo>
                  <a:lnTo>
                    <a:pt x="264" y="12"/>
                  </a:lnTo>
                  <a:lnTo>
                    <a:pt x="264" y="12"/>
                  </a:lnTo>
                  <a:lnTo>
                    <a:pt x="264" y="18"/>
                  </a:lnTo>
                  <a:lnTo>
                    <a:pt x="264" y="18"/>
                  </a:lnTo>
                  <a:lnTo>
                    <a:pt x="264" y="18"/>
                  </a:lnTo>
                  <a:lnTo>
                    <a:pt x="264" y="18"/>
                  </a:lnTo>
                  <a:lnTo>
                    <a:pt x="264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82" y="18"/>
                  </a:lnTo>
                  <a:lnTo>
                    <a:pt x="282" y="18"/>
                  </a:lnTo>
                  <a:lnTo>
                    <a:pt x="282" y="18"/>
                  </a:lnTo>
                  <a:lnTo>
                    <a:pt x="282" y="24"/>
                  </a:lnTo>
                  <a:lnTo>
                    <a:pt x="282" y="24"/>
                  </a:lnTo>
                  <a:lnTo>
                    <a:pt x="282" y="24"/>
                  </a:lnTo>
                  <a:lnTo>
                    <a:pt x="282" y="24"/>
                  </a:lnTo>
                  <a:lnTo>
                    <a:pt x="282" y="24"/>
                  </a:lnTo>
                  <a:lnTo>
                    <a:pt x="282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88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0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06" y="30"/>
                  </a:lnTo>
                  <a:lnTo>
                    <a:pt x="312" y="30"/>
                  </a:lnTo>
                  <a:lnTo>
                    <a:pt x="312" y="30"/>
                  </a:lnTo>
                  <a:lnTo>
                    <a:pt x="312" y="30"/>
                  </a:lnTo>
                  <a:lnTo>
                    <a:pt x="312" y="30"/>
                  </a:lnTo>
                  <a:lnTo>
                    <a:pt x="312" y="30"/>
                  </a:lnTo>
                  <a:lnTo>
                    <a:pt x="312" y="36"/>
                  </a:lnTo>
                  <a:lnTo>
                    <a:pt x="312" y="36"/>
                  </a:lnTo>
                  <a:lnTo>
                    <a:pt x="312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24" y="36"/>
                  </a:lnTo>
                  <a:lnTo>
                    <a:pt x="330" y="36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0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2" y="42"/>
                  </a:lnTo>
                  <a:lnTo>
                    <a:pt x="342" y="48"/>
                  </a:lnTo>
                  <a:lnTo>
                    <a:pt x="342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54" y="48"/>
                  </a:lnTo>
                  <a:lnTo>
                    <a:pt x="360" y="48"/>
                  </a:lnTo>
                  <a:lnTo>
                    <a:pt x="360" y="48"/>
                  </a:lnTo>
                  <a:lnTo>
                    <a:pt x="360" y="48"/>
                  </a:lnTo>
                  <a:lnTo>
                    <a:pt x="360" y="48"/>
                  </a:lnTo>
                  <a:lnTo>
                    <a:pt x="360" y="54"/>
                  </a:lnTo>
                  <a:lnTo>
                    <a:pt x="360" y="54"/>
                  </a:lnTo>
                  <a:lnTo>
                    <a:pt x="360" y="54"/>
                  </a:lnTo>
                  <a:lnTo>
                    <a:pt x="360" y="54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2" y="54"/>
                  </a:lnTo>
                  <a:lnTo>
                    <a:pt x="378" y="54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78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6"/>
                  </a:lnTo>
                  <a:lnTo>
                    <a:pt x="390" y="66"/>
                  </a:lnTo>
                  <a:lnTo>
                    <a:pt x="396" y="66"/>
                  </a:lnTo>
                  <a:lnTo>
                    <a:pt x="396" y="66"/>
                  </a:lnTo>
                  <a:lnTo>
                    <a:pt x="396" y="66"/>
                  </a:lnTo>
                  <a:lnTo>
                    <a:pt x="396" y="66"/>
                  </a:lnTo>
                  <a:lnTo>
                    <a:pt x="396" y="66"/>
                  </a:lnTo>
                  <a:lnTo>
                    <a:pt x="396" y="66"/>
                  </a:lnTo>
                  <a:lnTo>
                    <a:pt x="396" y="66"/>
                  </a:lnTo>
                  <a:lnTo>
                    <a:pt x="396" y="66"/>
                  </a:lnTo>
                  <a:lnTo>
                    <a:pt x="402" y="66"/>
                  </a:lnTo>
                  <a:lnTo>
                    <a:pt x="402" y="66"/>
                  </a:lnTo>
                  <a:lnTo>
                    <a:pt x="402" y="66"/>
                  </a:lnTo>
                  <a:lnTo>
                    <a:pt x="402" y="66"/>
                  </a:lnTo>
                  <a:lnTo>
                    <a:pt x="402" y="66"/>
                  </a:lnTo>
                  <a:lnTo>
                    <a:pt x="402" y="66"/>
                  </a:lnTo>
                  <a:lnTo>
                    <a:pt x="402" y="66"/>
                  </a:lnTo>
                  <a:lnTo>
                    <a:pt x="402" y="66"/>
                  </a:lnTo>
                  <a:lnTo>
                    <a:pt x="402" y="66"/>
                  </a:lnTo>
                  <a:lnTo>
                    <a:pt x="408" y="66"/>
                  </a:lnTo>
                  <a:lnTo>
                    <a:pt x="408" y="66"/>
                  </a:lnTo>
                  <a:lnTo>
                    <a:pt x="408" y="66"/>
                  </a:lnTo>
                  <a:lnTo>
                    <a:pt x="408" y="66"/>
                  </a:lnTo>
                  <a:lnTo>
                    <a:pt x="408" y="72"/>
                  </a:lnTo>
                  <a:lnTo>
                    <a:pt x="408" y="72"/>
                  </a:lnTo>
                  <a:lnTo>
                    <a:pt x="408" y="72"/>
                  </a:lnTo>
                  <a:lnTo>
                    <a:pt x="408" y="72"/>
                  </a:lnTo>
                  <a:lnTo>
                    <a:pt x="414" y="72"/>
                  </a:lnTo>
                  <a:lnTo>
                    <a:pt x="414" y="72"/>
                  </a:lnTo>
                  <a:lnTo>
                    <a:pt x="414" y="72"/>
                  </a:lnTo>
                  <a:lnTo>
                    <a:pt x="414" y="72"/>
                  </a:lnTo>
                  <a:lnTo>
                    <a:pt x="414" y="72"/>
                  </a:lnTo>
                  <a:lnTo>
                    <a:pt x="414" y="72"/>
                  </a:lnTo>
                  <a:lnTo>
                    <a:pt x="414" y="72"/>
                  </a:lnTo>
                  <a:lnTo>
                    <a:pt x="414" y="72"/>
                  </a:lnTo>
                  <a:lnTo>
                    <a:pt x="414" y="72"/>
                  </a:lnTo>
                  <a:lnTo>
                    <a:pt x="420" y="72"/>
                  </a:lnTo>
                  <a:lnTo>
                    <a:pt x="420" y="72"/>
                  </a:lnTo>
                  <a:lnTo>
                    <a:pt x="420" y="72"/>
                  </a:lnTo>
                  <a:lnTo>
                    <a:pt x="420" y="72"/>
                  </a:lnTo>
                  <a:lnTo>
                    <a:pt x="420" y="72"/>
                  </a:lnTo>
                  <a:lnTo>
                    <a:pt x="420" y="72"/>
                  </a:lnTo>
                  <a:lnTo>
                    <a:pt x="420" y="72"/>
                  </a:lnTo>
                  <a:lnTo>
                    <a:pt x="426" y="72"/>
                  </a:lnTo>
                  <a:lnTo>
                    <a:pt x="426" y="72"/>
                  </a:lnTo>
                  <a:lnTo>
                    <a:pt x="426" y="78"/>
                  </a:lnTo>
                  <a:lnTo>
                    <a:pt x="426" y="78"/>
                  </a:lnTo>
                  <a:lnTo>
                    <a:pt x="426" y="78"/>
                  </a:lnTo>
                  <a:lnTo>
                    <a:pt x="426" y="78"/>
                  </a:lnTo>
                  <a:lnTo>
                    <a:pt x="426" y="78"/>
                  </a:lnTo>
                  <a:lnTo>
                    <a:pt x="426" y="78"/>
                  </a:lnTo>
                  <a:lnTo>
                    <a:pt x="426" y="78"/>
                  </a:lnTo>
                  <a:lnTo>
                    <a:pt x="432" y="78"/>
                  </a:lnTo>
                  <a:lnTo>
                    <a:pt x="432" y="78"/>
                  </a:lnTo>
                  <a:lnTo>
                    <a:pt x="432" y="78"/>
                  </a:lnTo>
                  <a:lnTo>
                    <a:pt x="432" y="78"/>
                  </a:lnTo>
                  <a:lnTo>
                    <a:pt x="432" y="78"/>
                  </a:lnTo>
                  <a:lnTo>
                    <a:pt x="432" y="78"/>
                  </a:lnTo>
                  <a:lnTo>
                    <a:pt x="432" y="78"/>
                  </a:lnTo>
                  <a:lnTo>
                    <a:pt x="432" y="78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38" y="78"/>
                  </a:lnTo>
                  <a:lnTo>
                    <a:pt x="444" y="78"/>
                  </a:lnTo>
                  <a:lnTo>
                    <a:pt x="444" y="84"/>
                  </a:lnTo>
                  <a:lnTo>
                    <a:pt x="444" y="84"/>
                  </a:lnTo>
                  <a:lnTo>
                    <a:pt x="444" y="84"/>
                  </a:lnTo>
                  <a:lnTo>
                    <a:pt x="444" y="84"/>
                  </a:lnTo>
                  <a:lnTo>
                    <a:pt x="444" y="84"/>
                  </a:lnTo>
                  <a:lnTo>
                    <a:pt x="444" y="84"/>
                  </a:lnTo>
                  <a:lnTo>
                    <a:pt x="444" y="84"/>
                  </a:lnTo>
                  <a:lnTo>
                    <a:pt x="444" y="84"/>
                  </a:lnTo>
                  <a:lnTo>
                    <a:pt x="450" y="84"/>
                  </a:lnTo>
                  <a:lnTo>
                    <a:pt x="450" y="84"/>
                  </a:lnTo>
                  <a:lnTo>
                    <a:pt x="450" y="84"/>
                  </a:lnTo>
                  <a:lnTo>
                    <a:pt x="450" y="84"/>
                  </a:lnTo>
                  <a:lnTo>
                    <a:pt x="450" y="84"/>
                  </a:lnTo>
                  <a:lnTo>
                    <a:pt x="450" y="84"/>
                  </a:lnTo>
                  <a:lnTo>
                    <a:pt x="450" y="84"/>
                  </a:lnTo>
                  <a:lnTo>
                    <a:pt x="450" y="84"/>
                  </a:lnTo>
                  <a:lnTo>
                    <a:pt x="456" y="84"/>
                  </a:lnTo>
                  <a:lnTo>
                    <a:pt x="456" y="84"/>
                  </a:lnTo>
                  <a:lnTo>
                    <a:pt x="456" y="84"/>
                  </a:lnTo>
                  <a:lnTo>
                    <a:pt x="456" y="84"/>
                  </a:lnTo>
                  <a:lnTo>
                    <a:pt x="456" y="84"/>
                  </a:lnTo>
                  <a:lnTo>
                    <a:pt x="456" y="84"/>
                  </a:lnTo>
                  <a:lnTo>
                    <a:pt x="456" y="84"/>
                  </a:lnTo>
                  <a:lnTo>
                    <a:pt x="456" y="90"/>
                  </a:lnTo>
                  <a:lnTo>
                    <a:pt x="456" y="90"/>
                  </a:lnTo>
                  <a:lnTo>
                    <a:pt x="462" y="90"/>
                  </a:lnTo>
                  <a:lnTo>
                    <a:pt x="462" y="90"/>
                  </a:lnTo>
                  <a:lnTo>
                    <a:pt x="462" y="90"/>
                  </a:lnTo>
                  <a:lnTo>
                    <a:pt x="462" y="90"/>
                  </a:lnTo>
                  <a:lnTo>
                    <a:pt x="462" y="90"/>
                  </a:lnTo>
                  <a:lnTo>
                    <a:pt x="462" y="90"/>
                  </a:lnTo>
                  <a:lnTo>
                    <a:pt x="462" y="90"/>
                  </a:lnTo>
                  <a:lnTo>
                    <a:pt x="462" y="90"/>
                  </a:lnTo>
                  <a:lnTo>
                    <a:pt x="468" y="90"/>
                  </a:lnTo>
                  <a:lnTo>
                    <a:pt x="468" y="90"/>
                  </a:lnTo>
                  <a:lnTo>
                    <a:pt x="468" y="90"/>
                  </a:lnTo>
                  <a:lnTo>
                    <a:pt x="468" y="90"/>
                  </a:lnTo>
                  <a:lnTo>
                    <a:pt x="468" y="90"/>
                  </a:lnTo>
                  <a:lnTo>
                    <a:pt x="468" y="90"/>
                  </a:lnTo>
                  <a:lnTo>
                    <a:pt x="468" y="90"/>
                  </a:lnTo>
                  <a:lnTo>
                    <a:pt x="468" y="90"/>
                  </a:lnTo>
                  <a:lnTo>
                    <a:pt x="474" y="90"/>
                  </a:lnTo>
                  <a:lnTo>
                    <a:pt x="474" y="90"/>
                  </a:lnTo>
                  <a:lnTo>
                    <a:pt x="708" y="162"/>
                  </a:lnTo>
                  <a:lnTo>
                    <a:pt x="708" y="162"/>
                  </a:lnTo>
                  <a:lnTo>
                    <a:pt x="708" y="162"/>
                  </a:lnTo>
                  <a:lnTo>
                    <a:pt x="708" y="162"/>
                  </a:lnTo>
                  <a:lnTo>
                    <a:pt x="708" y="162"/>
                  </a:lnTo>
                  <a:lnTo>
                    <a:pt x="708" y="162"/>
                  </a:lnTo>
                  <a:lnTo>
                    <a:pt x="714" y="168"/>
                  </a:lnTo>
                  <a:lnTo>
                    <a:pt x="714" y="168"/>
                  </a:lnTo>
                  <a:lnTo>
                    <a:pt x="714" y="168"/>
                  </a:lnTo>
                  <a:lnTo>
                    <a:pt x="714" y="168"/>
                  </a:lnTo>
                  <a:lnTo>
                    <a:pt x="714" y="168"/>
                  </a:lnTo>
                  <a:lnTo>
                    <a:pt x="714" y="168"/>
                  </a:lnTo>
                  <a:lnTo>
                    <a:pt x="714" y="168"/>
                  </a:lnTo>
                  <a:lnTo>
                    <a:pt x="714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6" y="168"/>
                  </a:lnTo>
                  <a:lnTo>
                    <a:pt x="726" y="168"/>
                  </a:lnTo>
                  <a:lnTo>
                    <a:pt x="726" y="168"/>
                  </a:lnTo>
                  <a:lnTo>
                    <a:pt x="726" y="168"/>
                  </a:lnTo>
                  <a:lnTo>
                    <a:pt x="726" y="168"/>
                  </a:lnTo>
                  <a:lnTo>
                    <a:pt x="726" y="168"/>
                  </a:lnTo>
                  <a:lnTo>
                    <a:pt x="726" y="168"/>
                  </a:lnTo>
                  <a:lnTo>
                    <a:pt x="726" y="168"/>
                  </a:lnTo>
                  <a:lnTo>
                    <a:pt x="732" y="168"/>
                  </a:lnTo>
                  <a:lnTo>
                    <a:pt x="732" y="168"/>
                  </a:lnTo>
                  <a:lnTo>
                    <a:pt x="732" y="168"/>
                  </a:lnTo>
                  <a:lnTo>
                    <a:pt x="732" y="168"/>
                  </a:lnTo>
                  <a:lnTo>
                    <a:pt x="732" y="168"/>
                  </a:lnTo>
                  <a:lnTo>
                    <a:pt x="732" y="168"/>
                  </a:lnTo>
                  <a:lnTo>
                    <a:pt x="732" y="168"/>
                  </a:lnTo>
                  <a:lnTo>
                    <a:pt x="732" y="168"/>
                  </a:lnTo>
                  <a:lnTo>
                    <a:pt x="732" y="174"/>
                  </a:lnTo>
                  <a:lnTo>
                    <a:pt x="738" y="174"/>
                  </a:lnTo>
                  <a:lnTo>
                    <a:pt x="738" y="174"/>
                  </a:lnTo>
                  <a:lnTo>
                    <a:pt x="738" y="174"/>
                  </a:lnTo>
                  <a:lnTo>
                    <a:pt x="738" y="174"/>
                  </a:lnTo>
                  <a:lnTo>
                    <a:pt x="738" y="174"/>
                  </a:lnTo>
                  <a:lnTo>
                    <a:pt x="738" y="174"/>
                  </a:lnTo>
                  <a:lnTo>
                    <a:pt x="738" y="174"/>
                  </a:lnTo>
                  <a:lnTo>
                    <a:pt x="738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50" y="174"/>
                  </a:lnTo>
                  <a:lnTo>
                    <a:pt x="750" y="174"/>
                  </a:lnTo>
                  <a:lnTo>
                    <a:pt x="750" y="174"/>
                  </a:lnTo>
                  <a:lnTo>
                    <a:pt x="750" y="174"/>
                  </a:lnTo>
                  <a:lnTo>
                    <a:pt x="750" y="174"/>
                  </a:lnTo>
                  <a:lnTo>
                    <a:pt x="750" y="174"/>
                  </a:lnTo>
                  <a:lnTo>
                    <a:pt x="750" y="174"/>
                  </a:lnTo>
                  <a:lnTo>
                    <a:pt x="750" y="174"/>
                  </a:lnTo>
                  <a:lnTo>
                    <a:pt x="756" y="174"/>
                  </a:lnTo>
                  <a:lnTo>
                    <a:pt x="756" y="174"/>
                  </a:lnTo>
                  <a:lnTo>
                    <a:pt x="756" y="174"/>
                  </a:lnTo>
                  <a:lnTo>
                    <a:pt x="756" y="174"/>
                  </a:lnTo>
                  <a:lnTo>
                    <a:pt x="756" y="174"/>
                  </a:lnTo>
                  <a:lnTo>
                    <a:pt x="756" y="174"/>
                  </a:lnTo>
                  <a:lnTo>
                    <a:pt x="756" y="174"/>
                  </a:lnTo>
                  <a:lnTo>
                    <a:pt x="756" y="180"/>
                  </a:lnTo>
                  <a:lnTo>
                    <a:pt x="762" y="180"/>
                  </a:lnTo>
                  <a:lnTo>
                    <a:pt x="762" y="180"/>
                  </a:lnTo>
                  <a:lnTo>
                    <a:pt x="762" y="180"/>
                  </a:lnTo>
                  <a:lnTo>
                    <a:pt x="762" y="180"/>
                  </a:lnTo>
                  <a:lnTo>
                    <a:pt x="762" y="180"/>
                  </a:lnTo>
                  <a:lnTo>
                    <a:pt x="762" y="180"/>
                  </a:lnTo>
                  <a:lnTo>
                    <a:pt x="762" y="180"/>
                  </a:lnTo>
                  <a:lnTo>
                    <a:pt x="762" y="180"/>
                  </a:lnTo>
                  <a:lnTo>
                    <a:pt x="762" y="180"/>
                  </a:lnTo>
                  <a:lnTo>
                    <a:pt x="768" y="180"/>
                  </a:lnTo>
                  <a:lnTo>
                    <a:pt x="768" y="180"/>
                  </a:lnTo>
                  <a:lnTo>
                    <a:pt x="768" y="180"/>
                  </a:lnTo>
                  <a:lnTo>
                    <a:pt x="768" y="180"/>
                  </a:lnTo>
                  <a:lnTo>
                    <a:pt x="768" y="180"/>
                  </a:lnTo>
                  <a:lnTo>
                    <a:pt x="768" y="180"/>
                  </a:lnTo>
                  <a:lnTo>
                    <a:pt x="768" y="180"/>
                  </a:lnTo>
                  <a:lnTo>
                    <a:pt x="768" y="180"/>
                  </a:lnTo>
                  <a:lnTo>
                    <a:pt x="774" y="180"/>
                  </a:lnTo>
                  <a:lnTo>
                    <a:pt x="774" y="180"/>
                  </a:lnTo>
                  <a:lnTo>
                    <a:pt x="774" y="180"/>
                  </a:lnTo>
                  <a:lnTo>
                    <a:pt x="774" y="180"/>
                  </a:lnTo>
                  <a:lnTo>
                    <a:pt x="774" y="180"/>
                  </a:lnTo>
                  <a:lnTo>
                    <a:pt x="774" y="180"/>
                  </a:lnTo>
                  <a:lnTo>
                    <a:pt x="774" y="180"/>
                  </a:lnTo>
                  <a:lnTo>
                    <a:pt x="774" y="180"/>
                  </a:lnTo>
                  <a:lnTo>
                    <a:pt x="774" y="180"/>
                  </a:lnTo>
                  <a:lnTo>
                    <a:pt x="780" y="180"/>
                  </a:lnTo>
                  <a:lnTo>
                    <a:pt x="780" y="180"/>
                  </a:lnTo>
                  <a:lnTo>
                    <a:pt x="780" y="180"/>
                  </a:lnTo>
                  <a:lnTo>
                    <a:pt x="780" y="180"/>
                  </a:lnTo>
                  <a:lnTo>
                    <a:pt x="780" y="180"/>
                  </a:lnTo>
                  <a:lnTo>
                    <a:pt x="780" y="180"/>
                  </a:lnTo>
                  <a:lnTo>
                    <a:pt x="780" y="186"/>
                  </a:lnTo>
                  <a:lnTo>
                    <a:pt x="780" y="186"/>
                  </a:lnTo>
                  <a:lnTo>
                    <a:pt x="786" y="186"/>
                  </a:lnTo>
                  <a:lnTo>
                    <a:pt x="786" y="186"/>
                  </a:lnTo>
                  <a:lnTo>
                    <a:pt x="786" y="186"/>
                  </a:lnTo>
                  <a:lnTo>
                    <a:pt x="786" y="186"/>
                  </a:lnTo>
                  <a:lnTo>
                    <a:pt x="786" y="186"/>
                  </a:lnTo>
                  <a:lnTo>
                    <a:pt x="786" y="186"/>
                  </a:lnTo>
                  <a:lnTo>
                    <a:pt x="786" y="186"/>
                  </a:lnTo>
                  <a:lnTo>
                    <a:pt x="786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2" y="186"/>
                  </a:lnTo>
                  <a:lnTo>
                    <a:pt x="798" y="186"/>
                  </a:lnTo>
                  <a:lnTo>
                    <a:pt x="798" y="186"/>
                  </a:lnTo>
                  <a:lnTo>
                    <a:pt x="798" y="186"/>
                  </a:lnTo>
                  <a:lnTo>
                    <a:pt x="798" y="186"/>
                  </a:lnTo>
                  <a:lnTo>
                    <a:pt x="798" y="186"/>
                  </a:lnTo>
                  <a:lnTo>
                    <a:pt x="798" y="186"/>
                  </a:lnTo>
                  <a:lnTo>
                    <a:pt x="798" y="186"/>
                  </a:lnTo>
                  <a:lnTo>
                    <a:pt x="798" y="186"/>
                  </a:lnTo>
                  <a:lnTo>
                    <a:pt x="804" y="186"/>
                  </a:lnTo>
                  <a:lnTo>
                    <a:pt x="804" y="186"/>
                  </a:lnTo>
                  <a:lnTo>
                    <a:pt x="804" y="186"/>
                  </a:lnTo>
                  <a:lnTo>
                    <a:pt x="804" y="186"/>
                  </a:lnTo>
                  <a:lnTo>
                    <a:pt x="804" y="186"/>
                  </a:lnTo>
                  <a:lnTo>
                    <a:pt x="804" y="186"/>
                  </a:lnTo>
                  <a:lnTo>
                    <a:pt x="804" y="186"/>
                  </a:lnTo>
                  <a:lnTo>
                    <a:pt x="804" y="192"/>
                  </a:lnTo>
                  <a:lnTo>
                    <a:pt x="804" y="192"/>
                  </a:lnTo>
                  <a:lnTo>
                    <a:pt x="810" y="192"/>
                  </a:lnTo>
                  <a:lnTo>
                    <a:pt x="810" y="192"/>
                  </a:lnTo>
                  <a:lnTo>
                    <a:pt x="810" y="192"/>
                  </a:lnTo>
                  <a:lnTo>
                    <a:pt x="810" y="192"/>
                  </a:lnTo>
                  <a:lnTo>
                    <a:pt x="810" y="192"/>
                  </a:lnTo>
                  <a:lnTo>
                    <a:pt x="810" y="192"/>
                  </a:lnTo>
                  <a:lnTo>
                    <a:pt x="810" y="192"/>
                  </a:lnTo>
                  <a:lnTo>
                    <a:pt x="810" y="192"/>
                  </a:lnTo>
                  <a:lnTo>
                    <a:pt x="816" y="192"/>
                  </a:lnTo>
                  <a:lnTo>
                    <a:pt x="816" y="192"/>
                  </a:lnTo>
                  <a:lnTo>
                    <a:pt x="816" y="192"/>
                  </a:lnTo>
                  <a:lnTo>
                    <a:pt x="816" y="192"/>
                  </a:lnTo>
                  <a:lnTo>
                    <a:pt x="816" y="192"/>
                  </a:lnTo>
                  <a:lnTo>
                    <a:pt x="816" y="192"/>
                  </a:lnTo>
                  <a:lnTo>
                    <a:pt x="816" y="192"/>
                  </a:lnTo>
                  <a:lnTo>
                    <a:pt x="816" y="192"/>
                  </a:lnTo>
                  <a:lnTo>
                    <a:pt x="816" y="192"/>
                  </a:lnTo>
                  <a:lnTo>
                    <a:pt x="822" y="192"/>
                  </a:lnTo>
                  <a:lnTo>
                    <a:pt x="822" y="192"/>
                  </a:lnTo>
                  <a:lnTo>
                    <a:pt x="822" y="192"/>
                  </a:lnTo>
                  <a:lnTo>
                    <a:pt x="822" y="192"/>
                  </a:lnTo>
                  <a:lnTo>
                    <a:pt x="822" y="192"/>
                  </a:lnTo>
                  <a:lnTo>
                    <a:pt x="822" y="192"/>
                  </a:lnTo>
                  <a:lnTo>
                    <a:pt x="822" y="192"/>
                  </a:lnTo>
                  <a:lnTo>
                    <a:pt x="822" y="192"/>
                  </a:lnTo>
                  <a:lnTo>
                    <a:pt x="828" y="192"/>
                  </a:lnTo>
                  <a:lnTo>
                    <a:pt x="828" y="192"/>
                  </a:lnTo>
                  <a:lnTo>
                    <a:pt x="828" y="192"/>
                  </a:lnTo>
                  <a:lnTo>
                    <a:pt x="828" y="192"/>
                  </a:lnTo>
                  <a:lnTo>
                    <a:pt x="828" y="192"/>
                  </a:lnTo>
                  <a:lnTo>
                    <a:pt x="828" y="192"/>
                  </a:lnTo>
                  <a:lnTo>
                    <a:pt x="828" y="192"/>
                  </a:lnTo>
                  <a:lnTo>
                    <a:pt x="828" y="192"/>
                  </a:lnTo>
                  <a:lnTo>
                    <a:pt x="834" y="198"/>
                  </a:lnTo>
                  <a:lnTo>
                    <a:pt x="834" y="198"/>
                  </a:lnTo>
                  <a:lnTo>
                    <a:pt x="834" y="198"/>
                  </a:lnTo>
                  <a:lnTo>
                    <a:pt x="834" y="198"/>
                  </a:lnTo>
                  <a:lnTo>
                    <a:pt x="834" y="198"/>
                  </a:lnTo>
                  <a:lnTo>
                    <a:pt x="834" y="198"/>
                  </a:lnTo>
                  <a:lnTo>
                    <a:pt x="834" y="198"/>
                  </a:lnTo>
                  <a:lnTo>
                    <a:pt x="834" y="198"/>
                  </a:lnTo>
                  <a:lnTo>
                    <a:pt x="834" y="198"/>
                  </a:lnTo>
                  <a:lnTo>
                    <a:pt x="840" y="198"/>
                  </a:lnTo>
                  <a:lnTo>
                    <a:pt x="840" y="198"/>
                  </a:lnTo>
                  <a:lnTo>
                    <a:pt x="840" y="198"/>
                  </a:lnTo>
                  <a:lnTo>
                    <a:pt x="840" y="198"/>
                  </a:lnTo>
                  <a:lnTo>
                    <a:pt x="840" y="198"/>
                  </a:lnTo>
                  <a:lnTo>
                    <a:pt x="840" y="198"/>
                  </a:lnTo>
                  <a:lnTo>
                    <a:pt x="840" y="198"/>
                  </a:lnTo>
                  <a:lnTo>
                    <a:pt x="840" y="198"/>
                  </a:lnTo>
                  <a:lnTo>
                    <a:pt x="846" y="198"/>
                  </a:lnTo>
                  <a:lnTo>
                    <a:pt x="846" y="198"/>
                  </a:lnTo>
                  <a:lnTo>
                    <a:pt x="846" y="198"/>
                  </a:lnTo>
                  <a:lnTo>
                    <a:pt x="846" y="198"/>
                  </a:lnTo>
                  <a:lnTo>
                    <a:pt x="846" y="198"/>
                  </a:lnTo>
                  <a:lnTo>
                    <a:pt x="846" y="198"/>
                  </a:lnTo>
                  <a:lnTo>
                    <a:pt x="846" y="198"/>
                  </a:lnTo>
                  <a:lnTo>
                    <a:pt x="846" y="198"/>
                  </a:lnTo>
                  <a:lnTo>
                    <a:pt x="846" y="198"/>
                  </a:lnTo>
                  <a:lnTo>
                    <a:pt x="852" y="198"/>
                  </a:lnTo>
                  <a:lnTo>
                    <a:pt x="852" y="198"/>
                  </a:lnTo>
                  <a:lnTo>
                    <a:pt x="852" y="198"/>
                  </a:lnTo>
                  <a:lnTo>
                    <a:pt x="852" y="198"/>
                  </a:lnTo>
                  <a:lnTo>
                    <a:pt x="852" y="198"/>
                  </a:lnTo>
                  <a:lnTo>
                    <a:pt x="852" y="198"/>
                  </a:lnTo>
                  <a:lnTo>
                    <a:pt x="852" y="198"/>
                  </a:lnTo>
                  <a:lnTo>
                    <a:pt x="852" y="198"/>
                  </a:lnTo>
                  <a:lnTo>
                    <a:pt x="858" y="198"/>
                  </a:lnTo>
                  <a:lnTo>
                    <a:pt x="858" y="204"/>
                  </a:lnTo>
                  <a:lnTo>
                    <a:pt x="858" y="204"/>
                  </a:lnTo>
                  <a:lnTo>
                    <a:pt x="858" y="204"/>
                  </a:lnTo>
                  <a:lnTo>
                    <a:pt x="858" y="204"/>
                  </a:lnTo>
                  <a:lnTo>
                    <a:pt x="858" y="204"/>
                  </a:lnTo>
                  <a:lnTo>
                    <a:pt x="858" y="204"/>
                  </a:lnTo>
                  <a:lnTo>
                    <a:pt x="858" y="204"/>
                  </a:lnTo>
                  <a:lnTo>
                    <a:pt x="858" y="204"/>
                  </a:lnTo>
                  <a:lnTo>
                    <a:pt x="864" y="204"/>
                  </a:lnTo>
                  <a:lnTo>
                    <a:pt x="864" y="204"/>
                  </a:lnTo>
                  <a:lnTo>
                    <a:pt x="864" y="204"/>
                  </a:lnTo>
                  <a:lnTo>
                    <a:pt x="864" y="204"/>
                  </a:lnTo>
                  <a:lnTo>
                    <a:pt x="864" y="204"/>
                  </a:lnTo>
                  <a:lnTo>
                    <a:pt x="864" y="204"/>
                  </a:lnTo>
                  <a:lnTo>
                    <a:pt x="864" y="204"/>
                  </a:lnTo>
                  <a:lnTo>
                    <a:pt x="864" y="204"/>
                  </a:lnTo>
                  <a:lnTo>
                    <a:pt x="1104" y="252"/>
                  </a:lnTo>
                  <a:lnTo>
                    <a:pt x="1104" y="252"/>
                  </a:lnTo>
                  <a:lnTo>
                    <a:pt x="1104" y="252"/>
                  </a:lnTo>
                  <a:lnTo>
                    <a:pt x="1104" y="252"/>
                  </a:lnTo>
                  <a:lnTo>
                    <a:pt x="1104" y="252"/>
                  </a:lnTo>
                  <a:lnTo>
                    <a:pt x="1104" y="252"/>
                  </a:lnTo>
                  <a:lnTo>
                    <a:pt x="1104" y="252"/>
                  </a:lnTo>
                  <a:lnTo>
                    <a:pt x="1110" y="252"/>
                  </a:lnTo>
                  <a:lnTo>
                    <a:pt x="1110" y="252"/>
                  </a:lnTo>
                  <a:lnTo>
                    <a:pt x="1110" y="252"/>
                  </a:lnTo>
                  <a:lnTo>
                    <a:pt x="1110" y="252"/>
                  </a:lnTo>
                  <a:lnTo>
                    <a:pt x="1110" y="252"/>
                  </a:lnTo>
                  <a:lnTo>
                    <a:pt x="1110" y="252"/>
                  </a:lnTo>
                  <a:lnTo>
                    <a:pt x="1110" y="252"/>
                  </a:lnTo>
                  <a:lnTo>
                    <a:pt x="1110" y="252"/>
                  </a:lnTo>
                  <a:lnTo>
                    <a:pt x="1110" y="252"/>
                  </a:lnTo>
                  <a:lnTo>
                    <a:pt x="1116" y="252"/>
                  </a:lnTo>
                  <a:lnTo>
                    <a:pt x="1116" y="252"/>
                  </a:lnTo>
                  <a:lnTo>
                    <a:pt x="1116" y="252"/>
                  </a:lnTo>
                  <a:lnTo>
                    <a:pt x="1116" y="252"/>
                  </a:lnTo>
                  <a:lnTo>
                    <a:pt x="1116" y="252"/>
                  </a:lnTo>
                  <a:lnTo>
                    <a:pt x="1116" y="252"/>
                  </a:lnTo>
                  <a:lnTo>
                    <a:pt x="1116" y="252"/>
                  </a:lnTo>
                  <a:lnTo>
                    <a:pt x="1116" y="252"/>
                  </a:lnTo>
                  <a:lnTo>
                    <a:pt x="1122" y="252"/>
                  </a:lnTo>
                  <a:lnTo>
                    <a:pt x="1122" y="252"/>
                  </a:lnTo>
                  <a:lnTo>
                    <a:pt x="1122" y="252"/>
                  </a:lnTo>
                  <a:lnTo>
                    <a:pt x="1122" y="252"/>
                  </a:lnTo>
                  <a:lnTo>
                    <a:pt x="1122" y="252"/>
                  </a:lnTo>
                  <a:lnTo>
                    <a:pt x="1122" y="252"/>
                  </a:lnTo>
                  <a:lnTo>
                    <a:pt x="1122" y="252"/>
                  </a:lnTo>
                  <a:lnTo>
                    <a:pt x="1122" y="252"/>
                  </a:lnTo>
                  <a:lnTo>
                    <a:pt x="1122" y="252"/>
                  </a:lnTo>
                  <a:lnTo>
                    <a:pt x="1128" y="252"/>
                  </a:lnTo>
                  <a:lnTo>
                    <a:pt x="1128" y="252"/>
                  </a:lnTo>
                  <a:lnTo>
                    <a:pt x="1128" y="252"/>
                  </a:lnTo>
                  <a:lnTo>
                    <a:pt x="1128" y="252"/>
                  </a:lnTo>
                  <a:lnTo>
                    <a:pt x="1128" y="252"/>
                  </a:lnTo>
                  <a:lnTo>
                    <a:pt x="1128" y="252"/>
                  </a:lnTo>
                  <a:lnTo>
                    <a:pt x="1128" y="252"/>
                  </a:lnTo>
                  <a:lnTo>
                    <a:pt x="1128" y="252"/>
                  </a:lnTo>
                  <a:lnTo>
                    <a:pt x="1134" y="258"/>
                  </a:lnTo>
                  <a:lnTo>
                    <a:pt x="1134" y="258"/>
                  </a:lnTo>
                  <a:lnTo>
                    <a:pt x="1134" y="258"/>
                  </a:lnTo>
                  <a:lnTo>
                    <a:pt x="1134" y="258"/>
                  </a:lnTo>
                  <a:lnTo>
                    <a:pt x="1134" y="258"/>
                  </a:lnTo>
                  <a:lnTo>
                    <a:pt x="1134" y="258"/>
                  </a:lnTo>
                  <a:lnTo>
                    <a:pt x="1134" y="258"/>
                  </a:lnTo>
                  <a:lnTo>
                    <a:pt x="1134" y="258"/>
                  </a:lnTo>
                  <a:lnTo>
                    <a:pt x="1134" y="258"/>
                  </a:lnTo>
                  <a:lnTo>
                    <a:pt x="1140" y="258"/>
                  </a:lnTo>
                  <a:lnTo>
                    <a:pt x="1140" y="258"/>
                  </a:lnTo>
                  <a:lnTo>
                    <a:pt x="1140" y="258"/>
                  </a:lnTo>
                  <a:lnTo>
                    <a:pt x="1140" y="258"/>
                  </a:lnTo>
                  <a:lnTo>
                    <a:pt x="1140" y="258"/>
                  </a:lnTo>
                  <a:lnTo>
                    <a:pt x="1140" y="258"/>
                  </a:lnTo>
                  <a:lnTo>
                    <a:pt x="1140" y="258"/>
                  </a:lnTo>
                  <a:lnTo>
                    <a:pt x="1140" y="258"/>
                  </a:lnTo>
                  <a:lnTo>
                    <a:pt x="1146" y="258"/>
                  </a:lnTo>
                  <a:lnTo>
                    <a:pt x="1146" y="258"/>
                  </a:lnTo>
                  <a:lnTo>
                    <a:pt x="1146" y="258"/>
                  </a:lnTo>
                  <a:lnTo>
                    <a:pt x="1146" y="258"/>
                  </a:lnTo>
                  <a:lnTo>
                    <a:pt x="1146" y="258"/>
                  </a:lnTo>
                  <a:lnTo>
                    <a:pt x="1146" y="258"/>
                  </a:lnTo>
                  <a:lnTo>
                    <a:pt x="1146" y="258"/>
                  </a:lnTo>
                  <a:lnTo>
                    <a:pt x="1146" y="258"/>
                  </a:lnTo>
                  <a:lnTo>
                    <a:pt x="1152" y="258"/>
                  </a:lnTo>
                  <a:lnTo>
                    <a:pt x="1152" y="258"/>
                  </a:lnTo>
                  <a:lnTo>
                    <a:pt x="1152" y="258"/>
                  </a:lnTo>
                  <a:lnTo>
                    <a:pt x="1152" y="258"/>
                  </a:lnTo>
                  <a:lnTo>
                    <a:pt x="1152" y="258"/>
                  </a:lnTo>
                  <a:lnTo>
                    <a:pt x="1152" y="258"/>
                  </a:lnTo>
                  <a:lnTo>
                    <a:pt x="1152" y="258"/>
                  </a:lnTo>
                  <a:lnTo>
                    <a:pt x="1152" y="258"/>
                  </a:lnTo>
                  <a:lnTo>
                    <a:pt x="1152" y="258"/>
                  </a:lnTo>
                  <a:lnTo>
                    <a:pt x="1158" y="258"/>
                  </a:lnTo>
                  <a:lnTo>
                    <a:pt x="1158" y="258"/>
                  </a:lnTo>
                  <a:lnTo>
                    <a:pt x="1158" y="258"/>
                  </a:lnTo>
                  <a:lnTo>
                    <a:pt x="1158" y="258"/>
                  </a:lnTo>
                  <a:lnTo>
                    <a:pt x="1158" y="258"/>
                  </a:lnTo>
                  <a:lnTo>
                    <a:pt x="1158" y="258"/>
                  </a:lnTo>
                  <a:lnTo>
                    <a:pt x="1158" y="258"/>
                  </a:lnTo>
                  <a:lnTo>
                    <a:pt x="1158" y="258"/>
                  </a:lnTo>
                  <a:lnTo>
                    <a:pt x="1164" y="258"/>
                  </a:lnTo>
                  <a:lnTo>
                    <a:pt x="1164" y="258"/>
                  </a:lnTo>
                  <a:lnTo>
                    <a:pt x="1164" y="258"/>
                  </a:lnTo>
                  <a:lnTo>
                    <a:pt x="1164" y="258"/>
                  </a:lnTo>
                  <a:lnTo>
                    <a:pt x="1164" y="258"/>
                  </a:lnTo>
                  <a:lnTo>
                    <a:pt x="1164" y="258"/>
                  </a:lnTo>
                  <a:lnTo>
                    <a:pt x="1164" y="258"/>
                  </a:lnTo>
                  <a:lnTo>
                    <a:pt x="1164" y="258"/>
                  </a:lnTo>
                  <a:lnTo>
                    <a:pt x="1164" y="258"/>
                  </a:lnTo>
                  <a:lnTo>
                    <a:pt x="1170" y="258"/>
                  </a:lnTo>
                  <a:lnTo>
                    <a:pt x="1170" y="258"/>
                  </a:lnTo>
                  <a:lnTo>
                    <a:pt x="1170" y="258"/>
                  </a:lnTo>
                  <a:lnTo>
                    <a:pt x="1170" y="264"/>
                  </a:lnTo>
                  <a:lnTo>
                    <a:pt x="1170" y="264"/>
                  </a:lnTo>
                  <a:lnTo>
                    <a:pt x="1170" y="264"/>
                  </a:lnTo>
                  <a:lnTo>
                    <a:pt x="1170" y="264"/>
                  </a:lnTo>
                  <a:lnTo>
                    <a:pt x="1170" y="264"/>
                  </a:lnTo>
                  <a:lnTo>
                    <a:pt x="1176" y="264"/>
                  </a:lnTo>
                  <a:lnTo>
                    <a:pt x="1176" y="264"/>
                  </a:lnTo>
                  <a:lnTo>
                    <a:pt x="1176" y="264"/>
                  </a:lnTo>
                  <a:lnTo>
                    <a:pt x="1176" y="264"/>
                  </a:lnTo>
                  <a:lnTo>
                    <a:pt x="1176" y="264"/>
                  </a:lnTo>
                  <a:lnTo>
                    <a:pt x="1176" y="264"/>
                  </a:lnTo>
                  <a:lnTo>
                    <a:pt x="1176" y="264"/>
                  </a:lnTo>
                  <a:lnTo>
                    <a:pt x="1176" y="264"/>
                  </a:lnTo>
                  <a:lnTo>
                    <a:pt x="1176" y="264"/>
                  </a:lnTo>
                  <a:lnTo>
                    <a:pt x="1182" y="264"/>
                  </a:lnTo>
                  <a:lnTo>
                    <a:pt x="1182" y="264"/>
                  </a:lnTo>
                  <a:lnTo>
                    <a:pt x="1182" y="264"/>
                  </a:lnTo>
                  <a:lnTo>
                    <a:pt x="1182" y="264"/>
                  </a:lnTo>
                  <a:lnTo>
                    <a:pt x="1182" y="264"/>
                  </a:lnTo>
                  <a:lnTo>
                    <a:pt x="1182" y="264"/>
                  </a:lnTo>
                  <a:lnTo>
                    <a:pt x="1182" y="264"/>
                  </a:lnTo>
                  <a:lnTo>
                    <a:pt x="1182" y="264"/>
                  </a:lnTo>
                  <a:lnTo>
                    <a:pt x="1188" y="264"/>
                  </a:lnTo>
                  <a:lnTo>
                    <a:pt x="1188" y="264"/>
                  </a:lnTo>
                  <a:lnTo>
                    <a:pt x="1188" y="264"/>
                  </a:lnTo>
                  <a:lnTo>
                    <a:pt x="1188" y="264"/>
                  </a:lnTo>
                  <a:lnTo>
                    <a:pt x="1188" y="264"/>
                  </a:lnTo>
                  <a:lnTo>
                    <a:pt x="1188" y="264"/>
                  </a:lnTo>
                  <a:lnTo>
                    <a:pt x="1188" y="264"/>
                  </a:lnTo>
                  <a:lnTo>
                    <a:pt x="1188" y="264"/>
                  </a:lnTo>
                  <a:lnTo>
                    <a:pt x="1194" y="264"/>
                  </a:lnTo>
                  <a:lnTo>
                    <a:pt x="1194" y="264"/>
                  </a:lnTo>
                  <a:lnTo>
                    <a:pt x="1194" y="264"/>
                  </a:lnTo>
                  <a:lnTo>
                    <a:pt x="1194" y="264"/>
                  </a:lnTo>
                  <a:lnTo>
                    <a:pt x="1194" y="264"/>
                  </a:lnTo>
                  <a:lnTo>
                    <a:pt x="1194" y="264"/>
                  </a:lnTo>
                  <a:lnTo>
                    <a:pt x="1194" y="264"/>
                  </a:lnTo>
                  <a:lnTo>
                    <a:pt x="1194" y="264"/>
                  </a:lnTo>
                  <a:lnTo>
                    <a:pt x="1194" y="264"/>
                  </a:lnTo>
                  <a:lnTo>
                    <a:pt x="1200" y="264"/>
                  </a:lnTo>
                  <a:lnTo>
                    <a:pt x="1200" y="264"/>
                  </a:lnTo>
                  <a:lnTo>
                    <a:pt x="1200" y="264"/>
                  </a:lnTo>
                  <a:lnTo>
                    <a:pt x="1200" y="264"/>
                  </a:lnTo>
                  <a:lnTo>
                    <a:pt x="1200" y="264"/>
                  </a:lnTo>
                  <a:lnTo>
                    <a:pt x="1200" y="264"/>
                  </a:lnTo>
                  <a:lnTo>
                    <a:pt x="1200" y="264"/>
                  </a:lnTo>
                  <a:lnTo>
                    <a:pt x="1200" y="264"/>
                  </a:lnTo>
                  <a:lnTo>
                    <a:pt x="1206" y="264"/>
                  </a:lnTo>
                  <a:lnTo>
                    <a:pt x="1206" y="264"/>
                  </a:lnTo>
                  <a:lnTo>
                    <a:pt x="1206" y="264"/>
                  </a:lnTo>
                  <a:lnTo>
                    <a:pt x="1206" y="264"/>
                  </a:lnTo>
                  <a:lnTo>
                    <a:pt x="1206" y="264"/>
                  </a:lnTo>
                  <a:lnTo>
                    <a:pt x="1206" y="264"/>
                  </a:lnTo>
                  <a:lnTo>
                    <a:pt x="1206" y="264"/>
                  </a:lnTo>
                  <a:lnTo>
                    <a:pt x="1206" y="264"/>
                  </a:lnTo>
                  <a:lnTo>
                    <a:pt x="1206" y="270"/>
                  </a:lnTo>
                  <a:lnTo>
                    <a:pt x="1212" y="270"/>
                  </a:lnTo>
                  <a:lnTo>
                    <a:pt x="1212" y="270"/>
                  </a:lnTo>
                  <a:lnTo>
                    <a:pt x="1212" y="270"/>
                  </a:lnTo>
                  <a:lnTo>
                    <a:pt x="1212" y="270"/>
                  </a:lnTo>
                  <a:lnTo>
                    <a:pt x="1212" y="270"/>
                  </a:lnTo>
                  <a:lnTo>
                    <a:pt x="1212" y="270"/>
                  </a:lnTo>
                  <a:lnTo>
                    <a:pt x="1212" y="270"/>
                  </a:lnTo>
                  <a:lnTo>
                    <a:pt x="1212" y="270"/>
                  </a:lnTo>
                  <a:lnTo>
                    <a:pt x="1218" y="270"/>
                  </a:lnTo>
                  <a:lnTo>
                    <a:pt x="1218" y="270"/>
                  </a:lnTo>
                  <a:lnTo>
                    <a:pt x="1218" y="270"/>
                  </a:lnTo>
                  <a:lnTo>
                    <a:pt x="1218" y="270"/>
                  </a:lnTo>
                  <a:lnTo>
                    <a:pt x="1218" y="270"/>
                  </a:lnTo>
                  <a:lnTo>
                    <a:pt x="1218" y="270"/>
                  </a:lnTo>
                  <a:lnTo>
                    <a:pt x="1218" y="270"/>
                  </a:lnTo>
                  <a:lnTo>
                    <a:pt x="1218" y="270"/>
                  </a:lnTo>
                  <a:lnTo>
                    <a:pt x="1224" y="270"/>
                  </a:lnTo>
                  <a:lnTo>
                    <a:pt x="1224" y="270"/>
                  </a:lnTo>
                  <a:lnTo>
                    <a:pt x="1224" y="270"/>
                  </a:lnTo>
                  <a:lnTo>
                    <a:pt x="1224" y="270"/>
                  </a:lnTo>
                  <a:lnTo>
                    <a:pt x="1224" y="270"/>
                  </a:lnTo>
                  <a:lnTo>
                    <a:pt x="1224" y="270"/>
                  </a:lnTo>
                  <a:lnTo>
                    <a:pt x="1224" y="270"/>
                  </a:lnTo>
                  <a:lnTo>
                    <a:pt x="1224" y="270"/>
                  </a:lnTo>
                  <a:lnTo>
                    <a:pt x="1224" y="270"/>
                  </a:lnTo>
                  <a:lnTo>
                    <a:pt x="1230" y="270"/>
                  </a:lnTo>
                  <a:lnTo>
                    <a:pt x="1230" y="270"/>
                  </a:lnTo>
                  <a:lnTo>
                    <a:pt x="1230" y="270"/>
                  </a:lnTo>
                  <a:lnTo>
                    <a:pt x="1230" y="270"/>
                  </a:lnTo>
                  <a:lnTo>
                    <a:pt x="1230" y="270"/>
                  </a:lnTo>
                  <a:lnTo>
                    <a:pt x="1230" y="270"/>
                  </a:lnTo>
                  <a:lnTo>
                    <a:pt x="1230" y="270"/>
                  </a:lnTo>
                  <a:lnTo>
                    <a:pt x="1230" y="270"/>
                  </a:lnTo>
                  <a:lnTo>
                    <a:pt x="1236" y="270"/>
                  </a:lnTo>
                  <a:lnTo>
                    <a:pt x="1236" y="270"/>
                  </a:lnTo>
                  <a:lnTo>
                    <a:pt x="1236" y="270"/>
                  </a:lnTo>
                  <a:lnTo>
                    <a:pt x="1236" y="270"/>
                  </a:lnTo>
                  <a:lnTo>
                    <a:pt x="1236" y="270"/>
                  </a:lnTo>
                  <a:lnTo>
                    <a:pt x="1236" y="270"/>
                  </a:lnTo>
                  <a:lnTo>
                    <a:pt x="1236" y="270"/>
                  </a:lnTo>
                  <a:lnTo>
                    <a:pt x="1236" y="270"/>
                  </a:lnTo>
                  <a:lnTo>
                    <a:pt x="1236" y="270"/>
                  </a:lnTo>
                  <a:lnTo>
                    <a:pt x="1242" y="270"/>
                  </a:lnTo>
                  <a:lnTo>
                    <a:pt x="1242" y="270"/>
                  </a:lnTo>
                  <a:lnTo>
                    <a:pt x="1242" y="270"/>
                  </a:lnTo>
                  <a:lnTo>
                    <a:pt x="1242" y="270"/>
                  </a:lnTo>
                  <a:lnTo>
                    <a:pt x="1242" y="270"/>
                  </a:lnTo>
                  <a:lnTo>
                    <a:pt x="1242" y="270"/>
                  </a:lnTo>
                  <a:lnTo>
                    <a:pt x="1242" y="270"/>
                  </a:lnTo>
                  <a:lnTo>
                    <a:pt x="1242" y="270"/>
                  </a:lnTo>
                  <a:lnTo>
                    <a:pt x="1248" y="270"/>
                  </a:lnTo>
                  <a:lnTo>
                    <a:pt x="1248" y="270"/>
                  </a:lnTo>
                  <a:lnTo>
                    <a:pt x="1248" y="270"/>
                  </a:lnTo>
                  <a:lnTo>
                    <a:pt x="1248" y="270"/>
                  </a:lnTo>
                  <a:lnTo>
                    <a:pt x="1248" y="270"/>
                  </a:lnTo>
                  <a:lnTo>
                    <a:pt x="1248" y="270"/>
                  </a:lnTo>
                  <a:lnTo>
                    <a:pt x="1248" y="276"/>
                  </a:lnTo>
                  <a:lnTo>
                    <a:pt x="1248" y="276"/>
                  </a:lnTo>
                  <a:lnTo>
                    <a:pt x="1248" y="276"/>
                  </a:lnTo>
                  <a:lnTo>
                    <a:pt x="1254" y="276"/>
                  </a:lnTo>
                  <a:lnTo>
                    <a:pt x="1254" y="276"/>
                  </a:lnTo>
                  <a:lnTo>
                    <a:pt x="1254" y="276"/>
                  </a:lnTo>
                  <a:lnTo>
                    <a:pt x="1254" y="276"/>
                  </a:lnTo>
                  <a:lnTo>
                    <a:pt x="1254" y="276"/>
                  </a:lnTo>
                  <a:lnTo>
                    <a:pt x="1254" y="276"/>
                  </a:lnTo>
                  <a:lnTo>
                    <a:pt x="1254" y="276"/>
                  </a:lnTo>
                  <a:lnTo>
                    <a:pt x="1254" y="276"/>
                  </a:lnTo>
                  <a:lnTo>
                    <a:pt x="1260" y="276"/>
                  </a:lnTo>
                  <a:lnTo>
                    <a:pt x="1260" y="276"/>
                  </a:lnTo>
                  <a:lnTo>
                    <a:pt x="1260" y="276"/>
                  </a:lnTo>
                  <a:lnTo>
                    <a:pt x="1260" y="276"/>
                  </a:lnTo>
                  <a:lnTo>
                    <a:pt x="1260" y="276"/>
                  </a:lnTo>
                  <a:lnTo>
                    <a:pt x="1260" y="276"/>
                  </a:lnTo>
                  <a:lnTo>
                    <a:pt x="1260" y="276"/>
                  </a:lnTo>
                  <a:lnTo>
                    <a:pt x="1494" y="300"/>
                  </a:lnTo>
                  <a:lnTo>
                    <a:pt x="1500" y="300"/>
                  </a:lnTo>
                  <a:lnTo>
                    <a:pt x="1500" y="300"/>
                  </a:lnTo>
                  <a:lnTo>
                    <a:pt x="1500" y="300"/>
                  </a:lnTo>
                  <a:lnTo>
                    <a:pt x="1500" y="300"/>
                  </a:lnTo>
                  <a:lnTo>
                    <a:pt x="1500" y="300"/>
                  </a:lnTo>
                  <a:lnTo>
                    <a:pt x="1500" y="300"/>
                  </a:lnTo>
                  <a:lnTo>
                    <a:pt x="1500" y="300"/>
                  </a:lnTo>
                  <a:lnTo>
                    <a:pt x="1500" y="300"/>
                  </a:lnTo>
                  <a:lnTo>
                    <a:pt x="1506" y="300"/>
                  </a:lnTo>
                  <a:lnTo>
                    <a:pt x="1506" y="300"/>
                  </a:lnTo>
                  <a:lnTo>
                    <a:pt x="1506" y="300"/>
                  </a:lnTo>
                  <a:lnTo>
                    <a:pt x="1506" y="300"/>
                  </a:lnTo>
                  <a:lnTo>
                    <a:pt x="1506" y="300"/>
                  </a:lnTo>
                  <a:lnTo>
                    <a:pt x="1506" y="300"/>
                  </a:lnTo>
                  <a:lnTo>
                    <a:pt x="1506" y="300"/>
                  </a:lnTo>
                  <a:lnTo>
                    <a:pt x="1506" y="300"/>
                  </a:lnTo>
                  <a:lnTo>
                    <a:pt x="1512" y="300"/>
                  </a:lnTo>
                  <a:lnTo>
                    <a:pt x="1512" y="300"/>
                  </a:lnTo>
                  <a:lnTo>
                    <a:pt x="1512" y="300"/>
                  </a:lnTo>
                  <a:lnTo>
                    <a:pt x="1512" y="300"/>
                  </a:lnTo>
                  <a:lnTo>
                    <a:pt x="1512" y="300"/>
                  </a:lnTo>
                  <a:lnTo>
                    <a:pt x="1512" y="300"/>
                  </a:lnTo>
                  <a:lnTo>
                    <a:pt x="1512" y="300"/>
                  </a:lnTo>
                  <a:lnTo>
                    <a:pt x="1512" y="300"/>
                  </a:lnTo>
                  <a:lnTo>
                    <a:pt x="1512" y="300"/>
                  </a:lnTo>
                  <a:lnTo>
                    <a:pt x="1518" y="300"/>
                  </a:lnTo>
                  <a:lnTo>
                    <a:pt x="1518" y="300"/>
                  </a:lnTo>
                  <a:lnTo>
                    <a:pt x="1518" y="300"/>
                  </a:lnTo>
                  <a:lnTo>
                    <a:pt x="1518" y="300"/>
                  </a:lnTo>
                  <a:lnTo>
                    <a:pt x="1518" y="300"/>
                  </a:lnTo>
                  <a:lnTo>
                    <a:pt x="1518" y="300"/>
                  </a:lnTo>
                  <a:lnTo>
                    <a:pt x="1518" y="300"/>
                  </a:lnTo>
                  <a:lnTo>
                    <a:pt x="1518" y="300"/>
                  </a:lnTo>
                  <a:lnTo>
                    <a:pt x="1524" y="300"/>
                  </a:lnTo>
                  <a:lnTo>
                    <a:pt x="1524" y="300"/>
                  </a:lnTo>
                  <a:lnTo>
                    <a:pt x="1524" y="300"/>
                  </a:lnTo>
                  <a:lnTo>
                    <a:pt x="1524" y="300"/>
                  </a:lnTo>
                  <a:lnTo>
                    <a:pt x="1524" y="306"/>
                  </a:lnTo>
                  <a:lnTo>
                    <a:pt x="1524" y="306"/>
                  </a:lnTo>
                  <a:lnTo>
                    <a:pt x="1524" y="306"/>
                  </a:lnTo>
                  <a:lnTo>
                    <a:pt x="1524" y="306"/>
                  </a:lnTo>
                  <a:lnTo>
                    <a:pt x="1524" y="306"/>
                  </a:lnTo>
                  <a:lnTo>
                    <a:pt x="1530" y="306"/>
                  </a:lnTo>
                  <a:lnTo>
                    <a:pt x="1530" y="306"/>
                  </a:lnTo>
                  <a:lnTo>
                    <a:pt x="1530" y="306"/>
                  </a:lnTo>
                  <a:lnTo>
                    <a:pt x="1530" y="306"/>
                  </a:lnTo>
                  <a:lnTo>
                    <a:pt x="1530" y="306"/>
                  </a:lnTo>
                  <a:lnTo>
                    <a:pt x="1530" y="306"/>
                  </a:lnTo>
                  <a:lnTo>
                    <a:pt x="1530" y="306"/>
                  </a:lnTo>
                  <a:lnTo>
                    <a:pt x="1530" y="306"/>
                  </a:lnTo>
                  <a:lnTo>
                    <a:pt x="1536" y="306"/>
                  </a:lnTo>
                  <a:lnTo>
                    <a:pt x="1536" y="306"/>
                  </a:lnTo>
                  <a:lnTo>
                    <a:pt x="1536" y="306"/>
                  </a:lnTo>
                  <a:lnTo>
                    <a:pt x="1536" y="306"/>
                  </a:lnTo>
                  <a:lnTo>
                    <a:pt x="1536" y="306"/>
                  </a:lnTo>
                  <a:lnTo>
                    <a:pt x="1536" y="306"/>
                  </a:lnTo>
                  <a:lnTo>
                    <a:pt x="1536" y="306"/>
                  </a:lnTo>
                  <a:lnTo>
                    <a:pt x="1536" y="306"/>
                  </a:lnTo>
                  <a:lnTo>
                    <a:pt x="1542" y="306"/>
                  </a:lnTo>
                  <a:lnTo>
                    <a:pt x="1542" y="306"/>
                  </a:lnTo>
                  <a:lnTo>
                    <a:pt x="1542" y="306"/>
                  </a:lnTo>
                  <a:lnTo>
                    <a:pt x="1542" y="306"/>
                  </a:lnTo>
                  <a:lnTo>
                    <a:pt x="1542" y="306"/>
                  </a:lnTo>
                  <a:lnTo>
                    <a:pt x="1542" y="306"/>
                  </a:lnTo>
                  <a:lnTo>
                    <a:pt x="1542" y="306"/>
                  </a:lnTo>
                  <a:lnTo>
                    <a:pt x="1542" y="306"/>
                  </a:lnTo>
                  <a:lnTo>
                    <a:pt x="1542" y="306"/>
                  </a:lnTo>
                  <a:lnTo>
                    <a:pt x="1548" y="306"/>
                  </a:lnTo>
                  <a:lnTo>
                    <a:pt x="1548" y="306"/>
                  </a:lnTo>
                  <a:lnTo>
                    <a:pt x="1548" y="306"/>
                  </a:lnTo>
                  <a:lnTo>
                    <a:pt x="1548" y="306"/>
                  </a:lnTo>
                  <a:lnTo>
                    <a:pt x="1548" y="306"/>
                  </a:lnTo>
                  <a:lnTo>
                    <a:pt x="1548" y="306"/>
                  </a:lnTo>
                  <a:lnTo>
                    <a:pt x="1548" y="306"/>
                  </a:lnTo>
                  <a:lnTo>
                    <a:pt x="1548" y="306"/>
                  </a:lnTo>
                  <a:lnTo>
                    <a:pt x="1554" y="306"/>
                  </a:lnTo>
                  <a:lnTo>
                    <a:pt x="1554" y="306"/>
                  </a:lnTo>
                  <a:lnTo>
                    <a:pt x="1554" y="306"/>
                  </a:lnTo>
                  <a:lnTo>
                    <a:pt x="1554" y="306"/>
                  </a:lnTo>
                  <a:lnTo>
                    <a:pt x="1554" y="306"/>
                  </a:lnTo>
                  <a:lnTo>
                    <a:pt x="1554" y="306"/>
                  </a:lnTo>
                  <a:lnTo>
                    <a:pt x="1554" y="306"/>
                  </a:lnTo>
                  <a:lnTo>
                    <a:pt x="1554" y="306"/>
                  </a:lnTo>
                  <a:lnTo>
                    <a:pt x="1554" y="306"/>
                  </a:lnTo>
                  <a:lnTo>
                    <a:pt x="1560" y="306"/>
                  </a:lnTo>
                  <a:lnTo>
                    <a:pt x="1560" y="306"/>
                  </a:lnTo>
                  <a:lnTo>
                    <a:pt x="1560" y="306"/>
                  </a:lnTo>
                  <a:lnTo>
                    <a:pt x="1560" y="306"/>
                  </a:lnTo>
                  <a:lnTo>
                    <a:pt x="1560" y="306"/>
                  </a:lnTo>
                  <a:lnTo>
                    <a:pt x="1560" y="306"/>
                  </a:lnTo>
                  <a:lnTo>
                    <a:pt x="1560" y="306"/>
                  </a:lnTo>
                  <a:lnTo>
                    <a:pt x="1560" y="306"/>
                  </a:lnTo>
                  <a:lnTo>
                    <a:pt x="1566" y="306"/>
                  </a:lnTo>
                  <a:lnTo>
                    <a:pt x="1566" y="306"/>
                  </a:lnTo>
                  <a:lnTo>
                    <a:pt x="1566" y="306"/>
                  </a:lnTo>
                  <a:lnTo>
                    <a:pt x="1566" y="306"/>
                  </a:lnTo>
                  <a:lnTo>
                    <a:pt x="1566" y="306"/>
                  </a:lnTo>
                  <a:lnTo>
                    <a:pt x="1566" y="306"/>
                  </a:lnTo>
                  <a:lnTo>
                    <a:pt x="1566" y="306"/>
                  </a:lnTo>
                  <a:lnTo>
                    <a:pt x="1566" y="306"/>
                  </a:lnTo>
                  <a:lnTo>
                    <a:pt x="1566" y="306"/>
                  </a:lnTo>
                  <a:lnTo>
                    <a:pt x="1572" y="306"/>
                  </a:lnTo>
                  <a:lnTo>
                    <a:pt x="1572" y="306"/>
                  </a:lnTo>
                  <a:lnTo>
                    <a:pt x="1572" y="306"/>
                  </a:lnTo>
                  <a:lnTo>
                    <a:pt x="1572" y="306"/>
                  </a:lnTo>
                  <a:lnTo>
                    <a:pt x="1572" y="306"/>
                  </a:lnTo>
                  <a:lnTo>
                    <a:pt x="1572" y="306"/>
                  </a:lnTo>
                  <a:lnTo>
                    <a:pt x="1572" y="306"/>
                  </a:lnTo>
                  <a:lnTo>
                    <a:pt x="1572" y="306"/>
                  </a:lnTo>
                  <a:lnTo>
                    <a:pt x="1578" y="306"/>
                  </a:lnTo>
                  <a:lnTo>
                    <a:pt x="1578" y="306"/>
                  </a:lnTo>
                  <a:lnTo>
                    <a:pt x="1578" y="306"/>
                  </a:lnTo>
                  <a:lnTo>
                    <a:pt x="1578" y="306"/>
                  </a:lnTo>
                  <a:lnTo>
                    <a:pt x="1578" y="306"/>
                  </a:lnTo>
                  <a:lnTo>
                    <a:pt x="1578" y="306"/>
                  </a:lnTo>
                  <a:lnTo>
                    <a:pt x="1578" y="306"/>
                  </a:lnTo>
                  <a:lnTo>
                    <a:pt x="1578" y="306"/>
                  </a:lnTo>
                  <a:lnTo>
                    <a:pt x="1584" y="306"/>
                  </a:lnTo>
                  <a:lnTo>
                    <a:pt x="1584" y="306"/>
                  </a:lnTo>
                  <a:lnTo>
                    <a:pt x="1584" y="306"/>
                  </a:lnTo>
                  <a:lnTo>
                    <a:pt x="1584" y="306"/>
                  </a:lnTo>
                  <a:lnTo>
                    <a:pt x="1584" y="306"/>
                  </a:lnTo>
                  <a:lnTo>
                    <a:pt x="1584" y="306"/>
                  </a:lnTo>
                  <a:lnTo>
                    <a:pt x="1584" y="306"/>
                  </a:lnTo>
                  <a:lnTo>
                    <a:pt x="1584" y="306"/>
                  </a:lnTo>
                  <a:lnTo>
                    <a:pt x="1584" y="306"/>
                  </a:lnTo>
                  <a:lnTo>
                    <a:pt x="1590" y="306"/>
                  </a:lnTo>
                  <a:lnTo>
                    <a:pt x="1590" y="306"/>
                  </a:lnTo>
                  <a:lnTo>
                    <a:pt x="1590" y="306"/>
                  </a:lnTo>
                  <a:lnTo>
                    <a:pt x="1590" y="306"/>
                  </a:lnTo>
                  <a:lnTo>
                    <a:pt x="1590" y="306"/>
                  </a:lnTo>
                  <a:lnTo>
                    <a:pt x="1590" y="306"/>
                  </a:lnTo>
                  <a:lnTo>
                    <a:pt x="1590" y="306"/>
                  </a:lnTo>
                  <a:lnTo>
                    <a:pt x="1590" y="306"/>
                  </a:lnTo>
                  <a:lnTo>
                    <a:pt x="1596" y="306"/>
                  </a:lnTo>
                  <a:lnTo>
                    <a:pt x="1596" y="306"/>
                  </a:lnTo>
                  <a:lnTo>
                    <a:pt x="1596" y="306"/>
                  </a:lnTo>
                  <a:lnTo>
                    <a:pt x="1596" y="306"/>
                  </a:lnTo>
                  <a:lnTo>
                    <a:pt x="1596" y="306"/>
                  </a:lnTo>
                  <a:lnTo>
                    <a:pt x="1596" y="306"/>
                  </a:lnTo>
                  <a:lnTo>
                    <a:pt x="1596" y="306"/>
                  </a:lnTo>
                  <a:lnTo>
                    <a:pt x="1596" y="306"/>
                  </a:lnTo>
                  <a:lnTo>
                    <a:pt x="1596" y="306"/>
                  </a:lnTo>
                  <a:lnTo>
                    <a:pt x="1602" y="306"/>
                  </a:lnTo>
                  <a:lnTo>
                    <a:pt x="1602" y="306"/>
                  </a:lnTo>
                  <a:lnTo>
                    <a:pt x="1602" y="306"/>
                  </a:lnTo>
                  <a:lnTo>
                    <a:pt x="1602" y="306"/>
                  </a:lnTo>
                  <a:lnTo>
                    <a:pt x="1602" y="306"/>
                  </a:lnTo>
                  <a:lnTo>
                    <a:pt x="1602" y="306"/>
                  </a:lnTo>
                  <a:lnTo>
                    <a:pt x="1602" y="306"/>
                  </a:lnTo>
                  <a:lnTo>
                    <a:pt x="1602" y="306"/>
                  </a:lnTo>
                  <a:lnTo>
                    <a:pt x="1608" y="306"/>
                  </a:lnTo>
                  <a:lnTo>
                    <a:pt x="1608" y="312"/>
                  </a:lnTo>
                  <a:lnTo>
                    <a:pt x="1608" y="312"/>
                  </a:lnTo>
                  <a:lnTo>
                    <a:pt x="1608" y="312"/>
                  </a:lnTo>
                  <a:lnTo>
                    <a:pt x="1608" y="312"/>
                  </a:lnTo>
                  <a:lnTo>
                    <a:pt x="1608" y="312"/>
                  </a:lnTo>
                  <a:lnTo>
                    <a:pt x="1608" y="312"/>
                  </a:lnTo>
                  <a:lnTo>
                    <a:pt x="1608" y="312"/>
                  </a:lnTo>
                  <a:lnTo>
                    <a:pt x="1608" y="312"/>
                  </a:lnTo>
                  <a:lnTo>
                    <a:pt x="1614" y="312"/>
                  </a:lnTo>
                  <a:lnTo>
                    <a:pt x="1614" y="312"/>
                  </a:lnTo>
                  <a:lnTo>
                    <a:pt x="1614" y="312"/>
                  </a:lnTo>
                  <a:lnTo>
                    <a:pt x="1614" y="312"/>
                  </a:lnTo>
                  <a:lnTo>
                    <a:pt x="1614" y="312"/>
                  </a:lnTo>
                  <a:lnTo>
                    <a:pt x="1614" y="312"/>
                  </a:lnTo>
                  <a:lnTo>
                    <a:pt x="1614" y="312"/>
                  </a:lnTo>
                  <a:lnTo>
                    <a:pt x="1614" y="312"/>
                  </a:lnTo>
                  <a:lnTo>
                    <a:pt x="1620" y="312"/>
                  </a:lnTo>
                  <a:lnTo>
                    <a:pt x="1620" y="312"/>
                  </a:lnTo>
                  <a:lnTo>
                    <a:pt x="1620" y="312"/>
                  </a:lnTo>
                  <a:lnTo>
                    <a:pt x="1620" y="312"/>
                  </a:lnTo>
                  <a:lnTo>
                    <a:pt x="1620" y="312"/>
                  </a:lnTo>
                  <a:lnTo>
                    <a:pt x="1620" y="312"/>
                  </a:lnTo>
                  <a:lnTo>
                    <a:pt x="1620" y="312"/>
                  </a:lnTo>
                  <a:lnTo>
                    <a:pt x="1620" y="312"/>
                  </a:lnTo>
                  <a:lnTo>
                    <a:pt x="1626" y="312"/>
                  </a:lnTo>
                  <a:lnTo>
                    <a:pt x="1626" y="312"/>
                  </a:lnTo>
                  <a:lnTo>
                    <a:pt x="1626" y="312"/>
                  </a:lnTo>
                  <a:lnTo>
                    <a:pt x="1626" y="312"/>
                  </a:lnTo>
                  <a:lnTo>
                    <a:pt x="1626" y="312"/>
                  </a:lnTo>
                  <a:lnTo>
                    <a:pt x="1626" y="312"/>
                  </a:lnTo>
                  <a:lnTo>
                    <a:pt x="1626" y="312"/>
                  </a:lnTo>
                  <a:lnTo>
                    <a:pt x="1626" y="312"/>
                  </a:lnTo>
                  <a:lnTo>
                    <a:pt x="1626" y="312"/>
                  </a:lnTo>
                  <a:lnTo>
                    <a:pt x="1632" y="312"/>
                  </a:lnTo>
                  <a:lnTo>
                    <a:pt x="1632" y="312"/>
                  </a:lnTo>
                  <a:lnTo>
                    <a:pt x="1632" y="312"/>
                  </a:lnTo>
                  <a:lnTo>
                    <a:pt x="1632" y="312"/>
                  </a:lnTo>
                  <a:lnTo>
                    <a:pt x="1632" y="312"/>
                  </a:lnTo>
                  <a:lnTo>
                    <a:pt x="1632" y="312"/>
                  </a:lnTo>
                  <a:lnTo>
                    <a:pt x="1632" y="312"/>
                  </a:lnTo>
                  <a:lnTo>
                    <a:pt x="1632" y="312"/>
                  </a:lnTo>
                  <a:lnTo>
                    <a:pt x="1638" y="312"/>
                  </a:lnTo>
                  <a:lnTo>
                    <a:pt x="1638" y="312"/>
                  </a:lnTo>
                  <a:lnTo>
                    <a:pt x="1638" y="312"/>
                  </a:lnTo>
                  <a:lnTo>
                    <a:pt x="1638" y="312"/>
                  </a:lnTo>
                  <a:lnTo>
                    <a:pt x="1638" y="312"/>
                  </a:lnTo>
                  <a:lnTo>
                    <a:pt x="1638" y="312"/>
                  </a:lnTo>
                  <a:lnTo>
                    <a:pt x="1638" y="312"/>
                  </a:lnTo>
                  <a:lnTo>
                    <a:pt x="1638" y="312"/>
                  </a:lnTo>
                  <a:lnTo>
                    <a:pt x="1638" y="312"/>
                  </a:lnTo>
                  <a:lnTo>
                    <a:pt x="1644" y="312"/>
                  </a:lnTo>
                  <a:lnTo>
                    <a:pt x="1644" y="312"/>
                  </a:lnTo>
                  <a:lnTo>
                    <a:pt x="1644" y="312"/>
                  </a:lnTo>
                  <a:lnTo>
                    <a:pt x="1644" y="312"/>
                  </a:lnTo>
                  <a:lnTo>
                    <a:pt x="1644" y="312"/>
                  </a:lnTo>
                  <a:lnTo>
                    <a:pt x="1644" y="312"/>
                  </a:lnTo>
                  <a:lnTo>
                    <a:pt x="1644" y="312"/>
                  </a:lnTo>
                  <a:lnTo>
                    <a:pt x="1644" y="312"/>
                  </a:lnTo>
                  <a:lnTo>
                    <a:pt x="1650" y="312"/>
                  </a:lnTo>
                  <a:lnTo>
                    <a:pt x="1650" y="312"/>
                  </a:lnTo>
                  <a:lnTo>
                    <a:pt x="1650" y="312"/>
                  </a:lnTo>
                  <a:lnTo>
                    <a:pt x="1650" y="312"/>
                  </a:lnTo>
                  <a:lnTo>
                    <a:pt x="1650" y="312"/>
                  </a:lnTo>
                  <a:lnTo>
                    <a:pt x="1650" y="312"/>
                  </a:lnTo>
                  <a:lnTo>
                    <a:pt x="1650" y="312"/>
                  </a:lnTo>
                  <a:lnTo>
                    <a:pt x="1650" y="312"/>
                  </a:lnTo>
                  <a:lnTo>
                    <a:pt x="1656" y="312"/>
                  </a:lnTo>
                  <a:lnTo>
                    <a:pt x="1656" y="312"/>
                  </a:lnTo>
                  <a:lnTo>
                    <a:pt x="1656" y="312"/>
                  </a:lnTo>
                  <a:lnTo>
                    <a:pt x="1656" y="312"/>
                  </a:lnTo>
                  <a:lnTo>
                    <a:pt x="1656" y="312"/>
                  </a:lnTo>
                  <a:lnTo>
                    <a:pt x="1656" y="312"/>
                  </a:lnTo>
                  <a:lnTo>
                    <a:pt x="1890" y="318"/>
                  </a:lnTo>
                  <a:lnTo>
                    <a:pt x="1890" y="318"/>
                  </a:lnTo>
                  <a:lnTo>
                    <a:pt x="1890" y="318"/>
                  </a:lnTo>
                  <a:lnTo>
                    <a:pt x="1896" y="318"/>
                  </a:lnTo>
                  <a:lnTo>
                    <a:pt x="1896" y="318"/>
                  </a:lnTo>
                  <a:lnTo>
                    <a:pt x="1896" y="318"/>
                  </a:lnTo>
                  <a:lnTo>
                    <a:pt x="1896" y="318"/>
                  </a:lnTo>
                  <a:lnTo>
                    <a:pt x="1896" y="318"/>
                  </a:lnTo>
                  <a:lnTo>
                    <a:pt x="1896" y="318"/>
                  </a:lnTo>
                  <a:lnTo>
                    <a:pt x="1896" y="318"/>
                  </a:lnTo>
                  <a:lnTo>
                    <a:pt x="1896" y="318"/>
                  </a:lnTo>
                  <a:lnTo>
                    <a:pt x="1902" y="318"/>
                  </a:lnTo>
                  <a:lnTo>
                    <a:pt x="1902" y="318"/>
                  </a:lnTo>
                  <a:lnTo>
                    <a:pt x="1902" y="318"/>
                  </a:lnTo>
                  <a:lnTo>
                    <a:pt x="1902" y="318"/>
                  </a:lnTo>
                  <a:lnTo>
                    <a:pt x="1902" y="318"/>
                  </a:lnTo>
                  <a:lnTo>
                    <a:pt x="1902" y="318"/>
                  </a:lnTo>
                  <a:lnTo>
                    <a:pt x="1902" y="318"/>
                  </a:lnTo>
                  <a:lnTo>
                    <a:pt x="1902" y="318"/>
                  </a:lnTo>
                  <a:lnTo>
                    <a:pt x="1902" y="318"/>
                  </a:lnTo>
                  <a:lnTo>
                    <a:pt x="1908" y="318"/>
                  </a:lnTo>
                  <a:lnTo>
                    <a:pt x="1908" y="318"/>
                  </a:lnTo>
                  <a:lnTo>
                    <a:pt x="1908" y="318"/>
                  </a:lnTo>
                  <a:lnTo>
                    <a:pt x="1908" y="318"/>
                  </a:lnTo>
                  <a:lnTo>
                    <a:pt x="1908" y="318"/>
                  </a:lnTo>
                  <a:lnTo>
                    <a:pt x="1908" y="318"/>
                  </a:lnTo>
                  <a:lnTo>
                    <a:pt x="1908" y="318"/>
                  </a:lnTo>
                  <a:lnTo>
                    <a:pt x="1908" y="318"/>
                  </a:lnTo>
                  <a:lnTo>
                    <a:pt x="1914" y="318"/>
                  </a:lnTo>
                  <a:lnTo>
                    <a:pt x="1914" y="318"/>
                  </a:lnTo>
                  <a:lnTo>
                    <a:pt x="1914" y="318"/>
                  </a:lnTo>
                  <a:lnTo>
                    <a:pt x="1914" y="318"/>
                  </a:lnTo>
                  <a:lnTo>
                    <a:pt x="1914" y="318"/>
                  </a:lnTo>
                  <a:lnTo>
                    <a:pt x="1914" y="318"/>
                  </a:lnTo>
                  <a:lnTo>
                    <a:pt x="1914" y="318"/>
                  </a:lnTo>
                  <a:lnTo>
                    <a:pt x="1914" y="318"/>
                  </a:lnTo>
                  <a:lnTo>
                    <a:pt x="1914" y="318"/>
                  </a:lnTo>
                  <a:lnTo>
                    <a:pt x="1920" y="318"/>
                  </a:lnTo>
                  <a:lnTo>
                    <a:pt x="1920" y="318"/>
                  </a:lnTo>
                  <a:lnTo>
                    <a:pt x="1920" y="318"/>
                  </a:lnTo>
                  <a:lnTo>
                    <a:pt x="1920" y="318"/>
                  </a:lnTo>
                  <a:lnTo>
                    <a:pt x="1920" y="318"/>
                  </a:lnTo>
                  <a:lnTo>
                    <a:pt x="1920" y="318"/>
                  </a:lnTo>
                  <a:lnTo>
                    <a:pt x="1920" y="318"/>
                  </a:lnTo>
                  <a:lnTo>
                    <a:pt x="1920" y="318"/>
                  </a:lnTo>
                  <a:lnTo>
                    <a:pt x="1926" y="318"/>
                  </a:lnTo>
                  <a:lnTo>
                    <a:pt x="1926" y="318"/>
                  </a:lnTo>
                  <a:lnTo>
                    <a:pt x="1926" y="318"/>
                  </a:lnTo>
                  <a:lnTo>
                    <a:pt x="1926" y="318"/>
                  </a:lnTo>
                  <a:lnTo>
                    <a:pt x="1926" y="318"/>
                  </a:lnTo>
                  <a:lnTo>
                    <a:pt x="1926" y="318"/>
                  </a:lnTo>
                  <a:lnTo>
                    <a:pt x="1926" y="318"/>
                  </a:lnTo>
                  <a:lnTo>
                    <a:pt x="1926" y="318"/>
                  </a:lnTo>
                  <a:lnTo>
                    <a:pt x="1926" y="318"/>
                  </a:lnTo>
                  <a:lnTo>
                    <a:pt x="1932" y="318"/>
                  </a:lnTo>
                  <a:lnTo>
                    <a:pt x="1932" y="318"/>
                  </a:lnTo>
                  <a:lnTo>
                    <a:pt x="1932" y="318"/>
                  </a:lnTo>
                  <a:lnTo>
                    <a:pt x="1932" y="318"/>
                  </a:lnTo>
                  <a:lnTo>
                    <a:pt x="1932" y="318"/>
                  </a:lnTo>
                  <a:lnTo>
                    <a:pt x="1932" y="318"/>
                  </a:lnTo>
                  <a:lnTo>
                    <a:pt x="1932" y="318"/>
                  </a:lnTo>
                  <a:lnTo>
                    <a:pt x="1932" y="318"/>
                  </a:lnTo>
                  <a:lnTo>
                    <a:pt x="1938" y="318"/>
                  </a:lnTo>
                  <a:lnTo>
                    <a:pt x="1938" y="318"/>
                  </a:lnTo>
                  <a:lnTo>
                    <a:pt x="1938" y="318"/>
                  </a:lnTo>
                  <a:lnTo>
                    <a:pt x="1938" y="318"/>
                  </a:lnTo>
                  <a:lnTo>
                    <a:pt x="1938" y="318"/>
                  </a:lnTo>
                  <a:lnTo>
                    <a:pt x="1938" y="318"/>
                  </a:lnTo>
                  <a:lnTo>
                    <a:pt x="1938" y="318"/>
                  </a:lnTo>
                  <a:lnTo>
                    <a:pt x="1938" y="318"/>
                  </a:lnTo>
                  <a:lnTo>
                    <a:pt x="1944" y="318"/>
                  </a:lnTo>
                  <a:lnTo>
                    <a:pt x="1944" y="318"/>
                  </a:lnTo>
                  <a:lnTo>
                    <a:pt x="1944" y="318"/>
                  </a:lnTo>
                  <a:lnTo>
                    <a:pt x="1944" y="318"/>
                  </a:lnTo>
                  <a:lnTo>
                    <a:pt x="1944" y="318"/>
                  </a:lnTo>
                  <a:lnTo>
                    <a:pt x="1944" y="318"/>
                  </a:lnTo>
                  <a:lnTo>
                    <a:pt x="1944" y="318"/>
                  </a:lnTo>
                  <a:lnTo>
                    <a:pt x="1944" y="318"/>
                  </a:lnTo>
                  <a:lnTo>
                    <a:pt x="1944" y="318"/>
                  </a:lnTo>
                  <a:lnTo>
                    <a:pt x="1950" y="318"/>
                  </a:lnTo>
                  <a:lnTo>
                    <a:pt x="1950" y="318"/>
                  </a:lnTo>
                  <a:lnTo>
                    <a:pt x="1950" y="318"/>
                  </a:lnTo>
                  <a:lnTo>
                    <a:pt x="1950" y="318"/>
                  </a:lnTo>
                  <a:lnTo>
                    <a:pt x="1950" y="318"/>
                  </a:lnTo>
                  <a:lnTo>
                    <a:pt x="1950" y="318"/>
                  </a:lnTo>
                  <a:lnTo>
                    <a:pt x="1950" y="318"/>
                  </a:lnTo>
                  <a:lnTo>
                    <a:pt x="1950" y="318"/>
                  </a:lnTo>
                  <a:lnTo>
                    <a:pt x="1956" y="318"/>
                  </a:lnTo>
                  <a:lnTo>
                    <a:pt x="1956" y="318"/>
                  </a:lnTo>
                  <a:lnTo>
                    <a:pt x="1956" y="318"/>
                  </a:lnTo>
                  <a:lnTo>
                    <a:pt x="1956" y="318"/>
                  </a:lnTo>
                  <a:lnTo>
                    <a:pt x="1956" y="318"/>
                  </a:lnTo>
                  <a:lnTo>
                    <a:pt x="1956" y="318"/>
                  </a:lnTo>
                  <a:lnTo>
                    <a:pt x="1956" y="318"/>
                  </a:lnTo>
                  <a:lnTo>
                    <a:pt x="1956" y="318"/>
                  </a:lnTo>
                  <a:lnTo>
                    <a:pt x="1956" y="318"/>
                  </a:lnTo>
                  <a:lnTo>
                    <a:pt x="1962" y="318"/>
                  </a:lnTo>
                  <a:lnTo>
                    <a:pt x="1962" y="318"/>
                  </a:lnTo>
                  <a:lnTo>
                    <a:pt x="1962" y="318"/>
                  </a:lnTo>
                  <a:lnTo>
                    <a:pt x="1962" y="318"/>
                  </a:lnTo>
                  <a:lnTo>
                    <a:pt x="1962" y="318"/>
                  </a:lnTo>
                  <a:lnTo>
                    <a:pt x="1962" y="318"/>
                  </a:lnTo>
                  <a:lnTo>
                    <a:pt x="1962" y="318"/>
                  </a:lnTo>
                  <a:lnTo>
                    <a:pt x="1962" y="318"/>
                  </a:lnTo>
                  <a:lnTo>
                    <a:pt x="1968" y="318"/>
                  </a:lnTo>
                  <a:lnTo>
                    <a:pt x="1968" y="318"/>
                  </a:lnTo>
                  <a:lnTo>
                    <a:pt x="1968" y="318"/>
                  </a:lnTo>
                  <a:lnTo>
                    <a:pt x="1968" y="318"/>
                  </a:lnTo>
                  <a:lnTo>
                    <a:pt x="1968" y="318"/>
                  </a:lnTo>
                  <a:lnTo>
                    <a:pt x="1968" y="318"/>
                  </a:lnTo>
                  <a:lnTo>
                    <a:pt x="1968" y="318"/>
                  </a:lnTo>
                  <a:lnTo>
                    <a:pt x="1968" y="318"/>
                  </a:lnTo>
                  <a:lnTo>
                    <a:pt x="1974" y="318"/>
                  </a:lnTo>
                  <a:lnTo>
                    <a:pt x="1974" y="318"/>
                  </a:lnTo>
                  <a:lnTo>
                    <a:pt x="1974" y="318"/>
                  </a:lnTo>
                  <a:lnTo>
                    <a:pt x="1974" y="318"/>
                  </a:lnTo>
                  <a:lnTo>
                    <a:pt x="1974" y="318"/>
                  </a:lnTo>
                  <a:lnTo>
                    <a:pt x="1974" y="318"/>
                  </a:lnTo>
                  <a:lnTo>
                    <a:pt x="1974" y="318"/>
                  </a:lnTo>
                  <a:lnTo>
                    <a:pt x="1974" y="318"/>
                  </a:lnTo>
                  <a:lnTo>
                    <a:pt x="1974" y="318"/>
                  </a:lnTo>
                  <a:lnTo>
                    <a:pt x="1980" y="318"/>
                  </a:lnTo>
                  <a:lnTo>
                    <a:pt x="1980" y="318"/>
                  </a:lnTo>
                  <a:lnTo>
                    <a:pt x="1980" y="318"/>
                  </a:lnTo>
                  <a:lnTo>
                    <a:pt x="1980" y="318"/>
                  </a:lnTo>
                  <a:lnTo>
                    <a:pt x="1980" y="318"/>
                  </a:lnTo>
                  <a:lnTo>
                    <a:pt x="1980" y="318"/>
                  </a:lnTo>
                  <a:lnTo>
                    <a:pt x="1980" y="318"/>
                  </a:lnTo>
                  <a:lnTo>
                    <a:pt x="1980" y="318"/>
                  </a:lnTo>
                  <a:lnTo>
                    <a:pt x="1986" y="318"/>
                  </a:lnTo>
                  <a:lnTo>
                    <a:pt x="1986" y="318"/>
                  </a:lnTo>
                  <a:lnTo>
                    <a:pt x="1986" y="318"/>
                  </a:lnTo>
                  <a:lnTo>
                    <a:pt x="1986" y="318"/>
                  </a:lnTo>
                  <a:lnTo>
                    <a:pt x="1986" y="318"/>
                  </a:lnTo>
                  <a:lnTo>
                    <a:pt x="1986" y="318"/>
                  </a:lnTo>
                  <a:lnTo>
                    <a:pt x="1986" y="318"/>
                  </a:lnTo>
                  <a:lnTo>
                    <a:pt x="1986" y="318"/>
                  </a:lnTo>
                  <a:lnTo>
                    <a:pt x="1986" y="318"/>
                  </a:lnTo>
                  <a:lnTo>
                    <a:pt x="1992" y="318"/>
                  </a:lnTo>
                  <a:lnTo>
                    <a:pt x="1992" y="318"/>
                  </a:lnTo>
                  <a:lnTo>
                    <a:pt x="1992" y="318"/>
                  </a:lnTo>
                  <a:lnTo>
                    <a:pt x="1992" y="318"/>
                  </a:lnTo>
                  <a:lnTo>
                    <a:pt x="1992" y="318"/>
                  </a:lnTo>
                  <a:lnTo>
                    <a:pt x="1992" y="318"/>
                  </a:lnTo>
                  <a:lnTo>
                    <a:pt x="1992" y="318"/>
                  </a:lnTo>
                  <a:lnTo>
                    <a:pt x="1992" y="318"/>
                  </a:lnTo>
                  <a:lnTo>
                    <a:pt x="1998" y="318"/>
                  </a:lnTo>
                  <a:lnTo>
                    <a:pt x="1998" y="318"/>
                  </a:lnTo>
                  <a:lnTo>
                    <a:pt x="1998" y="318"/>
                  </a:lnTo>
                  <a:lnTo>
                    <a:pt x="1998" y="318"/>
                  </a:lnTo>
                  <a:lnTo>
                    <a:pt x="1998" y="318"/>
                  </a:lnTo>
                  <a:lnTo>
                    <a:pt x="1998" y="318"/>
                  </a:lnTo>
                  <a:lnTo>
                    <a:pt x="1998" y="318"/>
                  </a:lnTo>
                  <a:lnTo>
                    <a:pt x="1998" y="318"/>
                  </a:lnTo>
                  <a:lnTo>
                    <a:pt x="2004" y="318"/>
                  </a:lnTo>
                  <a:lnTo>
                    <a:pt x="2004" y="318"/>
                  </a:lnTo>
                  <a:lnTo>
                    <a:pt x="2004" y="318"/>
                  </a:lnTo>
                  <a:lnTo>
                    <a:pt x="2004" y="318"/>
                  </a:lnTo>
                  <a:lnTo>
                    <a:pt x="2004" y="318"/>
                  </a:lnTo>
                  <a:lnTo>
                    <a:pt x="2004" y="318"/>
                  </a:lnTo>
                  <a:lnTo>
                    <a:pt x="2004" y="318"/>
                  </a:lnTo>
                  <a:lnTo>
                    <a:pt x="2004" y="318"/>
                  </a:lnTo>
                  <a:lnTo>
                    <a:pt x="2004" y="318"/>
                  </a:lnTo>
                  <a:lnTo>
                    <a:pt x="2010" y="318"/>
                  </a:lnTo>
                  <a:lnTo>
                    <a:pt x="2010" y="318"/>
                  </a:lnTo>
                  <a:lnTo>
                    <a:pt x="2010" y="318"/>
                  </a:lnTo>
                  <a:lnTo>
                    <a:pt x="2010" y="318"/>
                  </a:lnTo>
                  <a:lnTo>
                    <a:pt x="2010" y="318"/>
                  </a:lnTo>
                  <a:lnTo>
                    <a:pt x="2010" y="318"/>
                  </a:lnTo>
                  <a:lnTo>
                    <a:pt x="2010" y="318"/>
                  </a:lnTo>
                  <a:lnTo>
                    <a:pt x="2010" y="318"/>
                  </a:lnTo>
                  <a:lnTo>
                    <a:pt x="2016" y="318"/>
                  </a:lnTo>
                  <a:lnTo>
                    <a:pt x="2016" y="318"/>
                  </a:lnTo>
                  <a:lnTo>
                    <a:pt x="2016" y="318"/>
                  </a:lnTo>
                  <a:lnTo>
                    <a:pt x="2016" y="318"/>
                  </a:lnTo>
                  <a:lnTo>
                    <a:pt x="2016" y="318"/>
                  </a:lnTo>
                  <a:lnTo>
                    <a:pt x="2016" y="318"/>
                  </a:lnTo>
                  <a:lnTo>
                    <a:pt x="2016" y="318"/>
                  </a:lnTo>
                  <a:lnTo>
                    <a:pt x="2016" y="318"/>
                  </a:lnTo>
                  <a:lnTo>
                    <a:pt x="2022" y="318"/>
                  </a:lnTo>
                  <a:lnTo>
                    <a:pt x="2022" y="318"/>
                  </a:lnTo>
                  <a:lnTo>
                    <a:pt x="2022" y="318"/>
                  </a:lnTo>
                  <a:lnTo>
                    <a:pt x="2022" y="318"/>
                  </a:lnTo>
                  <a:lnTo>
                    <a:pt x="2022" y="318"/>
                  </a:lnTo>
                  <a:lnTo>
                    <a:pt x="2022" y="318"/>
                  </a:lnTo>
                  <a:lnTo>
                    <a:pt x="2022" y="318"/>
                  </a:lnTo>
                  <a:lnTo>
                    <a:pt x="2022" y="318"/>
                  </a:lnTo>
                  <a:lnTo>
                    <a:pt x="2022" y="318"/>
                  </a:lnTo>
                  <a:lnTo>
                    <a:pt x="2028" y="318"/>
                  </a:lnTo>
                  <a:lnTo>
                    <a:pt x="2028" y="318"/>
                  </a:lnTo>
                  <a:lnTo>
                    <a:pt x="2028" y="318"/>
                  </a:lnTo>
                  <a:lnTo>
                    <a:pt x="2028" y="318"/>
                  </a:lnTo>
                  <a:lnTo>
                    <a:pt x="2028" y="318"/>
                  </a:lnTo>
                  <a:lnTo>
                    <a:pt x="2028" y="318"/>
                  </a:lnTo>
                  <a:lnTo>
                    <a:pt x="2028" y="318"/>
                  </a:lnTo>
                  <a:lnTo>
                    <a:pt x="2028" y="318"/>
                  </a:lnTo>
                  <a:lnTo>
                    <a:pt x="2034" y="318"/>
                  </a:lnTo>
                  <a:lnTo>
                    <a:pt x="2034" y="318"/>
                  </a:lnTo>
                  <a:lnTo>
                    <a:pt x="2034" y="318"/>
                  </a:lnTo>
                  <a:lnTo>
                    <a:pt x="2034" y="318"/>
                  </a:lnTo>
                  <a:lnTo>
                    <a:pt x="2034" y="318"/>
                  </a:lnTo>
                  <a:lnTo>
                    <a:pt x="2034" y="318"/>
                  </a:lnTo>
                  <a:lnTo>
                    <a:pt x="2034" y="318"/>
                  </a:lnTo>
                  <a:lnTo>
                    <a:pt x="2034" y="318"/>
                  </a:lnTo>
                  <a:lnTo>
                    <a:pt x="2034" y="318"/>
                  </a:lnTo>
                  <a:lnTo>
                    <a:pt x="2040" y="318"/>
                  </a:lnTo>
                  <a:lnTo>
                    <a:pt x="2040" y="318"/>
                  </a:lnTo>
                  <a:lnTo>
                    <a:pt x="2040" y="318"/>
                  </a:lnTo>
                  <a:lnTo>
                    <a:pt x="2040" y="318"/>
                  </a:lnTo>
                  <a:lnTo>
                    <a:pt x="2040" y="318"/>
                  </a:lnTo>
                  <a:lnTo>
                    <a:pt x="2040" y="318"/>
                  </a:lnTo>
                  <a:lnTo>
                    <a:pt x="2040" y="318"/>
                  </a:lnTo>
                  <a:lnTo>
                    <a:pt x="2040" y="318"/>
                  </a:lnTo>
                  <a:lnTo>
                    <a:pt x="2046" y="318"/>
                  </a:lnTo>
                  <a:lnTo>
                    <a:pt x="2046" y="318"/>
                  </a:lnTo>
                  <a:lnTo>
                    <a:pt x="2046" y="318"/>
                  </a:lnTo>
                  <a:lnTo>
                    <a:pt x="2046" y="318"/>
                  </a:lnTo>
                  <a:lnTo>
                    <a:pt x="2046" y="318"/>
                  </a:lnTo>
                  <a:lnTo>
                    <a:pt x="2046" y="318"/>
                  </a:lnTo>
                  <a:lnTo>
                    <a:pt x="2046" y="318"/>
                  </a:lnTo>
                  <a:lnTo>
                    <a:pt x="2046" y="318"/>
                  </a:lnTo>
                  <a:lnTo>
                    <a:pt x="2046" y="318"/>
                  </a:lnTo>
                  <a:lnTo>
                    <a:pt x="2052" y="318"/>
                  </a:lnTo>
                  <a:lnTo>
                    <a:pt x="2052" y="318"/>
                  </a:lnTo>
                  <a:lnTo>
                    <a:pt x="2052" y="318"/>
                  </a:lnTo>
                  <a:lnTo>
                    <a:pt x="2052" y="318"/>
                  </a:lnTo>
                  <a:lnTo>
                    <a:pt x="2052" y="318"/>
                  </a:lnTo>
                  <a:lnTo>
                    <a:pt x="2052" y="318"/>
                  </a:lnTo>
                  <a:lnTo>
                    <a:pt x="2052" y="318"/>
                  </a:lnTo>
                  <a:lnTo>
                    <a:pt x="2052" y="318"/>
                  </a:lnTo>
                  <a:lnTo>
                    <a:pt x="2058" y="318"/>
                  </a:lnTo>
                  <a:lnTo>
                    <a:pt x="2058" y="318"/>
                  </a:lnTo>
                  <a:lnTo>
                    <a:pt x="2058" y="318"/>
                  </a:lnTo>
                  <a:lnTo>
                    <a:pt x="2058" y="318"/>
                  </a:lnTo>
                  <a:lnTo>
                    <a:pt x="2058" y="318"/>
                  </a:lnTo>
                  <a:lnTo>
                    <a:pt x="2058" y="318"/>
                  </a:lnTo>
                  <a:lnTo>
                    <a:pt x="2058" y="318"/>
                  </a:lnTo>
                  <a:lnTo>
                    <a:pt x="2058" y="318"/>
                  </a:lnTo>
                  <a:lnTo>
                    <a:pt x="2064" y="318"/>
                  </a:lnTo>
                  <a:lnTo>
                    <a:pt x="2064" y="318"/>
                  </a:lnTo>
                  <a:lnTo>
                    <a:pt x="2064" y="318"/>
                  </a:lnTo>
                  <a:lnTo>
                    <a:pt x="2064" y="318"/>
                  </a:lnTo>
                  <a:lnTo>
                    <a:pt x="2064" y="318"/>
                  </a:lnTo>
                  <a:lnTo>
                    <a:pt x="2064" y="318"/>
                  </a:lnTo>
                  <a:lnTo>
                    <a:pt x="2064" y="318"/>
                  </a:lnTo>
                  <a:lnTo>
                    <a:pt x="2064" y="318"/>
                  </a:lnTo>
                  <a:lnTo>
                    <a:pt x="2064" y="318"/>
                  </a:lnTo>
                  <a:lnTo>
                    <a:pt x="2070" y="318"/>
                  </a:lnTo>
                  <a:lnTo>
                    <a:pt x="2070" y="318"/>
                  </a:lnTo>
                  <a:lnTo>
                    <a:pt x="2070" y="318"/>
                  </a:lnTo>
                  <a:lnTo>
                    <a:pt x="2070" y="318"/>
                  </a:lnTo>
                  <a:lnTo>
                    <a:pt x="2070" y="318"/>
                  </a:lnTo>
                  <a:lnTo>
                    <a:pt x="2070" y="318"/>
                  </a:lnTo>
                  <a:lnTo>
                    <a:pt x="2070" y="318"/>
                  </a:lnTo>
                  <a:lnTo>
                    <a:pt x="2070" y="318"/>
                  </a:lnTo>
                  <a:lnTo>
                    <a:pt x="2076" y="318"/>
                  </a:lnTo>
                  <a:lnTo>
                    <a:pt x="2076" y="318"/>
                  </a:lnTo>
                  <a:lnTo>
                    <a:pt x="2076" y="318"/>
                  </a:lnTo>
                  <a:lnTo>
                    <a:pt x="2076" y="318"/>
                  </a:lnTo>
                  <a:lnTo>
                    <a:pt x="2076" y="318"/>
                  </a:lnTo>
                  <a:lnTo>
                    <a:pt x="2076" y="318"/>
                  </a:lnTo>
                  <a:lnTo>
                    <a:pt x="2076" y="318"/>
                  </a:lnTo>
                  <a:lnTo>
                    <a:pt x="2076" y="318"/>
                  </a:lnTo>
                  <a:lnTo>
                    <a:pt x="2076" y="318"/>
                  </a:lnTo>
                  <a:lnTo>
                    <a:pt x="2082" y="318"/>
                  </a:lnTo>
                  <a:lnTo>
                    <a:pt x="2082" y="318"/>
                  </a:lnTo>
                  <a:lnTo>
                    <a:pt x="2082" y="318"/>
                  </a:lnTo>
                  <a:lnTo>
                    <a:pt x="2082" y="318"/>
                  </a:lnTo>
                  <a:lnTo>
                    <a:pt x="2082" y="318"/>
                  </a:lnTo>
                  <a:lnTo>
                    <a:pt x="2082" y="318"/>
                  </a:lnTo>
                  <a:lnTo>
                    <a:pt x="2082" y="318"/>
                  </a:lnTo>
                  <a:lnTo>
                    <a:pt x="2082" y="318"/>
                  </a:lnTo>
                  <a:lnTo>
                    <a:pt x="2088" y="318"/>
                  </a:lnTo>
                  <a:lnTo>
                    <a:pt x="2088" y="318"/>
                  </a:lnTo>
                  <a:lnTo>
                    <a:pt x="2088" y="318"/>
                  </a:lnTo>
                  <a:lnTo>
                    <a:pt x="2088" y="318"/>
                  </a:lnTo>
                  <a:lnTo>
                    <a:pt x="2088" y="318"/>
                  </a:lnTo>
                  <a:lnTo>
                    <a:pt x="2088" y="318"/>
                  </a:lnTo>
                  <a:lnTo>
                    <a:pt x="2088" y="318"/>
                  </a:lnTo>
                  <a:lnTo>
                    <a:pt x="2088" y="318"/>
                  </a:lnTo>
                  <a:lnTo>
                    <a:pt x="2094" y="318"/>
                  </a:lnTo>
                  <a:lnTo>
                    <a:pt x="2094" y="318"/>
                  </a:lnTo>
                  <a:lnTo>
                    <a:pt x="2328" y="312"/>
                  </a:lnTo>
                  <a:lnTo>
                    <a:pt x="2328" y="312"/>
                  </a:lnTo>
                  <a:lnTo>
                    <a:pt x="2328" y="312"/>
                  </a:lnTo>
                  <a:lnTo>
                    <a:pt x="2328" y="312"/>
                  </a:lnTo>
                  <a:lnTo>
                    <a:pt x="2328" y="312"/>
                  </a:lnTo>
                  <a:lnTo>
                    <a:pt x="2328" y="312"/>
                  </a:lnTo>
                  <a:lnTo>
                    <a:pt x="2328" y="312"/>
                  </a:lnTo>
                  <a:lnTo>
                    <a:pt x="2334" y="312"/>
                  </a:lnTo>
                  <a:lnTo>
                    <a:pt x="2334" y="312"/>
                  </a:lnTo>
                  <a:lnTo>
                    <a:pt x="2334" y="312"/>
                  </a:lnTo>
                  <a:lnTo>
                    <a:pt x="2334" y="312"/>
                  </a:lnTo>
                  <a:lnTo>
                    <a:pt x="2334" y="312"/>
                  </a:lnTo>
                  <a:lnTo>
                    <a:pt x="2334" y="312"/>
                  </a:lnTo>
                  <a:lnTo>
                    <a:pt x="2334" y="312"/>
                  </a:lnTo>
                  <a:lnTo>
                    <a:pt x="2334" y="312"/>
                  </a:lnTo>
                  <a:lnTo>
                    <a:pt x="2340" y="312"/>
                  </a:lnTo>
                  <a:lnTo>
                    <a:pt x="2340" y="312"/>
                  </a:lnTo>
                  <a:lnTo>
                    <a:pt x="2340" y="312"/>
                  </a:lnTo>
                  <a:lnTo>
                    <a:pt x="2340" y="312"/>
                  </a:lnTo>
                  <a:lnTo>
                    <a:pt x="2340" y="312"/>
                  </a:lnTo>
                  <a:lnTo>
                    <a:pt x="2340" y="312"/>
                  </a:lnTo>
                  <a:lnTo>
                    <a:pt x="2340" y="312"/>
                  </a:lnTo>
                  <a:lnTo>
                    <a:pt x="2340" y="312"/>
                  </a:lnTo>
                  <a:lnTo>
                    <a:pt x="2340" y="312"/>
                  </a:lnTo>
                  <a:lnTo>
                    <a:pt x="2346" y="312"/>
                  </a:lnTo>
                  <a:lnTo>
                    <a:pt x="2346" y="312"/>
                  </a:lnTo>
                  <a:lnTo>
                    <a:pt x="2346" y="312"/>
                  </a:lnTo>
                  <a:lnTo>
                    <a:pt x="2346" y="312"/>
                  </a:lnTo>
                  <a:lnTo>
                    <a:pt x="2346" y="312"/>
                  </a:lnTo>
                  <a:lnTo>
                    <a:pt x="2346" y="312"/>
                  </a:lnTo>
                  <a:lnTo>
                    <a:pt x="2346" y="312"/>
                  </a:lnTo>
                  <a:lnTo>
                    <a:pt x="2346" y="312"/>
                  </a:lnTo>
                  <a:lnTo>
                    <a:pt x="2352" y="312"/>
                  </a:lnTo>
                  <a:lnTo>
                    <a:pt x="2352" y="306"/>
                  </a:lnTo>
                  <a:lnTo>
                    <a:pt x="2352" y="306"/>
                  </a:lnTo>
                  <a:lnTo>
                    <a:pt x="2352" y="306"/>
                  </a:lnTo>
                  <a:lnTo>
                    <a:pt x="2352" y="306"/>
                  </a:lnTo>
                  <a:lnTo>
                    <a:pt x="2352" y="306"/>
                  </a:lnTo>
                  <a:lnTo>
                    <a:pt x="2352" y="306"/>
                  </a:lnTo>
                  <a:lnTo>
                    <a:pt x="2352" y="306"/>
                  </a:lnTo>
                  <a:lnTo>
                    <a:pt x="2352" y="306"/>
                  </a:lnTo>
                  <a:lnTo>
                    <a:pt x="2358" y="306"/>
                  </a:lnTo>
                  <a:lnTo>
                    <a:pt x="2358" y="306"/>
                  </a:lnTo>
                  <a:lnTo>
                    <a:pt x="2358" y="306"/>
                  </a:lnTo>
                  <a:lnTo>
                    <a:pt x="2358" y="306"/>
                  </a:lnTo>
                  <a:lnTo>
                    <a:pt x="2358" y="306"/>
                  </a:lnTo>
                  <a:lnTo>
                    <a:pt x="2358" y="306"/>
                  </a:lnTo>
                  <a:lnTo>
                    <a:pt x="2358" y="306"/>
                  </a:lnTo>
                  <a:lnTo>
                    <a:pt x="2358" y="306"/>
                  </a:lnTo>
                  <a:lnTo>
                    <a:pt x="2364" y="306"/>
                  </a:lnTo>
                  <a:lnTo>
                    <a:pt x="2364" y="306"/>
                  </a:lnTo>
                  <a:lnTo>
                    <a:pt x="2364" y="306"/>
                  </a:lnTo>
                  <a:lnTo>
                    <a:pt x="2364" y="306"/>
                  </a:lnTo>
                  <a:lnTo>
                    <a:pt x="2364" y="306"/>
                  </a:lnTo>
                  <a:lnTo>
                    <a:pt x="2364" y="306"/>
                  </a:lnTo>
                  <a:lnTo>
                    <a:pt x="2364" y="306"/>
                  </a:lnTo>
                  <a:lnTo>
                    <a:pt x="2364" y="306"/>
                  </a:lnTo>
                  <a:lnTo>
                    <a:pt x="2364" y="306"/>
                  </a:lnTo>
                  <a:lnTo>
                    <a:pt x="2370" y="306"/>
                  </a:lnTo>
                  <a:lnTo>
                    <a:pt x="2370" y="306"/>
                  </a:lnTo>
                  <a:lnTo>
                    <a:pt x="2370" y="306"/>
                  </a:lnTo>
                  <a:lnTo>
                    <a:pt x="2370" y="306"/>
                  </a:lnTo>
                  <a:lnTo>
                    <a:pt x="2370" y="306"/>
                  </a:lnTo>
                  <a:lnTo>
                    <a:pt x="2370" y="306"/>
                  </a:lnTo>
                  <a:lnTo>
                    <a:pt x="2370" y="306"/>
                  </a:lnTo>
                  <a:lnTo>
                    <a:pt x="2370" y="306"/>
                  </a:lnTo>
                  <a:lnTo>
                    <a:pt x="2376" y="306"/>
                  </a:lnTo>
                  <a:lnTo>
                    <a:pt x="2376" y="306"/>
                  </a:lnTo>
                  <a:lnTo>
                    <a:pt x="2376" y="306"/>
                  </a:lnTo>
                  <a:lnTo>
                    <a:pt x="2376" y="306"/>
                  </a:lnTo>
                  <a:lnTo>
                    <a:pt x="2376" y="306"/>
                  </a:lnTo>
                  <a:lnTo>
                    <a:pt x="2376" y="306"/>
                  </a:lnTo>
                  <a:lnTo>
                    <a:pt x="2376" y="306"/>
                  </a:lnTo>
                  <a:lnTo>
                    <a:pt x="2376" y="306"/>
                  </a:lnTo>
                  <a:lnTo>
                    <a:pt x="2382" y="306"/>
                  </a:lnTo>
                  <a:lnTo>
                    <a:pt x="2382" y="306"/>
                  </a:lnTo>
                  <a:lnTo>
                    <a:pt x="2382" y="306"/>
                  </a:lnTo>
                  <a:lnTo>
                    <a:pt x="2382" y="306"/>
                  </a:lnTo>
                  <a:lnTo>
                    <a:pt x="2382" y="306"/>
                  </a:lnTo>
                  <a:lnTo>
                    <a:pt x="2382" y="306"/>
                  </a:lnTo>
                  <a:lnTo>
                    <a:pt x="2382" y="306"/>
                  </a:lnTo>
                  <a:lnTo>
                    <a:pt x="2382" y="306"/>
                  </a:lnTo>
                  <a:lnTo>
                    <a:pt x="2382" y="306"/>
                  </a:lnTo>
                  <a:lnTo>
                    <a:pt x="2388" y="306"/>
                  </a:lnTo>
                  <a:lnTo>
                    <a:pt x="2388" y="306"/>
                  </a:lnTo>
                  <a:lnTo>
                    <a:pt x="2388" y="306"/>
                  </a:lnTo>
                  <a:lnTo>
                    <a:pt x="2388" y="306"/>
                  </a:lnTo>
                  <a:lnTo>
                    <a:pt x="2388" y="306"/>
                  </a:lnTo>
                  <a:lnTo>
                    <a:pt x="2388" y="306"/>
                  </a:lnTo>
                  <a:lnTo>
                    <a:pt x="2388" y="306"/>
                  </a:lnTo>
                  <a:lnTo>
                    <a:pt x="2388" y="306"/>
                  </a:lnTo>
                  <a:lnTo>
                    <a:pt x="2394" y="306"/>
                  </a:lnTo>
                  <a:lnTo>
                    <a:pt x="2394" y="306"/>
                  </a:lnTo>
                  <a:lnTo>
                    <a:pt x="2394" y="306"/>
                  </a:lnTo>
                  <a:lnTo>
                    <a:pt x="2394" y="306"/>
                  </a:lnTo>
                  <a:lnTo>
                    <a:pt x="2394" y="306"/>
                  </a:lnTo>
                  <a:lnTo>
                    <a:pt x="2394" y="306"/>
                  </a:lnTo>
                  <a:lnTo>
                    <a:pt x="2394" y="306"/>
                  </a:lnTo>
                  <a:lnTo>
                    <a:pt x="2394" y="306"/>
                  </a:lnTo>
                  <a:lnTo>
                    <a:pt x="2394" y="306"/>
                  </a:lnTo>
                  <a:lnTo>
                    <a:pt x="2400" y="306"/>
                  </a:lnTo>
                  <a:lnTo>
                    <a:pt x="2400" y="306"/>
                  </a:lnTo>
                  <a:lnTo>
                    <a:pt x="2400" y="306"/>
                  </a:lnTo>
                  <a:lnTo>
                    <a:pt x="2400" y="306"/>
                  </a:lnTo>
                  <a:lnTo>
                    <a:pt x="2400" y="306"/>
                  </a:lnTo>
                  <a:lnTo>
                    <a:pt x="2400" y="306"/>
                  </a:lnTo>
                  <a:lnTo>
                    <a:pt x="2400" y="306"/>
                  </a:lnTo>
                  <a:lnTo>
                    <a:pt x="2400" y="306"/>
                  </a:lnTo>
                  <a:lnTo>
                    <a:pt x="2406" y="306"/>
                  </a:lnTo>
                  <a:lnTo>
                    <a:pt x="2406" y="306"/>
                  </a:lnTo>
                  <a:lnTo>
                    <a:pt x="2406" y="306"/>
                  </a:lnTo>
                  <a:lnTo>
                    <a:pt x="2406" y="306"/>
                  </a:lnTo>
                  <a:lnTo>
                    <a:pt x="2406" y="306"/>
                  </a:lnTo>
                  <a:lnTo>
                    <a:pt x="2406" y="306"/>
                  </a:lnTo>
                  <a:lnTo>
                    <a:pt x="2406" y="306"/>
                  </a:lnTo>
                  <a:lnTo>
                    <a:pt x="2406" y="306"/>
                  </a:lnTo>
                  <a:lnTo>
                    <a:pt x="2412" y="306"/>
                  </a:lnTo>
                  <a:lnTo>
                    <a:pt x="2412" y="306"/>
                  </a:lnTo>
                  <a:lnTo>
                    <a:pt x="2412" y="306"/>
                  </a:lnTo>
                  <a:lnTo>
                    <a:pt x="2412" y="306"/>
                  </a:lnTo>
                  <a:lnTo>
                    <a:pt x="2412" y="306"/>
                  </a:lnTo>
                  <a:lnTo>
                    <a:pt x="2412" y="306"/>
                  </a:lnTo>
                  <a:lnTo>
                    <a:pt x="2412" y="306"/>
                  </a:lnTo>
                  <a:lnTo>
                    <a:pt x="2412" y="306"/>
                  </a:lnTo>
                  <a:lnTo>
                    <a:pt x="2412" y="306"/>
                  </a:lnTo>
                  <a:lnTo>
                    <a:pt x="2418" y="306"/>
                  </a:lnTo>
                  <a:lnTo>
                    <a:pt x="2418" y="306"/>
                  </a:lnTo>
                  <a:lnTo>
                    <a:pt x="2418" y="306"/>
                  </a:lnTo>
                  <a:lnTo>
                    <a:pt x="2418" y="306"/>
                  </a:lnTo>
                  <a:lnTo>
                    <a:pt x="2418" y="306"/>
                  </a:lnTo>
                  <a:lnTo>
                    <a:pt x="2418" y="306"/>
                  </a:lnTo>
                  <a:lnTo>
                    <a:pt x="2418" y="306"/>
                  </a:lnTo>
                  <a:lnTo>
                    <a:pt x="2418" y="306"/>
                  </a:lnTo>
                  <a:lnTo>
                    <a:pt x="2424" y="306"/>
                  </a:lnTo>
                  <a:lnTo>
                    <a:pt x="2424" y="306"/>
                  </a:lnTo>
                  <a:lnTo>
                    <a:pt x="2424" y="306"/>
                  </a:lnTo>
                  <a:lnTo>
                    <a:pt x="2424" y="306"/>
                  </a:lnTo>
                  <a:lnTo>
                    <a:pt x="2424" y="306"/>
                  </a:lnTo>
                  <a:lnTo>
                    <a:pt x="2424" y="306"/>
                  </a:lnTo>
                  <a:lnTo>
                    <a:pt x="2424" y="306"/>
                  </a:lnTo>
                  <a:lnTo>
                    <a:pt x="2424" y="306"/>
                  </a:lnTo>
                  <a:lnTo>
                    <a:pt x="2424" y="306"/>
                  </a:lnTo>
                  <a:lnTo>
                    <a:pt x="2430" y="306"/>
                  </a:lnTo>
                  <a:lnTo>
                    <a:pt x="2430" y="306"/>
                  </a:lnTo>
                  <a:lnTo>
                    <a:pt x="2430" y="300"/>
                  </a:lnTo>
                  <a:lnTo>
                    <a:pt x="2430" y="300"/>
                  </a:lnTo>
                  <a:lnTo>
                    <a:pt x="2430" y="300"/>
                  </a:lnTo>
                  <a:lnTo>
                    <a:pt x="2430" y="300"/>
                  </a:lnTo>
                  <a:lnTo>
                    <a:pt x="2430" y="300"/>
                  </a:lnTo>
                  <a:lnTo>
                    <a:pt x="2430" y="300"/>
                  </a:lnTo>
                  <a:lnTo>
                    <a:pt x="2436" y="300"/>
                  </a:lnTo>
                  <a:lnTo>
                    <a:pt x="2436" y="300"/>
                  </a:lnTo>
                  <a:lnTo>
                    <a:pt x="2436" y="300"/>
                  </a:lnTo>
                  <a:lnTo>
                    <a:pt x="2436" y="300"/>
                  </a:lnTo>
                  <a:lnTo>
                    <a:pt x="2436" y="300"/>
                  </a:lnTo>
                  <a:lnTo>
                    <a:pt x="2436" y="300"/>
                  </a:lnTo>
                  <a:lnTo>
                    <a:pt x="2436" y="300"/>
                  </a:lnTo>
                  <a:lnTo>
                    <a:pt x="2436" y="300"/>
                  </a:lnTo>
                  <a:lnTo>
                    <a:pt x="2436" y="300"/>
                  </a:lnTo>
                  <a:lnTo>
                    <a:pt x="2442" y="300"/>
                  </a:lnTo>
                  <a:lnTo>
                    <a:pt x="2442" y="300"/>
                  </a:lnTo>
                  <a:lnTo>
                    <a:pt x="2442" y="300"/>
                  </a:lnTo>
                  <a:lnTo>
                    <a:pt x="2442" y="300"/>
                  </a:lnTo>
                  <a:lnTo>
                    <a:pt x="2442" y="300"/>
                  </a:lnTo>
                  <a:lnTo>
                    <a:pt x="2442" y="300"/>
                  </a:lnTo>
                  <a:lnTo>
                    <a:pt x="2442" y="300"/>
                  </a:lnTo>
                  <a:lnTo>
                    <a:pt x="2442" y="300"/>
                  </a:lnTo>
                  <a:lnTo>
                    <a:pt x="2448" y="300"/>
                  </a:lnTo>
                  <a:lnTo>
                    <a:pt x="2448" y="300"/>
                  </a:lnTo>
                  <a:lnTo>
                    <a:pt x="2448" y="300"/>
                  </a:lnTo>
                  <a:lnTo>
                    <a:pt x="2448" y="300"/>
                  </a:lnTo>
                  <a:lnTo>
                    <a:pt x="2448" y="300"/>
                  </a:lnTo>
                  <a:lnTo>
                    <a:pt x="2448" y="300"/>
                  </a:lnTo>
                  <a:lnTo>
                    <a:pt x="2448" y="300"/>
                  </a:lnTo>
                  <a:lnTo>
                    <a:pt x="2448" y="300"/>
                  </a:lnTo>
                  <a:lnTo>
                    <a:pt x="2454" y="300"/>
                  </a:lnTo>
                  <a:lnTo>
                    <a:pt x="2454" y="300"/>
                  </a:lnTo>
                  <a:lnTo>
                    <a:pt x="2454" y="300"/>
                  </a:lnTo>
                  <a:lnTo>
                    <a:pt x="2454" y="300"/>
                  </a:lnTo>
                  <a:lnTo>
                    <a:pt x="2454" y="300"/>
                  </a:lnTo>
                  <a:lnTo>
                    <a:pt x="2454" y="300"/>
                  </a:lnTo>
                  <a:lnTo>
                    <a:pt x="2454" y="300"/>
                  </a:lnTo>
                  <a:lnTo>
                    <a:pt x="2454" y="300"/>
                  </a:lnTo>
                  <a:lnTo>
                    <a:pt x="2454" y="300"/>
                  </a:lnTo>
                  <a:lnTo>
                    <a:pt x="2460" y="300"/>
                  </a:lnTo>
                  <a:lnTo>
                    <a:pt x="2460" y="300"/>
                  </a:lnTo>
                  <a:lnTo>
                    <a:pt x="2460" y="300"/>
                  </a:lnTo>
                  <a:lnTo>
                    <a:pt x="2460" y="300"/>
                  </a:lnTo>
                  <a:lnTo>
                    <a:pt x="2460" y="300"/>
                  </a:lnTo>
                  <a:lnTo>
                    <a:pt x="2460" y="300"/>
                  </a:lnTo>
                  <a:lnTo>
                    <a:pt x="2460" y="300"/>
                  </a:lnTo>
                  <a:lnTo>
                    <a:pt x="2460" y="300"/>
                  </a:lnTo>
                  <a:lnTo>
                    <a:pt x="2466" y="300"/>
                  </a:lnTo>
                  <a:lnTo>
                    <a:pt x="2466" y="300"/>
                  </a:lnTo>
                  <a:lnTo>
                    <a:pt x="2466" y="300"/>
                  </a:lnTo>
                  <a:lnTo>
                    <a:pt x="2466" y="300"/>
                  </a:lnTo>
                  <a:lnTo>
                    <a:pt x="2466" y="300"/>
                  </a:lnTo>
                  <a:lnTo>
                    <a:pt x="2466" y="300"/>
                  </a:lnTo>
                  <a:lnTo>
                    <a:pt x="2466" y="300"/>
                  </a:lnTo>
                  <a:lnTo>
                    <a:pt x="2466" y="300"/>
                  </a:lnTo>
                  <a:lnTo>
                    <a:pt x="2466" y="300"/>
                  </a:lnTo>
                  <a:lnTo>
                    <a:pt x="2472" y="300"/>
                  </a:lnTo>
                  <a:lnTo>
                    <a:pt x="2472" y="300"/>
                  </a:lnTo>
                  <a:lnTo>
                    <a:pt x="2472" y="300"/>
                  </a:lnTo>
                  <a:lnTo>
                    <a:pt x="2472" y="300"/>
                  </a:lnTo>
                  <a:lnTo>
                    <a:pt x="2472" y="300"/>
                  </a:lnTo>
                  <a:lnTo>
                    <a:pt x="2472" y="300"/>
                  </a:lnTo>
                  <a:lnTo>
                    <a:pt x="2472" y="300"/>
                  </a:lnTo>
                  <a:lnTo>
                    <a:pt x="2472" y="300"/>
                  </a:lnTo>
                  <a:lnTo>
                    <a:pt x="2478" y="300"/>
                  </a:lnTo>
                  <a:lnTo>
                    <a:pt x="2478" y="300"/>
                  </a:lnTo>
                  <a:lnTo>
                    <a:pt x="2478" y="300"/>
                  </a:lnTo>
                  <a:lnTo>
                    <a:pt x="2478" y="300"/>
                  </a:lnTo>
                  <a:lnTo>
                    <a:pt x="2478" y="300"/>
                  </a:lnTo>
                  <a:lnTo>
                    <a:pt x="2478" y="300"/>
                  </a:lnTo>
                  <a:lnTo>
                    <a:pt x="2478" y="300"/>
                  </a:lnTo>
                  <a:lnTo>
                    <a:pt x="2478" y="300"/>
                  </a:lnTo>
                  <a:lnTo>
                    <a:pt x="2478" y="300"/>
                  </a:lnTo>
                  <a:lnTo>
                    <a:pt x="2484" y="300"/>
                  </a:lnTo>
                  <a:lnTo>
                    <a:pt x="2484" y="300"/>
                  </a:lnTo>
                  <a:lnTo>
                    <a:pt x="2484" y="300"/>
                  </a:lnTo>
                  <a:lnTo>
                    <a:pt x="2484" y="300"/>
                  </a:lnTo>
                  <a:lnTo>
                    <a:pt x="2484" y="300"/>
                  </a:lnTo>
                  <a:lnTo>
                    <a:pt x="2484" y="300"/>
                  </a:lnTo>
                  <a:lnTo>
                    <a:pt x="2484" y="300"/>
                  </a:lnTo>
                  <a:lnTo>
                    <a:pt x="2724" y="270"/>
                  </a:lnTo>
                  <a:lnTo>
                    <a:pt x="2724" y="270"/>
                  </a:lnTo>
                  <a:lnTo>
                    <a:pt x="2724" y="270"/>
                  </a:lnTo>
                  <a:lnTo>
                    <a:pt x="2724" y="270"/>
                  </a:lnTo>
                  <a:lnTo>
                    <a:pt x="2724" y="270"/>
                  </a:lnTo>
                  <a:lnTo>
                    <a:pt x="2724" y="270"/>
                  </a:lnTo>
                  <a:lnTo>
                    <a:pt x="2724" y="270"/>
                  </a:lnTo>
                  <a:lnTo>
                    <a:pt x="2724" y="270"/>
                  </a:lnTo>
                  <a:lnTo>
                    <a:pt x="2730" y="270"/>
                  </a:lnTo>
                  <a:lnTo>
                    <a:pt x="2730" y="270"/>
                  </a:lnTo>
                  <a:lnTo>
                    <a:pt x="2730" y="270"/>
                  </a:lnTo>
                  <a:lnTo>
                    <a:pt x="2730" y="270"/>
                  </a:lnTo>
                  <a:lnTo>
                    <a:pt x="2730" y="270"/>
                  </a:lnTo>
                  <a:lnTo>
                    <a:pt x="2730" y="270"/>
                  </a:lnTo>
                  <a:lnTo>
                    <a:pt x="2730" y="270"/>
                  </a:lnTo>
                  <a:lnTo>
                    <a:pt x="2730" y="270"/>
                  </a:lnTo>
                  <a:lnTo>
                    <a:pt x="2730" y="270"/>
                  </a:lnTo>
                  <a:lnTo>
                    <a:pt x="2736" y="270"/>
                  </a:lnTo>
                  <a:lnTo>
                    <a:pt x="2736" y="270"/>
                  </a:lnTo>
                  <a:lnTo>
                    <a:pt x="2736" y="270"/>
                  </a:lnTo>
                  <a:lnTo>
                    <a:pt x="2736" y="270"/>
                  </a:lnTo>
                  <a:lnTo>
                    <a:pt x="2736" y="270"/>
                  </a:lnTo>
                  <a:lnTo>
                    <a:pt x="2736" y="270"/>
                  </a:lnTo>
                  <a:lnTo>
                    <a:pt x="2736" y="270"/>
                  </a:lnTo>
                  <a:lnTo>
                    <a:pt x="2736" y="270"/>
                  </a:lnTo>
                  <a:lnTo>
                    <a:pt x="2742" y="270"/>
                  </a:lnTo>
                  <a:lnTo>
                    <a:pt x="2742" y="270"/>
                  </a:lnTo>
                  <a:lnTo>
                    <a:pt x="2742" y="270"/>
                  </a:lnTo>
                  <a:lnTo>
                    <a:pt x="2742" y="270"/>
                  </a:lnTo>
                  <a:lnTo>
                    <a:pt x="2742" y="270"/>
                  </a:lnTo>
                  <a:lnTo>
                    <a:pt x="2742" y="270"/>
                  </a:lnTo>
                  <a:lnTo>
                    <a:pt x="2742" y="270"/>
                  </a:lnTo>
                  <a:lnTo>
                    <a:pt x="2742" y="270"/>
                  </a:lnTo>
                  <a:lnTo>
                    <a:pt x="2742" y="270"/>
                  </a:lnTo>
                  <a:lnTo>
                    <a:pt x="2748" y="270"/>
                  </a:lnTo>
                  <a:lnTo>
                    <a:pt x="2748" y="270"/>
                  </a:lnTo>
                  <a:lnTo>
                    <a:pt x="2748" y="270"/>
                  </a:lnTo>
                  <a:lnTo>
                    <a:pt x="2748" y="270"/>
                  </a:lnTo>
                  <a:lnTo>
                    <a:pt x="2748" y="270"/>
                  </a:lnTo>
                  <a:lnTo>
                    <a:pt x="2748" y="270"/>
                  </a:lnTo>
                  <a:lnTo>
                    <a:pt x="2748" y="264"/>
                  </a:lnTo>
                  <a:lnTo>
                    <a:pt x="2748" y="264"/>
                  </a:lnTo>
                  <a:lnTo>
                    <a:pt x="2754" y="264"/>
                  </a:lnTo>
                  <a:lnTo>
                    <a:pt x="2754" y="264"/>
                  </a:lnTo>
                  <a:lnTo>
                    <a:pt x="2754" y="264"/>
                  </a:lnTo>
                  <a:lnTo>
                    <a:pt x="2754" y="264"/>
                  </a:lnTo>
                  <a:lnTo>
                    <a:pt x="2754" y="264"/>
                  </a:lnTo>
                  <a:lnTo>
                    <a:pt x="2754" y="264"/>
                  </a:lnTo>
                  <a:lnTo>
                    <a:pt x="2754" y="264"/>
                  </a:lnTo>
                  <a:lnTo>
                    <a:pt x="2754" y="264"/>
                  </a:lnTo>
                  <a:lnTo>
                    <a:pt x="2754" y="264"/>
                  </a:lnTo>
                  <a:lnTo>
                    <a:pt x="2760" y="264"/>
                  </a:lnTo>
                  <a:lnTo>
                    <a:pt x="2760" y="264"/>
                  </a:lnTo>
                  <a:lnTo>
                    <a:pt x="2760" y="264"/>
                  </a:lnTo>
                  <a:lnTo>
                    <a:pt x="2760" y="264"/>
                  </a:lnTo>
                  <a:lnTo>
                    <a:pt x="2760" y="264"/>
                  </a:lnTo>
                  <a:lnTo>
                    <a:pt x="2760" y="264"/>
                  </a:lnTo>
                  <a:lnTo>
                    <a:pt x="2760" y="264"/>
                  </a:lnTo>
                  <a:lnTo>
                    <a:pt x="2760" y="264"/>
                  </a:lnTo>
                  <a:lnTo>
                    <a:pt x="2766" y="264"/>
                  </a:lnTo>
                  <a:lnTo>
                    <a:pt x="2766" y="264"/>
                  </a:lnTo>
                  <a:lnTo>
                    <a:pt x="2766" y="264"/>
                  </a:lnTo>
                  <a:lnTo>
                    <a:pt x="2766" y="264"/>
                  </a:lnTo>
                  <a:lnTo>
                    <a:pt x="2766" y="264"/>
                  </a:lnTo>
                  <a:lnTo>
                    <a:pt x="2766" y="264"/>
                  </a:lnTo>
                  <a:lnTo>
                    <a:pt x="2766" y="264"/>
                  </a:lnTo>
                  <a:lnTo>
                    <a:pt x="2766" y="264"/>
                  </a:lnTo>
                  <a:lnTo>
                    <a:pt x="2772" y="264"/>
                  </a:lnTo>
                  <a:lnTo>
                    <a:pt x="2772" y="264"/>
                  </a:lnTo>
                  <a:lnTo>
                    <a:pt x="2772" y="264"/>
                  </a:lnTo>
                  <a:lnTo>
                    <a:pt x="2772" y="264"/>
                  </a:lnTo>
                  <a:lnTo>
                    <a:pt x="2772" y="264"/>
                  </a:lnTo>
                  <a:lnTo>
                    <a:pt x="2772" y="264"/>
                  </a:lnTo>
                  <a:lnTo>
                    <a:pt x="2772" y="264"/>
                  </a:lnTo>
                  <a:lnTo>
                    <a:pt x="2772" y="264"/>
                  </a:lnTo>
                  <a:lnTo>
                    <a:pt x="2772" y="264"/>
                  </a:lnTo>
                  <a:lnTo>
                    <a:pt x="2778" y="264"/>
                  </a:lnTo>
                  <a:lnTo>
                    <a:pt x="2778" y="264"/>
                  </a:lnTo>
                  <a:lnTo>
                    <a:pt x="2778" y="264"/>
                  </a:lnTo>
                  <a:lnTo>
                    <a:pt x="2778" y="264"/>
                  </a:lnTo>
                  <a:lnTo>
                    <a:pt x="2778" y="264"/>
                  </a:lnTo>
                  <a:lnTo>
                    <a:pt x="2778" y="264"/>
                  </a:lnTo>
                  <a:lnTo>
                    <a:pt x="2778" y="264"/>
                  </a:lnTo>
                  <a:lnTo>
                    <a:pt x="2778" y="264"/>
                  </a:lnTo>
                  <a:lnTo>
                    <a:pt x="2784" y="264"/>
                  </a:lnTo>
                  <a:lnTo>
                    <a:pt x="2784" y="264"/>
                  </a:lnTo>
                  <a:lnTo>
                    <a:pt x="2784" y="264"/>
                  </a:lnTo>
                  <a:lnTo>
                    <a:pt x="2784" y="264"/>
                  </a:lnTo>
                  <a:lnTo>
                    <a:pt x="2784" y="264"/>
                  </a:lnTo>
                  <a:lnTo>
                    <a:pt x="2784" y="264"/>
                  </a:lnTo>
                  <a:lnTo>
                    <a:pt x="2784" y="264"/>
                  </a:lnTo>
                  <a:lnTo>
                    <a:pt x="2784" y="264"/>
                  </a:lnTo>
                  <a:lnTo>
                    <a:pt x="2784" y="264"/>
                  </a:lnTo>
                  <a:lnTo>
                    <a:pt x="2790" y="264"/>
                  </a:lnTo>
                  <a:lnTo>
                    <a:pt x="2790" y="264"/>
                  </a:lnTo>
                  <a:lnTo>
                    <a:pt x="2790" y="264"/>
                  </a:lnTo>
                  <a:lnTo>
                    <a:pt x="2790" y="258"/>
                  </a:lnTo>
                  <a:lnTo>
                    <a:pt x="2790" y="258"/>
                  </a:lnTo>
                  <a:lnTo>
                    <a:pt x="2790" y="258"/>
                  </a:lnTo>
                  <a:lnTo>
                    <a:pt x="2790" y="258"/>
                  </a:lnTo>
                  <a:lnTo>
                    <a:pt x="2790" y="258"/>
                  </a:lnTo>
                  <a:lnTo>
                    <a:pt x="2796" y="258"/>
                  </a:lnTo>
                  <a:lnTo>
                    <a:pt x="2796" y="258"/>
                  </a:lnTo>
                  <a:lnTo>
                    <a:pt x="2796" y="258"/>
                  </a:lnTo>
                  <a:lnTo>
                    <a:pt x="2796" y="258"/>
                  </a:lnTo>
                  <a:lnTo>
                    <a:pt x="2796" y="258"/>
                  </a:lnTo>
                  <a:lnTo>
                    <a:pt x="2796" y="258"/>
                  </a:lnTo>
                  <a:lnTo>
                    <a:pt x="2796" y="258"/>
                  </a:lnTo>
                  <a:lnTo>
                    <a:pt x="2796" y="258"/>
                  </a:lnTo>
                  <a:lnTo>
                    <a:pt x="2796" y="258"/>
                  </a:lnTo>
                  <a:lnTo>
                    <a:pt x="2802" y="258"/>
                  </a:lnTo>
                  <a:lnTo>
                    <a:pt x="2802" y="258"/>
                  </a:lnTo>
                  <a:lnTo>
                    <a:pt x="2802" y="258"/>
                  </a:lnTo>
                  <a:lnTo>
                    <a:pt x="2802" y="258"/>
                  </a:lnTo>
                  <a:lnTo>
                    <a:pt x="2802" y="258"/>
                  </a:lnTo>
                  <a:lnTo>
                    <a:pt x="2802" y="258"/>
                  </a:lnTo>
                  <a:lnTo>
                    <a:pt x="2802" y="258"/>
                  </a:lnTo>
                  <a:lnTo>
                    <a:pt x="2802" y="258"/>
                  </a:lnTo>
                  <a:lnTo>
                    <a:pt x="2808" y="258"/>
                  </a:lnTo>
                  <a:lnTo>
                    <a:pt x="2808" y="258"/>
                  </a:lnTo>
                  <a:lnTo>
                    <a:pt x="2808" y="258"/>
                  </a:lnTo>
                  <a:lnTo>
                    <a:pt x="2808" y="258"/>
                  </a:lnTo>
                  <a:lnTo>
                    <a:pt x="2808" y="258"/>
                  </a:lnTo>
                  <a:lnTo>
                    <a:pt x="2808" y="258"/>
                  </a:lnTo>
                  <a:lnTo>
                    <a:pt x="2808" y="258"/>
                  </a:lnTo>
                  <a:lnTo>
                    <a:pt x="2808" y="258"/>
                  </a:lnTo>
                  <a:lnTo>
                    <a:pt x="2814" y="258"/>
                  </a:lnTo>
                  <a:lnTo>
                    <a:pt x="2814" y="258"/>
                  </a:lnTo>
                  <a:lnTo>
                    <a:pt x="2814" y="258"/>
                  </a:lnTo>
                  <a:lnTo>
                    <a:pt x="2814" y="258"/>
                  </a:lnTo>
                  <a:lnTo>
                    <a:pt x="2814" y="258"/>
                  </a:lnTo>
                  <a:lnTo>
                    <a:pt x="2814" y="258"/>
                  </a:lnTo>
                  <a:lnTo>
                    <a:pt x="2814" y="258"/>
                  </a:lnTo>
                  <a:lnTo>
                    <a:pt x="2814" y="258"/>
                  </a:lnTo>
                  <a:lnTo>
                    <a:pt x="2814" y="258"/>
                  </a:lnTo>
                  <a:lnTo>
                    <a:pt x="2820" y="258"/>
                  </a:lnTo>
                  <a:lnTo>
                    <a:pt x="2820" y="258"/>
                  </a:lnTo>
                  <a:lnTo>
                    <a:pt x="2820" y="258"/>
                  </a:lnTo>
                  <a:lnTo>
                    <a:pt x="2820" y="258"/>
                  </a:lnTo>
                  <a:lnTo>
                    <a:pt x="2820" y="258"/>
                  </a:lnTo>
                  <a:lnTo>
                    <a:pt x="2820" y="258"/>
                  </a:lnTo>
                  <a:lnTo>
                    <a:pt x="2820" y="258"/>
                  </a:lnTo>
                  <a:lnTo>
                    <a:pt x="2820" y="258"/>
                  </a:lnTo>
                  <a:lnTo>
                    <a:pt x="2826" y="258"/>
                  </a:lnTo>
                  <a:lnTo>
                    <a:pt x="2826" y="258"/>
                  </a:lnTo>
                  <a:lnTo>
                    <a:pt x="2826" y="258"/>
                  </a:lnTo>
                  <a:lnTo>
                    <a:pt x="2826" y="258"/>
                  </a:lnTo>
                  <a:lnTo>
                    <a:pt x="2826" y="258"/>
                  </a:lnTo>
                  <a:lnTo>
                    <a:pt x="2826" y="258"/>
                  </a:lnTo>
                  <a:lnTo>
                    <a:pt x="2826" y="252"/>
                  </a:lnTo>
                  <a:lnTo>
                    <a:pt x="2826" y="252"/>
                  </a:lnTo>
                  <a:lnTo>
                    <a:pt x="2826" y="252"/>
                  </a:lnTo>
                  <a:lnTo>
                    <a:pt x="2832" y="252"/>
                  </a:lnTo>
                  <a:lnTo>
                    <a:pt x="2832" y="252"/>
                  </a:lnTo>
                  <a:lnTo>
                    <a:pt x="2832" y="252"/>
                  </a:lnTo>
                  <a:lnTo>
                    <a:pt x="2832" y="252"/>
                  </a:lnTo>
                  <a:lnTo>
                    <a:pt x="2832" y="252"/>
                  </a:lnTo>
                  <a:lnTo>
                    <a:pt x="2832" y="252"/>
                  </a:lnTo>
                  <a:lnTo>
                    <a:pt x="2832" y="252"/>
                  </a:lnTo>
                  <a:lnTo>
                    <a:pt x="2832" y="252"/>
                  </a:lnTo>
                  <a:lnTo>
                    <a:pt x="2838" y="252"/>
                  </a:lnTo>
                  <a:lnTo>
                    <a:pt x="2838" y="252"/>
                  </a:lnTo>
                  <a:lnTo>
                    <a:pt x="2838" y="252"/>
                  </a:lnTo>
                  <a:lnTo>
                    <a:pt x="2838" y="252"/>
                  </a:lnTo>
                  <a:lnTo>
                    <a:pt x="2838" y="252"/>
                  </a:lnTo>
                  <a:lnTo>
                    <a:pt x="2838" y="252"/>
                  </a:lnTo>
                  <a:lnTo>
                    <a:pt x="2838" y="252"/>
                  </a:lnTo>
                  <a:lnTo>
                    <a:pt x="2838" y="252"/>
                  </a:lnTo>
                  <a:lnTo>
                    <a:pt x="2844" y="252"/>
                  </a:lnTo>
                  <a:lnTo>
                    <a:pt x="2844" y="252"/>
                  </a:lnTo>
                  <a:lnTo>
                    <a:pt x="2844" y="252"/>
                  </a:lnTo>
                  <a:lnTo>
                    <a:pt x="2844" y="252"/>
                  </a:lnTo>
                  <a:lnTo>
                    <a:pt x="2844" y="252"/>
                  </a:lnTo>
                  <a:lnTo>
                    <a:pt x="2844" y="252"/>
                  </a:lnTo>
                  <a:lnTo>
                    <a:pt x="2844" y="252"/>
                  </a:lnTo>
                  <a:lnTo>
                    <a:pt x="2844" y="252"/>
                  </a:lnTo>
                  <a:lnTo>
                    <a:pt x="2844" y="252"/>
                  </a:lnTo>
                  <a:lnTo>
                    <a:pt x="2850" y="252"/>
                  </a:lnTo>
                  <a:lnTo>
                    <a:pt x="2850" y="252"/>
                  </a:lnTo>
                  <a:lnTo>
                    <a:pt x="2850" y="252"/>
                  </a:lnTo>
                  <a:lnTo>
                    <a:pt x="2850" y="252"/>
                  </a:lnTo>
                  <a:lnTo>
                    <a:pt x="2850" y="252"/>
                  </a:lnTo>
                  <a:lnTo>
                    <a:pt x="2850" y="252"/>
                  </a:lnTo>
                  <a:lnTo>
                    <a:pt x="2850" y="252"/>
                  </a:lnTo>
                  <a:lnTo>
                    <a:pt x="2850" y="252"/>
                  </a:lnTo>
                  <a:lnTo>
                    <a:pt x="2856" y="252"/>
                  </a:lnTo>
                  <a:lnTo>
                    <a:pt x="2856" y="252"/>
                  </a:lnTo>
                  <a:lnTo>
                    <a:pt x="2856" y="252"/>
                  </a:lnTo>
                  <a:lnTo>
                    <a:pt x="2856" y="252"/>
                  </a:lnTo>
                  <a:lnTo>
                    <a:pt x="2856" y="252"/>
                  </a:lnTo>
                  <a:lnTo>
                    <a:pt x="2856" y="252"/>
                  </a:lnTo>
                  <a:lnTo>
                    <a:pt x="2856" y="252"/>
                  </a:lnTo>
                  <a:lnTo>
                    <a:pt x="2856" y="252"/>
                  </a:lnTo>
                  <a:lnTo>
                    <a:pt x="2856" y="252"/>
                  </a:lnTo>
                  <a:lnTo>
                    <a:pt x="2862" y="252"/>
                  </a:lnTo>
                  <a:lnTo>
                    <a:pt x="2862" y="252"/>
                  </a:lnTo>
                  <a:lnTo>
                    <a:pt x="2862" y="252"/>
                  </a:lnTo>
                  <a:lnTo>
                    <a:pt x="2862" y="252"/>
                  </a:lnTo>
                  <a:lnTo>
                    <a:pt x="2862" y="252"/>
                  </a:lnTo>
                  <a:lnTo>
                    <a:pt x="2862" y="252"/>
                  </a:lnTo>
                  <a:lnTo>
                    <a:pt x="2862" y="252"/>
                  </a:lnTo>
                  <a:lnTo>
                    <a:pt x="2862" y="252"/>
                  </a:lnTo>
                  <a:lnTo>
                    <a:pt x="2868" y="246"/>
                  </a:lnTo>
                  <a:lnTo>
                    <a:pt x="2868" y="246"/>
                  </a:lnTo>
                  <a:lnTo>
                    <a:pt x="2868" y="246"/>
                  </a:lnTo>
                  <a:lnTo>
                    <a:pt x="2868" y="246"/>
                  </a:lnTo>
                  <a:lnTo>
                    <a:pt x="2868" y="246"/>
                  </a:lnTo>
                  <a:lnTo>
                    <a:pt x="2868" y="246"/>
                  </a:lnTo>
                  <a:lnTo>
                    <a:pt x="2868" y="246"/>
                  </a:lnTo>
                  <a:lnTo>
                    <a:pt x="2868" y="246"/>
                  </a:lnTo>
                  <a:lnTo>
                    <a:pt x="2868" y="246"/>
                  </a:lnTo>
                  <a:lnTo>
                    <a:pt x="2874" y="246"/>
                  </a:lnTo>
                  <a:lnTo>
                    <a:pt x="2874" y="246"/>
                  </a:lnTo>
                  <a:lnTo>
                    <a:pt x="2874" y="246"/>
                  </a:lnTo>
                  <a:lnTo>
                    <a:pt x="2874" y="246"/>
                  </a:lnTo>
                  <a:lnTo>
                    <a:pt x="2874" y="246"/>
                  </a:lnTo>
                  <a:lnTo>
                    <a:pt x="2874" y="246"/>
                  </a:lnTo>
                  <a:lnTo>
                    <a:pt x="2874" y="246"/>
                  </a:lnTo>
                  <a:lnTo>
                    <a:pt x="2874" y="246"/>
                  </a:lnTo>
                  <a:lnTo>
                    <a:pt x="2880" y="246"/>
                  </a:lnTo>
                  <a:lnTo>
                    <a:pt x="2880" y="246"/>
                  </a:lnTo>
                  <a:lnTo>
                    <a:pt x="2880" y="246"/>
                  </a:lnTo>
                  <a:lnTo>
                    <a:pt x="2880" y="246"/>
                  </a:lnTo>
                  <a:lnTo>
                    <a:pt x="2880" y="246"/>
                  </a:lnTo>
                  <a:lnTo>
                    <a:pt x="2880" y="246"/>
                  </a:lnTo>
                  <a:lnTo>
                    <a:pt x="3114" y="198"/>
                  </a:lnTo>
                  <a:lnTo>
                    <a:pt x="3114" y="198"/>
                  </a:lnTo>
                  <a:lnTo>
                    <a:pt x="3120" y="198"/>
                  </a:lnTo>
                  <a:lnTo>
                    <a:pt x="3120" y="198"/>
                  </a:lnTo>
                  <a:lnTo>
                    <a:pt x="3120" y="198"/>
                  </a:lnTo>
                  <a:lnTo>
                    <a:pt x="3120" y="198"/>
                  </a:lnTo>
                  <a:lnTo>
                    <a:pt x="3120" y="198"/>
                  </a:lnTo>
                  <a:lnTo>
                    <a:pt x="3120" y="198"/>
                  </a:lnTo>
                  <a:lnTo>
                    <a:pt x="3120" y="198"/>
                  </a:lnTo>
                  <a:lnTo>
                    <a:pt x="3120" y="198"/>
                  </a:lnTo>
                  <a:lnTo>
                    <a:pt x="3126" y="198"/>
                  </a:lnTo>
                  <a:lnTo>
                    <a:pt x="3126" y="198"/>
                  </a:lnTo>
                  <a:lnTo>
                    <a:pt x="3126" y="198"/>
                  </a:lnTo>
                  <a:lnTo>
                    <a:pt x="3126" y="198"/>
                  </a:lnTo>
                  <a:lnTo>
                    <a:pt x="3126" y="198"/>
                  </a:lnTo>
                  <a:lnTo>
                    <a:pt x="3126" y="198"/>
                  </a:lnTo>
                  <a:lnTo>
                    <a:pt x="3126" y="198"/>
                  </a:lnTo>
                  <a:lnTo>
                    <a:pt x="3126" y="198"/>
                  </a:lnTo>
                  <a:lnTo>
                    <a:pt x="3132" y="198"/>
                  </a:lnTo>
                  <a:lnTo>
                    <a:pt x="3132" y="198"/>
                  </a:lnTo>
                  <a:lnTo>
                    <a:pt x="3132" y="198"/>
                  </a:lnTo>
                  <a:lnTo>
                    <a:pt x="3132" y="198"/>
                  </a:lnTo>
                  <a:lnTo>
                    <a:pt x="3132" y="198"/>
                  </a:lnTo>
                  <a:lnTo>
                    <a:pt x="3132" y="198"/>
                  </a:lnTo>
                  <a:lnTo>
                    <a:pt x="3132" y="198"/>
                  </a:lnTo>
                  <a:lnTo>
                    <a:pt x="3132" y="198"/>
                  </a:lnTo>
                  <a:lnTo>
                    <a:pt x="3132" y="192"/>
                  </a:lnTo>
                  <a:lnTo>
                    <a:pt x="3138" y="192"/>
                  </a:lnTo>
                  <a:lnTo>
                    <a:pt x="3138" y="192"/>
                  </a:lnTo>
                  <a:lnTo>
                    <a:pt x="3138" y="192"/>
                  </a:lnTo>
                  <a:lnTo>
                    <a:pt x="3138" y="192"/>
                  </a:lnTo>
                  <a:lnTo>
                    <a:pt x="3138" y="192"/>
                  </a:lnTo>
                  <a:lnTo>
                    <a:pt x="3138" y="192"/>
                  </a:lnTo>
                  <a:lnTo>
                    <a:pt x="3138" y="192"/>
                  </a:lnTo>
                  <a:lnTo>
                    <a:pt x="3138" y="192"/>
                  </a:lnTo>
                  <a:lnTo>
                    <a:pt x="3144" y="192"/>
                  </a:lnTo>
                  <a:lnTo>
                    <a:pt x="3144" y="192"/>
                  </a:lnTo>
                  <a:lnTo>
                    <a:pt x="3144" y="192"/>
                  </a:lnTo>
                  <a:lnTo>
                    <a:pt x="3144" y="192"/>
                  </a:lnTo>
                  <a:lnTo>
                    <a:pt x="3144" y="192"/>
                  </a:lnTo>
                  <a:lnTo>
                    <a:pt x="3144" y="192"/>
                  </a:lnTo>
                  <a:lnTo>
                    <a:pt x="3144" y="192"/>
                  </a:lnTo>
                  <a:lnTo>
                    <a:pt x="3144" y="192"/>
                  </a:lnTo>
                  <a:lnTo>
                    <a:pt x="3144" y="192"/>
                  </a:lnTo>
                  <a:lnTo>
                    <a:pt x="3150" y="192"/>
                  </a:lnTo>
                  <a:lnTo>
                    <a:pt x="3150" y="192"/>
                  </a:lnTo>
                  <a:lnTo>
                    <a:pt x="3150" y="192"/>
                  </a:lnTo>
                  <a:lnTo>
                    <a:pt x="3150" y="192"/>
                  </a:lnTo>
                  <a:lnTo>
                    <a:pt x="3150" y="192"/>
                  </a:lnTo>
                  <a:lnTo>
                    <a:pt x="3150" y="192"/>
                  </a:lnTo>
                  <a:lnTo>
                    <a:pt x="3150" y="192"/>
                  </a:lnTo>
                  <a:lnTo>
                    <a:pt x="3150" y="192"/>
                  </a:lnTo>
                  <a:lnTo>
                    <a:pt x="3156" y="192"/>
                  </a:lnTo>
                  <a:lnTo>
                    <a:pt x="3156" y="192"/>
                  </a:lnTo>
                  <a:lnTo>
                    <a:pt x="3156" y="192"/>
                  </a:lnTo>
                  <a:lnTo>
                    <a:pt x="3156" y="192"/>
                  </a:lnTo>
                  <a:lnTo>
                    <a:pt x="3156" y="192"/>
                  </a:lnTo>
                  <a:lnTo>
                    <a:pt x="3156" y="192"/>
                  </a:lnTo>
                  <a:lnTo>
                    <a:pt x="3156" y="192"/>
                  </a:lnTo>
                  <a:lnTo>
                    <a:pt x="3156" y="192"/>
                  </a:lnTo>
                  <a:lnTo>
                    <a:pt x="3162" y="192"/>
                  </a:lnTo>
                  <a:lnTo>
                    <a:pt x="3162" y="186"/>
                  </a:lnTo>
                  <a:lnTo>
                    <a:pt x="3162" y="186"/>
                  </a:lnTo>
                  <a:lnTo>
                    <a:pt x="3162" y="186"/>
                  </a:lnTo>
                  <a:lnTo>
                    <a:pt x="3162" y="186"/>
                  </a:lnTo>
                  <a:lnTo>
                    <a:pt x="3162" y="186"/>
                  </a:lnTo>
                  <a:lnTo>
                    <a:pt x="3162" y="186"/>
                  </a:lnTo>
                  <a:lnTo>
                    <a:pt x="3162" y="186"/>
                  </a:lnTo>
                  <a:lnTo>
                    <a:pt x="3162" y="186"/>
                  </a:lnTo>
                  <a:lnTo>
                    <a:pt x="3168" y="186"/>
                  </a:lnTo>
                  <a:lnTo>
                    <a:pt x="3168" y="186"/>
                  </a:lnTo>
                  <a:lnTo>
                    <a:pt x="3168" y="186"/>
                  </a:lnTo>
                  <a:lnTo>
                    <a:pt x="3168" y="186"/>
                  </a:lnTo>
                  <a:lnTo>
                    <a:pt x="3168" y="186"/>
                  </a:lnTo>
                  <a:lnTo>
                    <a:pt x="3168" y="186"/>
                  </a:lnTo>
                  <a:lnTo>
                    <a:pt x="3168" y="186"/>
                  </a:lnTo>
                  <a:lnTo>
                    <a:pt x="3168" y="186"/>
                  </a:lnTo>
                  <a:lnTo>
                    <a:pt x="3174" y="186"/>
                  </a:lnTo>
                  <a:lnTo>
                    <a:pt x="3174" y="186"/>
                  </a:lnTo>
                  <a:lnTo>
                    <a:pt x="3174" y="186"/>
                  </a:lnTo>
                  <a:lnTo>
                    <a:pt x="3174" y="186"/>
                  </a:lnTo>
                  <a:lnTo>
                    <a:pt x="3174" y="186"/>
                  </a:lnTo>
                  <a:lnTo>
                    <a:pt x="3174" y="186"/>
                  </a:lnTo>
                  <a:lnTo>
                    <a:pt x="3174" y="186"/>
                  </a:lnTo>
                  <a:lnTo>
                    <a:pt x="3174" y="186"/>
                  </a:lnTo>
                  <a:lnTo>
                    <a:pt x="3174" y="186"/>
                  </a:lnTo>
                  <a:lnTo>
                    <a:pt x="3180" y="186"/>
                  </a:lnTo>
                  <a:lnTo>
                    <a:pt x="3180" y="186"/>
                  </a:lnTo>
                  <a:lnTo>
                    <a:pt x="3180" y="186"/>
                  </a:lnTo>
                  <a:lnTo>
                    <a:pt x="3180" y="186"/>
                  </a:lnTo>
                  <a:lnTo>
                    <a:pt x="3180" y="186"/>
                  </a:lnTo>
                  <a:lnTo>
                    <a:pt x="3180" y="186"/>
                  </a:lnTo>
                  <a:lnTo>
                    <a:pt x="3180" y="186"/>
                  </a:lnTo>
                  <a:lnTo>
                    <a:pt x="3180" y="186"/>
                  </a:lnTo>
                  <a:lnTo>
                    <a:pt x="3186" y="186"/>
                  </a:lnTo>
                  <a:lnTo>
                    <a:pt x="3186" y="186"/>
                  </a:lnTo>
                  <a:lnTo>
                    <a:pt x="3186" y="180"/>
                  </a:lnTo>
                  <a:lnTo>
                    <a:pt x="3186" y="180"/>
                  </a:lnTo>
                  <a:lnTo>
                    <a:pt x="3186" y="180"/>
                  </a:lnTo>
                  <a:lnTo>
                    <a:pt x="3186" y="180"/>
                  </a:lnTo>
                  <a:lnTo>
                    <a:pt x="3186" y="180"/>
                  </a:lnTo>
                  <a:lnTo>
                    <a:pt x="3186" y="180"/>
                  </a:lnTo>
                  <a:lnTo>
                    <a:pt x="3186" y="180"/>
                  </a:lnTo>
                  <a:lnTo>
                    <a:pt x="3192" y="180"/>
                  </a:lnTo>
                  <a:lnTo>
                    <a:pt x="3192" y="180"/>
                  </a:lnTo>
                  <a:lnTo>
                    <a:pt x="3192" y="180"/>
                  </a:lnTo>
                  <a:lnTo>
                    <a:pt x="3192" y="180"/>
                  </a:lnTo>
                  <a:lnTo>
                    <a:pt x="3192" y="180"/>
                  </a:lnTo>
                  <a:lnTo>
                    <a:pt x="3192" y="180"/>
                  </a:lnTo>
                  <a:lnTo>
                    <a:pt x="3192" y="180"/>
                  </a:lnTo>
                  <a:lnTo>
                    <a:pt x="3192" y="180"/>
                  </a:lnTo>
                  <a:lnTo>
                    <a:pt x="3198" y="180"/>
                  </a:lnTo>
                  <a:lnTo>
                    <a:pt x="3198" y="180"/>
                  </a:lnTo>
                  <a:lnTo>
                    <a:pt x="3198" y="180"/>
                  </a:lnTo>
                  <a:lnTo>
                    <a:pt x="3198" y="180"/>
                  </a:lnTo>
                  <a:lnTo>
                    <a:pt x="3198" y="180"/>
                  </a:lnTo>
                  <a:lnTo>
                    <a:pt x="3198" y="180"/>
                  </a:lnTo>
                  <a:lnTo>
                    <a:pt x="3198" y="180"/>
                  </a:lnTo>
                  <a:lnTo>
                    <a:pt x="3198" y="180"/>
                  </a:lnTo>
                  <a:lnTo>
                    <a:pt x="3204" y="180"/>
                  </a:lnTo>
                  <a:lnTo>
                    <a:pt x="3204" y="180"/>
                  </a:lnTo>
                  <a:lnTo>
                    <a:pt x="3204" y="180"/>
                  </a:lnTo>
                  <a:lnTo>
                    <a:pt x="3204" y="180"/>
                  </a:lnTo>
                  <a:lnTo>
                    <a:pt x="3204" y="180"/>
                  </a:lnTo>
                  <a:lnTo>
                    <a:pt x="3204" y="180"/>
                  </a:lnTo>
                  <a:lnTo>
                    <a:pt x="3204" y="180"/>
                  </a:lnTo>
                  <a:lnTo>
                    <a:pt x="3204" y="180"/>
                  </a:lnTo>
                  <a:lnTo>
                    <a:pt x="3204" y="180"/>
                  </a:lnTo>
                  <a:lnTo>
                    <a:pt x="3210" y="180"/>
                  </a:lnTo>
                  <a:lnTo>
                    <a:pt x="3210" y="180"/>
                  </a:lnTo>
                  <a:lnTo>
                    <a:pt x="3210" y="174"/>
                  </a:lnTo>
                  <a:lnTo>
                    <a:pt x="3210" y="174"/>
                  </a:lnTo>
                  <a:lnTo>
                    <a:pt x="3210" y="174"/>
                  </a:lnTo>
                  <a:lnTo>
                    <a:pt x="3210" y="174"/>
                  </a:lnTo>
                  <a:lnTo>
                    <a:pt x="3210" y="174"/>
                  </a:lnTo>
                  <a:lnTo>
                    <a:pt x="3210" y="174"/>
                  </a:lnTo>
                  <a:lnTo>
                    <a:pt x="3216" y="174"/>
                  </a:lnTo>
                  <a:lnTo>
                    <a:pt x="3216" y="174"/>
                  </a:lnTo>
                  <a:lnTo>
                    <a:pt x="3216" y="174"/>
                  </a:lnTo>
                  <a:lnTo>
                    <a:pt x="3216" y="174"/>
                  </a:lnTo>
                  <a:lnTo>
                    <a:pt x="3216" y="174"/>
                  </a:lnTo>
                  <a:lnTo>
                    <a:pt x="3216" y="174"/>
                  </a:lnTo>
                  <a:lnTo>
                    <a:pt x="3216" y="174"/>
                  </a:lnTo>
                  <a:lnTo>
                    <a:pt x="3216" y="174"/>
                  </a:lnTo>
                  <a:lnTo>
                    <a:pt x="3216" y="174"/>
                  </a:lnTo>
                  <a:lnTo>
                    <a:pt x="3222" y="174"/>
                  </a:lnTo>
                  <a:lnTo>
                    <a:pt x="3222" y="174"/>
                  </a:lnTo>
                  <a:lnTo>
                    <a:pt x="3222" y="174"/>
                  </a:lnTo>
                  <a:lnTo>
                    <a:pt x="3222" y="174"/>
                  </a:lnTo>
                  <a:lnTo>
                    <a:pt x="3222" y="174"/>
                  </a:lnTo>
                  <a:lnTo>
                    <a:pt x="3222" y="174"/>
                  </a:lnTo>
                  <a:lnTo>
                    <a:pt x="3222" y="174"/>
                  </a:lnTo>
                  <a:lnTo>
                    <a:pt x="3222" y="174"/>
                  </a:lnTo>
                  <a:lnTo>
                    <a:pt x="3228" y="174"/>
                  </a:lnTo>
                  <a:lnTo>
                    <a:pt x="3228" y="174"/>
                  </a:lnTo>
                  <a:lnTo>
                    <a:pt x="3228" y="174"/>
                  </a:lnTo>
                  <a:lnTo>
                    <a:pt x="3228" y="174"/>
                  </a:lnTo>
                  <a:lnTo>
                    <a:pt x="3228" y="174"/>
                  </a:lnTo>
                  <a:lnTo>
                    <a:pt x="3228" y="174"/>
                  </a:lnTo>
                  <a:lnTo>
                    <a:pt x="3228" y="174"/>
                  </a:lnTo>
                  <a:lnTo>
                    <a:pt x="3228" y="174"/>
                  </a:lnTo>
                  <a:lnTo>
                    <a:pt x="3228" y="174"/>
                  </a:lnTo>
                  <a:lnTo>
                    <a:pt x="3234" y="174"/>
                  </a:lnTo>
                  <a:lnTo>
                    <a:pt x="3234" y="168"/>
                  </a:lnTo>
                  <a:lnTo>
                    <a:pt x="3234" y="168"/>
                  </a:lnTo>
                  <a:lnTo>
                    <a:pt x="3234" y="168"/>
                  </a:lnTo>
                  <a:lnTo>
                    <a:pt x="3234" y="168"/>
                  </a:lnTo>
                  <a:lnTo>
                    <a:pt x="3234" y="168"/>
                  </a:lnTo>
                  <a:lnTo>
                    <a:pt x="3234" y="168"/>
                  </a:lnTo>
                  <a:lnTo>
                    <a:pt x="3234" y="168"/>
                  </a:lnTo>
                  <a:lnTo>
                    <a:pt x="3240" y="168"/>
                  </a:lnTo>
                  <a:lnTo>
                    <a:pt x="3240" y="168"/>
                  </a:lnTo>
                  <a:lnTo>
                    <a:pt x="3240" y="168"/>
                  </a:lnTo>
                  <a:lnTo>
                    <a:pt x="3240" y="168"/>
                  </a:lnTo>
                  <a:lnTo>
                    <a:pt x="3240" y="168"/>
                  </a:lnTo>
                  <a:lnTo>
                    <a:pt x="3240" y="168"/>
                  </a:lnTo>
                  <a:lnTo>
                    <a:pt x="3240" y="168"/>
                  </a:lnTo>
                  <a:lnTo>
                    <a:pt x="3240" y="168"/>
                  </a:lnTo>
                  <a:lnTo>
                    <a:pt x="3246" y="168"/>
                  </a:lnTo>
                  <a:lnTo>
                    <a:pt x="3246" y="168"/>
                  </a:lnTo>
                  <a:lnTo>
                    <a:pt x="3246" y="168"/>
                  </a:lnTo>
                  <a:lnTo>
                    <a:pt x="3246" y="168"/>
                  </a:lnTo>
                  <a:lnTo>
                    <a:pt x="3246" y="168"/>
                  </a:lnTo>
                  <a:lnTo>
                    <a:pt x="3246" y="168"/>
                  </a:lnTo>
                  <a:lnTo>
                    <a:pt x="3246" y="168"/>
                  </a:lnTo>
                  <a:lnTo>
                    <a:pt x="3246" y="168"/>
                  </a:lnTo>
                  <a:lnTo>
                    <a:pt x="3246" y="168"/>
                  </a:lnTo>
                  <a:lnTo>
                    <a:pt x="3252" y="168"/>
                  </a:lnTo>
                  <a:lnTo>
                    <a:pt x="3252" y="168"/>
                  </a:lnTo>
                  <a:lnTo>
                    <a:pt x="3252" y="168"/>
                  </a:lnTo>
                  <a:lnTo>
                    <a:pt x="3252" y="168"/>
                  </a:lnTo>
                  <a:lnTo>
                    <a:pt x="3252" y="168"/>
                  </a:lnTo>
                  <a:lnTo>
                    <a:pt x="3252" y="168"/>
                  </a:lnTo>
                  <a:lnTo>
                    <a:pt x="3252" y="168"/>
                  </a:lnTo>
                  <a:lnTo>
                    <a:pt x="3252" y="168"/>
                  </a:lnTo>
                  <a:lnTo>
                    <a:pt x="3258" y="168"/>
                  </a:lnTo>
                  <a:lnTo>
                    <a:pt x="3258" y="162"/>
                  </a:lnTo>
                  <a:lnTo>
                    <a:pt x="3258" y="162"/>
                  </a:lnTo>
                  <a:lnTo>
                    <a:pt x="3258" y="162"/>
                  </a:lnTo>
                  <a:lnTo>
                    <a:pt x="3258" y="162"/>
                  </a:lnTo>
                  <a:lnTo>
                    <a:pt x="3258" y="162"/>
                  </a:lnTo>
                  <a:lnTo>
                    <a:pt x="3258" y="162"/>
                  </a:lnTo>
                  <a:lnTo>
                    <a:pt x="3258" y="162"/>
                  </a:lnTo>
                  <a:lnTo>
                    <a:pt x="3258" y="162"/>
                  </a:lnTo>
                  <a:lnTo>
                    <a:pt x="3264" y="162"/>
                  </a:lnTo>
                  <a:lnTo>
                    <a:pt x="3264" y="162"/>
                  </a:lnTo>
                  <a:lnTo>
                    <a:pt x="3264" y="162"/>
                  </a:lnTo>
                  <a:lnTo>
                    <a:pt x="3264" y="162"/>
                  </a:lnTo>
                  <a:lnTo>
                    <a:pt x="3264" y="162"/>
                  </a:lnTo>
                  <a:lnTo>
                    <a:pt x="3264" y="162"/>
                  </a:lnTo>
                  <a:lnTo>
                    <a:pt x="3264" y="162"/>
                  </a:lnTo>
                  <a:lnTo>
                    <a:pt x="3264" y="162"/>
                  </a:lnTo>
                  <a:lnTo>
                    <a:pt x="3270" y="162"/>
                  </a:lnTo>
                  <a:lnTo>
                    <a:pt x="3270" y="162"/>
                  </a:lnTo>
                  <a:lnTo>
                    <a:pt x="3270" y="162"/>
                  </a:lnTo>
                  <a:lnTo>
                    <a:pt x="3270" y="162"/>
                  </a:lnTo>
                  <a:lnTo>
                    <a:pt x="3270" y="162"/>
                  </a:lnTo>
                  <a:lnTo>
                    <a:pt x="3270" y="162"/>
                  </a:lnTo>
                  <a:lnTo>
                    <a:pt x="3270" y="162"/>
                  </a:lnTo>
                  <a:lnTo>
                    <a:pt x="3270" y="162"/>
                  </a:lnTo>
                  <a:lnTo>
                    <a:pt x="3276" y="162"/>
                  </a:lnTo>
                  <a:lnTo>
                    <a:pt x="3276" y="162"/>
                  </a:lnTo>
                  <a:lnTo>
                    <a:pt x="3276" y="162"/>
                  </a:lnTo>
                  <a:lnTo>
                    <a:pt x="3276" y="162"/>
                  </a:lnTo>
                  <a:lnTo>
                    <a:pt x="3276" y="162"/>
                  </a:lnTo>
                  <a:lnTo>
                    <a:pt x="3510" y="90"/>
                  </a:lnTo>
                  <a:lnTo>
                    <a:pt x="3510" y="90"/>
                  </a:lnTo>
                  <a:lnTo>
                    <a:pt x="3510" y="90"/>
                  </a:lnTo>
                  <a:lnTo>
                    <a:pt x="3510" y="90"/>
                  </a:lnTo>
                  <a:lnTo>
                    <a:pt x="3516" y="90"/>
                  </a:lnTo>
                  <a:lnTo>
                    <a:pt x="3516" y="90"/>
                  </a:lnTo>
                  <a:lnTo>
                    <a:pt x="3516" y="90"/>
                  </a:lnTo>
                  <a:lnTo>
                    <a:pt x="3516" y="90"/>
                  </a:lnTo>
                  <a:lnTo>
                    <a:pt x="3516" y="90"/>
                  </a:lnTo>
                  <a:lnTo>
                    <a:pt x="3516" y="90"/>
                  </a:lnTo>
                  <a:lnTo>
                    <a:pt x="3516" y="84"/>
                  </a:lnTo>
                  <a:lnTo>
                    <a:pt x="3516" y="84"/>
                  </a:lnTo>
                  <a:lnTo>
                    <a:pt x="3522" y="84"/>
                  </a:lnTo>
                  <a:lnTo>
                    <a:pt x="3522" y="84"/>
                  </a:lnTo>
                  <a:lnTo>
                    <a:pt x="3522" y="84"/>
                  </a:lnTo>
                  <a:lnTo>
                    <a:pt x="3522" y="84"/>
                  </a:lnTo>
                  <a:lnTo>
                    <a:pt x="3522" y="84"/>
                  </a:lnTo>
                  <a:lnTo>
                    <a:pt x="3522" y="84"/>
                  </a:lnTo>
                  <a:lnTo>
                    <a:pt x="3522" y="84"/>
                  </a:lnTo>
                  <a:lnTo>
                    <a:pt x="3522" y="84"/>
                  </a:lnTo>
                  <a:lnTo>
                    <a:pt x="3522" y="84"/>
                  </a:lnTo>
                  <a:lnTo>
                    <a:pt x="3528" y="84"/>
                  </a:lnTo>
                  <a:lnTo>
                    <a:pt x="3528" y="84"/>
                  </a:lnTo>
                  <a:lnTo>
                    <a:pt x="3528" y="84"/>
                  </a:lnTo>
                  <a:lnTo>
                    <a:pt x="3528" y="84"/>
                  </a:lnTo>
                  <a:lnTo>
                    <a:pt x="3528" y="84"/>
                  </a:lnTo>
                  <a:lnTo>
                    <a:pt x="3528" y="84"/>
                  </a:lnTo>
                  <a:lnTo>
                    <a:pt x="3528" y="84"/>
                  </a:lnTo>
                  <a:lnTo>
                    <a:pt x="3528" y="84"/>
                  </a:lnTo>
                  <a:lnTo>
                    <a:pt x="3534" y="84"/>
                  </a:lnTo>
                  <a:lnTo>
                    <a:pt x="3534" y="84"/>
                  </a:lnTo>
                  <a:lnTo>
                    <a:pt x="3534" y="84"/>
                  </a:lnTo>
                  <a:lnTo>
                    <a:pt x="3534" y="84"/>
                  </a:lnTo>
                  <a:lnTo>
                    <a:pt x="3534" y="84"/>
                  </a:lnTo>
                  <a:lnTo>
                    <a:pt x="3534" y="78"/>
                  </a:lnTo>
                  <a:lnTo>
                    <a:pt x="3534" y="78"/>
                  </a:lnTo>
                  <a:lnTo>
                    <a:pt x="3534" y="78"/>
                  </a:lnTo>
                  <a:lnTo>
                    <a:pt x="3534" y="78"/>
                  </a:lnTo>
                  <a:lnTo>
                    <a:pt x="3540" y="78"/>
                  </a:lnTo>
                  <a:lnTo>
                    <a:pt x="3540" y="78"/>
                  </a:lnTo>
                  <a:lnTo>
                    <a:pt x="3540" y="78"/>
                  </a:lnTo>
                  <a:lnTo>
                    <a:pt x="3540" y="78"/>
                  </a:lnTo>
                  <a:lnTo>
                    <a:pt x="3540" y="78"/>
                  </a:lnTo>
                  <a:lnTo>
                    <a:pt x="3540" y="78"/>
                  </a:lnTo>
                  <a:lnTo>
                    <a:pt x="3540" y="78"/>
                  </a:lnTo>
                  <a:lnTo>
                    <a:pt x="3540" y="78"/>
                  </a:lnTo>
                  <a:lnTo>
                    <a:pt x="3546" y="78"/>
                  </a:lnTo>
                  <a:lnTo>
                    <a:pt x="3546" y="78"/>
                  </a:lnTo>
                  <a:lnTo>
                    <a:pt x="3546" y="78"/>
                  </a:lnTo>
                  <a:lnTo>
                    <a:pt x="3546" y="78"/>
                  </a:lnTo>
                  <a:lnTo>
                    <a:pt x="3546" y="78"/>
                  </a:lnTo>
                  <a:lnTo>
                    <a:pt x="3546" y="78"/>
                  </a:lnTo>
                  <a:lnTo>
                    <a:pt x="3546" y="78"/>
                  </a:lnTo>
                  <a:lnTo>
                    <a:pt x="3546" y="78"/>
                  </a:lnTo>
                  <a:lnTo>
                    <a:pt x="3546" y="78"/>
                  </a:lnTo>
                  <a:lnTo>
                    <a:pt x="3552" y="78"/>
                  </a:lnTo>
                  <a:lnTo>
                    <a:pt x="3552" y="78"/>
                  </a:lnTo>
                  <a:lnTo>
                    <a:pt x="3552" y="78"/>
                  </a:lnTo>
                  <a:lnTo>
                    <a:pt x="3552" y="72"/>
                  </a:lnTo>
                  <a:lnTo>
                    <a:pt x="3552" y="72"/>
                  </a:lnTo>
                  <a:lnTo>
                    <a:pt x="3552" y="72"/>
                  </a:lnTo>
                  <a:lnTo>
                    <a:pt x="3552" y="72"/>
                  </a:lnTo>
                  <a:lnTo>
                    <a:pt x="3552" y="72"/>
                  </a:lnTo>
                  <a:lnTo>
                    <a:pt x="3558" y="72"/>
                  </a:lnTo>
                  <a:lnTo>
                    <a:pt x="3558" y="72"/>
                  </a:lnTo>
                  <a:lnTo>
                    <a:pt x="3558" y="72"/>
                  </a:lnTo>
                  <a:lnTo>
                    <a:pt x="3558" y="72"/>
                  </a:lnTo>
                  <a:lnTo>
                    <a:pt x="3558" y="72"/>
                  </a:lnTo>
                  <a:lnTo>
                    <a:pt x="3558" y="72"/>
                  </a:lnTo>
                  <a:lnTo>
                    <a:pt x="3558" y="72"/>
                  </a:lnTo>
                  <a:lnTo>
                    <a:pt x="3558" y="72"/>
                  </a:lnTo>
                  <a:lnTo>
                    <a:pt x="3564" y="72"/>
                  </a:lnTo>
                  <a:lnTo>
                    <a:pt x="3564" y="72"/>
                  </a:lnTo>
                  <a:lnTo>
                    <a:pt x="3564" y="72"/>
                  </a:lnTo>
                  <a:lnTo>
                    <a:pt x="3564" y="72"/>
                  </a:lnTo>
                  <a:lnTo>
                    <a:pt x="3564" y="72"/>
                  </a:lnTo>
                  <a:lnTo>
                    <a:pt x="3564" y="72"/>
                  </a:lnTo>
                  <a:lnTo>
                    <a:pt x="3564" y="72"/>
                  </a:lnTo>
                  <a:lnTo>
                    <a:pt x="3564" y="72"/>
                  </a:lnTo>
                  <a:lnTo>
                    <a:pt x="3564" y="72"/>
                  </a:lnTo>
                  <a:lnTo>
                    <a:pt x="3570" y="72"/>
                  </a:lnTo>
                  <a:lnTo>
                    <a:pt x="3570" y="72"/>
                  </a:lnTo>
                  <a:lnTo>
                    <a:pt x="3570" y="66"/>
                  </a:lnTo>
                  <a:lnTo>
                    <a:pt x="3570" y="66"/>
                  </a:lnTo>
                  <a:lnTo>
                    <a:pt x="3570" y="66"/>
                  </a:lnTo>
                  <a:lnTo>
                    <a:pt x="3570" y="66"/>
                  </a:lnTo>
                  <a:lnTo>
                    <a:pt x="3570" y="66"/>
                  </a:lnTo>
                  <a:lnTo>
                    <a:pt x="3570" y="66"/>
                  </a:lnTo>
                  <a:lnTo>
                    <a:pt x="3576" y="66"/>
                  </a:lnTo>
                  <a:lnTo>
                    <a:pt x="3576" y="66"/>
                  </a:lnTo>
                  <a:lnTo>
                    <a:pt x="3576" y="66"/>
                  </a:lnTo>
                  <a:lnTo>
                    <a:pt x="3576" y="66"/>
                  </a:lnTo>
                  <a:lnTo>
                    <a:pt x="3576" y="66"/>
                  </a:lnTo>
                  <a:lnTo>
                    <a:pt x="3576" y="66"/>
                  </a:lnTo>
                  <a:lnTo>
                    <a:pt x="3576" y="66"/>
                  </a:lnTo>
                  <a:lnTo>
                    <a:pt x="3576" y="66"/>
                  </a:lnTo>
                  <a:lnTo>
                    <a:pt x="3576" y="66"/>
                  </a:lnTo>
                  <a:lnTo>
                    <a:pt x="3582" y="66"/>
                  </a:lnTo>
                  <a:lnTo>
                    <a:pt x="3582" y="66"/>
                  </a:lnTo>
                  <a:lnTo>
                    <a:pt x="3582" y="66"/>
                  </a:lnTo>
                  <a:lnTo>
                    <a:pt x="3582" y="66"/>
                  </a:lnTo>
                  <a:lnTo>
                    <a:pt x="3582" y="66"/>
                  </a:lnTo>
                  <a:lnTo>
                    <a:pt x="3582" y="66"/>
                  </a:lnTo>
                  <a:lnTo>
                    <a:pt x="3582" y="66"/>
                  </a:lnTo>
                  <a:lnTo>
                    <a:pt x="3582" y="66"/>
                  </a:lnTo>
                  <a:lnTo>
                    <a:pt x="3588" y="60"/>
                  </a:lnTo>
                  <a:lnTo>
                    <a:pt x="3588" y="60"/>
                  </a:lnTo>
                  <a:lnTo>
                    <a:pt x="3588" y="60"/>
                  </a:lnTo>
                  <a:lnTo>
                    <a:pt x="3588" y="60"/>
                  </a:lnTo>
                  <a:lnTo>
                    <a:pt x="3588" y="60"/>
                  </a:lnTo>
                  <a:lnTo>
                    <a:pt x="3588" y="60"/>
                  </a:lnTo>
                  <a:lnTo>
                    <a:pt x="3588" y="60"/>
                  </a:lnTo>
                  <a:lnTo>
                    <a:pt x="3588" y="60"/>
                  </a:lnTo>
                  <a:lnTo>
                    <a:pt x="3594" y="60"/>
                  </a:lnTo>
                </a:path>
              </a:pathLst>
            </a:custGeom>
            <a:noFill/>
            <a:ln w="19080">
              <a:solidFill>
                <a:srgbClr val="00ff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1" name="Rectangle 130"/>
            <p:cNvSpPr/>
            <p:nvPr/>
          </p:nvSpPr>
          <p:spPr>
            <a:xfrm>
              <a:off x="2846160" y="3057480"/>
              <a:ext cx="403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ff00"/>
                  </a:solidFill>
                  <a:effectLst/>
                  <a:uFillTx/>
                  <a:latin typeface="Arial"/>
                </a:rPr>
                <a:t>BETA_Y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2" name="Rectangle 131"/>
            <p:cNvSpPr/>
            <p:nvPr/>
          </p:nvSpPr>
          <p:spPr>
            <a:xfrm>
              <a:off x="3504240" y="3057480"/>
              <a:ext cx="3639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DISP_X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3" name="Freeform 132"/>
            <p:cNvSpPr/>
            <p:nvPr/>
          </p:nvSpPr>
          <p:spPr>
            <a:xfrm>
              <a:off x="1757520" y="3038400"/>
              <a:ext cx="5705280" cy="1440"/>
            </a:xfrm>
            <a:custGeom>
              <a:avLst/>
              <a:gdLst>
                <a:gd name="textAreaLeft" fmla="*/ 0 w 5705280"/>
                <a:gd name="textAreaRight" fmla="*/ 5705640 w 5705280"/>
                <a:gd name="textAreaTop" fmla="*/ 0 h 1440"/>
                <a:gd name="textAreaBottom" fmla="*/ 1800 h 1440"/>
                <a:gd name="GluePoint1X" fmla="*/ 24 w 3594"/>
                <a:gd name="GluePoint1Y" fmla="*/ 0 h 1"/>
                <a:gd name="GluePoint2X" fmla="*/ 54 w 3594"/>
                <a:gd name="GluePoint2Y" fmla="*/ 0 h 1"/>
                <a:gd name="GluePoint3X" fmla="*/ 78 w 3594"/>
                <a:gd name="GluePoint3Y" fmla="*/ 0 h 1"/>
                <a:gd name="GluePoint4X" fmla="*/ 108 w 3594"/>
                <a:gd name="GluePoint4Y" fmla="*/ 0 h 1"/>
                <a:gd name="GluePoint5X" fmla="*/ 132 w 3594"/>
                <a:gd name="GluePoint5Y" fmla="*/ 0 h 1"/>
                <a:gd name="GluePoint6X" fmla="*/ 162 w 3594"/>
                <a:gd name="GluePoint6Y" fmla="*/ 0 h 1"/>
                <a:gd name="GluePoint7X" fmla="*/ 186 w 3594"/>
                <a:gd name="GluePoint7Y" fmla="*/ 0 h 1"/>
                <a:gd name="GluePoint8X" fmla="*/ 216 w 3594"/>
                <a:gd name="GluePoint8Y" fmla="*/ 0 h 1"/>
                <a:gd name="GluePoint9X" fmla="*/ 240 w 3594"/>
                <a:gd name="GluePoint9Y" fmla="*/ 0 h 1"/>
                <a:gd name="GluePoint10X" fmla="*/ 270 w 3594"/>
                <a:gd name="GluePoint10Y" fmla="*/ 0 h 1"/>
                <a:gd name="GluePoint11X" fmla="*/ 300 w 3594"/>
                <a:gd name="GluePoint11Y" fmla="*/ 0 h 1"/>
                <a:gd name="GluePoint12X" fmla="*/ 324 w 3594"/>
                <a:gd name="GluePoint12Y" fmla="*/ 0 h 1"/>
                <a:gd name="GluePoint13X" fmla="*/ 354 w 3594"/>
                <a:gd name="GluePoint13Y" fmla="*/ 0 h 1"/>
                <a:gd name="GluePoint14X" fmla="*/ 378 w 3594"/>
                <a:gd name="GluePoint14Y" fmla="*/ 0 h 1"/>
                <a:gd name="GluePoint15X" fmla="*/ 408 w 3594"/>
                <a:gd name="GluePoint15Y" fmla="*/ 0 h 1"/>
                <a:gd name="GluePoint16X" fmla="*/ 432 w 3594"/>
                <a:gd name="GluePoint16Y" fmla="*/ 0 h 1"/>
                <a:gd name="GluePoint17X" fmla="*/ 462 w 3594"/>
                <a:gd name="GluePoint17Y" fmla="*/ 0 h 1"/>
                <a:gd name="GluePoint18X" fmla="*/ 720 w 3594"/>
                <a:gd name="GluePoint18Y" fmla="*/ 0 h 1"/>
                <a:gd name="GluePoint19X" fmla="*/ 750 w 3594"/>
                <a:gd name="GluePoint19Y" fmla="*/ 0 h 1"/>
                <a:gd name="GluePoint20X" fmla="*/ 774 w 3594"/>
                <a:gd name="GluePoint20Y" fmla="*/ 0 h 1"/>
                <a:gd name="GluePoint21X" fmla="*/ 804 w 3594"/>
                <a:gd name="GluePoint21Y" fmla="*/ 0 h 1"/>
                <a:gd name="GluePoint22X" fmla="*/ 834 w 3594"/>
                <a:gd name="GluePoint22Y" fmla="*/ 0 h 1"/>
                <a:gd name="GluePoint23X" fmla="*/ 858 w 3594"/>
                <a:gd name="GluePoint23Y" fmla="*/ 0 h 1"/>
                <a:gd name="GluePoint24X" fmla="*/ 1122 w 3594"/>
                <a:gd name="GluePoint24Y" fmla="*/ 0 h 1"/>
                <a:gd name="GluePoint25X" fmla="*/ 1146 w 3594"/>
                <a:gd name="GluePoint25Y" fmla="*/ 0 h 1"/>
                <a:gd name="GluePoint26X" fmla="*/ 1176 w 3594"/>
                <a:gd name="GluePoint26Y" fmla="*/ 0 h 1"/>
                <a:gd name="GluePoint27X" fmla="*/ 1200 w 3594"/>
                <a:gd name="GluePoint27Y" fmla="*/ 0 h 1"/>
                <a:gd name="GluePoint28X" fmla="*/ 1230 w 3594"/>
                <a:gd name="GluePoint28Y" fmla="*/ 0 h 1"/>
                <a:gd name="GluePoint29X" fmla="*/ 1254 w 3594"/>
                <a:gd name="GluePoint29Y" fmla="*/ 0 h 1"/>
                <a:gd name="GluePoint30X" fmla="*/ 1518 w 3594"/>
                <a:gd name="GluePoint30Y" fmla="*/ 0 h 1"/>
                <a:gd name="GluePoint31X" fmla="*/ 1542 w 3594"/>
                <a:gd name="GluePoint31Y" fmla="*/ 0 h 1"/>
                <a:gd name="GluePoint32X" fmla="*/ 1572 w 3594"/>
                <a:gd name="GluePoint32Y" fmla="*/ 0 h 1"/>
                <a:gd name="GluePoint33X" fmla="*/ 1596 w 3594"/>
                <a:gd name="GluePoint33Y" fmla="*/ 0 h 1"/>
                <a:gd name="GluePoint34X" fmla="*/ 1626 w 3594"/>
                <a:gd name="GluePoint34Y" fmla="*/ 0 h 1"/>
                <a:gd name="GluePoint35X" fmla="*/ 1650 w 3594"/>
                <a:gd name="GluePoint35Y" fmla="*/ 0 h 1"/>
                <a:gd name="GluePoint36X" fmla="*/ 1914 w 3594"/>
                <a:gd name="GluePoint36Y" fmla="*/ 0 h 1"/>
                <a:gd name="GluePoint37X" fmla="*/ 1938 w 3594"/>
                <a:gd name="GluePoint37Y" fmla="*/ 0 h 1"/>
                <a:gd name="GluePoint38X" fmla="*/ 1968 w 3594"/>
                <a:gd name="GluePoint38Y" fmla="*/ 0 h 1"/>
                <a:gd name="GluePoint39X" fmla="*/ 1992 w 3594"/>
                <a:gd name="GluePoint39Y" fmla="*/ 0 h 1"/>
                <a:gd name="GluePoint40X" fmla="*/ 2022 w 3594"/>
                <a:gd name="GluePoint40Y" fmla="*/ 0 h 1"/>
                <a:gd name="GluePoint41X" fmla="*/ 2046 w 3594"/>
                <a:gd name="GluePoint41Y" fmla="*/ 0 h 1"/>
                <a:gd name="GluePoint42X" fmla="*/ 2076 w 3594"/>
                <a:gd name="GluePoint42Y" fmla="*/ 0 h 1"/>
                <a:gd name="GluePoint43X" fmla="*/ 2340 w 3594"/>
                <a:gd name="GluePoint43Y" fmla="*/ 0 h 1"/>
                <a:gd name="GluePoint44X" fmla="*/ 2364 w 3594"/>
                <a:gd name="GluePoint44Y" fmla="*/ 0 h 1"/>
                <a:gd name="GluePoint45X" fmla="*/ 2394 w 3594"/>
                <a:gd name="GluePoint45Y" fmla="*/ 0 h 1"/>
                <a:gd name="GluePoint46X" fmla="*/ 2418 w 3594"/>
                <a:gd name="GluePoint46Y" fmla="*/ 0 h 1"/>
                <a:gd name="GluePoint47X" fmla="*/ 2448 w 3594"/>
                <a:gd name="GluePoint47Y" fmla="*/ 0 h 1"/>
                <a:gd name="GluePoint48X" fmla="*/ 2472 w 3594"/>
                <a:gd name="GluePoint48Y" fmla="*/ 0 h 1"/>
                <a:gd name="GluePoint49X" fmla="*/ 2736 w 3594"/>
                <a:gd name="GluePoint49Y" fmla="*/ 0 h 1"/>
                <a:gd name="GluePoint50X" fmla="*/ 2760 w 3594"/>
                <a:gd name="GluePoint50Y" fmla="*/ 0 h 1"/>
                <a:gd name="GluePoint51X" fmla="*/ 2790 w 3594"/>
                <a:gd name="GluePoint51Y" fmla="*/ 0 h 1"/>
                <a:gd name="GluePoint52X" fmla="*/ 2814 w 3594"/>
                <a:gd name="GluePoint52Y" fmla="*/ 0 h 1"/>
                <a:gd name="GluePoint53X" fmla="*/ 2844 w 3594"/>
                <a:gd name="GluePoint53Y" fmla="*/ 0 h 1"/>
                <a:gd name="GluePoint54X" fmla="*/ 2868 w 3594"/>
                <a:gd name="GluePoint54Y" fmla="*/ 0 h 1"/>
                <a:gd name="GluePoint55X" fmla="*/ 3132 w 3594"/>
                <a:gd name="GluePoint55Y" fmla="*/ 0 h 1"/>
                <a:gd name="GluePoint56X" fmla="*/ 3156 w 3594"/>
                <a:gd name="GluePoint56Y" fmla="*/ 0 h 1"/>
                <a:gd name="GluePoint57X" fmla="*/ 3186 w 3594"/>
                <a:gd name="GluePoint57Y" fmla="*/ 0 h 1"/>
                <a:gd name="GluePoint58X" fmla="*/ 3210 w 3594"/>
                <a:gd name="GluePoint58Y" fmla="*/ 0 h 1"/>
                <a:gd name="GluePoint59X" fmla="*/ 3240 w 3594"/>
                <a:gd name="GluePoint59Y" fmla="*/ 0 h 1"/>
                <a:gd name="GluePoint60X" fmla="*/ 3264 w 3594"/>
                <a:gd name="GluePoint60Y" fmla="*/ 0 h 1"/>
                <a:gd name="GluePoint61X" fmla="*/ 3528 w 3594"/>
                <a:gd name="GluePoint61Y" fmla="*/ 0 h 1"/>
                <a:gd name="GluePoint62X" fmla="*/ 3552 w 3594"/>
                <a:gd name="GluePoint62Y" fmla="*/ 0 h 1"/>
                <a:gd name="GluePoint63X" fmla="*/ 3582 w 3594"/>
                <a:gd name="GluePoint63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3594"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0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06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18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0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2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48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66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78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396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2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08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14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0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2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0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56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68" y="0"/>
                  </a:lnTo>
                  <a:lnTo>
                    <a:pt x="474" y="0"/>
                  </a:lnTo>
                  <a:lnTo>
                    <a:pt x="474" y="0"/>
                  </a:lnTo>
                  <a:lnTo>
                    <a:pt x="708" y="0"/>
                  </a:lnTo>
                  <a:lnTo>
                    <a:pt x="708" y="0"/>
                  </a:lnTo>
                  <a:lnTo>
                    <a:pt x="708" y="0"/>
                  </a:lnTo>
                  <a:lnTo>
                    <a:pt x="708" y="0"/>
                  </a:lnTo>
                  <a:lnTo>
                    <a:pt x="708" y="0"/>
                  </a:lnTo>
                  <a:lnTo>
                    <a:pt x="708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26" y="0"/>
                  </a:lnTo>
                  <a:lnTo>
                    <a:pt x="726" y="0"/>
                  </a:lnTo>
                  <a:lnTo>
                    <a:pt x="726" y="0"/>
                  </a:lnTo>
                  <a:lnTo>
                    <a:pt x="726" y="0"/>
                  </a:lnTo>
                  <a:lnTo>
                    <a:pt x="726" y="0"/>
                  </a:lnTo>
                  <a:lnTo>
                    <a:pt x="726" y="0"/>
                  </a:lnTo>
                  <a:lnTo>
                    <a:pt x="726" y="0"/>
                  </a:lnTo>
                  <a:lnTo>
                    <a:pt x="726" y="0"/>
                  </a:lnTo>
                  <a:lnTo>
                    <a:pt x="732" y="0"/>
                  </a:lnTo>
                  <a:lnTo>
                    <a:pt x="732" y="0"/>
                  </a:lnTo>
                  <a:lnTo>
                    <a:pt x="732" y="0"/>
                  </a:lnTo>
                  <a:lnTo>
                    <a:pt x="732" y="0"/>
                  </a:lnTo>
                  <a:lnTo>
                    <a:pt x="732" y="0"/>
                  </a:lnTo>
                  <a:lnTo>
                    <a:pt x="732" y="0"/>
                  </a:lnTo>
                  <a:lnTo>
                    <a:pt x="732" y="0"/>
                  </a:lnTo>
                  <a:lnTo>
                    <a:pt x="732" y="0"/>
                  </a:lnTo>
                  <a:lnTo>
                    <a:pt x="732" y="0"/>
                  </a:lnTo>
                  <a:lnTo>
                    <a:pt x="738" y="0"/>
                  </a:lnTo>
                  <a:lnTo>
                    <a:pt x="738" y="0"/>
                  </a:lnTo>
                  <a:lnTo>
                    <a:pt x="738" y="0"/>
                  </a:lnTo>
                  <a:lnTo>
                    <a:pt x="738" y="0"/>
                  </a:lnTo>
                  <a:lnTo>
                    <a:pt x="738" y="0"/>
                  </a:lnTo>
                  <a:lnTo>
                    <a:pt x="738" y="0"/>
                  </a:lnTo>
                  <a:lnTo>
                    <a:pt x="738" y="0"/>
                  </a:lnTo>
                  <a:lnTo>
                    <a:pt x="738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44" y="0"/>
                  </a:lnTo>
                  <a:lnTo>
                    <a:pt x="750" y="0"/>
                  </a:lnTo>
                  <a:lnTo>
                    <a:pt x="750" y="0"/>
                  </a:lnTo>
                  <a:lnTo>
                    <a:pt x="750" y="0"/>
                  </a:lnTo>
                  <a:lnTo>
                    <a:pt x="750" y="0"/>
                  </a:lnTo>
                  <a:lnTo>
                    <a:pt x="750" y="0"/>
                  </a:lnTo>
                  <a:lnTo>
                    <a:pt x="750" y="0"/>
                  </a:lnTo>
                  <a:lnTo>
                    <a:pt x="750" y="0"/>
                  </a:lnTo>
                  <a:lnTo>
                    <a:pt x="750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2" y="0"/>
                  </a:lnTo>
                  <a:lnTo>
                    <a:pt x="768" y="0"/>
                  </a:lnTo>
                  <a:lnTo>
                    <a:pt x="768" y="0"/>
                  </a:lnTo>
                  <a:lnTo>
                    <a:pt x="768" y="0"/>
                  </a:lnTo>
                  <a:lnTo>
                    <a:pt x="768" y="0"/>
                  </a:lnTo>
                  <a:lnTo>
                    <a:pt x="768" y="0"/>
                  </a:lnTo>
                  <a:lnTo>
                    <a:pt x="768" y="0"/>
                  </a:lnTo>
                  <a:lnTo>
                    <a:pt x="768" y="0"/>
                  </a:lnTo>
                  <a:lnTo>
                    <a:pt x="768" y="0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774" y="0"/>
                  </a:lnTo>
                  <a:lnTo>
                    <a:pt x="780" y="0"/>
                  </a:lnTo>
                  <a:lnTo>
                    <a:pt x="780" y="0"/>
                  </a:lnTo>
                  <a:lnTo>
                    <a:pt x="780" y="0"/>
                  </a:lnTo>
                  <a:lnTo>
                    <a:pt x="780" y="0"/>
                  </a:lnTo>
                  <a:lnTo>
                    <a:pt x="780" y="0"/>
                  </a:lnTo>
                  <a:lnTo>
                    <a:pt x="780" y="0"/>
                  </a:lnTo>
                  <a:lnTo>
                    <a:pt x="780" y="0"/>
                  </a:lnTo>
                  <a:lnTo>
                    <a:pt x="780" y="0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86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792" y="0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04" y="0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0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816" y="0"/>
                  </a:lnTo>
                  <a:lnTo>
                    <a:pt x="822" y="0"/>
                  </a:lnTo>
                  <a:lnTo>
                    <a:pt x="822" y="0"/>
                  </a:lnTo>
                  <a:lnTo>
                    <a:pt x="822" y="0"/>
                  </a:lnTo>
                  <a:lnTo>
                    <a:pt x="822" y="0"/>
                  </a:lnTo>
                  <a:lnTo>
                    <a:pt x="822" y="0"/>
                  </a:lnTo>
                  <a:lnTo>
                    <a:pt x="822" y="0"/>
                  </a:lnTo>
                  <a:lnTo>
                    <a:pt x="822" y="0"/>
                  </a:lnTo>
                  <a:lnTo>
                    <a:pt x="822" y="0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34" y="0"/>
                  </a:lnTo>
                  <a:lnTo>
                    <a:pt x="840" y="0"/>
                  </a:lnTo>
                  <a:lnTo>
                    <a:pt x="840" y="0"/>
                  </a:lnTo>
                  <a:lnTo>
                    <a:pt x="840" y="0"/>
                  </a:lnTo>
                  <a:lnTo>
                    <a:pt x="840" y="0"/>
                  </a:lnTo>
                  <a:lnTo>
                    <a:pt x="840" y="0"/>
                  </a:lnTo>
                  <a:lnTo>
                    <a:pt x="840" y="0"/>
                  </a:lnTo>
                  <a:lnTo>
                    <a:pt x="840" y="0"/>
                  </a:lnTo>
                  <a:lnTo>
                    <a:pt x="840" y="0"/>
                  </a:lnTo>
                  <a:lnTo>
                    <a:pt x="846" y="0"/>
                  </a:lnTo>
                  <a:lnTo>
                    <a:pt x="846" y="0"/>
                  </a:lnTo>
                  <a:lnTo>
                    <a:pt x="846" y="0"/>
                  </a:lnTo>
                  <a:lnTo>
                    <a:pt x="846" y="0"/>
                  </a:lnTo>
                  <a:lnTo>
                    <a:pt x="846" y="0"/>
                  </a:lnTo>
                  <a:lnTo>
                    <a:pt x="846" y="0"/>
                  </a:lnTo>
                  <a:lnTo>
                    <a:pt x="846" y="0"/>
                  </a:lnTo>
                  <a:lnTo>
                    <a:pt x="846" y="0"/>
                  </a:lnTo>
                  <a:lnTo>
                    <a:pt x="846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8" y="0"/>
                  </a:lnTo>
                  <a:lnTo>
                    <a:pt x="858" y="0"/>
                  </a:lnTo>
                  <a:lnTo>
                    <a:pt x="858" y="0"/>
                  </a:lnTo>
                  <a:lnTo>
                    <a:pt x="858" y="0"/>
                  </a:lnTo>
                  <a:lnTo>
                    <a:pt x="858" y="0"/>
                  </a:lnTo>
                  <a:lnTo>
                    <a:pt x="858" y="0"/>
                  </a:lnTo>
                  <a:lnTo>
                    <a:pt x="858" y="0"/>
                  </a:lnTo>
                  <a:lnTo>
                    <a:pt x="858" y="0"/>
                  </a:lnTo>
                  <a:lnTo>
                    <a:pt x="858" y="0"/>
                  </a:lnTo>
                  <a:lnTo>
                    <a:pt x="864" y="0"/>
                  </a:lnTo>
                  <a:lnTo>
                    <a:pt x="864" y="0"/>
                  </a:lnTo>
                  <a:lnTo>
                    <a:pt x="864" y="0"/>
                  </a:lnTo>
                  <a:lnTo>
                    <a:pt x="864" y="0"/>
                  </a:lnTo>
                  <a:lnTo>
                    <a:pt x="864" y="0"/>
                  </a:lnTo>
                  <a:lnTo>
                    <a:pt x="864" y="0"/>
                  </a:lnTo>
                  <a:lnTo>
                    <a:pt x="864" y="0"/>
                  </a:lnTo>
                  <a:lnTo>
                    <a:pt x="864" y="0"/>
                  </a:lnTo>
                  <a:lnTo>
                    <a:pt x="1104" y="0"/>
                  </a:lnTo>
                  <a:lnTo>
                    <a:pt x="1104" y="0"/>
                  </a:lnTo>
                  <a:lnTo>
                    <a:pt x="1104" y="0"/>
                  </a:lnTo>
                  <a:lnTo>
                    <a:pt x="1104" y="0"/>
                  </a:lnTo>
                  <a:lnTo>
                    <a:pt x="1104" y="0"/>
                  </a:lnTo>
                  <a:lnTo>
                    <a:pt x="1104" y="0"/>
                  </a:lnTo>
                  <a:lnTo>
                    <a:pt x="1104" y="0"/>
                  </a:lnTo>
                  <a:lnTo>
                    <a:pt x="1110" y="0"/>
                  </a:lnTo>
                  <a:lnTo>
                    <a:pt x="1110" y="0"/>
                  </a:lnTo>
                  <a:lnTo>
                    <a:pt x="1110" y="0"/>
                  </a:lnTo>
                  <a:lnTo>
                    <a:pt x="1110" y="0"/>
                  </a:lnTo>
                  <a:lnTo>
                    <a:pt x="1110" y="0"/>
                  </a:lnTo>
                  <a:lnTo>
                    <a:pt x="1110" y="0"/>
                  </a:lnTo>
                  <a:lnTo>
                    <a:pt x="1110" y="0"/>
                  </a:lnTo>
                  <a:lnTo>
                    <a:pt x="1110" y="0"/>
                  </a:lnTo>
                  <a:lnTo>
                    <a:pt x="1110" y="0"/>
                  </a:lnTo>
                  <a:lnTo>
                    <a:pt x="1116" y="0"/>
                  </a:lnTo>
                  <a:lnTo>
                    <a:pt x="1116" y="0"/>
                  </a:lnTo>
                  <a:lnTo>
                    <a:pt x="1116" y="0"/>
                  </a:lnTo>
                  <a:lnTo>
                    <a:pt x="1116" y="0"/>
                  </a:lnTo>
                  <a:lnTo>
                    <a:pt x="1116" y="0"/>
                  </a:lnTo>
                  <a:lnTo>
                    <a:pt x="1116" y="0"/>
                  </a:lnTo>
                  <a:lnTo>
                    <a:pt x="1116" y="0"/>
                  </a:lnTo>
                  <a:lnTo>
                    <a:pt x="1116" y="0"/>
                  </a:lnTo>
                  <a:lnTo>
                    <a:pt x="1122" y="0"/>
                  </a:lnTo>
                  <a:lnTo>
                    <a:pt x="1122" y="0"/>
                  </a:lnTo>
                  <a:lnTo>
                    <a:pt x="1122" y="0"/>
                  </a:lnTo>
                  <a:lnTo>
                    <a:pt x="1122" y="0"/>
                  </a:lnTo>
                  <a:lnTo>
                    <a:pt x="1122" y="0"/>
                  </a:lnTo>
                  <a:lnTo>
                    <a:pt x="1122" y="0"/>
                  </a:lnTo>
                  <a:lnTo>
                    <a:pt x="1122" y="0"/>
                  </a:lnTo>
                  <a:lnTo>
                    <a:pt x="1122" y="0"/>
                  </a:lnTo>
                  <a:lnTo>
                    <a:pt x="1122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34" y="0"/>
                  </a:lnTo>
                  <a:lnTo>
                    <a:pt x="1134" y="0"/>
                  </a:lnTo>
                  <a:lnTo>
                    <a:pt x="1134" y="0"/>
                  </a:lnTo>
                  <a:lnTo>
                    <a:pt x="1134" y="0"/>
                  </a:lnTo>
                  <a:lnTo>
                    <a:pt x="1134" y="0"/>
                  </a:lnTo>
                  <a:lnTo>
                    <a:pt x="1134" y="0"/>
                  </a:lnTo>
                  <a:lnTo>
                    <a:pt x="1134" y="0"/>
                  </a:lnTo>
                  <a:lnTo>
                    <a:pt x="1134" y="0"/>
                  </a:lnTo>
                  <a:lnTo>
                    <a:pt x="1134" y="0"/>
                  </a:lnTo>
                  <a:lnTo>
                    <a:pt x="1140" y="0"/>
                  </a:lnTo>
                  <a:lnTo>
                    <a:pt x="1140" y="0"/>
                  </a:lnTo>
                  <a:lnTo>
                    <a:pt x="1140" y="0"/>
                  </a:lnTo>
                  <a:lnTo>
                    <a:pt x="1140" y="0"/>
                  </a:lnTo>
                  <a:lnTo>
                    <a:pt x="1140" y="0"/>
                  </a:lnTo>
                  <a:lnTo>
                    <a:pt x="1140" y="0"/>
                  </a:lnTo>
                  <a:lnTo>
                    <a:pt x="1140" y="0"/>
                  </a:lnTo>
                  <a:lnTo>
                    <a:pt x="1140" y="0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46" y="0"/>
                  </a:lnTo>
                  <a:lnTo>
                    <a:pt x="1152" y="0"/>
                  </a:lnTo>
                  <a:lnTo>
                    <a:pt x="1152" y="0"/>
                  </a:lnTo>
                  <a:lnTo>
                    <a:pt x="1152" y="0"/>
                  </a:lnTo>
                  <a:lnTo>
                    <a:pt x="1152" y="0"/>
                  </a:lnTo>
                  <a:lnTo>
                    <a:pt x="1152" y="0"/>
                  </a:lnTo>
                  <a:lnTo>
                    <a:pt x="1152" y="0"/>
                  </a:lnTo>
                  <a:lnTo>
                    <a:pt x="1152" y="0"/>
                  </a:lnTo>
                  <a:lnTo>
                    <a:pt x="1152" y="0"/>
                  </a:lnTo>
                  <a:lnTo>
                    <a:pt x="1152" y="0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58" y="0"/>
                  </a:lnTo>
                  <a:lnTo>
                    <a:pt x="1164" y="0"/>
                  </a:lnTo>
                  <a:lnTo>
                    <a:pt x="1164" y="0"/>
                  </a:lnTo>
                  <a:lnTo>
                    <a:pt x="1164" y="0"/>
                  </a:lnTo>
                  <a:lnTo>
                    <a:pt x="1164" y="0"/>
                  </a:lnTo>
                  <a:lnTo>
                    <a:pt x="1164" y="0"/>
                  </a:lnTo>
                  <a:lnTo>
                    <a:pt x="1164" y="0"/>
                  </a:lnTo>
                  <a:lnTo>
                    <a:pt x="1164" y="0"/>
                  </a:lnTo>
                  <a:lnTo>
                    <a:pt x="1164" y="0"/>
                  </a:lnTo>
                  <a:lnTo>
                    <a:pt x="1164" y="0"/>
                  </a:lnTo>
                  <a:lnTo>
                    <a:pt x="1170" y="0"/>
                  </a:lnTo>
                  <a:lnTo>
                    <a:pt x="1170" y="0"/>
                  </a:lnTo>
                  <a:lnTo>
                    <a:pt x="1170" y="0"/>
                  </a:lnTo>
                  <a:lnTo>
                    <a:pt x="1170" y="0"/>
                  </a:lnTo>
                  <a:lnTo>
                    <a:pt x="1170" y="0"/>
                  </a:lnTo>
                  <a:lnTo>
                    <a:pt x="1170" y="0"/>
                  </a:lnTo>
                  <a:lnTo>
                    <a:pt x="1170" y="0"/>
                  </a:lnTo>
                  <a:lnTo>
                    <a:pt x="1170" y="0"/>
                  </a:lnTo>
                  <a:lnTo>
                    <a:pt x="1176" y="0"/>
                  </a:lnTo>
                  <a:lnTo>
                    <a:pt x="1176" y="0"/>
                  </a:lnTo>
                  <a:lnTo>
                    <a:pt x="1176" y="0"/>
                  </a:lnTo>
                  <a:lnTo>
                    <a:pt x="1176" y="0"/>
                  </a:lnTo>
                  <a:lnTo>
                    <a:pt x="1176" y="0"/>
                  </a:lnTo>
                  <a:lnTo>
                    <a:pt x="1176" y="0"/>
                  </a:lnTo>
                  <a:lnTo>
                    <a:pt x="1176" y="0"/>
                  </a:lnTo>
                  <a:lnTo>
                    <a:pt x="1176" y="0"/>
                  </a:lnTo>
                  <a:lnTo>
                    <a:pt x="1176" y="0"/>
                  </a:lnTo>
                  <a:lnTo>
                    <a:pt x="1182" y="0"/>
                  </a:lnTo>
                  <a:lnTo>
                    <a:pt x="1182" y="0"/>
                  </a:lnTo>
                  <a:lnTo>
                    <a:pt x="1182" y="0"/>
                  </a:lnTo>
                  <a:lnTo>
                    <a:pt x="1182" y="0"/>
                  </a:lnTo>
                  <a:lnTo>
                    <a:pt x="1182" y="0"/>
                  </a:lnTo>
                  <a:lnTo>
                    <a:pt x="1182" y="0"/>
                  </a:lnTo>
                  <a:lnTo>
                    <a:pt x="1182" y="0"/>
                  </a:lnTo>
                  <a:lnTo>
                    <a:pt x="1182" y="0"/>
                  </a:lnTo>
                  <a:lnTo>
                    <a:pt x="1188" y="0"/>
                  </a:lnTo>
                  <a:lnTo>
                    <a:pt x="1188" y="0"/>
                  </a:lnTo>
                  <a:lnTo>
                    <a:pt x="1188" y="0"/>
                  </a:lnTo>
                  <a:lnTo>
                    <a:pt x="1188" y="0"/>
                  </a:lnTo>
                  <a:lnTo>
                    <a:pt x="1188" y="0"/>
                  </a:lnTo>
                  <a:lnTo>
                    <a:pt x="1188" y="0"/>
                  </a:lnTo>
                  <a:lnTo>
                    <a:pt x="1188" y="0"/>
                  </a:lnTo>
                  <a:lnTo>
                    <a:pt x="1188" y="0"/>
                  </a:lnTo>
                  <a:lnTo>
                    <a:pt x="1194" y="0"/>
                  </a:lnTo>
                  <a:lnTo>
                    <a:pt x="1194" y="0"/>
                  </a:lnTo>
                  <a:lnTo>
                    <a:pt x="1194" y="0"/>
                  </a:lnTo>
                  <a:lnTo>
                    <a:pt x="1194" y="0"/>
                  </a:lnTo>
                  <a:lnTo>
                    <a:pt x="1194" y="0"/>
                  </a:lnTo>
                  <a:lnTo>
                    <a:pt x="1194" y="0"/>
                  </a:lnTo>
                  <a:lnTo>
                    <a:pt x="1194" y="0"/>
                  </a:lnTo>
                  <a:lnTo>
                    <a:pt x="1194" y="0"/>
                  </a:lnTo>
                  <a:lnTo>
                    <a:pt x="1194" y="0"/>
                  </a:lnTo>
                  <a:lnTo>
                    <a:pt x="1200" y="0"/>
                  </a:lnTo>
                  <a:lnTo>
                    <a:pt x="1200" y="0"/>
                  </a:lnTo>
                  <a:lnTo>
                    <a:pt x="1200" y="0"/>
                  </a:lnTo>
                  <a:lnTo>
                    <a:pt x="1200" y="0"/>
                  </a:lnTo>
                  <a:lnTo>
                    <a:pt x="1200" y="0"/>
                  </a:lnTo>
                  <a:lnTo>
                    <a:pt x="1200" y="0"/>
                  </a:lnTo>
                  <a:lnTo>
                    <a:pt x="1200" y="0"/>
                  </a:lnTo>
                  <a:lnTo>
                    <a:pt x="1200" y="0"/>
                  </a:lnTo>
                  <a:lnTo>
                    <a:pt x="1206" y="0"/>
                  </a:lnTo>
                  <a:lnTo>
                    <a:pt x="1206" y="0"/>
                  </a:lnTo>
                  <a:lnTo>
                    <a:pt x="1206" y="0"/>
                  </a:lnTo>
                  <a:lnTo>
                    <a:pt x="1206" y="0"/>
                  </a:lnTo>
                  <a:lnTo>
                    <a:pt x="1206" y="0"/>
                  </a:lnTo>
                  <a:lnTo>
                    <a:pt x="1206" y="0"/>
                  </a:lnTo>
                  <a:lnTo>
                    <a:pt x="1206" y="0"/>
                  </a:lnTo>
                  <a:lnTo>
                    <a:pt x="1206" y="0"/>
                  </a:lnTo>
                  <a:lnTo>
                    <a:pt x="1206" y="0"/>
                  </a:lnTo>
                  <a:lnTo>
                    <a:pt x="1212" y="0"/>
                  </a:lnTo>
                  <a:lnTo>
                    <a:pt x="1212" y="0"/>
                  </a:lnTo>
                  <a:lnTo>
                    <a:pt x="1212" y="0"/>
                  </a:lnTo>
                  <a:lnTo>
                    <a:pt x="1212" y="0"/>
                  </a:lnTo>
                  <a:lnTo>
                    <a:pt x="1212" y="0"/>
                  </a:lnTo>
                  <a:lnTo>
                    <a:pt x="1212" y="0"/>
                  </a:lnTo>
                  <a:lnTo>
                    <a:pt x="1212" y="0"/>
                  </a:lnTo>
                  <a:lnTo>
                    <a:pt x="1212" y="0"/>
                  </a:lnTo>
                  <a:lnTo>
                    <a:pt x="1218" y="0"/>
                  </a:lnTo>
                  <a:lnTo>
                    <a:pt x="1218" y="0"/>
                  </a:lnTo>
                  <a:lnTo>
                    <a:pt x="1218" y="0"/>
                  </a:lnTo>
                  <a:lnTo>
                    <a:pt x="1218" y="0"/>
                  </a:lnTo>
                  <a:lnTo>
                    <a:pt x="1218" y="0"/>
                  </a:lnTo>
                  <a:lnTo>
                    <a:pt x="1218" y="0"/>
                  </a:lnTo>
                  <a:lnTo>
                    <a:pt x="1218" y="0"/>
                  </a:lnTo>
                  <a:lnTo>
                    <a:pt x="1218" y="0"/>
                  </a:lnTo>
                  <a:lnTo>
                    <a:pt x="1224" y="0"/>
                  </a:lnTo>
                  <a:lnTo>
                    <a:pt x="1224" y="0"/>
                  </a:lnTo>
                  <a:lnTo>
                    <a:pt x="1224" y="0"/>
                  </a:lnTo>
                  <a:lnTo>
                    <a:pt x="1224" y="0"/>
                  </a:lnTo>
                  <a:lnTo>
                    <a:pt x="1224" y="0"/>
                  </a:lnTo>
                  <a:lnTo>
                    <a:pt x="1224" y="0"/>
                  </a:lnTo>
                  <a:lnTo>
                    <a:pt x="1224" y="0"/>
                  </a:lnTo>
                  <a:lnTo>
                    <a:pt x="1224" y="0"/>
                  </a:lnTo>
                  <a:lnTo>
                    <a:pt x="1224" y="0"/>
                  </a:lnTo>
                  <a:lnTo>
                    <a:pt x="1230" y="0"/>
                  </a:lnTo>
                  <a:lnTo>
                    <a:pt x="1230" y="0"/>
                  </a:lnTo>
                  <a:lnTo>
                    <a:pt x="1230" y="0"/>
                  </a:lnTo>
                  <a:lnTo>
                    <a:pt x="1230" y="0"/>
                  </a:lnTo>
                  <a:lnTo>
                    <a:pt x="1230" y="0"/>
                  </a:lnTo>
                  <a:lnTo>
                    <a:pt x="1230" y="0"/>
                  </a:lnTo>
                  <a:lnTo>
                    <a:pt x="1230" y="0"/>
                  </a:lnTo>
                  <a:lnTo>
                    <a:pt x="1230" y="0"/>
                  </a:lnTo>
                  <a:lnTo>
                    <a:pt x="1236" y="0"/>
                  </a:lnTo>
                  <a:lnTo>
                    <a:pt x="1236" y="0"/>
                  </a:lnTo>
                  <a:lnTo>
                    <a:pt x="1236" y="0"/>
                  </a:lnTo>
                  <a:lnTo>
                    <a:pt x="1236" y="0"/>
                  </a:lnTo>
                  <a:lnTo>
                    <a:pt x="1236" y="0"/>
                  </a:lnTo>
                  <a:lnTo>
                    <a:pt x="1236" y="0"/>
                  </a:lnTo>
                  <a:lnTo>
                    <a:pt x="1236" y="0"/>
                  </a:lnTo>
                  <a:lnTo>
                    <a:pt x="1236" y="0"/>
                  </a:lnTo>
                  <a:lnTo>
                    <a:pt x="1236" y="0"/>
                  </a:lnTo>
                  <a:lnTo>
                    <a:pt x="1242" y="0"/>
                  </a:lnTo>
                  <a:lnTo>
                    <a:pt x="1242" y="0"/>
                  </a:lnTo>
                  <a:lnTo>
                    <a:pt x="1242" y="0"/>
                  </a:lnTo>
                  <a:lnTo>
                    <a:pt x="1242" y="0"/>
                  </a:lnTo>
                  <a:lnTo>
                    <a:pt x="1242" y="0"/>
                  </a:lnTo>
                  <a:lnTo>
                    <a:pt x="1242" y="0"/>
                  </a:lnTo>
                  <a:lnTo>
                    <a:pt x="1242" y="0"/>
                  </a:lnTo>
                  <a:lnTo>
                    <a:pt x="1242" y="0"/>
                  </a:lnTo>
                  <a:lnTo>
                    <a:pt x="1248" y="0"/>
                  </a:lnTo>
                  <a:lnTo>
                    <a:pt x="1248" y="0"/>
                  </a:lnTo>
                  <a:lnTo>
                    <a:pt x="1248" y="0"/>
                  </a:lnTo>
                  <a:lnTo>
                    <a:pt x="1248" y="0"/>
                  </a:lnTo>
                  <a:lnTo>
                    <a:pt x="1248" y="0"/>
                  </a:lnTo>
                  <a:lnTo>
                    <a:pt x="1248" y="0"/>
                  </a:lnTo>
                  <a:lnTo>
                    <a:pt x="1248" y="0"/>
                  </a:lnTo>
                  <a:lnTo>
                    <a:pt x="1248" y="0"/>
                  </a:lnTo>
                  <a:lnTo>
                    <a:pt x="1248" y="0"/>
                  </a:lnTo>
                  <a:lnTo>
                    <a:pt x="1254" y="0"/>
                  </a:lnTo>
                  <a:lnTo>
                    <a:pt x="1254" y="0"/>
                  </a:lnTo>
                  <a:lnTo>
                    <a:pt x="1254" y="0"/>
                  </a:lnTo>
                  <a:lnTo>
                    <a:pt x="1254" y="0"/>
                  </a:lnTo>
                  <a:lnTo>
                    <a:pt x="1254" y="0"/>
                  </a:lnTo>
                  <a:lnTo>
                    <a:pt x="1254" y="0"/>
                  </a:lnTo>
                  <a:lnTo>
                    <a:pt x="1254" y="0"/>
                  </a:lnTo>
                  <a:lnTo>
                    <a:pt x="1254" y="0"/>
                  </a:lnTo>
                  <a:lnTo>
                    <a:pt x="1260" y="0"/>
                  </a:lnTo>
                  <a:lnTo>
                    <a:pt x="1260" y="0"/>
                  </a:lnTo>
                  <a:lnTo>
                    <a:pt x="1260" y="0"/>
                  </a:lnTo>
                  <a:lnTo>
                    <a:pt x="1260" y="0"/>
                  </a:lnTo>
                  <a:lnTo>
                    <a:pt x="1260" y="0"/>
                  </a:lnTo>
                  <a:lnTo>
                    <a:pt x="1260" y="0"/>
                  </a:lnTo>
                  <a:lnTo>
                    <a:pt x="1260" y="0"/>
                  </a:lnTo>
                  <a:lnTo>
                    <a:pt x="1494" y="0"/>
                  </a:lnTo>
                  <a:lnTo>
                    <a:pt x="1500" y="0"/>
                  </a:lnTo>
                  <a:lnTo>
                    <a:pt x="1500" y="0"/>
                  </a:lnTo>
                  <a:lnTo>
                    <a:pt x="1500" y="0"/>
                  </a:lnTo>
                  <a:lnTo>
                    <a:pt x="1500" y="0"/>
                  </a:lnTo>
                  <a:lnTo>
                    <a:pt x="1500" y="0"/>
                  </a:lnTo>
                  <a:lnTo>
                    <a:pt x="1500" y="0"/>
                  </a:lnTo>
                  <a:lnTo>
                    <a:pt x="1500" y="0"/>
                  </a:lnTo>
                  <a:lnTo>
                    <a:pt x="1500" y="0"/>
                  </a:lnTo>
                  <a:lnTo>
                    <a:pt x="1506" y="0"/>
                  </a:lnTo>
                  <a:lnTo>
                    <a:pt x="1506" y="0"/>
                  </a:lnTo>
                  <a:lnTo>
                    <a:pt x="1506" y="0"/>
                  </a:lnTo>
                  <a:lnTo>
                    <a:pt x="1506" y="0"/>
                  </a:lnTo>
                  <a:lnTo>
                    <a:pt x="1506" y="0"/>
                  </a:lnTo>
                  <a:lnTo>
                    <a:pt x="1506" y="0"/>
                  </a:lnTo>
                  <a:lnTo>
                    <a:pt x="1506" y="0"/>
                  </a:lnTo>
                  <a:lnTo>
                    <a:pt x="1506" y="0"/>
                  </a:lnTo>
                  <a:lnTo>
                    <a:pt x="1512" y="0"/>
                  </a:lnTo>
                  <a:lnTo>
                    <a:pt x="1512" y="0"/>
                  </a:lnTo>
                  <a:lnTo>
                    <a:pt x="1512" y="0"/>
                  </a:lnTo>
                  <a:lnTo>
                    <a:pt x="1512" y="0"/>
                  </a:lnTo>
                  <a:lnTo>
                    <a:pt x="1512" y="0"/>
                  </a:lnTo>
                  <a:lnTo>
                    <a:pt x="1512" y="0"/>
                  </a:lnTo>
                  <a:lnTo>
                    <a:pt x="1512" y="0"/>
                  </a:lnTo>
                  <a:lnTo>
                    <a:pt x="1512" y="0"/>
                  </a:lnTo>
                  <a:lnTo>
                    <a:pt x="1512" y="0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18" y="0"/>
                  </a:lnTo>
                  <a:lnTo>
                    <a:pt x="1524" y="0"/>
                  </a:lnTo>
                  <a:lnTo>
                    <a:pt x="1524" y="0"/>
                  </a:lnTo>
                  <a:lnTo>
                    <a:pt x="1524" y="0"/>
                  </a:lnTo>
                  <a:lnTo>
                    <a:pt x="1524" y="0"/>
                  </a:lnTo>
                  <a:lnTo>
                    <a:pt x="1524" y="0"/>
                  </a:lnTo>
                  <a:lnTo>
                    <a:pt x="1524" y="0"/>
                  </a:lnTo>
                  <a:lnTo>
                    <a:pt x="1524" y="0"/>
                  </a:lnTo>
                  <a:lnTo>
                    <a:pt x="1524" y="0"/>
                  </a:lnTo>
                  <a:lnTo>
                    <a:pt x="1524" y="0"/>
                  </a:lnTo>
                  <a:lnTo>
                    <a:pt x="1530" y="0"/>
                  </a:lnTo>
                  <a:lnTo>
                    <a:pt x="1530" y="0"/>
                  </a:lnTo>
                  <a:lnTo>
                    <a:pt x="1530" y="0"/>
                  </a:lnTo>
                  <a:lnTo>
                    <a:pt x="1530" y="0"/>
                  </a:lnTo>
                  <a:lnTo>
                    <a:pt x="1530" y="0"/>
                  </a:lnTo>
                  <a:lnTo>
                    <a:pt x="1530" y="0"/>
                  </a:lnTo>
                  <a:lnTo>
                    <a:pt x="1530" y="0"/>
                  </a:lnTo>
                  <a:lnTo>
                    <a:pt x="1530" y="0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36" y="0"/>
                  </a:lnTo>
                  <a:lnTo>
                    <a:pt x="1542" y="0"/>
                  </a:lnTo>
                  <a:lnTo>
                    <a:pt x="1542" y="0"/>
                  </a:lnTo>
                  <a:lnTo>
                    <a:pt x="1542" y="0"/>
                  </a:lnTo>
                  <a:lnTo>
                    <a:pt x="1542" y="0"/>
                  </a:lnTo>
                  <a:lnTo>
                    <a:pt x="1542" y="0"/>
                  </a:lnTo>
                  <a:lnTo>
                    <a:pt x="1542" y="0"/>
                  </a:lnTo>
                  <a:lnTo>
                    <a:pt x="1542" y="0"/>
                  </a:lnTo>
                  <a:lnTo>
                    <a:pt x="1542" y="0"/>
                  </a:lnTo>
                  <a:lnTo>
                    <a:pt x="1542" y="0"/>
                  </a:lnTo>
                  <a:lnTo>
                    <a:pt x="1548" y="0"/>
                  </a:lnTo>
                  <a:lnTo>
                    <a:pt x="1548" y="0"/>
                  </a:lnTo>
                  <a:lnTo>
                    <a:pt x="1548" y="0"/>
                  </a:lnTo>
                  <a:lnTo>
                    <a:pt x="1548" y="0"/>
                  </a:lnTo>
                  <a:lnTo>
                    <a:pt x="1548" y="0"/>
                  </a:lnTo>
                  <a:lnTo>
                    <a:pt x="1548" y="0"/>
                  </a:lnTo>
                  <a:lnTo>
                    <a:pt x="1548" y="0"/>
                  </a:lnTo>
                  <a:lnTo>
                    <a:pt x="1548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54" y="0"/>
                  </a:lnTo>
                  <a:lnTo>
                    <a:pt x="1560" y="0"/>
                  </a:lnTo>
                  <a:lnTo>
                    <a:pt x="1560" y="0"/>
                  </a:lnTo>
                  <a:lnTo>
                    <a:pt x="1560" y="0"/>
                  </a:lnTo>
                  <a:lnTo>
                    <a:pt x="1560" y="0"/>
                  </a:lnTo>
                  <a:lnTo>
                    <a:pt x="1560" y="0"/>
                  </a:lnTo>
                  <a:lnTo>
                    <a:pt x="1560" y="0"/>
                  </a:lnTo>
                  <a:lnTo>
                    <a:pt x="1560" y="0"/>
                  </a:lnTo>
                  <a:lnTo>
                    <a:pt x="1560" y="0"/>
                  </a:lnTo>
                  <a:lnTo>
                    <a:pt x="1566" y="0"/>
                  </a:lnTo>
                  <a:lnTo>
                    <a:pt x="1566" y="0"/>
                  </a:lnTo>
                  <a:lnTo>
                    <a:pt x="1566" y="0"/>
                  </a:lnTo>
                  <a:lnTo>
                    <a:pt x="1566" y="0"/>
                  </a:lnTo>
                  <a:lnTo>
                    <a:pt x="1566" y="0"/>
                  </a:lnTo>
                  <a:lnTo>
                    <a:pt x="1566" y="0"/>
                  </a:lnTo>
                  <a:lnTo>
                    <a:pt x="1566" y="0"/>
                  </a:lnTo>
                  <a:lnTo>
                    <a:pt x="1566" y="0"/>
                  </a:lnTo>
                  <a:lnTo>
                    <a:pt x="1566" y="0"/>
                  </a:lnTo>
                  <a:lnTo>
                    <a:pt x="1572" y="0"/>
                  </a:lnTo>
                  <a:lnTo>
                    <a:pt x="1572" y="0"/>
                  </a:lnTo>
                  <a:lnTo>
                    <a:pt x="1572" y="0"/>
                  </a:lnTo>
                  <a:lnTo>
                    <a:pt x="1572" y="0"/>
                  </a:lnTo>
                  <a:lnTo>
                    <a:pt x="1572" y="0"/>
                  </a:lnTo>
                  <a:lnTo>
                    <a:pt x="1572" y="0"/>
                  </a:lnTo>
                  <a:lnTo>
                    <a:pt x="1572" y="0"/>
                  </a:lnTo>
                  <a:lnTo>
                    <a:pt x="1572" y="0"/>
                  </a:lnTo>
                  <a:lnTo>
                    <a:pt x="1578" y="0"/>
                  </a:lnTo>
                  <a:lnTo>
                    <a:pt x="1578" y="0"/>
                  </a:lnTo>
                  <a:lnTo>
                    <a:pt x="1578" y="0"/>
                  </a:lnTo>
                  <a:lnTo>
                    <a:pt x="1578" y="0"/>
                  </a:lnTo>
                  <a:lnTo>
                    <a:pt x="1578" y="0"/>
                  </a:lnTo>
                  <a:lnTo>
                    <a:pt x="1578" y="0"/>
                  </a:lnTo>
                  <a:lnTo>
                    <a:pt x="1578" y="0"/>
                  </a:lnTo>
                  <a:lnTo>
                    <a:pt x="1578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84" y="0"/>
                  </a:lnTo>
                  <a:lnTo>
                    <a:pt x="1590" y="0"/>
                  </a:lnTo>
                  <a:lnTo>
                    <a:pt x="1590" y="0"/>
                  </a:lnTo>
                  <a:lnTo>
                    <a:pt x="1590" y="0"/>
                  </a:lnTo>
                  <a:lnTo>
                    <a:pt x="1590" y="0"/>
                  </a:lnTo>
                  <a:lnTo>
                    <a:pt x="1590" y="0"/>
                  </a:lnTo>
                  <a:lnTo>
                    <a:pt x="1590" y="0"/>
                  </a:lnTo>
                  <a:lnTo>
                    <a:pt x="1590" y="0"/>
                  </a:lnTo>
                  <a:lnTo>
                    <a:pt x="1590" y="0"/>
                  </a:lnTo>
                  <a:lnTo>
                    <a:pt x="1596" y="0"/>
                  </a:lnTo>
                  <a:lnTo>
                    <a:pt x="1596" y="0"/>
                  </a:lnTo>
                  <a:lnTo>
                    <a:pt x="1596" y="0"/>
                  </a:lnTo>
                  <a:lnTo>
                    <a:pt x="1596" y="0"/>
                  </a:lnTo>
                  <a:lnTo>
                    <a:pt x="1596" y="0"/>
                  </a:lnTo>
                  <a:lnTo>
                    <a:pt x="1596" y="0"/>
                  </a:lnTo>
                  <a:lnTo>
                    <a:pt x="1596" y="0"/>
                  </a:lnTo>
                  <a:lnTo>
                    <a:pt x="1596" y="0"/>
                  </a:lnTo>
                  <a:lnTo>
                    <a:pt x="1596" y="0"/>
                  </a:lnTo>
                  <a:lnTo>
                    <a:pt x="1602" y="0"/>
                  </a:lnTo>
                  <a:lnTo>
                    <a:pt x="1602" y="0"/>
                  </a:lnTo>
                  <a:lnTo>
                    <a:pt x="1602" y="0"/>
                  </a:lnTo>
                  <a:lnTo>
                    <a:pt x="1602" y="0"/>
                  </a:lnTo>
                  <a:lnTo>
                    <a:pt x="1602" y="0"/>
                  </a:lnTo>
                  <a:lnTo>
                    <a:pt x="1602" y="0"/>
                  </a:lnTo>
                  <a:lnTo>
                    <a:pt x="1602" y="0"/>
                  </a:lnTo>
                  <a:lnTo>
                    <a:pt x="1602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614" y="0"/>
                  </a:lnTo>
                  <a:lnTo>
                    <a:pt x="1614" y="0"/>
                  </a:lnTo>
                  <a:lnTo>
                    <a:pt x="1614" y="0"/>
                  </a:lnTo>
                  <a:lnTo>
                    <a:pt x="1614" y="0"/>
                  </a:lnTo>
                  <a:lnTo>
                    <a:pt x="1614" y="0"/>
                  </a:lnTo>
                  <a:lnTo>
                    <a:pt x="1614" y="0"/>
                  </a:lnTo>
                  <a:lnTo>
                    <a:pt x="1614" y="0"/>
                  </a:lnTo>
                  <a:lnTo>
                    <a:pt x="1614" y="0"/>
                  </a:lnTo>
                  <a:lnTo>
                    <a:pt x="1620" y="0"/>
                  </a:lnTo>
                  <a:lnTo>
                    <a:pt x="1620" y="0"/>
                  </a:lnTo>
                  <a:lnTo>
                    <a:pt x="1620" y="0"/>
                  </a:lnTo>
                  <a:lnTo>
                    <a:pt x="1620" y="0"/>
                  </a:lnTo>
                  <a:lnTo>
                    <a:pt x="1620" y="0"/>
                  </a:lnTo>
                  <a:lnTo>
                    <a:pt x="1620" y="0"/>
                  </a:lnTo>
                  <a:lnTo>
                    <a:pt x="1620" y="0"/>
                  </a:lnTo>
                  <a:lnTo>
                    <a:pt x="1620" y="0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26" y="0"/>
                  </a:lnTo>
                  <a:lnTo>
                    <a:pt x="1632" y="0"/>
                  </a:lnTo>
                  <a:lnTo>
                    <a:pt x="1632" y="0"/>
                  </a:lnTo>
                  <a:lnTo>
                    <a:pt x="1632" y="0"/>
                  </a:lnTo>
                  <a:lnTo>
                    <a:pt x="1632" y="0"/>
                  </a:lnTo>
                  <a:lnTo>
                    <a:pt x="1632" y="0"/>
                  </a:lnTo>
                  <a:lnTo>
                    <a:pt x="1632" y="0"/>
                  </a:lnTo>
                  <a:lnTo>
                    <a:pt x="1632" y="0"/>
                  </a:lnTo>
                  <a:lnTo>
                    <a:pt x="1632" y="0"/>
                  </a:lnTo>
                  <a:lnTo>
                    <a:pt x="1638" y="0"/>
                  </a:lnTo>
                  <a:lnTo>
                    <a:pt x="1638" y="0"/>
                  </a:lnTo>
                  <a:lnTo>
                    <a:pt x="1638" y="0"/>
                  </a:lnTo>
                  <a:lnTo>
                    <a:pt x="1638" y="0"/>
                  </a:lnTo>
                  <a:lnTo>
                    <a:pt x="1638" y="0"/>
                  </a:lnTo>
                  <a:lnTo>
                    <a:pt x="1638" y="0"/>
                  </a:lnTo>
                  <a:lnTo>
                    <a:pt x="1638" y="0"/>
                  </a:lnTo>
                  <a:lnTo>
                    <a:pt x="1638" y="0"/>
                  </a:lnTo>
                  <a:lnTo>
                    <a:pt x="1638" y="0"/>
                  </a:lnTo>
                  <a:lnTo>
                    <a:pt x="1644" y="0"/>
                  </a:lnTo>
                  <a:lnTo>
                    <a:pt x="1644" y="0"/>
                  </a:lnTo>
                  <a:lnTo>
                    <a:pt x="1644" y="0"/>
                  </a:lnTo>
                  <a:lnTo>
                    <a:pt x="1644" y="0"/>
                  </a:lnTo>
                  <a:lnTo>
                    <a:pt x="1644" y="0"/>
                  </a:lnTo>
                  <a:lnTo>
                    <a:pt x="1644" y="0"/>
                  </a:lnTo>
                  <a:lnTo>
                    <a:pt x="1644" y="0"/>
                  </a:lnTo>
                  <a:lnTo>
                    <a:pt x="1644" y="0"/>
                  </a:lnTo>
                  <a:lnTo>
                    <a:pt x="1650" y="0"/>
                  </a:lnTo>
                  <a:lnTo>
                    <a:pt x="1650" y="0"/>
                  </a:lnTo>
                  <a:lnTo>
                    <a:pt x="1650" y="0"/>
                  </a:lnTo>
                  <a:lnTo>
                    <a:pt x="1650" y="0"/>
                  </a:lnTo>
                  <a:lnTo>
                    <a:pt x="1650" y="0"/>
                  </a:lnTo>
                  <a:lnTo>
                    <a:pt x="1650" y="0"/>
                  </a:lnTo>
                  <a:lnTo>
                    <a:pt x="1650" y="0"/>
                  </a:lnTo>
                  <a:lnTo>
                    <a:pt x="1650" y="0"/>
                  </a:lnTo>
                  <a:lnTo>
                    <a:pt x="1656" y="0"/>
                  </a:lnTo>
                  <a:lnTo>
                    <a:pt x="1656" y="0"/>
                  </a:lnTo>
                  <a:lnTo>
                    <a:pt x="1656" y="0"/>
                  </a:lnTo>
                  <a:lnTo>
                    <a:pt x="1656" y="0"/>
                  </a:lnTo>
                  <a:lnTo>
                    <a:pt x="1656" y="0"/>
                  </a:lnTo>
                  <a:lnTo>
                    <a:pt x="1656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8" y="0"/>
                  </a:lnTo>
                  <a:lnTo>
                    <a:pt x="2088" y="0"/>
                  </a:lnTo>
                  <a:lnTo>
                    <a:pt x="2088" y="0"/>
                  </a:lnTo>
                  <a:lnTo>
                    <a:pt x="2088" y="0"/>
                  </a:lnTo>
                  <a:lnTo>
                    <a:pt x="2088" y="0"/>
                  </a:lnTo>
                  <a:lnTo>
                    <a:pt x="2088" y="0"/>
                  </a:lnTo>
                  <a:lnTo>
                    <a:pt x="2088" y="0"/>
                  </a:lnTo>
                  <a:lnTo>
                    <a:pt x="2088" y="0"/>
                  </a:lnTo>
                  <a:lnTo>
                    <a:pt x="2094" y="0"/>
                  </a:lnTo>
                  <a:lnTo>
                    <a:pt x="2094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84" y="0"/>
                  </a:lnTo>
                  <a:lnTo>
                    <a:pt x="2484" y="0"/>
                  </a:lnTo>
                  <a:lnTo>
                    <a:pt x="2484" y="0"/>
                  </a:lnTo>
                  <a:lnTo>
                    <a:pt x="2484" y="0"/>
                  </a:lnTo>
                  <a:lnTo>
                    <a:pt x="2484" y="0"/>
                  </a:lnTo>
                  <a:lnTo>
                    <a:pt x="2484" y="0"/>
                  </a:lnTo>
                  <a:lnTo>
                    <a:pt x="248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74" y="0"/>
                  </a:lnTo>
                  <a:lnTo>
                    <a:pt x="2874" y="0"/>
                  </a:lnTo>
                  <a:lnTo>
                    <a:pt x="2874" y="0"/>
                  </a:lnTo>
                  <a:lnTo>
                    <a:pt x="2874" y="0"/>
                  </a:lnTo>
                  <a:lnTo>
                    <a:pt x="2874" y="0"/>
                  </a:lnTo>
                  <a:lnTo>
                    <a:pt x="2874" y="0"/>
                  </a:lnTo>
                  <a:lnTo>
                    <a:pt x="2874" y="0"/>
                  </a:lnTo>
                  <a:lnTo>
                    <a:pt x="2874" y="0"/>
                  </a:lnTo>
                  <a:lnTo>
                    <a:pt x="2880" y="0"/>
                  </a:lnTo>
                  <a:lnTo>
                    <a:pt x="2880" y="0"/>
                  </a:lnTo>
                  <a:lnTo>
                    <a:pt x="2880" y="0"/>
                  </a:lnTo>
                  <a:lnTo>
                    <a:pt x="2880" y="0"/>
                  </a:lnTo>
                  <a:lnTo>
                    <a:pt x="2880" y="0"/>
                  </a:lnTo>
                  <a:lnTo>
                    <a:pt x="2880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70" y="0"/>
                  </a:lnTo>
                  <a:lnTo>
                    <a:pt x="3270" y="0"/>
                  </a:lnTo>
                  <a:lnTo>
                    <a:pt x="3270" y="0"/>
                  </a:lnTo>
                  <a:lnTo>
                    <a:pt x="3270" y="0"/>
                  </a:lnTo>
                  <a:lnTo>
                    <a:pt x="3270" y="0"/>
                  </a:lnTo>
                  <a:lnTo>
                    <a:pt x="3270" y="0"/>
                  </a:lnTo>
                  <a:lnTo>
                    <a:pt x="3270" y="0"/>
                  </a:lnTo>
                  <a:lnTo>
                    <a:pt x="3270" y="0"/>
                  </a:lnTo>
                  <a:lnTo>
                    <a:pt x="3276" y="0"/>
                  </a:lnTo>
                  <a:lnTo>
                    <a:pt x="3276" y="0"/>
                  </a:lnTo>
                  <a:lnTo>
                    <a:pt x="3276" y="0"/>
                  </a:lnTo>
                  <a:lnTo>
                    <a:pt x="3276" y="0"/>
                  </a:lnTo>
                  <a:lnTo>
                    <a:pt x="3276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82" y="0"/>
                  </a:lnTo>
                  <a:lnTo>
                    <a:pt x="3582" y="0"/>
                  </a:lnTo>
                  <a:lnTo>
                    <a:pt x="3582" y="0"/>
                  </a:lnTo>
                  <a:lnTo>
                    <a:pt x="3582" y="0"/>
                  </a:lnTo>
                  <a:lnTo>
                    <a:pt x="3582" y="0"/>
                  </a:lnTo>
                  <a:lnTo>
                    <a:pt x="3582" y="0"/>
                  </a:lnTo>
                  <a:lnTo>
                    <a:pt x="3582" y="0"/>
                  </a:lnTo>
                  <a:lnTo>
                    <a:pt x="3582" y="0"/>
                  </a:lnTo>
                  <a:lnTo>
                    <a:pt x="3588" y="0"/>
                  </a:lnTo>
                  <a:lnTo>
                    <a:pt x="3588" y="0"/>
                  </a:lnTo>
                  <a:lnTo>
                    <a:pt x="3588" y="0"/>
                  </a:lnTo>
                  <a:lnTo>
                    <a:pt x="3588" y="0"/>
                  </a:lnTo>
                  <a:lnTo>
                    <a:pt x="3588" y="0"/>
                  </a:lnTo>
                  <a:lnTo>
                    <a:pt x="3588" y="0"/>
                  </a:lnTo>
                  <a:lnTo>
                    <a:pt x="3588" y="0"/>
                  </a:lnTo>
                  <a:lnTo>
                    <a:pt x="3588" y="0"/>
                  </a:lnTo>
                  <a:lnTo>
                    <a:pt x="3594" y="0"/>
                  </a:lnTo>
                </a:path>
              </a:pathLst>
            </a:cu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tIns="-43920" bIns="-439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4" name="Rectangle 133"/>
            <p:cNvSpPr/>
            <p:nvPr/>
          </p:nvSpPr>
          <p:spPr>
            <a:xfrm>
              <a:off x="4170960" y="3057480"/>
              <a:ext cx="3639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DISP_Y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5" name="Rectangle 134"/>
            <p:cNvSpPr/>
            <p:nvPr/>
          </p:nvSpPr>
          <p:spPr>
            <a:xfrm>
              <a:off x="1938240" y="3238200"/>
              <a:ext cx="257400" cy="28800"/>
            </a:xfrm>
            <a:prstGeom prst="rect">
              <a:avLst/>
            </a:prstGeom>
            <a:solidFill>
              <a:srgbClr val="c0c000"/>
            </a:solidFill>
            <a:ln w="9360">
              <a:solidFill>
                <a:srgbClr val="c0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6" name="Rectangle 135"/>
            <p:cNvSpPr/>
            <p:nvPr/>
          </p:nvSpPr>
          <p:spPr>
            <a:xfrm>
              <a:off x="2509920" y="3238200"/>
              <a:ext cx="9360" cy="288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7" name="Rectangle 136"/>
            <p:cNvSpPr/>
            <p:nvPr/>
          </p:nvSpPr>
          <p:spPr>
            <a:xfrm>
              <a:off x="2509920" y="323820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8" name="Rectangle 137"/>
            <p:cNvSpPr/>
            <p:nvPr/>
          </p:nvSpPr>
          <p:spPr>
            <a:xfrm>
              <a:off x="3129120" y="3238200"/>
              <a:ext cx="38088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89" name="Rectangle 138"/>
            <p:cNvSpPr/>
            <p:nvPr/>
          </p:nvSpPr>
          <p:spPr>
            <a:xfrm>
              <a:off x="3757680" y="323820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90" name="Rectangle 139"/>
            <p:cNvSpPr/>
            <p:nvPr/>
          </p:nvSpPr>
          <p:spPr>
            <a:xfrm>
              <a:off x="4386240" y="323820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91" name="Rectangle 140"/>
            <p:cNvSpPr/>
            <p:nvPr/>
          </p:nvSpPr>
          <p:spPr>
            <a:xfrm>
              <a:off x="4757760" y="3238200"/>
              <a:ext cx="9360" cy="288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92" name="Rectangle 141"/>
            <p:cNvSpPr/>
            <p:nvPr/>
          </p:nvSpPr>
          <p:spPr>
            <a:xfrm>
              <a:off x="5081760" y="3238200"/>
              <a:ext cx="9360" cy="288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93" name="Rectangle 142"/>
            <p:cNvSpPr/>
            <p:nvPr/>
          </p:nvSpPr>
          <p:spPr>
            <a:xfrm>
              <a:off x="5081760" y="3238200"/>
              <a:ext cx="37116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94" name="Rectangle 143"/>
            <p:cNvSpPr/>
            <p:nvPr/>
          </p:nvSpPr>
          <p:spPr>
            <a:xfrm>
              <a:off x="5700600" y="3238200"/>
              <a:ext cx="38124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95" name="Rectangle 144"/>
            <p:cNvSpPr/>
            <p:nvPr/>
          </p:nvSpPr>
          <p:spPr>
            <a:xfrm>
              <a:off x="6329520" y="3238200"/>
              <a:ext cx="37116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96" name="Rectangle 145"/>
            <p:cNvSpPr/>
            <p:nvPr/>
          </p:nvSpPr>
          <p:spPr>
            <a:xfrm>
              <a:off x="6958080" y="323820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497" name="Rectangle 146"/>
            <p:cNvSpPr/>
            <p:nvPr/>
          </p:nvSpPr>
          <p:spPr>
            <a:xfrm>
              <a:off x="7329600" y="3238200"/>
              <a:ext cx="9360" cy="288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grpSp>
        <p:nvGrpSpPr>
          <p:cNvPr id="498" name="Group 149"/>
          <p:cNvGrpSpPr/>
          <p:nvPr/>
        </p:nvGrpSpPr>
        <p:grpSpPr>
          <a:xfrm>
            <a:off x="1663560" y="3476520"/>
            <a:ext cx="5933880" cy="2228760"/>
            <a:chOff x="1663560" y="3476520"/>
            <a:chExt cx="5933880" cy="2228760"/>
          </a:xfrm>
        </p:grpSpPr>
        <p:sp>
          <p:nvSpPr>
            <p:cNvPr id="499" name="AutoShape 148"/>
            <p:cNvSpPr/>
            <p:nvPr/>
          </p:nvSpPr>
          <p:spPr>
            <a:xfrm>
              <a:off x="1665360" y="3476520"/>
              <a:ext cx="5914800" cy="222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0" name="Rectangle 150"/>
            <p:cNvSpPr/>
            <p:nvPr/>
          </p:nvSpPr>
          <p:spPr>
            <a:xfrm>
              <a:off x="1665360" y="3476520"/>
              <a:ext cx="5914800" cy="22287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1" name="Rectangle 151"/>
            <p:cNvSpPr/>
            <p:nvPr/>
          </p:nvSpPr>
          <p:spPr>
            <a:xfrm>
              <a:off x="1779480" y="3705120"/>
              <a:ext cx="5686560" cy="1762200"/>
            </a:xfrm>
            <a:prstGeom prst="rect">
              <a:avLst/>
            </a:pr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2" name="Rectangle 152"/>
            <p:cNvSpPr/>
            <p:nvPr/>
          </p:nvSpPr>
          <p:spPr>
            <a:xfrm>
              <a:off x="7228080" y="5486040"/>
              <a:ext cx="25632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22.76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3" name="Rectangle 153"/>
            <p:cNvSpPr/>
            <p:nvPr/>
          </p:nvSpPr>
          <p:spPr>
            <a:xfrm>
              <a:off x="1812600" y="548604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4" name="Rectangle 155"/>
            <p:cNvSpPr/>
            <p:nvPr/>
          </p:nvSpPr>
          <p:spPr>
            <a:xfrm>
              <a:off x="1886400" y="3600360"/>
              <a:ext cx="70992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                        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5" name="Rectangle 156"/>
            <p:cNvSpPr/>
            <p:nvPr/>
          </p:nvSpPr>
          <p:spPr>
            <a:xfrm rot="16200000">
              <a:off x="1667520" y="3662640"/>
              <a:ext cx="11412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60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6" name="Rectangle 157"/>
            <p:cNvSpPr/>
            <p:nvPr/>
          </p:nvSpPr>
          <p:spPr>
            <a:xfrm rot="16200000">
              <a:off x="1695600" y="535356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7" name="Rectangle 158"/>
            <p:cNvSpPr/>
            <p:nvPr/>
          </p:nvSpPr>
          <p:spPr>
            <a:xfrm rot="16200000">
              <a:off x="7507440" y="363888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5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8" name="Rectangle 159"/>
            <p:cNvSpPr/>
            <p:nvPr/>
          </p:nvSpPr>
          <p:spPr>
            <a:xfrm rot="16200000">
              <a:off x="7507440" y="535212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09" name="Rectangle 160"/>
            <p:cNvSpPr/>
            <p:nvPr/>
          </p:nvSpPr>
          <p:spPr>
            <a:xfrm rot="16200000">
              <a:off x="1372320" y="4410360"/>
              <a:ext cx="7041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BETA_X&amp;Y[m]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0" name="Rectangle 161"/>
            <p:cNvSpPr/>
            <p:nvPr/>
          </p:nvSpPr>
          <p:spPr>
            <a:xfrm rot="16200000">
              <a:off x="7203960" y="4439160"/>
              <a:ext cx="664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DISP_X&amp;Y[m]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1" name="Line 162"/>
            <p:cNvSpPr/>
            <p:nvPr/>
          </p:nvSpPr>
          <p:spPr>
            <a:xfrm flipH="1">
              <a:off x="7427520" y="387648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2" name="Line 163"/>
            <p:cNvSpPr/>
            <p:nvPr/>
          </p:nvSpPr>
          <p:spPr>
            <a:xfrm>
              <a:off x="1779480" y="387648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3" name="Line 164"/>
            <p:cNvSpPr/>
            <p:nvPr/>
          </p:nvSpPr>
          <p:spPr>
            <a:xfrm flipV="1">
              <a:off x="2341440" y="543852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4" name="Line 165"/>
            <p:cNvSpPr/>
            <p:nvPr/>
          </p:nvSpPr>
          <p:spPr>
            <a:xfrm>
              <a:off x="2341440" y="370512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5" name="Line 166"/>
            <p:cNvSpPr/>
            <p:nvPr/>
          </p:nvSpPr>
          <p:spPr>
            <a:xfrm flipH="1">
              <a:off x="7427520" y="405756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6" name="Line 167"/>
            <p:cNvSpPr/>
            <p:nvPr/>
          </p:nvSpPr>
          <p:spPr>
            <a:xfrm>
              <a:off x="1779480" y="405756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7" name="Line 168"/>
            <p:cNvSpPr/>
            <p:nvPr/>
          </p:nvSpPr>
          <p:spPr>
            <a:xfrm flipV="1">
              <a:off x="2913120" y="5438520"/>
              <a:ext cx="144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8" name="Line 169"/>
            <p:cNvSpPr/>
            <p:nvPr/>
          </p:nvSpPr>
          <p:spPr>
            <a:xfrm>
              <a:off x="2913120" y="3705120"/>
              <a:ext cx="144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19" name="Line 170"/>
            <p:cNvSpPr/>
            <p:nvPr/>
          </p:nvSpPr>
          <p:spPr>
            <a:xfrm flipH="1">
              <a:off x="7427520" y="422892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0" name="Line 171"/>
            <p:cNvSpPr/>
            <p:nvPr/>
          </p:nvSpPr>
          <p:spPr>
            <a:xfrm>
              <a:off x="1779480" y="422892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1" name="Line 172"/>
            <p:cNvSpPr/>
            <p:nvPr/>
          </p:nvSpPr>
          <p:spPr>
            <a:xfrm flipV="1">
              <a:off x="3484440" y="543852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2" name="Line 173"/>
            <p:cNvSpPr/>
            <p:nvPr/>
          </p:nvSpPr>
          <p:spPr>
            <a:xfrm>
              <a:off x="3484440" y="370512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3" name="Line 174"/>
            <p:cNvSpPr/>
            <p:nvPr/>
          </p:nvSpPr>
          <p:spPr>
            <a:xfrm flipH="1">
              <a:off x="7427520" y="441000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4" name="Line 175"/>
            <p:cNvSpPr/>
            <p:nvPr/>
          </p:nvSpPr>
          <p:spPr>
            <a:xfrm>
              <a:off x="1779480" y="441000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5" name="Line 176"/>
            <p:cNvSpPr/>
            <p:nvPr/>
          </p:nvSpPr>
          <p:spPr>
            <a:xfrm flipV="1">
              <a:off x="4046400" y="543852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6" name="Line 177"/>
            <p:cNvSpPr/>
            <p:nvPr/>
          </p:nvSpPr>
          <p:spPr>
            <a:xfrm>
              <a:off x="4046400" y="370512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7" name="Line 178"/>
            <p:cNvSpPr/>
            <p:nvPr/>
          </p:nvSpPr>
          <p:spPr>
            <a:xfrm flipH="1">
              <a:off x="7427520" y="4590720"/>
              <a:ext cx="28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8" name="Line 179"/>
            <p:cNvSpPr/>
            <p:nvPr/>
          </p:nvSpPr>
          <p:spPr>
            <a:xfrm>
              <a:off x="1779480" y="4590720"/>
              <a:ext cx="288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29" name="Line 180"/>
            <p:cNvSpPr/>
            <p:nvPr/>
          </p:nvSpPr>
          <p:spPr>
            <a:xfrm flipV="1">
              <a:off x="4618080" y="5438520"/>
              <a:ext cx="144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0" name="Line 181"/>
            <p:cNvSpPr/>
            <p:nvPr/>
          </p:nvSpPr>
          <p:spPr>
            <a:xfrm>
              <a:off x="4618080" y="3705120"/>
              <a:ext cx="144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1" name="Line 182"/>
            <p:cNvSpPr/>
            <p:nvPr/>
          </p:nvSpPr>
          <p:spPr>
            <a:xfrm flipH="1">
              <a:off x="7427520" y="476244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2" name="Line 183"/>
            <p:cNvSpPr/>
            <p:nvPr/>
          </p:nvSpPr>
          <p:spPr>
            <a:xfrm>
              <a:off x="1779480" y="476244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3" name="Line 184"/>
            <p:cNvSpPr/>
            <p:nvPr/>
          </p:nvSpPr>
          <p:spPr>
            <a:xfrm flipV="1">
              <a:off x="5189400" y="543852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4" name="Line 185"/>
            <p:cNvSpPr/>
            <p:nvPr/>
          </p:nvSpPr>
          <p:spPr>
            <a:xfrm>
              <a:off x="5189400" y="370512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5" name="Line 186"/>
            <p:cNvSpPr/>
            <p:nvPr/>
          </p:nvSpPr>
          <p:spPr>
            <a:xfrm flipH="1">
              <a:off x="7427520" y="4943160"/>
              <a:ext cx="28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6" name="Line 187"/>
            <p:cNvSpPr/>
            <p:nvPr/>
          </p:nvSpPr>
          <p:spPr>
            <a:xfrm>
              <a:off x="1779480" y="4943160"/>
              <a:ext cx="288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7" name="Line 188"/>
            <p:cNvSpPr/>
            <p:nvPr/>
          </p:nvSpPr>
          <p:spPr>
            <a:xfrm flipV="1">
              <a:off x="5751360" y="543852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8" name="Line 189"/>
            <p:cNvSpPr/>
            <p:nvPr/>
          </p:nvSpPr>
          <p:spPr>
            <a:xfrm>
              <a:off x="5751360" y="370512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39" name="Line 190"/>
            <p:cNvSpPr/>
            <p:nvPr/>
          </p:nvSpPr>
          <p:spPr>
            <a:xfrm flipH="1">
              <a:off x="7427520" y="5114880"/>
              <a:ext cx="2844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0" name="Line 191"/>
            <p:cNvSpPr/>
            <p:nvPr/>
          </p:nvSpPr>
          <p:spPr>
            <a:xfrm>
              <a:off x="1779480" y="5114880"/>
              <a:ext cx="2880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1" name="Line 192"/>
            <p:cNvSpPr/>
            <p:nvPr/>
          </p:nvSpPr>
          <p:spPr>
            <a:xfrm flipV="1">
              <a:off x="6323040" y="5438520"/>
              <a:ext cx="144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2" name="Line 193"/>
            <p:cNvSpPr/>
            <p:nvPr/>
          </p:nvSpPr>
          <p:spPr>
            <a:xfrm>
              <a:off x="6323040" y="3705120"/>
              <a:ext cx="144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3" name="Line 194"/>
            <p:cNvSpPr/>
            <p:nvPr/>
          </p:nvSpPr>
          <p:spPr>
            <a:xfrm flipH="1">
              <a:off x="7427520" y="5295600"/>
              <a:ext cx="2844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4" name="Line 195"/>
            <p:cNvSpPr/>
            <p:nvPr/>
          </p:nvSpPr>
          <p:spPr>
            <a:xfrm>
              <a:off x="1779480" y="5295600"/>
              <a:ext cx="2880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5" name="Line 196"/>
            <p:cNvSpPr/>
            <p:nvPr/>
          </p:nvSpPr>
          <p:spPr>
            <a:xfrm flipV="1">
              <a:off x="6894360" y="5438520"/>
              <a:ext cx="1800" cy="28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6" name="Line 197"/>
            <p:cNvSpPr/>
            <p:nvPr/>
          </p:nvSpPr>
          <p:spPr>
            <a:xfrm>
              <a:off x="6894360" y="3705120"/>
              <a:ext cx="1800" cy="28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7" name="Freeform 198"/>
            <p:cNvSpPr/>
            <p:nvPr/>
          </p:nvSpPr>
          <p:spPr>
            <a:xfrm>
              <a:off x="1779480" y="3876480"/>
              <a:ext cx="5686560" cy="1419120"/>
            </a:xfrm>
            <a:custGeom>
              <a:avLst/>
              <a:gdLst>
                <a:gd name="textAreaLeft" fmla="*/ 0 w 5686560"/>
                <a:gd name="textAreaRight" fmla="*/ 5686560 w 5686560"/>
                <a:gd name="textAreaTop" fmla="*/ 0 h 1419120"/>
                <a:gd name="textAreaBottom" fmla="*/ 1419480 h 1419120"/>
                <a:gd name="GluePoint1X" fmla="*/ 24 w 3582"/>
                <a:gd name="GluePoint1Y" fmla="*/ 66 h 894"/>
                <a:gd name="GluePoint2X" fmla="*/ 54 w 3582"/>
                <a:gd name="GluePoint2Y" fmla="*/ 36 h 894"/>
                <a:gd name="GluePoint3X" fmla="*/ 78 w 3582"/>
                <a:gd name="GluePoint3Y" fmla="*/ 12 h 894"/>
                <a:gd name="GluePoint4X" fmla="*/ 108 w 3582"/>
                <a:gd name="GluePoint4Y" fmla="*/ 0 h 894"/>
                <a:gd name="GluePoint5X" fmla="*/ 132 w 3582"/>
                <a:gd name="GluePoint5Y" fmla="*/ 12 h 894"/>
                <a:gd name="GluePoint6X" fmla="*/ 162 w 3582"/>
                <a:gd name="GluePoint6Y" fmla="*/ 36 h 894"/>
                <a:gd name="GluePoint7X" fmla="*/ 186 w 3582"/>
                <a:gd name="GluePoint7Y" fmla="*/ 66 h 894"/>
                <a:gd name="GluePoint8X" fmla="*/ 216 w 3582"/>
                <a:gd name="GluePoint8Y" fmla="*/ 96 h 894"/>
                <a:gd name="GluePoint9X" fmla="*/ 240 w 3582"/>
                <a:gd name="GluePoint9Y" fmla="*/ 120 h 894"/>
                <a:gd name="GluePoint10X" fmla="*/ 270 w 3582"/>
                <a:gd name="GluePoint10Y" fmla="*/ 144 h 894"/>
                <a:gd name="GluePoint11X" fmla="*/ 528 w 3582"/>
                <a:gd name="GluePoint11Y" fmla="*/ 366 h 894"/>
                <a:gd name="GluePoint12X" fmla="*/ 558 w 3582"/>
                <a:gd name="GluePoint12Y" fmla="*/ 384 h 894"/>
                <a:gd name="GluePoint13X" fmla="*/ 582 w 3582"/>
                <a:gd name="GluePoint13Y" fmla="*/ 408 h 894"/>
                <a:gd name="GluePoint14X" fmla="*/ 612 w 3582"/>
                <a:gd name="GluePoint14Y" fmla="*/ 426 h 894"/>
                <a:gd name="GluePoint15X" fmla="*/ 636 w 3582"/>
                <a:gd name="GluePoint15Y" fmla="*/ 444 h 894"/>
                <a:gd name="GluePoint16X" fmla="*/ 666 w 3582"/>
                <a:gd name="GluePoint16Y" fmla="*/ 462 h 894"/>
                <a:gd name="GluePoint17X" fmla="*/ 924 w 3582"/>
                <a:gd name="GluePoint17Y" fmla="*/ 612 h 894"/>
                <a:gd name="GluePoint18X" fmla="*/ 954 w 3582"/>
                <a:gd name="GluePoint18Y" fmla="*/ 630 h 894"/>
                <a:gd name="GluePoint19X" fmla="*/ 984 w 3582"/>
                <a:gd name="GluePoint19Y" fmla="*/ 642 h 894"/>
                <a:gd name="GluePoint20X" fmla="*/ 1008 w 3582"/>
                <a:gd name="GluePoint20Y" fmla="*/ 654 h 894"/>
                <a:gd name="GluePoint21X" fmla="*/ 1038 w 3582"/>
                <a:gd name="GluePoint21Y" fmla="*/ 666 h 894"/>
                <a:gd name="GluePoint22X" fmla="*/ 1062 w 3582"/>
                <a:gd name="GluePoint22Y" fmla="*/ 678 h 894"/>
                <a:gd name="GluePoint23X" fmla="*/ 1326 w 3582"/>
                <a:gd name="GluePoint23Y" fmla="*/ 780 h 894"/>
                <a:gd name="GluePoint24X" fmla="*/ 1350 w 3582"/>
                <a:gd name="GluePoint24Y" fmla="*/ 786 h 894"/>
                <a:gd name="GluePoint25X" fmla="*/ 1380 w 3582"/>
                <a:gd name="GluePoint25Y" fmla="*/ 792 h 894"/>
                <a:gd name="GluePoint26X" fmla="*/ 1404 w 3582"/>
                <a:gd name="GluePoint26Y" fmla="*/ 804 h 894"/>
                <a:gd name="GluePoint27X" fmla="*/ 1434 w 3582"/>
                <a:gd name="GluePoint27Y" fmla="*/ 810 h 894"/>
                <a:gd name="GluePoint28X" fmla="*/ 1458 w 3582"/>
                <a:gd name="GluePoint28Y" fmla="*/ 816 h 894"/>
                <a:gd name="GluePoint29X" fmla="*/ 1722 w 3582"/>
                <a:gd name="GluePoint29Y" fmla="*/ 876 h 894"/>
                <a:gd name="GluePoint30X" fmla="*/ 1746 w 3582"/>
                <a:gd name="GluePoint30Y" fmla="*/ 876 h 894"/>
                <a:gd name="GluePoint31X" fmla="*/ 1776 w 3582"/>
                <a:gd name="GluePoint31Y" fmla="*/ 882 h 894"/>
                <a:gd name="GluePoint32X" fmla="*/ 1800 w 3582"/>
                <a:gd name="GluePoint32Y" fmla="*/ 888 h 894"/>
                <a:gd name="GluePoint33X" fmla="*/ 1830 w 3582"/>
                <a:gd name="GluePoint33Y" fmla="*/ 888 h 894"/>
                <a:gd name="GluePoint34X" fmla="*/ 1854 w 3582"/>
                <a:gd name="GluePoint34Y" fmla="*/ 894 h 894"/>
                <a:gd name="GluePoint35X" fmla="*/ 1884 w 3582"/>
                <a:gd name="GluePoint35Y" fmla="*/ 894 h 894"/>
                <a:gd name="GluePoint36X" fmla="*/ 1908 w 3582"/>
                <a:gd name="GluePoint36Y" fmla="*/ 894 h 894"/>
                <a:gd name="GluePoint37X" fmla="*/ 1938 w 3582"/>
                <a:gd name="GluePoint37Y" fmla="*/ 894 h 894"/>
                <a:gd name="GluePoint38X" fmla="*/ 1962 w 3582"/>
                <a:gd name="GluePoint38Y" fmla="*/ 888 h 894"/>
                <a:gd name="GluePoint39X" fmla="*/ 1992 w 3582"/>
                <a:gd name="GluePoint39Y" fmla="*/ 888 h 894"/>
                <a:gd name="GluePoint40X" fmla="*/ 2016 w 3582"/>
                <a:gd name="GluePoint40Y" fmla="*/ 882 h 894"/>
                <a:gd name="GluePoint41X" fmla="*/ 2046 w 3582"/>
                <a:gd name="GluePoint41Y" fmla="*/ 876 h 894"/>
                <a:gd name="GluePoint42X" fmla="*/ 2076 w 3582"/>
                <a:gd name="GluePoint42Y" fmla="*/ 876 h 894"/>
                <a:gd name="GluePoint43X" fmla="*/ 2334 w 3582"/>
                <a:gd name="GluePoint43Y" fmla="*/ 816 h 894"/>
                <a:gd name="GluePoint44X" fmla="*/ 2358 w 3582"/>
                <a:gd name="GluePoint44Y" fmla="*/ 810 h 894"/>
                <a:gd name="GluePoint45X" fmla="*/ 2388 w 3582"/>
                <a:gd name="GluePoint45Y" fmla="*/ 798 h 894"/>
                <a:gd name="GluePoint46X" fmla="*/ 2418 w 3582"/>
                <a:gd name="GluePoint46Y" fmla="*/ 792 h 894"/>
                <a:gd name="GluePoint47X" fmla="*/ 2442 w 3582"/>
                <a:gd name="GluePoint47Y" fmla="*/ 786 h 894"/>
                <a:gd name="GluePoint48X" fmla="*/ 2472 w 3582"/>
                <a:gd name="GluePoint48Y" fmla="*/ 774 h 894"/>
                <a:gd name="GluePoint49X" fmla="*/ 2730 w 3582"/>
                <a:gd name="GluePoint49Y" fmla="*/ 678 h 894"/>
                <a:gd name="GluePoint50X" fmla="*/ 2760 w 3582"/>
                <a:gd name="GluePoint50Y" fmla="*/ 660 h 894"/>
                <a:gd name="GluePoint51X" fmla="*/ 2784 w 3582"/>
                <a:gd name="GluePoint51Y" fmla="*/ 648 h 894"/>
                <a:gd name="GluePoint52X" fmla="*/ 2814 w 3582"/>
                <a:gd name="GluePoint52Y" fmla="*/ 636 h 894"/>
                <a:gd name="GluePoint53X" fmla="*/ 2838 w 3582"/>
                <a:gd name="GluePoint53Y" fmla="*/ 624 h 894"/>
                <a:gd name="GluePoint54X" fmla="*/ 2868 w 3582"/>
                <a:gd name="GluePoint54Y" fmla="*/ 612 h 894"/>
                <a:gd name="GluePoint55X" fmla="*/ 3126 w 3582"/>
                <a:gd name="GluePoint55Y" fmla="*/ 456 h 894"/>
                <a:gd name="GluePoint56X" fmla="*/ 3156 w 3582"/>
                <a:gd name="GluePoint56Y" fmla="*/ 438 h 894"/>
                <a:gd name="GluePoint57X" fmla="*/ 3180 w 3582"/>
                <a:gd name="GluePoint57Y" fmla="*/ 420 h 894"/>
                <a:gd name="GluePoint58X" fmla="*/ 3210 w 3582"/>
                <a:gd name="GluePoint58Y" fmla="*/ 402 h 894"/>
                <a:gd name="GluePoint59X" fmla="*/ 3234 w 3582"/>
                <a:gd name="GluePoint59Y" fmla="*/ 384 h 894"/>
                <a:gd name="GluePoint60X" fmla="*/ 3264 w 3582"/>
                <a:gd name="GluePoint60Y" fmla="*/ 360 h 894"/>
                <a:gd name="GluePoint61X" fmla="*/ 3522 w 3582"/>
                <a:gd name="GluePoint61Y" fmla="*/ 144 h 894"/>
                <a:gd name="GluePoint62X" fmla="*/ 3552 w 3582"/>
                <a:gd name="GluePoint62Y" fmla="*/ 120 h 894"/>
                <a:gd name="GluePoint63X" fmla="*/ 3576 w 3582"/>
                <a:gd name="GluePoint63Y" fmla="*/ 90 h 8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3582" h="894">
                  <a:moveTo>
                    <a:pt x="0" y="90"/>
                  </a:moveTo>
                  <a:lnTo>
                    <a:pt x="0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6" y="78"/>
                  </a:lnTo>
                  <a:lnTo>
                    <a:pt x="6" y="78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72"/>
                  </a:lnTo>
                  <a:lnTo>
                    <a:pt x="12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30" y="54"/>
                  </a:lnTo>
                  <a:lnTo>
                    <a:pt x="30" y="54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6" y="48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2" y="48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48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0"/>
                  </a:lnTo>
                  <a:lnTo>
                    <a:pt x="54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60" y="24"/>
                  </a:lnTo>
                  <a:lnTo>
                    <a:pt x="60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6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18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12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96" y="6"/>
                  </a:lnTo>
                  <a:lnTo>
                    <a:pt x="102" y="6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0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6" y="12"/>
                  </a:lnTo>
                  <a:lnTo>
                    <a:pt x="126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2" y="12"/>
                  </a:lnTo>
                  <a:lnTo>
                    <a:pt x="138" y="12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38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4" y="18"/>
                  </a:lnTo>
                  <a:lnTo>
                    <a:pt x="144" y="24"/>
                  </a:lnTo>
                  <a:lnTo>
                    <a:pt x="144" y="24"/>
                  </a:lnTo>
                  <a:lnTo>
                    <a:pt x="144" y="24"/>
                  </a:lnTo>
                  <a:lnTo>
                    <a:pt x="144" y="24"/>
                  </a:lnTo>
                  <a:lnTo>
                    <a:pt x="144" y="24"/>
                  </a:lnTo>
                  <a:lnTo>
                    <a:pt x="150" y="24"/>
                  </a:lnTo>
                  <a:lnTo>
                    <a:pt x="150" y="24"/>
                  </a:lnTo>
                  <a:lnTo>
                    <a:pt x="150" y="24"/>
                  </a:lnTo>
                  <a:lnTo>
                    <a:pt x="150" y="30"/>
                  </a:lnTo>
                  <a:lnTo>
                    <a:pt x="150" y="30"/>
                  </a:lnTo>
                  <a:lnTo>
                    <a:pt x="150" y="30"/>
                  </a:lnTo>
                  <a:lnTo>
                    <a:pt x="150" y="30"/>
                  </a:lnTo>
                  <a:lnTo>
                    <a:pt x="150" y="30"/>
                  </a:lnTo>
                  <a:lnTo>
                    <a:pt x="150" y="30"/>
                  </a:lnTo>
                  <a:lnTo>
                    <a:pt x="156" y="30"/>
                  </a:lnTo>
                  <a:lnTo>
                    <a:pt x="156" y="30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56" y="36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68" y="42"/>
                  </a:lnTo>
                  <a:lnTo>
                    <a:pt x="168" y="48"/>
                  </a:lnTo>
                  <a:lnTo>
                    <a:pt x="168" y="48"/>
                  </a:lnTo>
                  <a:lnTo>
                    <a:pt x="168" y="48"/>
                  </a:lnTo>
                  <a:lnTo>
                    <a:pt x="168" y="48"/>
                  </a:lnTo>
                  <a:lnTo>
                    <a:pt x="168" y="48"/>
                  </a:lnTo>
                  <a:lnTo>
                    <a:pt x="168" y="48"/>
                  </a:lnTo>
                  <a:lnTo>
                    <a:pt x="168" y="48"/>
                  </a:lnTo>
                  <a:lnTo>
                    <a:pt x="174" y="48"/>
                  </a:lnTo>
                  <a:lnTo>
                    <a:pt x="174" y="48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74" y="54"/>
                  </a:lnTo>
                  <a:lnTo>
                    <a:pt x="180" y="54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6" y="60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86" y="66"/>
                  </a:lnTo>
                  <a:lnTo>
                    <a:pt x="192" y="66"/>
                  </a:lnTo>
                  <a:lnTo>
                    <a:pt x="192" y="66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2" y="72"/>
                  </a:lnTo>
                  <a:lnTo>
                    <a:pt x="198" y="72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204" y="78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04" y="84"/>
                  </a:lnTo>
                  <a:lnTo>
                    <a:pt x="210" y="84"/>
                  </a:lnTo>
                  <a:lnTo>
                    <a:pt x="210" y="84"/>
                  </a:lnTo>
                  <a:lnTo>
                    <a:pt x="210" y="90"/>
                  </a:lnTo>
                  <a:lnTo>
                    <a:pt x="210" y="90"/>
                  </a:lnTo>
                  <a:lnTo>
                    <a:pt x="210" y="90"/>
                  </a:lnTo>
                  <a:lnTo>
                    <a:pt x="210" y="90"/>
                  </a:lnTo>
                  <a:lnTo>
                    <a:pt x="210" y="90"/>
                  </a:lnTo>
                  <a:lnTo>
                    <a:pt x="210" y="90"/>
                  </a:lnTo>
                  <a:lnTo>
                    <a:pt x="210" y="90"/>
                  </a:lnTo>
                  <a:lnTo>
                    <a:pt x="216" y="90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16" y="96"/>
                  </a:lnTo>
                  <a:lnTo>
                    <a:pt x="222" y="96"/>
                  </a:lnTo>
                  <a:lnTo>
                    <a:pt x="222" y="96"/>
                  </a:lnTo>
                  <a:lnTo>
                    <a:pt x="222" y="102"/>
                  </a:lnTo>
                  <a:lnTo>
                    <a:pt x="222" y="102"/>
                  </a:lnTo>
                  <a:lnTo>
                    <a:pt x="222" y="102"/>
                  </a:lnTo>
                  <a:lnTo>
                    <a:pt x="222" y="102"/>
                  </a:lnTo>
                  <a:lnTo>
                    <a:pt x="222" y="102"/>
                  </a:lnTo>
                  <a:lnTo>
                    <a:pt x="222" y="102"/>
                  </a:lnTo>
                  <a:lnTo>
                    <a:pt x="222" y="102"/>
                  </a:lnTo>
                  <a:lnTo>
                    <a:pt x="228" y="102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28" y="108"/>
                  </a:lnTo>
                  <a:lnTo>
                    <a:pt x="234" y="108"/>
                  </a:lnTo>
                  <a:lnTo>
                    <a:pt x="234" y="108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40" y="114"/>
                  </a:lnTo>
                  <a:lnTo>
                    <a:pt x="240" y="114"/>
                  </a:lnTo>
                  <a:lnTo>
                    <a:pt x="240" y="120"/>
                  </a:lnTo>
                  <a:lnTo>
                    <a:pt x="240" y="120"/>
                  </a:lnTo>
                  <a:lnTo>
                    <a:pt x="240" y="120"/>
                  </a:lnTo>
                  <a:lnTo>
                    <a:pt x="240" y="120"/>
                  </a:lnTo>
                  <a:lnTo>
                    <a:pt x="240" y="120"/>
                  </a:lnTo>
                  <a:lnTo>
                    <a:pt x="240" y="120"/>
                  </a:lnTo>
                  <a:lnTo>
                    <a:pt x="240" y="120"/>
                  </a:lnTo>
                  <a:lnTo>
                    <a:pt x="246" y="120"/>
                  </a:lnTo>
                  <a:lnTo>
                    <a:pt x="246" y="120"/>
                  </a:lnTo>
                  <a:lnTo>
                    <a:pt x="246" y="126"/>
                  </a:lnTo>
                  <a:lnTo>
                    <a:pt x="246" y="126"/>
                  </a:lnTo>
                  <a:lnTo>
                    <a:pt x="246" y="126"/>
                  </a:lnTo>
                  <a:lnTo>
                    <a:pt x="246" y="126"/>
                  </a:lnTo>
                  <a:lnTo>
                    <a:pt x="246" y="126"/>
                  </a:lnTo>
                  <a:lnTo>
                    <a:pt x="246" y="126"/>
                  </a:lnTo>
                  <a:lnTo>
                    <a:pt x="252" y="126"/>
                  </a:lnTo>
                  <a:lnTo>
                    <a:pt x="252" y="126"/>
                  </a:lnTo>
                  <a:lnTo>
                    <a:pt x="252" y="132"/>
                  </a:lnTo>
                  <a:lnTo>
                    <a:pt x="252" y="132"/>
                  </a:lnTo>
                  <a:lnTo>
                    <a:pt x="252" y="132"/>
                  </a:lnTo>
                  <a:lnTo>
                    <a:pt x="252" y="132"/>
                  </a:lnTo>
                  <a:lnTo>
                    <a:pt x="252" y="132"/>
                  </a:lnTo>
                  <a:lnTo>
                    <a:pt x="252" y="132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58" y="138"/>
                  </a:lnTo>
                  <a:lnTo>
                    <a:pt x="258" y="138"/>
                  </a:lnTo>
                  <a:lnTo>
                    <a:pt x="258" y="138"/>
                  </a:lnTo>
                  <a:lnTo>
                    <a:pt x="258" y="138"/>
                  </a:lnTo>
                  <a:lnTo>
                    <a:pt x="258" y="138"/>
                  </a:lnTo>
                  <a:lnTo>
                    <a:pt x="258" y="138"/>
                  </a:lnTo>
                  <a:lnTo>
                    <a:pt x="264" y="138"/>
                  </a:lnTo>
                  <a:lnTo>
                    <a:pt x="264" y="138"/>
                  </a:lnTo>
                  <a:lnTo>
                    <a:pt x="264" y="138"/>
                  </a:lnTo>
                  <a:lnTo>
                    <a:pt x="264" y="144"/>
                  </a:lnTo>
                  <a:lnTo>
                    <a:pt x="264" y="144"/>
                  </a:lnTo>
                  <a:lnTo>
                    <a:pt x="264" y="144"/>
                  </a:lnTo>
                  <a:lnTo>
                    <a:pt x="264" y="144"/>
                  </a:lnTo>
                  <a:lnTo>
                    <a:pt x="264" y="144"/>
                  </a:lnTo>
                  <a:lnTo>
                    <a:pt x="270" y="144"/>
                  </a:lnTo>
                  <a:lnTo>
                    <a:pt x="270" y="144"/>
                  </a:lnTo>
                  <a:lnTo>
                    <a:pt x="270" y="144"/>
                  </a:lnTo>
                  <a:lnTo>
                    <a:pt x="270" y="150"/>
                  </a:lnTo>
                  <a:lnTo>
                    <a:pt x="270" y="150"/>
                  </a:lnTo>
                  <a:lnTo>
                    <a:pt x="270" y="150"/>
                  </a:lnTo>
                  <a:lnTo>
                    <a:pt x="270" y="150"/>
                  </a:lnTo>
                  <a:lnTo>
                    <a:pt x="270" y="150"/>
                  </a:lnTo>
                  <a:lnTo>
                    <a:pt x="270" y="150"/>
                  </a:lnTo>
                  <a:lnTo>
                    <a:pt x="276" y="150"/>
                  </a:lnTo>
                  <a:lnTo>
                    <a:pt x="276" y="150"/>
                  </a:lnTo>
                  <a:lnTo>
                    <a:pt x="276" y="150"/>
                  </a:lnTo>
                  <a:lnTo>
                    <a:pt x="276" y="156"/>
                  </a:lnTo>
                  <a:lnTo>
                    <a:pt x="276" y="156"/>
                  </a:lnTo>
                  <a:lnTo>
                    <a:pt x="276" y="156"/>
                  </a:lnTo>
                  <a:lnTo>
                    <a:pt x="276" y="156"/>
                  </a:lnTo>
                  <a:lnTo>
                    <a:pt x="276" y="156"/>
                  </a:lnTo>
                  <a:lnTo>
                    <a:pt x="282" y="156"/>
                  </a:lnTo>
                  <a:lnTo>
                    <a:pt x="282" y="156"/>
                  </a:lnTo>
                  <a:lnTo>
                    <a:pt x="282" y="156"/>
                  </a:lnTo>
                  <a:lnTo>
                    <a:pt x="282" y="156"/>
                  </a:lnTo>
                  <a:lnTo>
                    <a:pt x="282" y="162"/>
                  </a:lnTo>
                  <a:lnTo>
                    <a:pt x="282" y="162"/>
                  </a:lnTo>
                  <a:lnTo>
                    <a:pt x="282" y="162"/>
                  </a:lnTo>
                  <a:lnTo>
                    <a:pt x="282" y="162"/>
                  </a:lnTo>
                  <a:lnTo>
                    <a:pt x="288" y="162"/>
                  </a:lnTo>
                  <a:lnTo>
                    <a:pt x="288" y="162"/>
                  </a:lnTo>
                  <a:lnTo>
                    <a:pt x="288" y="162"/>
                  </a:lnTo>
                  <a:lnTo>
                    <a:pt x="288" y="162"/>
                  </a:lnTo>
                  <a:lnTo>
                    <a:pt x="288" y="162"/>
                  </a:lnTo>
                  <a:lnTo>
                    <a:pt x="288" y="168"/>
                  </a:lnTo>
                  <a:lnTo>
                    <a:pt x="288" y="168"/>
                  </a:lnTo>
                  <a:lnTo>
                    <a:pt x="288" y="168"/>
                  </a:lnTo>
                  <a:lnTo>
                    <a:pt x="288" y="168"/>
                  </a:lnTo>
                  <a:lnTo>
                    <a:pt x="294" y="168"/>
                  </a:lnTo>
                  <a:lnTo>
                    <a:pt x="294" y="168"/>
                  </a:lnTo>
                  <a:lnTo>
                    <a:pt x="294" y="168"/>
                  </a:lnTo>
                  <a:lnTo>
                    <a:pt x="294" y="168"/>
                  </a:lnTo>
                  <a:lnTo>
                    <a:pt x="528" y="366"/>
                  </a:lnTo>
                  <a:lnTo>
                    <a:pt x="528" y="366"/>
                  </a:lnTo>
                  <a:lnTo>
                    <a:pt x="528" y="366"/>
                  </a:lnTo>
                  <a:lnTo>
                    <a:pt x="528" y="366"/>
                  </a:lnTo>
                  <a:lnTo>
                    <a:pt x="528" y="366"/>
                  </a:lnTo>
                  <a:lnTo>
                    <a:pt x="534" y="366"/>
                  </a:lnTo>
                  <a:lnTo>
                    <a:pt x="534" y="372"/>
                  </a:lnTo>
                  <a:lnTo>
                    <a:pt x="534" y="372"/>
                  </a:lnTo>
                  <a:lnTo>
                    <a:pt x="534" y="372"/>
                  </a:lnTo>
                  <a:lnTo>
                    <a:pt x="534" y="372"/>
                  </a:lnTo>
                  <a:lnTo>
                    <a:pt x="534" y="372"/>
                  </a:lnTo>
                  <a:lnTo>
                    <a:pt x="534" y="372"/>
                  </a:lnTo>
                  <a:lnTo>
                    <a:pt x="534" y="372"/>
                  </a:lnTo>
                  <a:lnTo>
                    <a:pt x="540" y="372"/>
                  </a:lnTo>
                  <a:lnTo>
                    <a:pt x="540" y="372"/>
                  </a:lnTo>
                  <a:lnTo>
                    <a:pt x="540" y="372"/>
                  </a:lnTo>
                  <a:lnTo>
                    <a:pt x="540" y="372"/>
                  </a:lnTo>
                  <a:lnTo>
                    <a:pt x="540" y="372"/>
                  </a:lnTo>
                  <a:lnTo>
                    <a:pt x="540" y="378"/>
                  </a:lnTo>
                  <a:lnTo>
                    <a:pt x="540" y="378"/>
                  </a:lnTo>
                  <a:lnTo>
                    <a:pt x="540" y="378"/>
                  </a:lnTo>
                  <a:lnTo>
                    <a:pt x="546" y="378"/>
                  </a:lnTo>
                  <a:lnTo>
                    <a:pt x="546" y="378"/>
                  </a:lnTo>
                  <a:lnTo>
                    <a:pt x="546" y="378"/>
                  </a:lnTo>
                  <a:lnTo>
                    <a:pt x="546" y="378"/>
                  </a:lnTo>
                  <a:lnTo>
                    <a:pt x="546" y="378"/>
                  </a:lnTo>
                  <a:lnTo>
                    <a:pt x="546" y="378"/>
                  </a:lnTo>
                  <a:lnTo>
                    <a:pt x="546" y="378"/>
                  </a:lnTo>
                  <a:lnTo>
                    <a:pt x="546" y="378"/>
                  </a:lnTo>
                  <a:lnTo>
                    <a:pt x="546" y="384"/>
                  </a:lnTo>
                  <a:lnTo>
                    <a:pt x="552" y="384"/>
                  </a:lnTo>
                  <a:lnTo>
                    <a:pt x="552" y="384"/>
                  </a:lnTo>
                  <a:lnTo>
                    <a:pt x="552" y="384"/>
                  </a:lnTo>
                  <a:lnTo>
                    <a:pt x="552" y="384"/>
                  </a:lnTo>
                  <a:lnTo>
                    <a:pt x="552" y="384"/>
                  </a:lnTo>
                  <a:lnTo>
                    <a:pt x="552" y="384"/>
                  </a:lnTo>
                  <a:lnTo>
                    <a:pt x="552" y="384"/>
                  </a:lnTo>
                  <a:lnTo>
                    <a:pt x="552" y="384"/>
                  </a:lnTo>
                  <a:lnTo>
                    <a:pt x="558" y="384"/>
                  </a:lnTo>
                  <a:lnTo>
                    <a:pt x="558" y="384"/>
                  </a:lnTo>
                  <a:lnTo>
                    <a:pt x="558" y="384"/>
                  </a:lnTo>
                  <a:lnTo>
                    <a:pt x="558" y="390"/>
                  </a:lnTo>
                  <a:lnTo>
                    <a:pt x="558" y="390"/>
                  </a:lnTo>
                  <a:lnTo>
                    <a:pt x="558" y="390"/>
                  </a:lnTo>
                  <a:lnTo>
                    <a:pt x="558" y="390"/>
                  </a:lnTo>
                  <a:lnTo>
                    <a:pt x="558" y="390"/>
                  </a:lnTo>
                  <a:lnTo>
                    <a:pt x="564" y="390"/>
                  </a:lnTo>
                  <a:lnTo>
                    <a:pt x="564" y="390"/>
                  </a:lnTo>
                  <a:lnTo>
                    <a:pt x="564" y="390"/>
                  </a:lnTo>
                  <a:lnTo>
                    <a:pt x="564" y="390"/>
                  </a:lnTo>
                  <a:lnTo>
                    <a:pt x="564" y="390"/>
                  </a:lnTo>
                  <a:lnTo>
                    <a:pt x="564" y="390"/>
                  </a:lnTo>
                  <a:lnTo>
                    <a:pt x="564" y="390"/>
                  </a:lnTo>
                  <a:lnTo>
                    <a:pt x="564" y="396"/>
                  </a:lnTo>
                  <a:lnTo>
                    <a:pt x="564" y="396"/>
                  </a:lnTo>
                  <a:lnTo>
                    <a:pt x="570" y="396"/>
                  </a:lnTo>
                  <a:lnTo>
                    <a:pt x="570" y="396"/>
                  </a:lnTo>
                  <a:lnTo>
                    <a:pt x="570" y="396"/>
                  </a:lnTo>
                  <a:lnTo>
                    <a:pt x="570" y="396"/>
                  </a:lnTo>
                  <a:lnTo>
                    <a:pt x="570" y="396"/>
                  </a:lnTo>
                  <a:lnTo>
                    <a:pt x="570" y="396"/>
                  </a:lnTo>
                  <a:lnTo>
                    <a:pt x="570" y="396"/>
                  </a:lnTo>
                  <a:lnTo>
                    <a:pt x="570" y="396"/>
                  </a:lnTo>
                  <a:lnTo>
                    <a:pt x="576" y="396"/>
                  </a:lnTo>
                  <a:lnTo>
                    <a:pt x="576" y="402"/>
                  </a:lnTo>
                  <a:lnTo>
                    <a:pt x="576" y="402"/>
                  </a:lnTo>
                  <a:lnTo>
                    <a:pt x="576" y="402"/>
                  </a:lnTo>
                  <a:lnTo>
                    <a:pt x="576" y="402"/>
                  </a:lnTo>
                  <a:lnTo>
                    <a:pt x="576" y="402"/>
                  </a:lnTo>
                  <a:lnTo>
                    <a:pt x="576" y="402"/>
                  </a:lnTo>
                  <a:lnTo>
                    <a:pt x="576" y="402"/>
                  </a:lnTo>
                  <a:lnTo>
                    <a:pt x="576" y="402"/>
                  </a:lnTo>
                  <a:lnTo>
                    <a:pt x="582" y="402"/>
                  </a:lnTo>
                  <a:lnTo>
                    <a:pt x="582" y="402"/>
                  </a:lnTo>
                  <a:lnTo>
                    <a:pt x="582" y="402"/>
                  </a:lnTo>
                  <a:lnTo>
                    <a:pt x="582" y="402"/>
                  </a:lnTo>
                  <a:lnTo>
                    <a:pt x="582" y="408"/>
                  </a:lnTo>
                  <a:lnTo>
                    <a:pt x="582" y="408"/>
                  </a:lnTo>
                  <a:lnTo>
                    <a:pt x="582" y="408"/>
                  </a:lnTo>
                  <a:lnTo>
                    <a:pt x="582" y="408"/>
                  </a:lnTo>
                  <a:lnTo>
                    <a:pt x="588" y="408"/>
                  </a:lnTo>
                  <a:lnTo>
                    <a:pt x="588" y="408"/>
                  </a:lnTo>
                  <a:lnTo>
                    <a:pt x="588" y="408"/>
                  </a:lnTo>
                  <a:lnTo>
                    <a:pt x="588" y="408"/>
                  </a:lnTo>
                  <a:lnTo>
                    <a:pt x="588" y="408"/>
                  </a:lnTo>
                  <a:lnTo>
                    <a:pt x="588" y="408"/>
                  </a:lnTo>
                  <a:lnTo>
                    <a:pt x="588" y="408"/>
                  </a:lnTo>
                  <a:lnTo>
                    <a:pt x="588" y="408"/>
                  </a:lnTo>
                  <a:lnTo>
                    <a:pt x="594" y="414"/>
                  </a:lnTo>
                  <a:lnTo>
                    <a:pt x="594" y="414"/>
                  </a:lnTo>
                  <a:lnTo>
                    <a:pt x="594" y="414"/>
                  </a:lnTo>
                  <a:lnTo>
                    <a:pt x="594" y="414"/>
                  </a:lnTo>
                  <a:lnTo>
                    <a:pt x="594" y="414"/>
                  </a:lnTo>
                  <a:lnTo>
                    <a:pt x="594" y="414"/>
                  </a:lnTo>
                  <a:lnTo>
                    <a:pt x="594" y="414"/>
                  </a:lnTo>
                  <a:lnTo>
                    <a:pt x="594" y="414"/>
                  </a:lnTo>
                  <a:lnTo>
                    <a:pt x="594" y="414"/>
                  </a:lnTo>
                  <a:lnTo>
                    <a:pt x="600" y="414"/>
                  </a:lnTo>
                  <a:lnTo>
                    <a:pt x="600" y="414"/>
                  </a:lnTo>
                  <a:lnTo>
                    <a:pt x="600" y="414"/>
                  </a:lnTo>
                  <a:lnTo>
                    <a:pt x="600" y="420"/>
                  </a:lnTo>
                  <a:lnTo>
                    <a:pt x="600" y="420"/>
                  </a:lnTo>
                  <a:lnTo>
                    <a:pt x="600" y="420"/>
                  </a:lnTo>
                  <a:lnTo>
                    <a:pt x="600" y="420"/>
                  </a:lnTo>
                  <a:lnTo>
                    <a:pt x="600" y="420"/>
                  </a:lnTo>
                  <a:lnTo>
                    <a:pt x="606" y="420"/>
                  </a:lnTo>
                  <a:lnTo>
                    <a:pt x="606" y="420"/>
                  </a:lnTo>
                  <a:lnTo>
                    <a:pt x="606" y="420"/>
                  </a:lnTo>
                  <a:lnTo>
                    <a:pt x="606" y="420"/>
                  </a:lnTo>
                  <a:lnTo>
                    <a:pt x="606" y="420"/>
                  </a:lnTo>
                  <a:lnTo>
                    <a:pt x="606" y="420"/>
                  </a:lnTo>
                  <a:lnTo>
                    <a:pt x="606" y="420"/>
                  </a:lnTo>
                  <a:lnTo>
                    <a:pt x="606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2" y="426"/>
                  </a:lnTo>
                  <a:lnTo>
                    <a:pt x="618" y="426"/>
                  </a:lnTo>
                  <a:lnTo>
                    <a:pt x="618" y="426"/>
                  </a:lnTo>
                  <a:lnTo>
                    <a:pt x="618" y="432"/>
                  </a:lnTo>
                  <a:lnTo>
                    <a:pt x="618" y="432"/>
                  </a:lnTo>
                  <a:lnTo>
                    <a:pt x="618" y="432"/>
                  </a:lnTo>
                  <a:lnTo>
                    <a:pt x="618" y="432"/>
                  </a:lnTo>
                  <a:lnTo>
                    <a:pt x="618" y="432"/>
                  </a:lnTo>
                  <a:lnTo>
                    <a:pt x="618" y="432"/>
                  </a:lnTo>
                  <a:lnTo>
                    <a:pt x="624" y="432"/>
                  </a:lnTo>
                  <a:lnTo>
                    <a:pt x="624" y="432"/>
                  </a:lnTo>
                  <a:lnTo>
                    <a:pt x="624" y="432"/>
                  </a:lnTo>
                  <a:lnTo>
                    <a:pt x="624" y="432"/>
                  </a:lnTo>
                  <a:lnTo>
                    <a:pt x="624" y="432"/>
                  </a:lnTo>
                  <a:lnTo>
                    <a:pt x="624" y="432"/>
                  </a:lnTo>
                  <a:lnTo>
                    <a:pt x="624" y="438"/>
                  </a:lnTo>
                  <a:lnTo>
                    <a:pt x="624" y="438"/>
                  </a:lnTo>
                  <a:lnTo>
                    <a:pt x="624" y="438"/>
                  </a:lnTo>
                  <a:lnTo>
                    <a:pt x="630" y="438"/>
                  </a:lnTo>
                  <a:lnTo>
                    <a:pt x="630" y="438"/>
                  </a:lnTo>
                  <a:lnTo>
                    <a:pt x="630" y="438"/>
                  </a:lnTo>
                  <a:lnTo>
                    <a:pt x="630" y="438"/>
                  </a:lnTo>
                  <a:lnTo>
                    <a:pt x="630" y="438"/>
                  </a:lnTo>
                  <a:lnTo>
                    <a:pt x="630" y="438"/>
                  </a:lnTo>
                  <a:lnTo>
                    <a:pt x="630" y="438"/>
                  </a:lnTo>
                  <a:lnTo>
                    <a:pt x="630" y="438"/>
                  </a:lnTo>
                  <a:lnTo>
                    <a:pt x="636" y="438"/>
                  </a:lnTo>
                  <a:lnTo>
                    <a:pt x="636" y="444"/>
                  </a:lnTo>
                  <a:lnTo>
                    <a:pt x="636" y="444"/>
                  </a:lnTo>
                  <a:lnTo>
                    <a:pt x="636" y="444"/>
                  </a:lnTo>
                  <a:lnTo>
                    <a:pt x="636" y="444"/>
                  </a:lnTo>
                  <a:lnTo>
                    <a:pt x="636" y="444"/>
                  </a:lnTo>
                  <a:lnTo>
                    <a:pt x="636" y="444"/>
                  </a:lnTo>
                  <a:lnTo>
                    <a:pt x="636" y="444"/>
                  </a:lnTo>
                  <a:lnTo>
                    <a:pt x="642" y="444"/>
                  </a:lnTo>
                  <a:lnTo>
                    <a:pt x="642" y="444"/>
                  </a:lnTo>
                  <a:lnTo>
                    <a:pt x="642" y="444"/>
                  </a:lnTo>
                  <a:lnTo>
                    <a:pt x="642" y="444"/>
                  </a:lnTo>
                  <a:lnTo>
                    <a:pt x="642" y="444"/>
                  </a:lnTo>
                  <a:lnTo>
                    <a:pt x="642" y="450"/>
                  </a:lnTo>
                  <a:lnTo>
                    <a:pt x="642" y="450"/>
                  </a:lnTo>
                  <a:lnTo>
                    <a:pt x="642" y="450"/>
                  </a:lnTo>
                  <a:lnTo>
                    <a:pt x="642" y="450"/>
                  </a:lnTo>
                  <a:lnTo>
                    <a:pt x="648" y="450"/>
                  </a:lnTo>
                  <a:lnTo>
                    <a:pt x="648" y="450"/>
                  </a:lnTo>
                  <a:lnTo>
                    <a:pt x="648" y="450"/>
                  </a:lnTo>
                  <a:lnTo>
                    <a:pt x="648" y="450"/>
                  </a:lnTo>
                  <a:lnTo>
                    <a:pt x="648" y="450"/>
                  </a:lnTo>
                  <a:lnTo>
                    <a:pt x="648" y="450"/>
                  </a:lnTo>
                  <a:lnTo>
                    <a:pt x="648" y="450"/>
                  </a:lnTo>
                  <a:lnTo>
                    <a:pt x="648" y="450"/>
                  </a:lnTo>
                  <a:lnTo>
                    <a:pt x="654" y="450"/>
                  </a:lnTo>
                  <a:lnTo>
                    <a:pt x="654" y="456"/>
                  </a:lnTo>
                  <a:lnTo>
                    <a:pt x="654" y="456"/>
                  </a:lnTo>
                  <a:lnTo>
                    <a:pt x="654" y="456"/>
                  </a:lnTo>
                  <a:lnTo>
                    <a:pt x="654" y="456"/>
                  </a:lnTo>
                  <a:lnTo>
                    <a:pt x="654" y="456"/>
                  </a:lnTo>
                  <a:lnTo>
                    <a:pt x="654" y="456"/>
                  </a:lnTo>
                  <a:lnTo>
                    <a:pt x="654" y="456"/>
                  </a:lnTo>
                  <a:lnTo>
                    <a:pt x="660" y="456"/>
                  </a:lnTo>
                  <a:lnTo>
                    <a:pt x="660" y="456"/>
                  </a:lnTo>
                  <a:lnTo>
                    <a:pt x="660" y="456"/>
                  </a:lnTo>
                  <a:lnTo>
                    <a:pt x="660" y="456"/>
                  </a:lnTo>
                  <a:lnTo>
                    <a:pt x="660" y="456"/>
                  </a:lnTo>
                  <a:lnTo>
                    <a:pt x="660" y="462"/>
                  </a:lnTo>
                  <a:lnTo>
                    <a:pt x="660" y="462"/>
                  </a:lnTo>
                  <a:lnTo>
                    <a:pt x="660" y="462"/>
                  </a:lnTo>
                  <a:lnTo>
                    <a:pt x="660" y="462"/>
                  </a:lnTo>
                  <a:lnTo>
                    <a:pt x="666" y="462"/>
                  </a:lnTo>
                  <a:lnTo>
                    <a:pt x="666" y="462"/>
                  </a:lnTo>
                  <a:lnTo>
                    <a:pt x="666" y="462"/>
                  </a:lnTo>
                  <a:lnTo>
                    <a:pt x="666" y="462"/>
                  </a:lnTo>
                  <a:lnTo>
                    <a:pt x="666" y="462"/>
                  </a:lnTo>
                  <a:lnTo>
                    <a:pt x="666" y="462"/>
                  </a:lnTo>
                  <a:lnTo>
                    <a:pt x="666" y="462"/>
                  </a:lnTo>
                  <a:lnTo>
                    <a:pt x="666" y="462"/>
                  </a:lnTo>
                  <a:lnTo>
                    <a:pt x="672" y="462"/>
                  </a:lnTo>
                  <a:lnTo>
                    <a:pt x="672" y="468"/>
                  </a:lnTo>
                  <a:lnTo>
                    <a:pt x="672" y="468"/>
                  </a:lnTo>
                  <a:lnTo>
                    <a:pt x="672" y="468"/>
                  </a:lnTo>
                  <a:lnTo>
                    <a:pt x="672" y="468"/>
                  </a:lnTo>
                  <a:lnTo>
                    <a:pt x="672" y="468"/>
                  </a:lnTo>
                  <a:lnTo>
                    <a:pt x="672" y="468"/>
                  </a:lnTo>
                  <a:lnTo>
                    <a:pt x="672" y="468"/>
                  </a:lnTo>
                  <a:lnTo>
                    <a:pt x="672" y="468"/>
                  </a:lnTo>
                  <a:lnTo>
                    <a:pt x="678" y="468"/>
                  </a:lnTo>
                  <a:lnTo>
                    <a:pt x="678" y="468"/>
                  </a:lnTo>
                  <a:lnTo>
                    <a:pt x="678" y="468"/>
                  </a:lnTo>
                  <a:lnTo>
                    <a:pt x="678" y="468"/>
                  </a:lnTo>
                  <a:lnTo>
                    <a:pt x="678" y="474"/>
                  </a:lnTo>
                  <a:lnTo>
                    <a:pt x="678" y="474"/>
                  </a:lnTo>
                  <a:lnTo>
                    <a:pt x="678" y="474"/>
                  </a:lnTo>
                  <a:lnTo>
                    <a:pt x="678" y="474"/>
                  </a:lnTo>
                  <a:lnTo>
                    <a:pt x="684" y="474"/>
                  </a:lnTo>
                  <a:lnTo>
                    <a:pt x="684" y="474"/>
                  </a:lnTo>
                  <a:lnTo>
                    <a:pt x="684" y="474"/>
                  </a:lnTo>
                  <a:lnTo>
                    <a:pt x="684" y="474"/>
                  </a:lnTo>
                  <a:lnTo>
                    <a:pt x="684" y="474"/>
                  </a:lnTo>
                  <a:lnTo>
                    <a:pt x="684" y="474"/>
                  </a:lnTo>
                  <a:lnTo>
                    <a:pt x="684" y="474"/>
                  </a:lnTo>
                  <a:lnTo>
                    <a:pt x="684" y="474"/>
                  </a:lnTo>
                  <a:lnTo>
                    <a:pt x="690" y="474"/>
                  </a:lnTo>
                  <a:lnTo>
                    <a:pt x="924" y="612"/>
                  </a:lnTo>
                  <a:lnTo>
                    <a:pt x="924" y="612"/>
                  </a:lnTo>
                  <a:lnTo>
                    <a:pt x="924" y="612"/>
                  </a:lnTo>
                  <a:lnTo>
                    <a:pt x="924" y="612"/>
                  </a:lnTo>
                  <a:lnTo>
                    <a:pt x="924" y="612"/>
                  </a:lnTo>
                  <a:lnTo>
                    <a:pt x="924" y="612"/>
                  </a:lnTo>
                  <a:lnTo>
                    <a:pt x="924" y="612"/>
                  </a:lnTo>
                  <a:lnTo>
                    <a:pt x="924" y="612"/>
                  </a:lnTo>
                  <a:lnTo>
                    <a:pt x="930" y="612"/>
                  </a:lnTo>
                  <a:lnTo>
                    <a:pt x="930" y="618"/>
                  </a:lnTo>
                  <a:lnTo>
                    <a:pt x="930" y="618"/>
                  </a:lnTo>
                  <a:lnTo>
                    <a:pt x="930" y="618"/>
                  </a:lnTo>
                  <a:lnTo>
                    <a:pt x="930" y="618"/>
                  </a:lnTo>
                  <a:lnTo>
                    <a:pt x="930" y="618"/>
                  </a:lnTo>
                  <a:lnTo>
                    <a:pt x="930" y="618"/>
                  </a:lnTo>
                  <a:lnTo>
                    <a:pt x="930" y="618"/>
                  </a:lnTo>
                  <a:lnTo>
                    <a:pt x="936" y="618"/>
                  </a:lnTo>
                  <a:lnTo>
                    <a:pt x="936" y="618"/>
                  </a:lnTo>
                  <a:lnTo>
                    <a:pt x="936" y="618"/>
                  </a:lnTo>
                  <a:lnTo>
                    <a:pt x="936" y="618"/>
                  </a:lnTo>
                  <a:lnTo>
                    <a:pt x="936" y="618"/>
                  </a:lnTo>
                  <a:lnTo>
                    <a:pt x="936" y="618"/>
                  </a:lnTo>
                  <a:lnTo>
                    <a:pt x="936" y="618"/>
                  </a:lnTo>
                  <a:lnTo>
                    <a:pt x="936" y="618"/>
                  </a:lnTo>
                  <a:lnTo>
                    <a:pt x="936" y="618"/>
                  </a:lnTo>
                  <a:lnTo>
                    <a:pt x="942" y="624"/>
                  </a:lnTo>
                  <a:lnTo>
                    <a:pt x="942" y="624"/>
                  </a:lnTo>
                  <a:lnTo>
                    <a:pt x="942" y="624"/>
                  </a:lnTo>
                  <a:lnTo>
                    <a:pt x="942" y="624"/>
                  </a:lnTo>
                  <a:lnTo>
                    <a:pt x="942" y="624"/>
                  </a:lnTo>
                  <a:lnTo>
                    <a:pt x="942" y="624"/>
                  </a:lnTo>
                  <a:lnTo>
                    <a:pt x="942" y="624"/>
                  </a:lnTo>
                  <a:lnTo>
                    <a:pt x="942" y="624"/>
                  </a:lnTo>
                  <a:lnTo>
                    <a:pt x="948" y="624"/>
                  </a:lnTo>
                  <a:lnTo>
                    <a:pt x="948" y="624"/>
                  </a:lnTo>
                  <a:lnTo>
                    <a:pt x="948" y="624"/>
                  </a:lnTo>
                  <a:lnTo>
                    <a:pt x="948" y="624"/>
                  </a:lnTo>
                  <a:lnTo>
                    <a:pt x="948" y="624"/>
                  </a:lnTo>
                  <a:lnTo>
                    <a:pt x="948" y="624"/>
                  </a:lnTo>
                  <a:lnTo>
                    <a:pt x="948" y="624"/>
                  </a:lnTo>
                  <a:lnTo>
                    <a:pt x="948" y="624"/>
                  </a:lnTo>
                  <a:lnTo>
                    <a:pt x="948" y="624"/>
                  </a:lnTo>
                  <a:lnTo>
                    <a:pt x="954" y="630"/>
                  </a:lnTo>
                  <a:lnTo>
                    <a:pt x="954" y="630"/>
                  </a:lnTo>
                  <a:lnTo>
                    <a:pt x="954" y="630"/>
                  </a:lnTo>
                  <a:lnTo>
                    <a:pt x="954" y="630"/>
                  </a:lnTo>
                  <a:lnTo>
                    <a:pt x="954" y="630"/>
                  </a:lnTo>
                  <a:lnTo>
                    <a:pt x="954" y="630"/>
                  </a:lnTo>
                  <a:lnTo>
                    <a:pt x="954" y="630"/>
                  </a:lnTo>
                  <a:lnTo>
                    <a:pt x="954" y="630"/>
                  </a:lnTo>
                  <a:lnTo>
                    <a:pt x="960" y="630"/>
                  </a:lnTo>
                  <a:lnTo>
                    <a:pt x="960" y="630"/>
                  </a:lnTo>
                  <a:lnTo>
                    <a:pt x="960" y="630"/>
                  </a:lnTo>
                  <a:lnTo>
                    <a:pt x="960" y="630"/>
                  </a:lnTo>
                  <a:lnTo>
                    <a:pt x="960" y="630"/>
                  </a:lnTo>
                  <a:lnTo>
                    <a:pt x="960" y="630"/>
                  </a:lnTo>
                  <a:lnTo>
                    <a:pt x="960" y="630"/>
                  </a:lnTo>
                  <a:lnTo>
                    <a:pt x="960" y="630"/>
                  </a:lnTo>
                  <a:lnTo>
                    <a:pt x="966" y="630"/>
                  </a:lnTo>
                  <a:lnTo>
                    <a:pt x="966" y="636"/>
                  </a:lnTo>
                  <a:lnTo>
                    <a:pt x="966" y="636"/>
                  </a:lnTo>
                  <a:lnTo>
                    <a:pt x="966" y="636"/>
                  </a:lnTo>
                  <a:lnTo>
                    <a:pt x="966" y="636"/>
                  </a:lnTo>
                  <a:lnTo>
                    <a:pt x="966" y="636"/>
                  </a:lnTo>
                  <a:lnTo>
                    <a:pt x="966" y="636"/>
                  </a:lnTo>
                  <a:lnTo>
                    <a:pt x="966" y="636"/>
                  </a:lnTo>
                  <a:lnTo>
                    <a:pt x="966" y="636"/>
                  </a:lnTo>
                  <a:lnTo>
                    <a:pt x="972" y="636"/>
                  </a:lnTo>
                  <a:lnTo>
                    <a:pt x="972" y="636"/>
                  </a:lnTo>
                  <a:lnTo>
                    <a:pt x="972" y="636"/>
                  </a:lnTo>
                  <a:lnTo>
                    <a:pt x="972" y="636"/>
                  </a:lnTo>
                  <a:lnTo>
                    <a:pt x="972" y="636"/>
                  </a:lnTo>
                  <a:lnTo>
                    <a:pt x="972" y="636"/>
                  </a:lnTo>
                  <a:lnTo>
                    <a:pt x="972" y="636"/>
                  </a:lnTo>
                  <a:lnTo>
                    <a:pt x="972" y="636"/>
                  </a:lnTo>
                  <a:lnTo>
                    <a:pt x="978" y="636"/>
                  </a:lnTo>
                  <a:lnTo>
                    <a:pt x="978" y="636"/>
                  </a:lnTo>
                  <a:lnTo>
                    <a:pt x="978" y="642"/>
                  </a:lnTo>
                  <a:lnTo>
                    <a:pt x="978" y="642"/>
                  </a:lnTo>
                  <a:lnTo>
                    <a:pt x="978" y="642"/>
                  </a:lnTo>
                  <a:lnTo>
                    <a:pt x="978" y="642"/>
                  </a:lnTo>
                  <a:lnTo>
                    <a:pt x="978" y="642"/>
                  </a:lnTo>
                  <a:lnTo>
                    <a:pt x="978" y="642"/>
                  </a:lnTo>
                  <a:lnTo>
                    <a:pt x="984" y="642"/>
                  </a:lnTo>
                  <a:lnTo>
                    <a:pt x="984" y="642"/>
                  </a:lnTo>
                  <a:lnTo>
                    <a:pt x="984" y="642"/>
                  </a:lnTo>
                  <a:lnTo>
                    <a:pt x="984" y="642"/>
                  </a:lnTo>
                  <a:lnTo>
                    <a:pt x="984" y="642"/>
                  </a:lnTo>
                  <a:lnTo>
                    <a:pt x="984" y="642"/>
                  </a:lnTo>
                  <a:lnTo>
                    <a:pt x="984" y="642"/>
                  </a:lnTo>
                  <a:lnTo>
                    <a:pt x="984" y="642"/>
                  </a:lnTo>
                  <a:lnTo>
                    <a:pt x="984" y="642"/>
                  </a:lnTo>
                  <a:lnTo>
                    <a:pt x="990" y="642"/>
                  </a:lnTo>
                  <a:lnTo>
                    <a:pt x="990" y="642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1002" y="648"/>
                  </a:lnTo>
                  <a:lnTo>
                    <a:pt x="1002" y="648"/>
                  </a:lnTo>
                  <a:lnTo>
                    <a:pt x="1002" y="648"/>
                  </a:lnTo>
                  <a:lnTo>
                    <a:pt x="1002" y="654"/>
                  </a:lnTo>
                  <a:lnTo>
                    <a:pt x="1002" y="654"/>
                  </a:lnTo>
                  <a:lnTo>
                    <a:pt x="1002" y="654"/>
                  </a:lnTo>
                  <a:lnTo>
                    <a:pt x="1002" y="654"/>
                  </a:lnTo>
                  <a:lnTo>
                    <a:pt x="1002" y="654"/>
                  </a:lnTo>
                  <a:lnTo>
                    <a:pt x="1008" y="654"/>
                  </a:lnTo>
                  <a:lnTo>
                    <a:pt x="1008" y="654"/>
                  </a:lnTo>
                  <a:lnTo>
                    <a:pt x="1008" y="654"/>
                  </a:lnTo>
                  <a:lnTo>
                    <a:pt x="1008" y="654"/>
                  </a:lnTo>
                  <a:lnTo>
                    <a:pt x="1008" y="654"/>
                  </a:lnTo>
                  <a:lnTo>
                    <a:pt x="1008" y="654"/>
                  </a:lnTo>
                  <a:lnTo>
                    <a:pt x="1008" y="654"/>
                  </a:lnTo>
                  <a:lnTo>
                    <a:pt x="1008" y="654"/>
                  </a:lnTo>
                  <a:lnTo>
                    <a:pt x="1014" y="654"/>
                  </a:lnTo>
                  <a:lnTo>
                    <a:pt x="1014" y="654"/>
                  </a:lnTo>
                  <a:lnTo>
                    <a:pt x="1014" y="654"/>
                  </a:lnTo>
                  <a:lnTo>
                    <a:pt x="1014" y="654"/>
                  </a:lnTo>
                  <a:lnTo>
                    <a:pt x="1014" y="654"/>
                  </a:lnTo>
                  <a:lnTo>
                    <a:pt x="1014" y="660"/>
                  </a:lnTo>
                  <a:lnTo>
                    <a:pt x="1014" y="660"/>
                  </a:lnTo>
                  <a:lnTo>
                    <a:pt x="1014" y="660"/>
                  </a:lnTo>
                  <a:lnTo>
                    <a:pt x="1014" y="660"/>
                  </a:lnTo>
                  <a:lnTo>
                    <a:pt x="1020" y="660"/>
                  </a:lnTo>
                  <a:lnTo>
                    <a:pt x="1020" y="660"/>
                  </a:lnTo>
                  <a:lnTo>
                    <a:pt x="1020" y="660"/>
                  </a:lnTo>
                  <a:lnTo>
                    <a:pt x="1020" y="660"/>
                  </a:lnTo>
                  <a:lnTo>
                    <a:pt x="1020" y="660"/>
                  </a:lnTo>
                  <a:lnTo>
                    <a:pt x="1020" y="660"/>
                  </a:lnTo>
                  <a:lnTo>
                    <a:pt x="1020" y="660"/>
                  </a:lnTo>
                  <a:lnTo>
                    <a:pt x="1020" y="660"/>
                  </a:lnTo>
                  <a:lnTo>
                    <a:pt x="1026" y="660"/>
                  </a:lnTo>
                  <a:lnTo>
                    <a:pt x="1026" y="660"/>
                  </a:lnTo>
                  <a:lnTo>
                    <a:pt x="1026" y="660"/>
                  </a:lnTo>
                  <a:lnTo>
                    <a:pt x="1026" y="660"/>
                  </a:lnTo>
                  <a:lnTo>
                    <a:pt x="1026" y="660"/>
                  </a:lnTo>
                  <a:lnTo>
                    <a:pt x="1026" y="660"/>
                  </a:lnTo>
                  <a:lnTo>
                    <a:pt x="1026" y="666"/>
                  </a:lnTo>
                  <a:lnTo>
                    <a:pt x="1026" y="666"/>
                  </a:lnTo>
                  <a:lnTo>
                    <a:pt x="1032" y="666"/>
                  </a:lnTo>
                  <a:lnTo>
                    <a:pt x="1032" y="666"/>
                  </a:lnTo>
                  <a:lnTo>
                    <a:pt x="1032" y="666"/>
                  </a:lnTo>
                  <a:lnTo>
                    <a:pt x="1032" y="666"/>
                  </a:lnTo>
                  <a:lnTo>
                    <a:pt x="1032" y="666"/>
                  </a:lnTo>
                  <a:lnTo>
                    <a:pt x="1032" y="666"/>
                  </a:lnTo>
                  <a:lnTo>
                    <a:pt x="1032" y="666"/>
                  </a:lnTo>
                  <a:lnTo>
                    <a:pt x="1032" y="666"/>
                  </a:lnTo>
                  <a:lnTo>
                    <a:pt x="1032" y="666"/>
                  </a:lnTo>
                  <a:lnTo>
                    <a:pt x="1038" y="666"/>
                  </a:lnTo>
                  <a:lnTo>
                    <a:pt x="1038" y="666"/>
                  </a:lnTo>
                  <a:lnTo>
                    <a:pt x="1038" y="666"/>
                  </a:lnTo>
                  <a:lnTo>
                    <a:pt x="1038" y="666"/>
                  </a:lnTo>
                  <a:lnTo>
                    <a:pt x="1038" y="666"/>
                  </a:lnTo>
                  <a:lnTo>
                    <a:pt x="1038" y="666"/>
                  </a:lnTo>
                  <a:lnTo>
                    <a:pt x="1038" y="666"/>
                  </a:lnTo>
                  <a:lnTo>
                    <a:pt x="1038" y="672"/>
                  </a:lnTo>
                  <a:lnTo>
                    <a:pt x="1044" y="672"/>
                  </a:lnTo>
                  <a:lnTo>
                    <a:pt x="1044" y="672"/>
                  </a:lnTo>
                  <a:lnTo>
                    <a:pt x="1044" y="672"/>
                  </a:lnTo>
                  <a:lnTo>
                    <a:pt x="1044" y="672"/>
                  </a:lnTo>
                  <a:lnTo>
                    <a:pt x="1044" y="672"/>
                  </a:lnTo>
                  <a:lnTo>
                    <a:pt x="1044" y="672"/>
                  </a:lnTo>
                  <a:lnTo>
                    <a:pt x="1044" y="672"/>
                  </a:lnTo>
                  <a:lnTo>
                    <a:pt x="1044" y="672"/>
                  </a:lnTo>
                  <a:lnTo>
                    <a:pt x="1044" y="672"/>
                  </a:lnTo>
                  <a:lnTo>
                    <a:pt x="1050" y="672"/>
                  </a:lnTo>
                  <a:lnTo>
                    <a:pt x="1050" y="672"/>
                  </a:lnTo>
                  <a:lnTo>
                    <a:pt x="1050" y="672"/>
                  </a:lnTo>
                  <a:lnTo>
                    <a:pt x="1050" y="672"/>
                  </a:lnTo>
                  <a:lnTo>
                    <a:pt x="1050" y="672"/>
                  </a:lnTo>
                  <a:lnTo>
                    <a:pt x="1050" y="672"/>
                  </a:lnTo>
                  <a:lnTo>
                    <a:pt x="1050" y="672"/>
                  </a:lnTo>
                  <a:lnTo>
                    <a:pt x="1050" y="672"/>
                  </a:lnTo>
                  <a:lnTo>
                    <a:pt x="1056" y="672"/>
                  </a:lnTo>
                  <a:lnTo>
                    <a:pt x="1056" y="678"/>
                  </a:lnTo>
                  <a:lnTo>
                    <a:pt x="1056" y="678"/>
                  </a:lnTo>
                  <a:lnTo>
                    <a:pt x="1056" y="678"/>
                  </a:lnTo>
                  <a:lnTo>
                    <a:pt x="1056" y="678"/>
                  </a:lnTo>
                  <a:lnTo>
                    <a:pt x="1056" y="678"/>
                  </a:lnTo>
                  <a:lnTo>
                    <a:pt x="1056" y="678"/>
                  </a:lnTo>
                  <a:lnTo>
                    <a:pt x="1056" y="678"/>
                  </a:lnTo>
                  <a:lnTo>
                    <a:pt x="1062" y="678"/>
                  </a:lnTo>
                  <a:lnTo>
                    <a:pt x="1062" y="678"/>
                  </a:lnTo>
                  <a:lnTo>
                    <a:pt x="1062" y="678"/>
                  </a:lnTo>
                  <a:lnTo>
                    <a:pt x="1062" y="678"/>
                  </a:lnTo>
                  <a:lnTo>
                    <a:pt x="1062" y="678"/>
                  </a:lnTo>
                  <a:lnTo>
                    <a:pt x="1062" y="678"/>
                  </a:lnTo>
                  <a:lnTo>
                    <a:pt x="1062" y="678"/>
                  </a:lnTo>
                  <a:lnTo>
                    <a:pt x="1062" y="678"/>
                  </a:lnTo>
                  <a:lnTo>
                    <a:pt x="1062" y="678"/>
                  </a:lnTo>
                  <a:lnTo>
                    <a:pt x="1068" y="678"/>
                  </a:lnTo>
                  <a:lnTo>
                    <a:pt x="1068" y="678"/>
                  </a:lnTo>
                  <a:lnTo>
                    <a:pt x="1068" y="684"/>
                  </a:lnTo>
                  <a:lnTo>
                    <a:pt x="1068" y="684"/>
                  </a:lnTo>
                  <a:lnTo>
                    <a:pt x="1068" y="684"/>
                  </a:lnTo>
                  <a:lnTo>
                    <a:pt x="1068" y="684"/>
                  </a:lnTo>
                  <a:lnTo>
                    <a:pt x="1068" y="684"/>
                  </a:lnTo>
                  <a:lnTo>
                    <a:pt x="1068" y="684"/>
                  </a:lnTo>
                  <a:lnTo>
                    <a:pt x="1074" y="684"/>
                  </a:lnTo>
                  <a:lnTo>
                    <a:pt x="1074" y="684"/>
                  </a:lnTo>
                  <a:lnTo>
                    <a:pt x="1074" y="684"/>
                  </a:lnTo>
                  <a:lnTo>
                    <a:pt x="1074" y="684"/>
                  </a:lnTo>
                  <a:lnTo>
                    <a:pt x="1074" y="684"/>
                  </a:lnTo>
                  <a:lnTo>
                    <a:pt x="1074" y="684"/>
                  </a:lnTo>
                  <a:lnTo>
                    <a:pt x="1074" y="684"/>
                  </a:lnTo>
                  <a:lnTo>
                    <a:pt x="1074" y="684"/>
                  </a:lnTo>
                  <a:lnTo>
                    <a:pt x="1080" y="684"/>
                  </a:lnTo>
                  <a:lnTo>
                    <a:pt x="1080" y="684"/>
                  </a:lnTo>
                  <a:lnTo>
                    <a:pt x="1080" y="684"/>
                  </a:lnTo>
                  <a:lnTo>
                    <a:pt x="1080" y="684"/>
                  </a:lnTo>
                  <a:lnTo>
                    <a:pt x="1080" y="684"/>
                  </a:lnTo>
                  <a:lnTo>
                    <a:pt x="1080" y="690"/>
                  </a:lnTo>
                  <a:lnTo>
                    <a:pt x="1314" y="774"/>
                  </a:lnTo>
                  <a:lnTo>
                    <a:pt x="1314" y="774"/>
                  </a:lnTo>
                  <a:lnTo>
                    <a:pt x="1314" y="774"/>
                  </a:lnTo>
                  <a:lnTo>
                    <a:pt x="1320" y="774"/>
                  </a:lnTo>
                  <a:lnTo>
                    <a:pt x="1320" y="774"/>
                  </a:lnTo>
                  <a:lnTo>
                    <a:pt x="1320" y="774"/>
                  </a:lnTo>
                  <a:lnTo>
                    <a:pt x="1320" y="774"/>
                  </a:lnTo>
                  <a:lnTo>
                    <a:pt x="1320" y="780"/>
                  </a:lnTo>
                  <a:lnTo>
                    <a:pt x="1320" y="780"/>
                  </a:lnTo>
                  <a:lnTo>
                    <a:pt x="1320" y="780"/>
                  </a:lnTo>
                  <a:lnTo>
                    <a:pt x="1320" y="780"/>
                  </a:lnTo>
                  <a:lnTo>
                    <a:pt x="1320" y="780"/>
                  </a:lnTo>
                  <a:lnTo>
                    <a:pt x="1326" y="780"/>
                  </a:lnTo>
                  <a:lnTo>
                    <a:pt x="1326" y="780"/>
                  </a:lnTo>
                  <a:lnTo>
                    <a:pt x="1326" y="780"/>
                  </a:lnTo>
                  <a:lnTo>
                    <a:pt x="1326" y="780"/>
                  </a:lnTo>
                  <a:lnTo>
                    <a:pt x="1326" y="780"/>
                  </a:lnTo>
                  <a:lnTo>
                    <a:pt x="1326" y="780"/>
                  </a:lnTo>
                  <a:lnTo>
                    <a:pt x="1326" y="780"/>
                  </a:lnTo>
                  <a:lnTo>
                    <a:pt x="1326" y="780"/>
                  </a:lnTo>
                  <a:lnTo>
                    <a:pt x="1332" y="780"/>
                  </a:lnTo>
                  <a:lnTo>
                    <a:pt x="1332" y="780"/>
                  </a:lnTo>
                  <a:lnTo>
                    <a:pt x="1332" y="780"/>
                  </a:lnTo>
                  <a:lnTo>
                    <a:pt x="1332" y="780"/>
                  </a:lnTo>
                  <a:lnTo>
                    <a:pt x="1332" y="780"/>
                  </a:lnTo>
                  <a:lnTo>
                    <a:pt x="1332" y="780"/>
                  </a:lnTo>
                  <a:lnTo>
                    <a:pt x="1332" y="780"/>
                  </a:lnTo>
                  <a:lnTo>
                    <a:pt x="1332" y="780"/>
                  </a:lnTo>
                  <a:lnTo>
                    <a:pt x="1338" y="780"/>
                  </a:lnTo>
                  <a:lnTo>
                    <a:pt x="1338" y="780"/>
                  </a:lnTo>
                  <a:lnTo>
                    <a:pt x="1338" y="780"/>
                  </a:lnTo>
                  <a:lnTo>
                    <a:pt x="1338" y="780"/>
                  </a:lnTo>
                  <a:lnTo>
                    <a:pt x="1338" y="780"/>
                  </a:lnTo>
                  <a:lnTo>
                    <a:pt x="1338" y="780"/>
                  </a:lnTo>
                  <a:lnTo>
                    <a:pt x="1338" y="786"/>
                  </a:lnTo>
                  <a:lnTo>
                    <a:pt x="1338" y="786"/>
                  </a:lnTo>
                  <a:lnTo>
                    <a:pt x="1338" y="786"/>
                  </a:lnTo>
                  <a:lnTo>
                    <a:pt x="1344" y="786"/>
                  </a:lnTo>
                  <a:lnTo>
                    <a:pt x="1344" y="786"/>
                  </a:lnTo>
                  <a:lnTo>
                    <a:pt x="1344" y="786"/>
                  </a:lnTo>
                  <a:lnTo>
                    <a:pt x="1344" y="786"/>
                  </a:lnTo>
                  <a:lnTo>
                    <a:pt x="1344" y="786"/>
                  </a:lnTo>
                  <a:lnTo>
                    <a:pt x="1344" y="786"/>
                  </a:lnTo>
                  <a:lnTo>
                    <a:pt x="1344" y="786"/>
                  </a:lnTo>
                  <a:lnTo>
                    <a:pt x="1344" y="786"/>
                  </a:lnTo>
                  <a:lnTo>
                    <a:pt x="1350" y="786"/>
                  </a:lnTo>
                  <a:lnTo>
                    <a:pt x="1350" y="786"/>
                  </a:lnTo>
                  <a:lnTo>
                    <a:pt x="1350" y="786"/>
                  </a:lnTo>
                  <a:lnTo>
                    <a:pt x="1350" y="786"/>
                  </a:lnTo>
                  <a:lnTo>
                    <a:pt x="1350" y="786"/>
                  </a:lnTo>
                  <a:lnTo>
                    <a:pt x="1350" y="786"/>
                  </a:lnTo>
                  <a:lnTo>
                    <a:pt x="1350" y="786"/>
                  </a:lnTo>
                  <a:lnTo>
                    <a:pt x="1350" y="786"/>
                  </a:lnTo>
                  <a:lnTo>
                    <a:pt x="1356" y="786"/>
                  </a:lnTo>
                  <a:lnTo>
                    <a:pt x="1356" y="786"/>
                  </a:lnTo>
                  <a:lnTo>
                    <a:pt x="1356" y="786"/>
                  </a:lnTo>
                  <a:lnTo>
                    <a:pt x="1356" y="786"/>
                  </a:lnTo>
                  <a:lnTo>
                    <a:pt x="1356" y="786"/>
                  </a:lnTo>
                  <a:lnTo>
                    <a:pt x="1356" y="786"/>
                  </a:lnTo>
                  <a:lnTo>
                    <a:pt x="1356" y="786"/>
                  </a:lnTo>
                  <a:lnTo>
                    <a:pt x="1356" y="786"/>
                  </a:lnTo>
                  <a:lnTo>
                    <a:pt x="1356" y="792"/>
                  </a:lnTo>
                  <a:lnTo>
                    <a:pt x="1362" y="792"/>
                  </a:lnTo>
                  <a:lnTo>
                    <a:pt x="1362" y="792"/>
                  </a:lnTo>
                  <a:lnTo>
                    <a:pt x="1362" y="792"/>
                  </a:lnTo>
                  <a:lnTo>
                    <a:pt x="1362" y="792"/>
                  </a:lnTo>
                  <a:lnTo>
                    <a:pt x="1362" y="792"/>
                  </a:lnTo>
                  <a:lnTo>
                    <a:pt x="1362" y="792"/>
                  </a:lnTo>
                  <a:lnTo>
                    <a:pt x="1362" y="792"/>
                  </a:lnTo>
                  <a:lnTo>
                    <a:pt x="1362" y="792"/>
                  </a:lnTo>
                  <a:lnTo>
                    <a:pt x="1368" y="792"/>
                  </a:lnTo>
                  <a:lnTo>
                    <a:pt x="1368" y="792"/>
                  </a:lnTo>
                  <a:lnTo>
                    <a:pt x="1368" y="792"/>
                  </a:lnTo>
                  <a:lnTo>
                    <a:pt x="1368" y="792"/>
                  </a:lnTo>
                  <a:lnTo>
                    <a:pt x="1368" y="792"/>
                  </a:lnTo>
                  <a:lnTo>
                    <a:pt x="1368" y="792"/>
                  </a:lnTo>
                  <a:lnTo>
                    <a:pt x="1368" y="792"/>
                  </a:lnTo>
                  <a:lnTo>
                    <a:pt x="1368" y="792"/>
                  </a:lnTo>
                  <a:lnTo>
                    <a:pt x="1368" y="792"/>
                  </a:lnTo>
                  <a:lnTo>
                    <a:pt x="1374" y="792"/>
                  </a:lnTo>
                  <a:lnTo>
                    <a:pt x="1374" y="792"/>
                  </a:lnTo>
                  <a:lnTo>
                    <a:pt x="1374" y="792"/>
                  </a:lnTo>
                  <a:lnTo>
                    <a:pt x="1374" y="792"/>
                  </a:lnTo>
                  <a:lnTo>
                    <a:pt x="1374" y="792"/>
                  </a:lnTo>
                  <a:lnTo>
                    <a:pt x="1374" y="792"/>
                  </a:lnTo>
                  <a:lnTo>
                    <a:pt x="1374" y="792"/>
                  </a:lnTo>
                  <a:lnTo>
                    <a:pt x="1374" y="792"/>
                  </a:lnTo>
                  <a:lnTo>
                    <a:pt x="1380" y="792"/>
                  </a:lnTo>
                  <a:lnTo>
                    <a:pt x="1380" y="792"/>
                  </a:lnTo>
                  <a:lnTo>
                    <a:pt x="1380" y="798"/>
                  </a:lnTo>
                  <a:lnTo>
                    <a:pt x="1380" y="798"/>
                  </a:lnTo>
                  <a:lnTo>
                    <a:pt x="1380" y="798"/>
                  </a:lnTo>
                  <a:lnTo>
                    <a:pt x="1380" y="798"/>
                  </a:lnTo>
                  <a:lnTo>
                    <a:pt x="1380" y="798"/>
                  </a:lnTo>
                  <a:lnTo>
                    <a:pt x="1380" y="798"/>
                  </a:lnTo>
                  <a:lnTo>
                    <a:pt x="1386" y="798"/>
                  </a:lnTo>
                  <a:lnTo>
                    <a:pt x="1386" y="798"/>
                  </a:lnTo>
                  <a:lnTo>
                    <a:pt x="1386" y="798"/>
                  </a:lnTo>
                  <a:lnTo>
                    <a:pt x="1386" y="798"/>
                  </a:lnTo>
                  <a:lnTo>
                    <a:pt x="1386" y="798"/>
                  </a:lnTo>
                  <a:lnTo>
                    <a:pt x="1386" y="798"/>
                  </a:lnTo>
                  <a:lnTo>
                    <a:pt x="1386" y="798"/>
                  </a:lnTo>
                  <a:lnTo>
                    <a:pt x="1386" y="798"/>
                  </a:lnTo>
                  <a:lnTo>
                    <a:pt x="1386" y="798"/>
                  </a:lnTo>
                  <a:lnTo>
                    <a:pt x="1392" y="798"/>
                  </a:lnTo>
                  <a:lnTo>
                    <a:pt x="1392" y="798"/>
                  </a:lnTo>
                  <a:lnTo>
                    <a:pt x="1392" y="798"/>
                  </a:lnTo>
                  <a:lnTo>
                    <a:pt x="1392" y="798"/>
                  </a:lnTo>
                  <a:lnTo>
                    <a:pt x="1392" y="798"/>
                  </a:lnTo>
                  <a:lnTo>
                    <a:pt x="1392" y="798"/>
                  </a:lnTo>
                  <a:lnTo>
                    <a:pt x="1392" y="798"/>
                  </a:lnTo>
                  <a:lnTo>
                    <a:pt x="1392" y="798"/>
                  </a:lnTo>
                  <a:lnTo>
                    <a:pt x="1398" y="798"/>
                  </a:lnTo>
                  <a:lnTo>
                    <a:pt x="1398" y="798"/>
                  </a:lnTo>
                  <a:lnTo>
                    <a:pt x="1398" y="798"/>
                  </a:lnTo>
                  <a:lnTo>
                    <a:pt x="1398" y="798"/>
                  </a:lnTo>
                  <a:lnTo>
                    <a:pt x="1398" y="798"/>
                  </a:lnTo>
                  <a:lnTo>
                    <a:pt x="1398" y="804"/>
                  </a:lnTo>
                  <a:lnTo>
                    <a:pt x="1398" y="804"/>
                  </a:lnTo>
                  <a:lnTo>
                    <a:pt x="1398" y="804"/>
                  </a:lnTo>
                  <a:lnTo>
                    <a:pt x="1398" y="804"/>
                  </a:lnTo>
                  <a:lnTo>
                    <a:pt x="1404" y="804"/>
                  </a:lnTo>
                  <a:lnTo>
                    <a:pt x="1404" y="804"/>
                  </a:lnTo>
                  <a:lnTo>
                    <a:pt x="1404" y="804"/>
                  </a:lnTo>
                  <a:lnTo>
                    <a:pt x="1404" y="804"/>
                  </a:lnTo>
                  <a:lnTo>
                    <a:pt x="1404" y="804"/>
                  </a:lnTo>
                  <a:lnTo>
                    <a:pt x="1404" y="804"/>
                  </a:lnTo>
                  <a:lnTo>
                    <a:pt x="1404" y="804"/>
                  </a:lnTo>
                  <a:lnTo>
                    <a:pt x="1404" y="804"/>
                  </a:lnTo>
                  <a:lnTo>
                    <a:pt x="1410" y="804"/>
                  </a:lnTo>
                  <a:lnTo>
                    <a:pt x="1410" y="804"/>
                  </a:lnTo>
                  <a:lnTo>
                    <a:pt x="1410" y="804"/>
                  </a:lnTo>
                  <a:lnTo>
                    <a:pt x="1410" y="804"/>
                  </a:lnTo>
                  <a:lnTo>
                    <a:pt x="1410" y="804"/>
                  </a:lnTo>
                  <a:lnTo>
                    <a:pt x="1410" y="804"/>
                  </a:lnTo>
                  <a:lnTo>
                    <a:pt x="1410" y="804"/>
                  </a:lnTo>
                  <a:lnTo>
                    <a:pt x="1410" y="804"/>
                  </a:lnTo>
                  <a:lnTo>
                    <a:pt x="1416" y="804"/>
                  </a:lnTo>
                  <a:lnTo>
                    <a:pt x="1416" y="804"/>
                  </a:lnTo>
                  <a:lnTo>
                    <a:pt x="1416" y="804"/>
                  </a:lnTo>
                  <a:lnTo>
                    <a:pt x="1416" y="804"/>
                  </a:lnTo>
                  <a:lnTo>
                    <a:pt x="1416" y="804"/>
                  </a:lnTo>
                  <a:lnTo>
                    <a:pt x="1416" y="804"/>
                  </a:lnTo>
                  <a:lnTo>
                    <a:pt x="1416" y="804"/>
                  </a:lnTo>
                  <a:lnTo>
                    <a:pt x="1416" y="804"/>
                  </a:lnTo>
                  <a:lnTo>
                    <a:pt x="1416" y="804"/>
                  </a:lnTo>
                  <a:lnTo>
                    <a:pt x="1422" y="804"/>
                  </a:lnTo>
                  <a:lnTo>
                    <a:pt x="1422" y="810"/>
                  </a:lnTo>
                  <a:lnTo>
                    <a:pt x="1422" y="810"/>
                  </a:lnTo>
                  <a:lnTo>
                    <a:pt x="1422" y="810"/>
                  </a:lnTo>
                  <a:lnTo>
                    <a:pt x="1422" y="810"/>
                  </a:lnTo>
                  <a:lnTo>
                    <a:pt x="1422" y="810"/>
                  </a:lnTo>
                  <a:lnTo>
                    <a:pt x="1422" y="810"/>
                  </a:lnTo>
                  <a:lnTo>
                    <a:pt x="1422" y="810"/>
                  </a:lnTo>
                  <a:lnTo>
                    <a:pt x="1428" y="810"/>
                  </a:lnTo>
                  <a:lnTo>
                    <a:pt x="1428" y="810"/>
                  </a:lnTo>
                  <a:lnTo>
                    <a:pt x="1428" y="810"/>
                  </a:lnTo>
                  <a:lnTo>
                    <a:pt x="1428" y="810"/>
                  </a:lnTo>
                  <a:lnTo>
                    <a:pt x="1428" y="810"/>
                  </a:lnTo>
                  <a:lnTo>
                    <a:pt x="1428" y="810"/>
                  </a:lnTo>
                  <a:lnTo>
                    <a:pt x="1428" y="810"/>
                  </a:lnTo>
                  <a:lnTo>
                    <a:pt x="1428" y="810"/>
                  </a:lnTo>
                  <a:lnTo>
                    <a:pt x="1434" y="810"/>
                  </a:lnTo>
                  <a:lnTo>
                    <a:pt x="1434" y="810"/>
                  </a:lnTo>
                  <a:lnTo>
                    <a:pt x="1434" y="810"/>
                  </a:lnTo>
                  <a:lnTo>
                    <a:pt x="1434" y="810"/>
                  </a:lnTo>
                  <a:lnTo>
                    <a:pt x="1434" y="810"/>
                  </a:lnTo>
                  <a:lnTo>
                    <a:pt x="1434" y="810"/>
                  </a:lnTo>
                  <a:lnTo>
                    <a:pt x="1434" y="810"/>
                  </a:lnTo>
                  <a:lnTo>
                    <a:pt x="1434" y="810"/>
                  </a:lnTo>
                  <a:lnTo>
                    <a:pt x="1434" y="810"/>
                  </a:lnTo>
                  <a:lnTo>
                    <a:pt x="1440" y="810"/>
                  </a:lnTo>
                  <a:lnTo>
                    <a:pt x="1440" y="810"/>
                  </a:lnTo>
                  <a:lnTo>
                    <a:pt x="1440" y="810"/>
                  </a:lnTo>
                  <a:lnTo>
                    <a:pt x="1440" y="810"/>
                  </a:lnTo>
                  <a:lnTo>
                    <a:pt x="1440" y="810"/>
                  </a:lnTo>
                  <a:lnTo>
                    <a:pt x="1440" y="816"/>
                  </a:lnTo>
                  <a:lnTo>
                    <a:pt x="1440" y="816"/>
                  </a:lnTo>
                  <a:lnTo>
                    <a:pt x="1440" y="816"/>
                  </a:lnTo>
                  <a:lnTo>
                    <a:pt x="1446" y="816"/>
                  </a:lnTo>
                  <a:lnTo>
                    <a:pt x="1446" y="816"/>
                  </a:lnTo>
                  <a:lnTo>
                    <a:pt x="1446" y="816"/>
                  </a:lnTo>
                  <a:lnTo>
                    <a:pt x="1446" y="816"/>
                  </a:lnTo>
                  <a:lnTo>
                    <a:pt x="1446" y="816"/>
                  </a:lnTo>
                  <a:lnTo>
                    <a:pt x="1446" y="816"/>
                  </a:lnTo>
                  <a:lnTo>
                    <a:pt x="1446" y="816"/>
                  </a:lnTo>
                  <a:lnTo>
                    <a:pt x="1446" y="816"/>
                  </a:lnTo>
                  <a:lnTo>
                    <a:pt x="1446" y="816"/>
                  </a:lnTo>
                  <a:lnTo>
                    <a:pt x="1452" y="816"/>
                  </a:lnTo>
                  <a:lnTo>
                    <a:pt x="1452" y="816"/>
                  </a:lnTo>
                  <a:lnTo>
                    <a:pt x="1452" y="816"/>
                  </a:lnTo>
                  <a:lnTo>
                    <a:pt x="1452" y="816"/>
                  </a:lnTo>
                  <a:lnTo>
                    <a:pt x="1452" y="816"/>
                  </a:lnTo>
                  <a:lnTo>
                    <a:pt x="1452" y="816"/>
                  </a:lnTo>
                  <a:lnTo>
                    <a:pt x="1452" y="816"/>
                  </a:lnTo>
                  <a:lnTo>
                    <a:pt x="1452" y="816"/>
                  </a:lnTo>
                  <a:lnTo>
                    <a:pt x="1458" y="816"/>
                  </a:lnTo>
                  <a:lnTo>
                    <a:pt x="1458" y="816"/>
                  </a:lnTo>
                  <a:lnTo>
                    <a:pt x="1458" y="816"/>
                  </a:lnTo>
                  <a:lnTo>
                    <a:pt x="1458" y="816"/>
                  </a:lnTo>
                  <a:lnTo>
                    <a:pt x="1458" y="816"/>
                  </a:lnTo>
                  <a:lnTo>
                    <a:pt x="1458" y="816"/>
                  </a:lnTo>
                  <a:lnTo>
                    <a:pt x="1458" y="816"/>
                  </a:lnTo>
                  <a:lnTo>
                    <a:pt x="1458" y="816"/>
                  </a:lnTo>
                  <a:lnTo>
                    <a:pt x="1464" y="816"/>
                  </a:lnTo>
                  <a:lnTo>
                    <a:pt x="1464" y="816"/>
                  </a:lnTo>
                  <a:lnTo>
                    <a:pt x="1464" y="816"/>
                  </a:lnTo>
                  <a:lnTo>
                    <a:pt x="1464" y="822"/>
                  </a:lnTo>
                  <a:lnTo>
                    <a:pt x="1464" y="822"/>
                  </a:lnTo>
                  <a:lnTo>
                    <a:pt x="1464" y="822"/>
                  </a:lnTo>
                  <a:lnTo>
                    <a:pt x="1464" y="822"/>
                  </a:lnTo>
                  <a:lnTo>
                    <a:pt x="1464" y="822"/>
                  </a:lnTo>
                  <a:lnTo>
                    <a:pt x="1464" y="822"/>
                  </a:lnTo>
                  <a:lnTo>
                    <a:pt x="1470" y="822"/>
                  </a:lnTo>
                  <a:lnTo>
                    <a:pt x="1470" y="822"/>
                  </a:lnTo>
                  <a:lnTo>
                    <a:pt x="1470" y="822"/>
                  </a:lnTo>
                  <a:lnTo>
                    <a:pt x="1470" y="822"/>
                  </a:lnTo>
                  <a:lnTo>
                    <a:pt x="1470" y="822"/>
                  </a:lnTo>
                  <a:lnTo>
                    <a:pt x="1470" y="822"/>
                  </a:lnTo>
                  <a:lnTo>
                    <a:pt x="1470" y="822"/>
                  </a:lnTo>
                  <a:lnTo>
                    <a:pt x="1470" y="822"/>
                  </a:lnTo>
                  <a:lnTo>
                    <a:pt x="1476" y="822"/>
                  </a:lnTo>
                  <a:lnTo>
                    <a:pt x="1476" y="822"/>
                  </a:lnTo>
                  <a:lnTo>
                    <a:pt x="1710" y="870"/>
                  </a:lnTo>
                  <a:lnTo>
                    <a:pt x="1710" y="870"/>
                  </a:lnTo>
                  <a:lnTo>
                    <a:pt x="1710" y="870"/>
                  </a:lnTo>
                  <a:lnTo>
                    <a:pt x="1710" y="870"/>
                  </a:lnTo>
                  <a:lnTo>
                    <a:pt x="1710" y="870"/>
                  </a:lnTo>
                  <a:lnTo>
                    <a:pt x="1710" y="870"/>
                  </a:lnTo>
                  <a:lnTo>
                    <a:pt x="1710" y="870"/>
                  </a:lnTo>
                  <a:lnTo>
                    <a:pt x="1710" y="870"/>
                  </a:lnTo>
                  <a:lnTo>
                    <a:pt x="1716" y="870"/>
                  </a:lnTo>
                  <a:lnTo>
                    <a:pt x="1716" y="870"/>
                  </a:lnTo>
                  <a:lnTo>
                    <a:pt x="1716" y="876"/>
                  </a:lnTo>
                  <a:lnTo>
                    <a:pt x="1716" y="876"/>
                  </a:lnTo>
                  <a:lnTo>
                    <a:pt x="1716" y="876"/>
                  </a:lnTo>
                  <a:lnTo>
                    <a:pt x="1716" y="876"/>
                  </a:lnTo>
                  <a:lnTo>
                    <a:pt x="1716" y="876"/>
                  </a:lnTo>
                  <a:lnTo>
                    <a:pt x="1716" y="876"/>
                  </a:lnTo>
                  <a:lnTo>
                    <a:pt x="1722" y="876"/>
                  </a:lnTo>
                  <a:lnTo>
                    <a:pt x="1722" y="876"/>
                  </a:lnTo>
                  <a:lnTo>
                    <a:pt x="1722" y="876"/>
                  </a:lnTo>
                  <a:lnTo>
                    <a:pt x="1722" y="876"/>
                  </a:lnTo>
                  <a:lnTo>
                    <a:pt x="1722" y="876"/>
                  </a:lnTo>
                  <a:lnTo>
                    <a:pt x="1722" y="876"/>
                  </a:lnTo>
                  <a:lnTo>
                    <a:pt x="1722" y="876"/>
                  </a:lnTo>
                  <a:lnTo>
                    <a:pt x="1722" y="876"/>
                  </a:lnTo>
                  <a:lnTo>
                    <a:pt x="1722" y="876"/>
                  </a:lnTo>
                  <a:lnTo>
                    <a:pt x="1728" y="876"/>
                  </a:lnTo>
                  <a:lnTo>
                    <a:pt x="1728" y="876"/>
                  </a:lnTo>
                  <a:lnTo>
                    <a:pt x="1728" y="876"/>
                  </a:lnTo>
                  <a:lnTo>
                    <a:pt x="1728" y="876"/>
                  </a:lnTo>
                  <a:lnTo>
                    <a:pt x="1728" y="876"/>
                  </a:lnTo>
                  <a:lnTo>
                    <a:pt x="1728" y="876"/>
                  </a:lnTo>
                  <a:lnTo>
                    <a:pt x="1728" y="876"/>
                  </a:lnTo>
                  <a:lnTo>
                    <a:pt x="1728" y="876"/>
                  </a:lnTo>
                  <a:lnTo>
                    <a:pt x="1734" y="876"/>
                  </a:lnTo>
                  <a:lnTo>
                    <a:pt x="1734" y="876"/>
                  </a:lnTo>
                  <a:lnTo>
                    <a:pt x="1734" y="876"/>
                  </a:lnTo>
                  <a:lnTo>
                    <a:pt x="1734" y="876"/>
                  </a:lnTo>
                  <a:lnTo>
                    <a:pt x="1734" y="876"/>
                  </a:lnTo>
                  <a:lnTo>
                    <a:pt x="1734" y="876"/>
                  </a:lnTo>
                  <a:lnTo>
                    <a:pt x="1734" y="876"/>
                  </a:lnTo>
                  <a:lnTo>
                    <a:pt x="1734" y="876"/>
                  </a:lnTo>
                  <a:lnTo>
                    <a:pt x="1740" y="876"/>
                  </a:lnTo>
                  <a:lnTo>
                    <a:pt x="1740" y="876"/>
                  </a:lnTo>
                  <a:lnTo>
                    <a:pt x="1740" y="876"/>
                  </a:lnTo>
                  <a:lnTo>
                    <a:pt x="1740" y="876"/>
                  </a:lnTo>
                  <a:lnTo>
                    <a:pt x="1740" y="876"/>
                  </a:lnTo>
                  <a:lnTo>
                    <a:pt x="1740" y="876"/>
                  </a:lnTo>
                  <a:lnTo>
                    <a:pt x="1740" y="876"/>
                  </a:lnTo>
                  <a:lnTo>
                    <a:pt x="1740" y="876"/>
                  </a:lnTo>
                  <a:lnTo>
                    <a:pt x="1740" y="876"/>
                  </a:lnTo>
                  <a:lnTo>
                    <a:pt x="1746" y="876"/>
                  </a:lnTo>
                  <a:lnTo>
                    <a:pt x="1746" y="876"/>
                  </a:lnTo>
                  <a:lnTo>
                    <a:pt x="1746" y="876"/>
                  </a:lnTo>
                  <a:lnTo>
                    <a:pt x="1746" y="876"/>
                  </a:lnTo>
                  <a:lnTo>
                    <a:pt x="1746" y="876"/>
                  </a:lnTo>
                  <a:lnTo>
                    <a:pt x="1746" y="876"/>
                  </a:lnTo>
                  <a:lnTo>
                    <a:pt x="1746" y="876"/>
                  </a:lnTo>
                  <a:lnTo>
                    <a:pt x="1746" y="876"/>
                  </a:lnTo>
                  <a:lnTo>
                    <a:pt x="1752" y="876"/>
                  </a:lnTo>
                  <a:lnTo>
                    <a:pt x="1752" y="876"/>
                  </a:lnTo>
                  <a:lnTo>
                    <a:pt x="1752" y="876"/>
                  </a:lnTo>
                  <a:lnTo>
                    <a:pt x="1752" y="876"/>
                  </a:lnTo>
                  <a:lnTo>
                    <a:pt x="1752" y="876"/>
                  </a:lnTo>
                  <a:lnTo>
                    <a:pt x="1752" y="882"/>
                  </a:lnTo>
                  <a:lnTo>
                    <a:pt x="1752" y="882"/>
                  </a:lnTo>
                  <a:lnTo>
                    <a:pt x="1752" y="882"/>
                  </a:lnTo>
                  <a:lnTo>
                    <a:pt x="1758" y="882"/>
                  </a:lnTo>
                  <a:lnTo>
                    <a:pt x="1758" y="882"/>
                  </a:lnTo>
                  <a:lnTo>
                    <a:pt x="1758" y="882"/>
                  </a:lnTo>
                  <a:lnTo>
                    <a:pt x="1758" y="882"/>
                  </a:lnTo>
                  <a:lnTo>
                    <a:pt x="1758" y="882"/>
                  </a:lnTo>
                  <a:lnTo>
                    <a:pt x="1758" y="882"/>
                  </a:lnTo>
                  <a:lnTo>
                    <a:pt x="1758" y="882"/>
                  </a:lnTo>
                  <a:lnTo>
                    <a:pt x="1758" y="882"/>
                  </a:lnTo>
                  <a:lnTo>
                    <a:pt x="1758" y="882"/>
                  </a:lnTo>
                  <a:lnTo>
                    <a:pt x="1764" y="882"/>
                  </a:lnTo>
                  <a:lnTo>
                    <a:pt x="1764" y="882"/>
                  </a:lnTo>
                  <a:lnTo>
                    <a:pt x="1764" y="882"/>
                  </a:lnTo>
                  <a:lnTo>
                    <a:pt x="1764" y="882"/>
                  </a:lnTo>
                  <a:lnTo>
                    <a:pt x="1764" y="882"/>
                  </a:lnTo>
                  <a:lnTo>
                    <a:pt x="1764" y="882"/>
                  </a:lnTo>
                  <a:lnTo>
                    <a:pt x="1764" y="882"/>
                  </a:lnTo>
                  <a:lnTo>
                    <a:pt x="1764" y="882"/>
                  </a:lnTo>
                  <a:lnTo>
                    <a:pt x="1770" y="882"/>
                  </a:lnTo>
                  <a:lnTo>
                    <a:pt x="1770" y="882"/>
                  </a:lnTo>
                  <a:lnTo>
                    <a:pt x="1770" y="882"/>
                  </a:lnTo>
                  <a:lnTo>
                    <a:pt x="1770" y="882"/>
                  </a:lnTo>
                  <a:lnTo>
                    <a:pt x="1770" y="882"/>
                  </a:lnTo>
                  <a:lnTo>
                    <a:pt x="1770" y="882"/>
                  </a:lnTo>
                  <a:lnTo>
                    <a:pt x="1770" y="882"/>
                  </a:lnTo>
                  <a:lnTo>
                    <a:pt x="1770" y="882"/>
                  </a:lnTo>
                  <a:lnTo>
                    <a:pt x="1770" y="882"/>
                  </a:lnTo>
                  <a:lnTo>
                    <a:pt x="1776" y="882"/>
                  </a:lnTo>
                  <a:lnTo>
                    <a:pt x="1776" y="882"/>
                  </a:lnTo>
                  <a:lnTo>
                    <a:pt x="1776" y="882"/>
                  </a:lnTo>
                  <a:lnTo>
                    <a:pt x="1776" y="882"/>
                  </a:lnTo>
                  <a:lnTo>
                    <a:pt x="1776" y="882"/>
                  </a:lnTo>
                  <a:lnTo>
                    <a:pt x="1776" y="882"/>
                  </a:lnTo>
                  <a:lnTo>
                    <a:pt x="1776" y="882"/>
                  </a:lnTo>
                  <a:lnTo>
                    <a:pt x="1776" y="882"/>
                  </a:lnTo>
                  <a:lnTo>
                    <a:pt x="1782" y="882"/>
                  </a:lnTo>
                  <a:lnTo>
                    <a:pt x="1782" y="882"/>
                  </a:lnTo>
                  <a:lnTo>
                    <a:pt x="1782" y="882"/>
                  </a:lnTo>
                  <a:lnTo>
                    <a:pt x="1782" y="882"/>
                  </a:lnTo>
                  <a:lnTo>
                    <a:pt x="1782" y="882"/>
                  </a:lnTo>
                  <a:lnTo>
                    <a:pt x="1782" y="882"/>
                  </a:lnTo>
                  <a:lnTo>
                    <a:pt x="1782" y="882"/>
                  </a:lnTo>
                  <a:lnTo>
                    <a:pt x="1782" y="882"/>
                  </a:lnTo>
                  <a:lnTo>
                    <a:pt x="1788" y="882"/>
                  </a:lnTo>
                  <a:lnTo>
                    <a:pt x="1788" y="882"/>
                  </a:lnTo>
                  <a:lnTo>
                    <a:pt x="1788" y="882"/>
                  </a:lnTo>
                  <a:lnTo>
                    <a:pt x="1788" y="882"/>
                  </a:lnTo>
                  <a:lnTo>
                    <a:pt x="1788" y="882"/>
                  </a:lnTo>
                  <a:lnTo>
                    <a:pt x="1788" y="882"/>
                  </a:lnTo>
                  <a:lnTo>
                    <a:pt x="1788" y="882"/>
                  </a:lnTo>
                  <a:lnTo>
                    <a:pt x="1788" y="882"/>
                  </a:lnTo>
                  <a:lnTo>
                    <a:pt x="1788" y="882"/>
                  </a:lnTo>
                  <a:lnTo>
                    <a:pt x="1794" y="882"/>
                  </a:lnTo>
                  <a:lnTo>
                    <a:pt x="1794" y="882"/>
                  </a:lnTo>
                  <a:lnTo>
                    <a:pt x="1794" y="882"/>
                  </a:lnTo>
                  <a:lnTo>
                    <a:pt x="1794" y="888"/>
                  </a:lnTo>
                  <a:lnTo>
                    <a:pt x="1794" y="888"/>
                  </a:lnTo>
                  <a:lnTo>
                    <a:pt x="1794" y="888"/>
                  </a:lnTo>
                  <a:lnTo>
                    <a:pt x="1794" y="888"/>
                  </a:lnTo>
                  <a:lnTo>
                    <a:pt x="1794" y="888"/>
                  </a:lnTo>
                  <a:lnTo>
                    <a:pt x="1800" y="888"/>
                  </a:lnTo>
                  <a:lnTo>
                    <a:pt x="1800" y="888"/>
                  </a:lnTo>
                  <a:lnTo>
                    <a:pt x="1800" y="888"/>
                  </a:lnTo>
                  <a:lnTo>
                    <a:pt x="1800" y="888"/>
                  </a:lnTo>
                  <a:lnTo>
                    <a:pt x="1800" y="888"/>
                  </a:lnTo>
                  <a:lnTo>
                    <a:pt x="1800" y="888"/>
                  </a:lnTo>
                  <a:lnTo>
                    <a:pt x="1800" y="888"/>
                  </a:lnTo>
                  <a:lnTo>
                    <a:pt x="1800" y="888"/>
                  </a:lnTo>
                  <a:lnTo>
                    <a:pt x="1806" y="888"/>
                  </a:lnTo>
                  <a:lnTo>
                    <a:pt x="1806" y="888"/>
                  </a:lnTo>
                  <a:lnTo>
                    <a:pt x="1806" y="888"/>
                  </a:lnTo>
                  <a:lnTo>
                    <a:pt x="1806" y="888"/>
                  </a:lnTo>
                  <a:lnTo>
                    <a:pt x="1806" y="888"/>
                  </a:lnTo>
                  <a:lnTo>
                    <a:pt x="1806" y="888"/>
                  </a:lnTo>
                  <a:lnTo>
                    <a:pt x="1806" y="888"/>
                  </a:lnTo>
                  <a:lnTo>
                    <a:pt x="1806" y="888"/>
                  </a:lnTo>
                  <a:lnTo>
                    <a:pt x="1806" y="888"/>
                  </a:lnTo>
                  <a:lnTo>
                    <a:pt x="1812" y="888"/>
                  </a:lnTo>
                  <a:lnTo>
                    <a:pt x="1812" y="888"/>
                  </a:lnTo>
                  <a:lnTo>
                    <a:pt x="1812" y="888"/>
                  </a:lnTo>
                  <a:lnTo>
                    <a:pt x="1812" y="888"/>
                  </a:lnTo>
                  <a:lnTo>
                    <a:pt x="1812" y="888"/>
                  </a:lnTo>
                  <a:lnTo>
                    <a:pt x="1812" y="888"/>
                  </a:lnTo>
                  <a:lnTo>
                    <a:pt x="1812" y="888"/>
                  </a:lnTo>
                  <a:lnTo>
                    <a:pt x="1812" y="888"/>
                  </a:lnTo>
                  <a:lnTo>
                    <a:pt x="1818" y="888"/>
                  </a:lnTo>
                  <a:lnTo>
                    <a:pt x="1818" y="888"/>
                  </a:lnTo>
                  <a:lnTo>
                    <a:pt x="1818" y="888"/>
                  </a:lnTo>
                  <a:lnTo>
                    <a:pt x="1818" y="888"/>
                  </a:lnTo>
                  <a:lnTo>
                    <a:pt x="1818" y="888"/>
                  </a:lnTo>
                  <a:lnTo>
                    <a:pt x="1818" y="888"/>
                  </a:lnTo>
                  <a:lnTo>
                    <a:pt x="1818" y="888"/>
                  </a:lnTo>
                  <a:lnTo>
                    <a:pt x="1818" y="888"/>
                  </a:lnTo>
                  <a:lnTo>
                    <a:pt x="1818" y="888"/>
                  </a:lnTo>
                  <a:lnTo>
                    <a:pt x="1824" y="888"/>
                  </a:lnTo>
                  <a:lnTo>
                    <a:pt x="1824" y="888"/>
                  </a:lnTo>
                  <a:lnTo>
                    <a:pt x="1824" y="888"/>
                  </a:lnTo>
                  <a:lnTo>
                    <a:pt x="1824" y="888"/>
                  </a:lnTo>
                  <a:lnTo>
                    <a:pt x="1824" y="888"/>
                  </a:lnTo>
                  <a:lnTo>
                    <a:pt x="1824" y="888"/>
                  </a:lnTo>
                  <a:lnTo>
                    <a:pt x="1824" y="888"/>
                  </a:lnTo>
                  <a:lnTo>
                    <a:pt x="1824" y="888"/>
                  </a:lnTo>
                  <a:lnTo>
                    <a:pt x="1830" y="888"/>
                  </a:lnTo>
                  <a:lnTo>
                    <a:pt x="1830" y="888"/>
                  </a:lnTo>
                  <a:lnTo>
                    <a:pt x="1830" y="888"/>
                  </a:lnTo>
                  <a:lnTo>
                    <a:pt x="1830" y="888"/>
                  </a:lnTo>
                  <a:lnTo>
                    <a:pt x="1830" y="888"/>
                  </a:lnTo>
                  <a:lnTo>
                    <a:pt x="1830" y="888"/>
                  </a:lnTo>
                  <a:lnTo>
                    <a:pt x="1830" y="888"/>
                  </a:lnTo>
                  <a:lnTo>
                    <a:pt x="1830" y="888"/>
                  </a:lnTo>
                  <a:lnTo>
                    <a:pt x="1836" y="888"/>
                  </a:lnTo>
                  <a:lnTo>
                    <a:pt x="1836" y="888"/>
                  </a:lnTo>
                  <a:lnTo>
                    <a:pt x="1836" y="888"/>
                  </a:lnTo>
                  <a:lnTo>
                    <a:pt x="1836" y="888"/>
                  </a:lnTo>
                  <a:lnTo>
                    <a:pt x="1836" y="888"/>
                  </a:lnTo>
                  <a:lnTo>
                    <a:pt x="1836" y="888"/>
                  </a:lnTo>
                  <a:lnTo>
                    <a:pt x="1836" y="888"/>
                  </a:lnTo>
                  <a:lnTo>
                    <a:pt x="1836" y="888"/>
                  </a:lnTo>
                  <a:lnTo>
                    <a:pt x="1836" y="888"/>
                  </a:lnTo>
                  <a:lnTo>
                    <a:pt x="1842" y="894"/>
                  </a:lnTo>
                  <a:lnTo>
                    <a:pt x="1842" y="894"/>
                  </a:lnTo>
                  <a:lnTo>
                    <a:pt x="1842" y="894"/>
                  </a:lnTo>
                  <a:lnTo>
                    <a:pt x="1842" y="894"/>
                  </a:lnTo>
                  <a:lnTo>
                    <a:pt x="1842" y="894"/>
                  </a:lnTo>
                  <a:lnTo>
                    <a:pt x="1842" y="894"/>
                  </a:lnTo>
                  <a:lnTo>
                    <a:pt x="1842" y="894"/>
                  </a:lnTo>
                  <a:lnTo>
                    <a:pt x="1842" y="894"/>
                  </a:lnTo>
                  <a:lnTo>
                    <a:pt x="1848" y="894"/>
                  </a:lnTo>
                  <a:lnTo>
                    <a:pt x="1848" y="894"/>
                  </a:lnTo>
                  <a:lnTo>
                    <a:pt x="1848" y="894"/>
                  </a:lnTo>
                  <a:lnTo>
                    <a:pt x="1848" y="894"/>
                  </a:lnTo>
                  <a:lnTo>
                    <a:pt x="1848" y="894"/>
                  </a:lnTo>
                  <a:lnTo>
                    <a:pt x="1848" y="894"/>
                  </a:lnTo>
                  <a:lnTo>
                    <a:pt x="1848" y="894"/>
                  </a:lnTo>
                  <a:lnTo>
                    <a:pt x="1848" y="894"/>
                  </a:lnTo>
                  <a:lnTo>
                    <a:pt x="1848" y="894"/>
                  </a:lnTo>
                  <a:lnTo>
                    <a:pt x="1854" y="894"/>
                  </a:lnTo>
                  <a:lnTo>
                    <a:pt x="1854" y="894"/>
                  </a:lnTo>
                  <a:lnTo>
                    <a:pt x="1854" y="894"/>
                  </a:lnTo>
                  <a:lnTo>
                    <a:pt x="1854" y="894"/>
                  </a:lnTo>
                  <a:lnTo>
                    <a:pt x="1854" y="894"/>
                  </a:lnTo>
                  <a:lnTo>
                    <a:pt x="1854" y="894"/>
                  </a:lnTo>
                  <a:lnTo>
                    <a:pt x="1854" y="894"/>
                  </a:lnTo>
                  <a:lnTo>
                    <a:pt x="1854" y="894"/>
                  </a:lnTo>
                  <a:lnTo>
                    <a:pt x="1860" y="894"/>
                  </a:lnTo>
                  <a:lnTo>
                    <a:pt x="1860" y="894"/>
                  </a:lnTo>
                  <a:lnTo>
                    <a:pt x="1860" y="894"/>
                  </a:lnTo>
                  <a:lnTo>
                    <a:pt x="1860" y="894"/>
                  </a:lnTo>
                  <a:lnTo>
                    <a:pt x="1860" y="894"/>
                  </a:lnTo>
                  <a:lnTo>
                    <a:pt x="1860" y="894"/>
                  </a:lnTo>
                  <a:lnTo>
                    <a:pt x="1860" y="894"/>
                  </a:lnTo>
                  <a:lnTo>
                    <a:pt x="1860" y="894"/>
                  </a:lnTo>
                  <a:lnTo>
                    <a:pt x="1860" y="894"/>
                  </a:lnTo>
                  <a:lnTo>
                    <a:pt x="1866" y="894"/>
                  </a:lnTo>
                  <a:lnTo>
                    <a:pt x="1866" y="894"/>
                  </a:lnTo>
                  <a:lnTo>
                    <a:pt x="1866" y="894"/>
                  </a:lnTo>
                  <a:lnTo>
                    <a:pt x="1866" y="894"/>
                  </a:lnTo>
                  <a:lnTo>
                    <a:pt x="1866" y="894"/>
                  </a:lnTo>
                  <a:lnTo>
                    <a:pt x="1866" y="894"/>
                  </a:lnTo>
                  <a:lnTo>
                    <a:pt x="1866" y="894"/>
                  </a:lnTo>
                  <a:lnTo>
                    <a:pt x="1866" y="894"/>
                  </a:lnTo>
                  <a:lnTo>
                    <a:pt x="1872" y="894"/>
                  </a:lnTo>
                  <a:lnTo>
                    <a:pt x="1872" y="894"/>
                  </a:lnTo>
                  <a:lnTo>
                    <a:pt x="1872" y="894"/>
                  </a:lnTo>
                  <a:lnTo>
                    <a:pt x="1872" y="894"/>
                  </a:lnTo>
                  <a:lnTo>
                    <a:pt x="1872" y="894"/>
                  </a:lnTo>
                  <a:lnTo>
                    <a:pt x="1872" y="894"/>
                  </a:lnTo>
                  <a:lnTo>
                    <a:pt x="1872" y="894"/>
                  </a:lnTo>
                  <a:lnTo>
                    <a:pt x="1872" y="894"/>
                  </a:lnTo>
                  <a:lnTo>
                    <a:pt x="1878" y="894"/>
                  </a:lnTo>
                  <a:lnTo>
                    <a:pt x="1878" y="894"/>
                  </a:lnTo>
                  <a:lnTo>
                    <a:pt x="1878" y="894"/>
                  </a:lnTo>
                  <a:lnTo>
                    <a:pt x="1878" y="894"/>
                  </a:lnTo>
                  <a:lnTo>
                    <a:pt x="1878" y="894"/>
                  </a:lnTo>
                  <a:lnTo>
                    <a:pt x="1878" y="894"/>
                  </a:lnTo>
                  <a:lnTo>
                    <a:pt x="1878" y="894"/>
                  </a:lnTo>
                  <a:lnTo>
                    <a:pt x="1878" y="894"/>
                  </a:lnTo>
                  <a:lnTo>
                    <a:pt x="1878" y="894"/>
                  </a:lnTo>
                  <a:lnTo>
                    <a:pt x="1884" y="894"/>
                  </a:lnTo>
                  <a:lnTo>
                    <a:pt x="1884" y="894"/>
                  </a:lnTo>
                  <a:lnTo>
                    <a:pt x="1884" y="894"/>
                  </a:lnTo>
                  <a:lnTo>
                    <a:pt x="1884" y="894"/>
                  </a:lnTo>
                  <a:lnTo>
                    <a:pt x="1884" y="894"/>
                  </a:lnTo>
                  <a:lnTo>
                    <a:pt x="1884" y="894"/>
                  </a:lnTo>
                  <a:lnTo>
                    <a:pt x="1884" y="894"/>
                  </a:lnTo>
                  <a:lnTo>
                    <a:pt x="1884" y="894"/>
                  </a:lnTo>
                  <a:lnTo>
                    <a:pt x="1890" y="894"/>
                  </a:lnTo>
                  <a:lnTo>
                    <a:pt x="1890" y="894"/>
                  </a:lnTo>
                  <a:lnTo>
                    <a:pt x="1890" y="894"/>
                  </a:lnTo>
                  <a:lnTo>
                    <a:pt x="1890" y="894"/>
                  </a:lnTo>
                  <a:lnTo>
                    <a:pt x="1890" y="894"/>
                  </a:lnTo>
                  <a:lnTo>
                    <a:pt x="1890" y="894"/>
                  </a:lnTo>
                  <a:lnTo>
                    <a:pt x="1890" y="894"/>
                  </a:lnTo>
                  <a:lnTo>
                    <a:pt x="1890" y="894"/>
                  </a:lnTo>
                  <a:lnTo>
                    <a:pt x="1896" y="894"/>
                  </a:lnTo>
                  <a:lnTo>
                    <a:pt x="1896" y="894"/>
                  </a:lnTo>
                  <a:lnTo>
                    <a:pt x="1896" y="894"/>
                  </a:lnTo>
                  <a:lnTo>
                    <a:pt x="1896" y="894"/>
                  </a:lnTo>
                  <a:lnTo>
                    <a:pt x="1896" y="894"/>
                  </a:lnTo>
                  <a:lnTo>
                    <a:pt x="1896" y="894"/>
                  </a:lnTo>
                  <a:lnTo>
                    <a:pt x="1896" y="894"/>
                  </a:lnTo>
                  <a:lnTo>
                    <a:pt x="1896" y="894"/>
                  </a:lnTo>
                  <a:lnTo>
                    <a:pt x="1896" y="894"/>
                  </a:lnTo>
                  <a:lnTo>
                    <a:pt x="1902" y="894"/>
                  </a:lnTo>
                  <a:lnTo>
                    <a:pt x="1902" y="894"/>
                  </a:lnTo>
                  <a:lnTo>
                    <a:pt x="1902" y="894"/>
                  </a:lnTo>
                  <a:lnTo>
                    <a:pt x="1902" y="894"/>
                  </a:lnTo>
                  <a:lnTo>
                    <a:pt x="1902" y="894"/>
                  </a:lnTo>
                  <a:lnTo>
                    <a:pt x="1902" y="894"/>
                  </a:lnTo>
                  <a:lnTo>
                    <a:pt x="1902" y="894"/>
                  </a:lnTo>
                  <a:lnTo>
                    <a:pt x="1902" y="894"/>
                  </a:lnTo>
                  <a:lnTo>
                    <a:pt x="1908" y="894"/>
                  </a:lnTo>
                  <a:lnTo>
                    <a:pt x="1908" y="894"/>
                  </a:lnTo>
                  <a:lnTo>
                    <a:pt x="1908" y="894"/>
                  </a:lnTo>
                  <a:lnTo>
                    <a:pt x="1908" y="894"/>
                  </a:lnTo>
                  <a:lnTo>
                    <a:pt x="1908" y="894"/>
                  </a:lnTo>
                  <a:lnTo>
                    <a:pt x="1908" y="894"/>
                  </a:lnTo>
                  <a:lnTo>
                    <a:pt x="1908" y="894"/>
                  </a:lnTo>
                  <a:lnTo>
                    <a:pt x="1908" y="894"/>
                  </a:lnTo>
                  <a:lnTo>
                    <a:pt x="1908" y="894"/>
                  </a:lnTo>
                  <a:lnTo>
                    <a:pt x="1914" y="894"/>
                  </a:lnTo>
                  <a:lnTo>
                    <a:pt x="1914" y="894"/>
                  </a:lnTo>
                  <a:lnTo>
                    <a:pt x="1914" y="894"/>
                  </a:lnTo>
                  <a:lnTo>
                    <a:pt x="1914" y="894"/>
                  </a:lnTo>
                  <a:lnTo>
                    <a:pt x="1914" y="894"/>
                  </a:lnTo>
                  <a:lnTo>
                    <a:pt x="1914" y="894"/>
                  </a:lnTo>
                  <a:lnTo>
                    <a:pt x="1914" y="894"/>
                  </a:lnTo>
                  <a:lnTo>
                    <a:pt x="1914" y="894"/>
                  </a:lnTo>
                  <a:lnTo>
                    <a:pt x="1920" y="894"/>
                  </a:lnTo>
                  <a:lnTo>
                    <a:pt x="1920" y="894"/>
                  </a:lnTo>
                  <a:lnTo>
                    <a:pt x="1920" y="894"/>
                  </a:lnTo>
                  <a:lnTo>
                    <a:pt x="1920" y="894"/>
                  </a:lnTo>
                  <a:lnTo>
                    <a:pt x="1920" y="894"/>
                  </a:lnTo>
                  <a:lnTo>
                    <a:pt x="1920" y="894"/>
                  </a:lnTo>
                  <a:lnTo>
                    <a:pt x="1920" y="894"/>
                  </a:lnTo>
                  <a:lnTo>
                    <a:pt x="1920" y="894"/>
                  </a:lnTo>
                  <a:lnTo>
                    <a:pt x="1926" y="894"/>
                  </a:lnTo>
                  <a:lnTo>
                    <a:pt x="1926" y="894"/>
                  </a:lnTo>
                  <a:lnTo>
                    <a:pt x="1926" y="894"/>
                  </a:lnTo>
                  <a:lnTo>
                    <a:pt x="1926" y="894"/>
                  </a:lnTo>
                  <a:lnTo>
                    <a:pt x="1926" y="894"/>
                  </a:lnTo>
                  <a:lnTo>
                    <a:pt x="1926" y="894"/>
                  </a:lnTo>
                  <a:lnTo>
                    <a:pt x="1926" y="894"/>
                  </a:lnTo>
                  <a:lnTo>
                    <a:pt x="1926" y="894"/>
                  </a:lnTo>
                  <a:lnTo>
                    <a:pt x="1926" y="894"/>
                  </a:lnTo>
                  <a:lnTo>
                    <a:pt x="1932" y="894"/>
                  </a:lnTo>
                  <a:lnTo>
                    <a:pt x="1932" y="894"/>
                  </a:lnTo>
                  <a:lnTo>
                    <a:pt x="1932" y="894"/>
                  </a:lnTo>
                  <a:lnTo>
                    <a:pt x="1932" y="894"/>
                  </a:lnTo>
                  <a:lnTo>
                    <a:pt x="1932" y="894"/>
                  </a:lnTo>
                  <a:lnTo>
                    <a:pt x="1932" y="894"/>
                  </a:lnTo>
                  <a:lnTo>
                    <a:pt x="1932" y="894"/>
                  </a:lnTo>
                  <a:lnTo>
                    <a:pt x="1932" y="894"/>
                  </a:lnTo>
                  <a:lnTo>
                    <a:pt x="1938" y="894"/>
                  </a:lnTo>
                  <a:lnTo>
                    <a:pt x="1938" y="894"/>
                  </a:lnTo>
                  <a:lnTo>
                    <a:pt x="1938" y="894"/>
                  </a:lnTo>
                  <a:lnTo>
                    <a:pt x="1938" y="894"/>
                  </a:lnTo>
                  <a:lnTo>
                    <a:pt x="1938" y="894"/>
                  </a:lnTo>
                  <a:lnTo>
                    <a:pt x="1938" y="894"/>
                  </a:lnTo>
                  <a:lnTo>
                    <a:pt x="1938" y="894"/>
                  </a:lnTo>
                  <a:lnTo>
                    <a:pt x="1938" y="894"/>
                  </a:lnTo>
                  <a:lnTo>
                    <a:pt x="1938" y="894"/>
                  </a:lnTo>
                  <a:lnTo>
                    <a:pt x="1944" y="894"/>
                  </a:lnTo>
                  <a:lnTo>
                    <a:pt x="1944" y="894"/>
                  </a:lnTo>
                  <a:lnTo>
                    <a:pt x="1944" y="894"/>
                  </a:lnTo>
                  <a:lnTo>
                    <a:pt x="1944" y="894"/>
                  </a:lnTo>
                  <a:lnTo>
                    <a:pt x="1944" y="894"/>
                  </a:lnTo>
                  <a:lnTo>
                    <a:pt x="1944" y="894"/>
                  </a:lnTo>
                  <a:lnTo>
                    <a:pt x="1944" y="894"/>
                  </a:lnTo>
                  <a:lnTo>
                    <a:pt x="1944" y="894"/>
                  </a:lnTo>
                  <a:lnTo>
                    <a:pt x="1950" y="894"/>
                  </a:lnTo>
                  <a:lnTo>
                    <a:pt x="1950" y="894"/>
                  </a:lnTo>
                  <a:lnTo>
                    <a:pt x="1950" y="894"/>
                  </a:lnTo>
                  <a:lnTo>
                    <a:pt x="1950" y="894"/>
                  </a:lnTo>
                  <a:lnTo>
                    <a:pt x="1950" y="894"/>
                  </a:lnTo>
                  <a:lnTo>
                    <a:pt x="1950" y="894"/>
                  </a:lnTo>
                  <a:lnTo>
                    <a:pt x="1950" y="894"/>
                  </a:lnTo>
                  <a:lnTo>
                    <a:pt x="1950" y="894"/>
                  </a:lnTo>
                  <a:lnTo>
                    <a:pt x="1956" y="888"/>
                  </a:lnTo>
                  <a:lnTo>
                    <a:pt x="1956" y="888"/>
                  </a:lnTo>
                  <a:lnTo>
                    <a:pt x="1956" y="888"/>
                  </a:lnTo>
                  <a:lnTo>
                    <a:pt x="1956" y="888"/>
                  </a:lnTo>
                  <a:lnTo>
                    <a:pt x="1956" y="888"/>
                  </a:lnTo>
                  <a:lnTo>
                    <a:pt x="1956" y="888"/>
                  </a:lnTo>
                  <a:lnTo>
                    <a:pt x="1956" y="888"/>
                  </a:lnTo>
                  <a:lnTo>
                    <a:pt x="1956" y="888"/>
                  </a:lnTo>
                  <a:lnTo>
                    <a:pt x="1956" y="888"/>
                  </a:lnTo>
                  <a:lnTo>
                    <a:pt x="1962" y="888"/>
                  </a:lnTo>
                  <a:lnTo>
                    <a:pt x="1962" y="888"/>
                  </a:lnTo>
                  <a:lnTo>
                    <a:pt x="1962" y="888"/>
                  </a:lnTo>
                  <a:lnTo>
                    <a:pt x="1962" y="888"/>
                  </a:lnTo>
                  <a:lnTo>
                    <a:pt x="1962" y="888"/>
                  </a:lnTo>
                  <a:lnTo>
                    <a:pt x="1962" y="888"/>
                  </a:lnTo>
                  <a:lnTo>
                    <a:pt x="1962" y="888"/>
                  </a:lnTo>
                  <a:lnTo>
                    <a:pt x="1962" y="888"/>
                  </a:lnTo>
                  <a:lnTo>
                    <a:pt x="1968" y="888"/>
                  </a:lnTo>
                  <a:lnTo>
                    <a:pt x="1968" y="888"/>
                  </a:lnTo>
                  <a:lnTo>
                    <a:pt x="1968" y="888"/>
                  </a:lnTo>
                  <a:lnTo>
                    <a:pt x="1968" y="888"/>
                  </a:lnTo>
                  <a:lnTo>
                    <a:pt x="1968" y="888"/>
                  </a:lnTo>
                  <a:lnTo>
                    <a:pt x="1968" y="888"/>
                  </a:lnTo>
                  <a:lnTo>
                    <a:pt x="1968" y="888"/>
                  </a:lnTo>
                  <a:lnTo>
                    <a:pt x="1968" y="888"/>
                  </a:lnTo>
                  <a:lnTo>
                    <a:pt x="1968" y="888"/>
                  </a:lnTo>
                  <a:lnTo>
                    <a:pt x="1974" y="888"/>
                  </a:lnTo>
                  <a:lnTo>
                    <a:pt x="1974" y="888"/>
                  </a:lnTo>
                  <a:lnTo>
                    <a:pt x="1974" y="888"/>
                  </a:lnTo>
                  <a:lnTo>
                    <a:pt x="1974" y="888"/>
                  </a:lnTo>
                  <a:lnTo>
                    <a:pt x="1974" y="888"/>
                  </a:lnTo>
                  <a:lnTo>
                    <a:pt x="1974" y="888"/>
                  </a:lnTo>
                  <a:lnTo>
                    <a:pt x="1974" y="888"/>
                  </a:lnTo>
                  <a:lnTo>
                    <a:pt x="1974" y="888"/>
                  </a:lnTo>
                  <a:lnTo>
                    <a:pt x="1980" y="888"/>
                  </a:lnTo>
                  <a:lnTo>
                    <a:pt x="1980" y="888"/>
                  </a:lnTo>
                  <a:lnTo>
                    <a:pt x="1980" y="888"/>
                  </a:lnTo>
                  <a:lnTo>
                    <a:pt x="1980" y="888"/>
                  </a:lnTo>
                  <a:lnTo>
                    <a:pt x="1980" y="888"/>
                  </a:lnTo>
                  <a:lnTo>
                    <a:pt x="1980" y="888"/>
                  </a:lnTo>
                  <a:lnTo>
                    <a:pt x="1980" y="888"/>
                  </a:lnTo>
                  <a:lnTo>
                    <a:pt x="1980" y="888"/>
                  </a:lnTo>
                  <a:lnTo>
                    <a:pt x="1986" y="888"/>
                  </a:lnTo>
                  <a:lnTo>
                    <a:pt x="1986" y="888"/>
                  </a:lnTo>
                  <a:lnTo>
                    <a:pt x="1986" y="888"/>
                  </a:lnTo>
                  <a:lnTo>
                    <a:pt x="1986" y="888"/>
                  </a:lnTo>
                  <a:lnTo>
                    <a:pt x="1986" y="888"/>
                  </a:lnTo>
                  <a:lnTo>
                    <a:pt x="1986" y="888"/>
                  </a:lnTo>
                  <a:lnTo>
                    <a:pt x="1986" y="888"/>
                  </a:lnTo>
                  <a:lnTo>
                    <a:pt x="1986" y="888"/>
                  </a:lnTo>
                  <a:lnTo>
                    <a:pt x="1986" y="888"/>
                  </a:lnTo>
                  <a:lnTo>
                    <a:pt x="1992" y="888"/>
                  </a:lnTo>
                  <a:lnTo>
                    <a:pt x="1992" y="888"/>
                  </a:lnTo>
                  <a:lnTo>
                    <a:pt x="1992" y="888"/>
                  </a:lnTo>
                  <a:lnTo>
                    <a:pt x="1992" y="888"/>
                  </a:lnTo>
                  <a:lnTo>
                    <a:pt x="1992" y="888"/>
                  </a:lnTo>
                  <a:lnTo>
                    <a:pt x="1992" y="888"/>
                  </a:lnTo>
                  <a:lnTo>
                    <a:pt x="1992" y="888"/>
                  </a:lnTo>
                  <a:lnTo>
                    <a:pt x="1992" y="888"/>
                  </a:lnTo>
                  <a:lnTo>
                    <a:pt x="1998" y="888"/>
                  </a:lnTo>
                  <a:lnTo>
                    <a:pt x="1998" y="888"/>
                  </a:lnTo>
                  <a:lnTo>
                    <a:pt x="1998" y="888"/>
                  </a:lnTo>
                  <a:lnTo>
                    <a:pt x="1998" y="882"/>
                  </a:lnTo>
                  <a:lnTo>
                    <a:pt x="1998" y="882"/>
                  </a:lnTo>
                  <a:lnTo>
                    <a:pt x="1998" y="882"/>
                  </a:lnTo>
                  <a:lnTo>
                    <a:pt x="1998" y="882"/>
                  </a:lnTo>
                  <a:lnTo>
                    <a:pt x="1998" y="882"/>
                  </a:lnTo>
                  <a:lnTo>
                    <a:pt x="1998" y="882"/>
                  </a:lnTo>
                  <a:lnTo>
                    <a:pt x="2004" y="882"/>
                  </a:lnTo>
                  <a:lnTo>
                    <a:pt x="2004" y="882"/>
                  </a:lnTo>
                  <a:lnTo>
                    <a:pt x="2004" y="882"/>
                  </a:lnTo>
                  <a:lnTo>
                    <a:pt x="2004" y="882"/>
                  </a:lnTo>
                  <a:lnTo>
                    <a:pt x="2004" y="882"/>
                  </a:lnTo>
                  <a:lnTo>
                    <a:pt x="2004" y="882"/>
                  </a:lnTo>
                  <a:lnTo>
                    <a:pt x="2004" y="882"/>
                  </a:lnTo>
                  <a:lnTo>
                    <a:pt x="2004" y="882"/>
                  </a:lnTo>
                  <a:lnTo>
                    <a:pt x="2010" y="882"/>
                  </a:lnTo>
                  <a:lnTo>
                    <a:pt x="2010" y="882"/>
                  </a:lnTo>
                  <a:lnTo>
                    <a:pt x="2010" y="882"/>
                  </a:lnTo>
                  <a:lnTo>
                    <a:pt x="2010" y="882"/>
                  </a:lnTo>
                  <a:lnTo>
                    <a:pt x="2010" y="882"/>
                  </a:lnTo>
                  <a:lnTo>
                    <a:pt x="2010" y="882"/>
                  </a:lnTo>
                  <a:lnTo>
                    <a:pt x="2010" y="882"/>
                  </a:lnTo>
                  <a:lnTo>
                    <a:pt x="2010" y="882"/>
                  </a:lnTo>
                  <a:lnTo>
                    <a:pt x="2016" y="882"/>
                  </a:lnTo>
                  <a:lnTo>
                    <a:pt x="2016" y="882"/>
                  </a:lnTo>
                  <a:lnTo>
                    <a:pt x="2016" y="882"/>
                  </a:lnTo>
                  <a:lnTo>
                    <a:pt x="2016" y="882"/>
                  </a:lnTo>
                  <a:lnTo>
                    <a:pt x="2016" y="882"/>
                  </a:lnTo>
                  <a:lnTo>
                    <a:pt x="2016" y="882"/>
                  </a:lnTo>
                  <a:lnTo>
                    <a:pt x="2016" y="882"/>
                  </a:lnTo>
                  <a:lnTo>
                    <a:pt x="2016" y="882"/>
                  </a:lnTo>
                  <a:lnTo>
                    <a:pt x="2016" y="882"/>
                  </a:lnTo>
                  <a:lnTo>
                    <a:pt x="2022" y="882"/>
                  </a:lnTo>
                  <a:lnTo>
                    <a:pt x="2022" y="882"/>
                  </a:lnTo>
                  <a:lnTo>
                    <a:pt x="2022" y="882"/>
                  </a:lnTo>
                  <a:lnTo>
                    <a:pt x="2022" y="882"/>
                  </a:lnTo>
                  <a:lnTo>
                    <a:pt x="2022" y="882"/>
                  </a:lnTo>
                  <a:lnTo>
                    <a:pt x="2022" y="882"/>
                  </a:lnTo>
                  <a:lnTo>
                    <a:pt x="2022" y="882"/>
                  </a:lnTo>
                  <a:lnTo>
                    <a:pt x="2022" y="882"/>
                  </a:lnTo>
                  <a:lnTo>
                    <a:pt x="2028" y="882"/>
                  </a:lnTo>
                  <a:lnTo>
                    <a:pt x="2028" y="882"/>
                  </a:lnTo>
                  <a:lnTo>
                    <a:pt x="2028" y="882"/>
                  </a:lnTo>
                  <a:lnTo>
                    <a:pt x="2028" y="882"/>
                  </a:lnTo>
                  <a:lnTo>
                    <a:pt x="2028" y="882"/>
                  </a:lnTo>
                  <a:lnTo>
                    <a:pt x="2028" y="882"/>
                  </a:lnTo>
                  <a:lnTo>
                    <a:pt x="2028" y="882"/>
                  </a:lnTo>
                  <a:lnTo>
                    <a:pt x="2028" y="882"/>
                  </a:lnTo>
                  <a:lnTo>
                    <a:pt x="2028" y="882"/>
                  </a:lnTo>
                  <a:lnTo>
                    <a:pt x="2034" y="882"/>
                  </a:lnTo>
                  <a:lnTo>
                    <a:pt x="2034" y="882"/>
                  </a:lnTo>
                  <a:lnTo>
                    <a:pt x="2034" y="882"/>
                  </a:lnTo>
                  <a:lnTo>
                    <a:pt x="2034" y="882"/>
                  </a:lnTo>
                  <a:lnTo>
                    <a:pt x="2034" y="882"/>
                  </a:lnTo>
                  <a:lnTo>
                    <a:pt x="2034" y="882"/>
                  </a:lnTo>
                  <a:lnTo>
                    <a:pt x="2034" y="882"/>
                  </a:lnTo>
                  <a:lnTo>
                    <a:pt x="2034" y="882"/>
                  </a:lnTo>
                  <a:lnTo>
                    <a:pt x="2040" y="882"/>
                  </a:lnTo>
                  <a:lnTo>
                    <a:pt x="2040" y="876"/>
                  </a:lnTo>
                  <a:lnTo>
                    <a:pt x="2040" y="876"/>
                  </a:lnTo>
                  <a:lnTo>
                    <a:pt x="2040" y="876"/>
                  </a:lnTo>
                  <a:lnTo>
                    <a:pt x="2040" y="876"/>
                  </a:lnTo>
                  <a:lnTo>
                    <a:pt x="2040" y="876"/>
                  </a:lnTo>
                  <a:lnTo>
                    <a:pt x="2040" y="876"/>
                  </a:lnTo>
                  <a:lnTo>
                    <a:pt x="2040" y="876"/>
                  </a:lnTo>
                  <a:lnTo>
                    <a:pt x="2046" y="876"/>
                  </a:lnTo>
                  <a:lnTo>
                    <a:pt x="2046" y="876"/>
                  </a:lnTo>
                  <a:lnTo>
                    <a:pt x="2046" y="876"/>
                  </a:lnTo>
                  <a:lnTo>
                    <a:pt x="2046" y="876"/>
                  </a:lnTo>
                  <a:lnTo>
                    <a:pt x="2046" y="876"/>
                  </a:lnTo>
                  <a:lnTo>
                    <a:pt x="2046" y="876"/>
                  </a:lnTo>
                  <a:lnTo>
                    <a:pt x="2046" y="876"/>
                  </a:lnTo>
                  <a:lnTo>
                    <a:pt x="2046" y="876"/>
                  </a:lnTo>
                  <a:lnTo>
                    <a:pt x="2046" y="876"/>
                  </a:lnTo>
                  <a:lnTo>
                    <a:pt x="2052" y="876"/>
                  </a:lnTo>
                  <a:lnTo>
                    <a:pt x="2052" y="876"/>
                  </a:lnTo>
                  <a:lnTo>
                    <a:pt x="2052" y="876"/>
                  </a:lnTo>
                  <a:lnTo>
                    <a:pt x="2052" y="876"/>
                  </a:lnTo>
                  <a:lnTo>
                    <a:pt x="2052" y="876"/>
                  </a:lnTo>
                  <a:lnTo>
                    <a:pt x="2052" y="876"/>
                  </a:lnTo>
                  <a:lnTo>
                    <a:pt x="2052" y="876"/>
                  </a:lnTo>
                  <a:lnTo>
                    <a:pt x="2052" y="876"/>
                  </a:lnTo>
                  <a:lnTo>
                    <a:pt x="2058" y="876"/>
                  </a:lnTo>
                  <a:lnTo>
                    <a:pt x="2058" y="876"/>
                  </a:lnTo>
                  <a:lnTo>
                    <a:pt x="2058" y="876"/>
                  </a:lnTo>
                  <a:lnTo>
                    <a:pt x="2058" y="876"/>
                  </a:lnTo>
                  <a:lnTo>
                    <a:pt x="2058" y="876"/>
                  </a:lnTo>
                  <a:lnTo>
                    <a:pt x="2058" y="876"/>
                  </a:lnTo>
                  <a:lnTo>
                    <a:pt x="2058" y="876"/>
                  </a:lnTo>
                  <a:lnTo>
                    <a:pt x="2058" y="876"/>
                  </a:lnTo>
                  <a:lnTo>
                    <a:pt x="2064" y="876"/>
                  </a:lnTo>
                  <a:lnTo>
                    <a:pt x="2064" y="876"/>
                  </a:lnTo>
                  <a:lnTo>
                    <a:pt x="2064" y="876"/>
                  </a:lnTo>
                  <a:lnTo>
                    <a:pt x="2064" y="876"/>
                  </a:lnTo>
                  <a:lnTo>
                    <a:pt x="2064" y="876"/>
                  </a:lnTo>
                  <a:lnTo>
                    <a:pt x="2064" y="876"/>
                  </a:lnTo>
                  <a:lnTo>
                    <a:pt x="2064" y="876"/>
                  </a:lnTo>
                  <a:lnTo>
                    <a:pt x="2064" y="876"/>
                  </a:lnTo>
                  <a:lnTo>
                    <a:pt x="2064" y="876"/>
                  </a:lnTo>
                  <a:lnTo>
                    <a:pt x="2070" y="876"/>
                  </a:lnTo>
                  <a:lnTo>
                    <a:pt x="2070" y="876"/>
                  </a:lnTo>
                  <a:lnTo>
                    <a:pt x="2070" y="876"/>
                  </a:lnTo>
                  <a:lnTo>
                    <a:pt x="2070" y="876"/>
                  </a:lnTo>
                  <a:lnTo>
                    <a:pt x="2070" y="876"/>
                  </a:lnTo>
                  <a:lnTo>
                    <a:pt x="2070" y="876"/>
                  </a:lnTo>
                  <a:lnTo>
                    <a:pt x="2070" y="876"/>
                  </a:lnTo>
                  <a:lnTo>
                    <a:pt x="2070" y="876"/>
                  </a:lnTo>
                  <a:lnTo>
                    <a:pt x="2076" y="876"/>
                  </a:lnTo>
                  <a:lnTo>
                    <a:pt x="2076" y="876"/>
                  </a:lnTo>
                  <a:lnTo>
                    <a:pt x="2076" y="870"/>
                  </a:lnTo>
                  <a:lnTo>
                    <a:pt x="2076" y="870"/>
                  </a:lnTo>
                  <a:lnTo>
                    <a:pt x="2076" y="870"/>
                  </a:lnTo>
                  <a:lnTo>
                    <a:pt x="2076" y="870"/>
                  </a:lnTo>
                  <a:lnTo>
                    <a:pt x="2076" y="870"/>
                  </a:lnTo>
                  <a:lnTo>
                    <a:pt x="2076" y="870"/>
                  </a:lnTo>
                  <a:lnTo>
                    <a:pt x="2076" y="870"/>
                  </a:lnTo>
                  <a:lnTo>
                    <a:pt x="2082" y="870"/>
                  </a:lnTo>
                  <a:lnTo>
                    <a:pt x="2082" y="870"/>
                  </a:lnTo>
                  <a:lnTo>
                    <a:pt x="2082" y="870"/>
                  </a:lnTo>
                  <a:lnTo>
                    <a:pt x="2082" y="870"/>
                  </a:lnTo>
                  <a:lnTo>
                    <a:pt x="2082" y="870"/>
                  </a:lnTo>
                  <a:lnTo>
                    <a:pt x="2082" y="870"/>
                  </a:lnTo>
                  <a:lnTo>
                    <a:pt x="2082" y="870"/>
                  </a:lnTo>
                  <a:lnTo>
                    <a:pt x="2082" y="870"/>
                  </a:lnTo>
                  <a:lnTo>
                    <a:pt x="2082" y="870"/>
                  </a:lnTo>
                  <a:lnTo>
                    <a:pt x="2322" y="822"/>
                  </a:lnTo>
                  <a:lnTo>
                    <a:pt x="2322" y="822"/>
                  </a:lnTo>
                  <a:lnTo>
                    <a:pt x="2322" y="822"/>
                  </a:lnTo>
                  <a:lnTo>
                    <a:pt x="2322" y="822"/>
                  </a:lnTo>
                  <a:lnTo>
                    <a:pt x="2322" y="822"/>
                  </a:lnTo>
                  <a:lnTo>
                    <a:pt x="2322" y="822"/>
                  </a:lnTo>
                  <a:lnTo>
                    <a:pt x="2322" y="816"/>
                  </a:lnTo>
                  <a:lnTo>
                    <a:pt x="2322" y="816"/>
                  </a:lnTo>
                  <a:lnTo>
                    <a:pt x="2322" y="816"/>
                  </a:lnTo>
                  <a:lnTo>
                    <a:pt x="2328" y="816"/>
                  </a:lnTo>
                  <a:lnTo>
                    <a:pt x="2328" y="816"/>
                  </a:lnTo>
                  <a:lnTo>
                    <a:pt x="2328" y="816"/>
                  </a:lnTo>
                  <a:lnTo>
                    <a:pt x="2328" y="816"/>
                  </a:lnTo>
                  <a:lnTo>
                    <a:pt x="2328" y="816"/>
                  </a:lnTo>
                  <a:lnTo>
                    <a:pt x="2328" y="816"/>
                  </a:lnTo>
                  <a:lnTo>
                    <a:pt x="2328" y="816"/>
                  </a:lnTo>
                  <a:lnTo>
                    <a:pt x="2328" y="816"/>
                  </a:lnTo>
                  <a:lnTo>
                    <a:pt x="2334" y="816"/>
                  </a:lnTo>
                  <a:lnTo>
                    <a:pt x="2334" y="816"/>
                  </a:lnTo>
                  <a:lnTo>
                    <a:pt x="2334" y="816"/>
                  </a:lnTo>
                  <a:lnTo>
                    <a:pt x="2334" y="816"/>
                  </a:lnTo>
                  <a:lnTo>
                    <a:pt x="2334" y="816"/>
                  </a:lnTo>
                  <a:lnTo>
                    <a:pt x="2334" y="816"/>
                  </a:lnTo>
                  <a:lnTo>
                    <a:pt x="2334" y="816"/>
                  </a:lnTo>
                  <a:lnTo>
                    <a:pt x="2334" y="816"/>
                  </a:lnTo>
                  <a:lnTo>
                    <a:pt x="2340" y="816"/>
                  </a:lnTo>
                  <a:lnTo>
                    <a:pt x="2340" y="816"/>
                  </a:lnTo>
                  <a:lnTo>
                    <a:pt x="2340" y="816"/>
                  </a:lnTo>
                  <a:lnTo>
                    <a:pt x="2340" y="816"/>
                  </a:lnTo>
                  <a:lnTo>
                    <a:pt x="2340" y="816"/>
                  </a:lnTo>
                  <a:lnTo>
                    <a:pt x="2340" y="816"/>
                  </a:lnTo>
                  <a:lnTo>
                    <a:pt x="2340" y="816"/>
                  </a:lnTo>
                  <a:lnTo>
                    <a:pt x="2340" y="816"/>
                  </a:lnTo>
                  <a:lnTo>
                    <a:pt x="2340" y="816"/>
                  </a:lnTo>
                  <a:lnTo>
                    <a:pt x="2346" y="816"/>
                  </a:lnTo>
                  <a:lnTo>
                    <a:pt x="2346" y="816"/>
                  </a:lnTo>
                  <a:lnTo>
                    <a:pt x="2346" y="816"/>
                  </a:lnTo>
                  <a:lnTo>
                    <a:pt x="2346" y="810"/>
                  </a:lnTo>
                  <a:lnTo>
                    <a:pt x="2346" y="810"/>
                  </a:lnTo>
                  <a:lnTo>
                    <a:pt x="2346" y="810"/>
                  </a:lnTo>
                  <a:lnTo>
                    <a:pt x="2346" y="810"/>
                  </a:lnTo>
                  <a:lnTo>
                    <a:pt x="2346" y="810"/>
                  </a:lnTo>
                  <a:lnTo>
                    <a:pt x="2352" y="810"/>
                  </a:lnTo>
                  <a:lnTo>
                    <a:pt x="2352" y="810"/>
                  </a:lnTo>
                  <a:lnTo>
                    <a:pt x="2352" y="810"/>
                  </a:lnTo>
                  <a:lnTo>
                    <a:pt x="2352" y="810"/>
                  </a:lnTo>
                  <a:lnTo>
                    <a:pt x="2352" y="810"/>
                  </a:lnTo>
                  <a:lnTo>
                    <a:pt x="2352" y="810"/>
                  </a:lnTo>
                  <a:lnTo>
                    <a:pt x="2352" y="810"/>
                  </a:lnTo>
                  <a:lnTo>
                    <a:pt x="2352" y="810"/>
                  </a:lnTo>
                  <a:lnTo>
                    <a:pt x="2352" y="810"/>
                  </a:lnTo>
                  <a:lnTo>
                    <a:pt x="2358" y="810"/>
                  </a:lnTo>
                  <a:lnTo>
                    <a:pt x="2358" y="810"/>
                  </a:lnTo>
                  <a:lnTo>
                    <a:pt x="2358" y="810"/>
                  </a:lnTo>
                  <a:lnTo>
                    <a:pt x="2358" y="810"/>
                  </a:lnTo>
                  <a:lnTo>
                    <a:pt x="2358" y="810"/>
                  </a:lnTo>
                  <a:lnTo>
                    <a:pt x="2358" y="810"/>
                  </a:lnTo>
                  <a:lnTo>
                    <a:pt x="2358" y="810"/>
                  </a:lnTo>
                  <a:lnTo>
                    <a:pt x="2358" y="810"/>
                  </a:lnTo>
                  <a:lnTo>
                    <a:pt x="2364" y="810"/>
                  </a:lnTo>
                  <a:lnTo>
                    <a:pt x="2364" y="810"/>
                  </a:lnTo>
                  <a:lnTo>
                    <a:pt x="2364" y="810"/>
                  </a:lnTo>
                  <a:lnTo>
                    <a:pt x="2364" y="810"/>
                  </a:lnTo>
                  <a:lnTo>
                    <a:pt x="2364" y="810"/>
                  </a:lnTo>
                  <a:lnTo>
                    <a:pt x="2364" y="810"/>
                  </a:lnTo>
                  <a:lnTo>
                    <a:pt x="2364" y="810"/>
                  </a:lnTo>
                  <a:lnTo>
                    <a:pt x="2364" y="810"/>
                  </a:lnTo>
                  <a:lnTo>
                    <a:pt x="2370" y="804"/>
                  </a:lnTo>
                  <a:lnTo>
                    <a:pt x="2370" y="804"/>
                  </a:lnTo>
                  <a:lnTo>
                    <a:pt x="2370" y="804"/>
                  </a:lnTo>
                  <a:lnTo>
                    <a:pt x="2370" y="804"/>
                  </a:lnTo>
                  <a:lnTo>
                    <a:pt x="2370" y="804"/>
                  </a:lnTo>
                  <a:lnTo>
                    <a:pt x="2370" y="804"/>
                  </a:lnTo>
                  <a:lnTo>
                    <a:pt x="2370" y="804"/>
                  </a:lnTo>
                  <a:lnTo>
                    <a:pt x="2370" y="804"/>
                  </a:lnTo>
                  <a:lnTo>
                    <a:pt x="2370" y="804"/>
                  </a:lnTo>
                  <a:lnTo>
                    <a:pt x="2376" y="804"/>
                  </a:lnTo>
                  <a:lnTo>
                    <a:pt x="2376" y="804"/>
                  </a:lnTo>
                  <a:lnTo>
                    <a:pt x="2376" y="804"/>
                  </a:lnTo>
                  <a:lnTo>
                    <a:pt x="2376" y="804"/>
                  </a:lnTo>
                  <a:lnTo>
                    <a:pt x="2376" y="804"/>
                  </a:lnTo>
                  <a:lnTo>
                    <a:pt x="2376" y="804"/>
                  </a:lnTo>
                  <a:lnTo>
                    <a:pt x="2376" y="804"/>
                  </a:lnTo>
                  <a:lnTo>
                    <a:pt x="2376" y="804"/>
                  </a:lnTo>
                  <a:lnTo>
                    <a:pt x="2382" y="804"/>
                  </a:lnTo>
                  <a:lnTo>
                    <a:pt x="2382" y="804"/>
                  </a:lnTo>
                  <a:lnTo>
                    <a:pt x="2382" y="804"/>
                  </a:lnTo>
                  <a:lnTo>
                    <a:pt x="2382" y="804"/>
                  </a:lnTo>
                  <a:lnTo>
                    <a:pt x="2382" y="804"/>
                  </a:lnTo>
                  <a:lnTo>
                    <a:pt x="2382" y="804"/>
                  </a:lnTo>
                  <a:lnTo>
                    <a:pt x="2382" y="804"/>
                  </a:lnTo>
                  <a:lnTo>
                    <a:pt x="2382" y="804"/>
                  </a:lnTo>
                  <a:lnTo>
                    <a:pt x="2388" y="804"/>
                  </a:lnTo>
                  <a:lnTo>
                    <a:pt x="2388" y="804"/>
                  </a:lnTo>
                  <a:lnTo>
                    <a:pt x="2388" y="804"/>
                  </a:lnTo>
                  <a:lnTo>
                    <a:pt x="2388" y="804"/>
                  </a:lnTo>
                  <a:lnTo>
                    <a:pt x="2388" y="798"/>
                  </a:lnTo>
                  <a:lnTo>
                    <a:pt x="2388" y="798"/>
                  </a:lnTo>
                  <a:lnTo>
                    <a:pt x="2388" y="798"/>
                  </a:lnTo>
                  <a:lnTo>
                    <a:pt x="2388" y="798"/>
                  </a:lnTo>
                  <a:lnTo>
                    <a:pt x="2388" y="798"/>
                  </a:lnTo>
                  <a:lnTo>
                    <a:pt x="2394" y="798"/>
                  </a:lnTo>
                  <a:lnTo>
                    <a:pt x="2394" y="798"/>
                  </a:lnTo>
                  <a:lnTo>
                    <a:pt x="2394" y="798"/>
                  </a:lnTo>
                  <a:lnTo>
                    <a:pt x="2394" y="798"/>
                  </a:lnTo>
                  <a:lnTo>
                    <a:pt x="2394" y="798"/>
                  </a:lnTo>
                  <a:lnTo>
                    <a:pt x="2394" y="798"/>
                  </a:lnTo>
                  <a:lnTo>
                    <a:pt x="2394" y="798"/>
                  </a:lnTo>
                  <a:lnTo>
                    <a:pt x="2394" y="798"/>
                  </a:lnTo>
                  <a:lnTo>
                    <a:pt x="2400" y="798"/>
                  </a:lnTo>
                  <a:lnTo>
                    <a:pt x="2400" y="798"/>
                  </a:lnTo>
                  <a:lnTo>
                    <a:pt x="2400" y="798"/>
                  </a:lnTo>
                  <a:lnTo>
                    <a:pt x="2400" y="798"/>
                  </a:lnTo>
                  <a:lnTo>
                    <a:pt x="2400" y="798"/>
                  </a:lnTo>
                  <a:lnTo>
                    <a:pt x="2400" y="798"/>
                  </a:lnTo>
                  <a:lnTo>
                    <a:pt x="2400" y="798"/>
                  </a:lnTo>
                  <a:lnTo>
                    <a:pt x="2400" y="798"/>
                  </a:lnTo>
                  <a:lnTo>
                    <a:pt x="2400" y="798"/>
                  </a:lnTo>
                  <a:lnTo>
                    <a:pt x="2406" y="798"/>
                  </a:lnTo>
                  <a:lnTo>
                    <a:pt x="2406" y="798"/>
                  </a:lnTo>
                  <a:lnTo>
                    <a:pt x="2406" y="798"/>
                  </a:lnTo>
                  <a:lnTo>
                    <a:pt x="2406" y="798"/>
                  </a:lnTo>
                  <a:lnTo>
                    <a:pt x="2406" y="798"/>
                  </a:lnTo>
                  <a:lnTo>
                    <a:pt x="2406" y="798"/>
                  </a:lnTo>
                  <a:lnTo>
                    <a:pt x="2406" y="792"/>
                  </a:lnTo>
                  <a:lnTo>
                    <a:pt x="2406" y="792"/>
                  </a:lnTo>
                  <a:lnTo>
                    <a:pt x="2412" y="792"/>
                  </a:lnTo>
                  <a:lnTo>
                    <a:pt x="2412" y="792"/>
                  </a:lnTo>
                  <a:lnTo>
                    <a:pt x="2412" y="792"/>
                  </a:lnTo>
                  <a:lnTo>
                    <a:pt x="2412" y="792"/>
                  </a:lnTo>
                  <a:lnTo>
                    <a:pt x="2412" y="792"/>
                  </a:lnTo>
                  <a:lnTo>
                    <a:pt x="2412" y="792"/>
                  </a:lnTo>
                  <a:lnTo>
                    <a:pt x="2412" y="792"/>
                  </a:lnTo>
                  <a:lnTo>
                    <a:pt x="2412" y="792"/>
                  </a:lnTo>
                  <a:lnTo>
                    <a:pt x="2418" y="792"/>
                  </a:lnTo>
                  <a:lnTo>
                    <a:pt x="2418" y="792"/>
                  </a:lnTo>
                  <a:lnTo>
                    <a:pt x="2418" y="792"/>
                  </a:lnTo>
                  <a:lnTo>
                    <a:pt x="2418" y="792"/>
                  </a:lnTo>
                  <a:lnTo>
                    <a:pt x="2418" y="792"/>
                  </a:lnTo>
                  <a:lnTo>
                    <a:pt x="2418" y="792"/>
                  </a:lnTo>
                  <a:lnTo>
                    <a:pt x="2418" y="792"/>
                  </a:lnTo>
                  <a:lnTo>
                    <a:pt x="2418" y="792"/>
                  </a:lnTo>
                  <a:lnTo>
                    <a:pt x="2418" y="792"/>
                  </a:lnTo>
                  <a:lnTo>
                    <a:pt x="2424" y="792"/>
                  </a:lnTo>
                  <a:lnTo>
                    <a:pt x="2424" y="792"/>
                  </a:lnTo>
                  <a:lnTo>
                    <a:pt x="2424" y="792"/>
                  </a:lnTo>
                  <a:lnTo>
                    <a:pt x="2424" y="792"/>
                  </a:lnTo>
                  <a:lnTo>
                    <a:pt x="2424" y="792"/>
                  </a:lnTo>
                  <a:lnTo>
                    <a:pt x="2424" y="792"/>
                  </a:lnTo>
                  <a:lnTo>
                    <a:pt x="2424" y="792"/>
                  </a:lnTo>
                  <a:lnTo>
                    <a:pt x="2424" y="792"/>
                  </a:lnTo>
                  <a:lnTo>
                    <a:pt x="2430" y="786"/>
                  </a:lnTo>
                  <a:lnTo>
                    <a:pt x="2430" y="786"/>
                  </a:lnTo>
                  <a:lnTo>
                    <a:pt x="2430" y="786"/>
                  </a:lnTo>
                  <a:lnTo>
                    <a:pt x="2430" y="786"/>
                  </a:lnTo>
                  <a:lnTo>
                    <a:pt x="2430" y="786"/>
                  </a:lnTo>
                  <a:lnTo>
                    <a:pt x="2430" y="786"/>
                  </a:lnTo>
                  <a:lnTo>
                    <a:pt x="2430" y="786"/>
                  </a:lnTo>
                  <a:lnTo>
                    <a:pt x="2430" y="786"/>
                  </a:lnTo>
                  <a:lnTo>
                    <a:pt x="2436" y="786"/>
                  </a:lnTo>
                  <a:lnTo>
                    <a:pt x="2436" y="786"/>
                  </a:lnTo>
                  <a:lnTo>
                    <a:pt x="2436" y="786"/>
                  </a:lnTo>
                  <a:lnTo>
                    <a:pt x="2436" y="786"/>
                  </a:lnTo>
                  <a:lnTo>
                    <a:pt x="2436" y="786"/>
                  </a:lnTo>
                  <a:lnTo>
                    <a:pt x="2436" y="786"/>
                  </a:lnTo>
                  <a:lnTo>
                    <a:pt x="2436" y="786"/>
                  </a:lnTo>
                  <a:lnTo>
                    <a:pt x="2436" y="786"/>
                  </a:lnTo>
                  <a:lnTo>
                    <a:pt x="2436" y="786"/>
                  </a:lnTo>
                  <a:lnTo>
                    <a:pt x="2442" y="786"/>
                  </a:lnTo>
                  <a:lnTo>
                    <a:pt x="2442" y="786"/>
                  </a:lnTo>
                  <a:lnTo>
                    <a:pt x="2442" y="786"/>
                  </a:lnTo>
                  <a:lnTo>
                    <a:pt x="2442" y="786"/>
                  </a:lnTo>
                  <a:lnTo>
                    <a:pt x="2442" y="786"/>
                  </a:lnTo>
                  <a:lnTo>
                    <a:pt x="2442" y="786"/>
                  </a:lnTo>
                  <a:lnTo>
                    <a:pt x="2442" y="786"/>
                  </a:lnTo>
                  <a:lnTo>
                    <a:pt x="2442" y="786"/>
                  </a:lnTo>
                  <a:lnTo>
                    <a:pt x="2448" y="786"/>
                  </a:lnTo>
                  <a:lnTo>
                    <a:pt x="2448" y="786"/>
                  </a:lnTo>
                  <a:lnTo>
                    <a:pt x="2448" y="780"/>
                  </a:lnTo>
                  <a:lnTo>
                    <a:pt x="2448" y="780"/>
                  </a:lnTo>
                  <a:lnTo>
                    <a:pt x="2448" y="780"/>
                  </a:lnTo>
                  <a:lnTo>
                    <a:pt x="2448" y="780"/>
                  </a:lnTo>
                  <a:lnTo>
                    <a:pt x="2448" y="780"/>
                  </a:lnTo>
                  <a:lnTo>
                    <a:pt x="2448" y="780"/>
                  </a:lnTo>
                  <a:lnTo>
                    <a:pt x="2448" y="780"/>
                  </a:lnTo>
                  <a:lnTo>
                    <a:pt x="2454" y="780"/>
                  </a:lnTo>
                  <a:lnTo>
                    <a:pt x="2454" y="780"/>
                  </a:lnTo>
                  <a:lnTo>
                    <a:pt x="2454" y="780"/>
                  </a:lnTo>
                  <a:lnTo>
                    <a:pt x="2454" y="780"/>
                  </a:lnTo>
                  <a:lnTo>
                    <a:pt x="2454" y="780"/>
                  </a:lnTo>
                  <a:lnTo>
                    <a:pt x="2454" y="780"/>
                  </a:lnTo>
                  <a:lnTo>
                    <a:pt x="2454" y="780"/>
                  </a:lnTo>
                  <a:lnTo>
                    <a:pt x="2454" y="780"/>
                  </a:lnTo>
                  <a:lnTo>
                    <a:pt x="2460" y="780"/>
                  </a:lnTo>
                  <a:lnTo>
                    <a:pt x="2460" y="780"/>
                  </a:lnTo>
                  <a:lnTo>
                    <a:pt x="2460" y="780"/>
                  </a:lnTo>
                  <a:lnTo>
                    <a:pt x="2460" y="780"/>
                  </a:lnTo>
                  <a:lnTo>
                    <a:pt x="2460" y="780"/>
                  </a:lnTo>
                  <a:lnTo>
                    <a:pt x="2460" y="780"/>
                  </a:lnTo>
                  <a:lnTo>
                    <a:pt x="2460" y="780"/>
                  </a:lnTo>
                  <a:lnTo>
                    <a:pt x="2460" y="780"/>
                  </a:lnTo>
                  <a:lnTo>
                    <a:pt x="2466" y="780"/>
                  </a:lnTo>
                  <a:lnTo>
                    <a:pt x="2466" y="780"/>
                  </a:lnTo>
                  <a:lnTo>
                    <a:pt x="2466" y="780"/>
                  </a:lnTo>
                  <a:lnTo>
                    <a:pt x="2466" y="780"/>
                  </a:lnTo>
                  <a:lnTo>
                    <a:pt x="2466" y="774"/>
                  </a:lnTo>
                  <a:lnTo>
                    <a:pt x="2466" y="774"/>
                  </a:lnTo>
                  <a:lnTo>
                    <a:pt x="2466" y="774"/>
                  </a:lnTo>
                  <a:lnTo>
                    <a:pt x="2466" y="774"/>
                  </a:lnTo>
                  <a:lnTo>
                    <a:pt x="2466" y="774"/>
                  </a:lnTo>
                  <a:lnTo>
                    <a:pt x="2472" y="774"/>
                  </a:lnTo>
                  <a:lnTo>
                    <a:pt x="2472" y="774"/>
                  </a:lnTo>
                  <a:lnTo>
                    <a:pt x="2472" y="774"/>
                  </a:lnTo>
                  <a:lnTo>
                    <a:pt x="2472" y="774"/>
                  </a:lnTo>
                  <a:lnTo>
                    <a:pt x="2472" y="774"/>
                  </a:lnTo>
                  <a:lnTo>
                    <a:pt x="2472" y="774"/>
                  </a:lnTo>
                  <a:lnTo>
                    <a:pt x="2472" y="774"/>
                  </a:lnTo>
                  <a:lnTo>
                    <a:pt x="2472" y="774"/>
                  </a:lnTo>
                  <a:lnTo>
                    <a:pt x="2478" y="774"/>
                  </a:lnTo>
                  <a:lnTo>
                    <a:pt x="2478" y="774"/>
                  </a:lnTo>
                  <a:lnTo>
                    <a:pt x="2478" y="774"/>
                  </a:lnTo>
                  <a:lnTo>
                    <a:pt x="2478" y="774"/>
                  </a:lnTo>
                  <a:lnTo>
                    <a:pt x="2478" y="774"/>
                  </a:lnTo>
                  <a:lnTo>
                    <a:pt x="2712" y="684"/>
                  </a:lnTo>
                  <a:lnTo>
                    <a:pt x="2712" y="684"/>
                  </a:lnTo>
                  <a:lnTo>
                    <a:pt x="2712" y="684"/>
                  </a:lnTo>
                  <a:lnTo>
                    <a:pt x="2712" y="684"/>
                  </a:lnTo>
                  <a:lnTo>
                    <a:pt x="2718" y="684"/>
                  </a:lnTo>
                  <a:lnTo>
                    <a:pt x="2718" y="684"/>
                  </a:lnTo>
                  <a:lnTo>
                    <a:pt x="2718" y="684"/>
                  </a:lnTo>
                  <a:lnTo>
                    <a:pt x="2718" y="684"/>
                  </a:lnTo>
                  <a:lnTo>
                    <a:pt x="2718" y="678"/>
                  </a:lnTo>
                  <a:lnTo>
                    <a:pt x="2718" y="678"/>
                  </a:lnTo>
                  <a:lnTo>
                    <a:pt x="2718" y="678"/>
                  </a:lnTo>
                  <a:lnTo>
                    <a:pt x="2718" y="678"/>
                  </a:lnTo>
                  <a:lnTo>
                    <a:pt x="2724" y="678"/>
                  </a:lnTo>
                  <a:lnTo>
                    <a:pt x="2724" y="678"/>
                  </a:lnTo>
                  <a:lnTo>
                    <a:pt x="2724" y="678"/>
                  </a:lnTo>
                  <a:lnTo>
                    <a:pt x="2724" y="678"/>
                  </a:lnTo>
                  <a:lnTo>
                    <a:pt x="2724" y="678"/>
                  </a:lnTo>
                  <a:lnTo>
                    <a:pt x="2724" y="678"/>
                  </a:lnTo>
                  <a:lnTo>
                    <a:pt x="2724" y="678"/>
                  </a:lnTo>
                  <a:lnTo>
                    <a:pt x="2724" y="678"/>
                  </a:lnTo>
                  <a:lnTo>
                    <a:pt x="2724" y="678"/>
                  </a:lnTo>
                  <a:lnTo>
                    <a:pt x="2730" y="678"/>
                  </a:lnTo>
                  <a:lnTo>
                    <a:pt x="2730" y="678"/>
                  </a:lnTo>
                  <a:lnTo>
                    <a:pt x="2730" y="678"/>
                  </a:lnTo>
                  <a:lnTo>
                    <a:pt x="2730" y="678"/>
                  </a:lnTo>
                  <a:lnTo>
                    <a:pt x="2730" y="678"/>
                  </a:lnTo>
                  <a:lnTo>
                    <a:pt x="2730" y="678"/>
                  </a:lnTo>
                  <a:lnTo>
                    <a:pt x="2730" y="672"/>
                  </a:lnTo>
                  <a:lnTo>
                    <a:pt x="2730" y="672"/>
                  </a:lnTo>
                  <a:lnTo>
                    <a:pt x="2736" y="672"/>
                  </a:lnTo>
                  <a:lnTo>
                    <a:pt x="2736" y="672"/>
                  </a:lnTo>
                  <a:lnTo>
                    <a:pt x="2736" y="672"/>
                  </a:lnTo>
                  <a:lnTo>
                    <a:pt x="2736" y="672"/>
                  </a:lnTo>
                  <a:lnTo>
                    <a:pt x="2736" y="672"/>
                  </a:lnTo>
                  <a:lnTo>
                    <a:pt x="2736" y="672"/>
                  </a:lnTo>
                  <a:lnTo>
                    <a:pt x="2736" y="672"/>
                  </a:lnTo>
                  <a:lnTo>
                    <a:pt x="2736" y="672"/>
                  </a:lnTo>
                  <a:lnTo>
                    <a:pt x="2742" y="672"/>
                  </a:lnTo>
                  <a:lnTo>
                    <a:pt x="2742" y="672"/>
                  </a:lnTo>
                  <a:lnTo>
                    <a:pt x="2742" y="672"/>
                  </a:lnTo>
                  <a:lnTo>
                    <a:pt x="2742" y="672"/>
                  </a:lnTo>
                  <a:lnTo>
                    <a:pt x="2742" y="672"/>
                  </a:lnTo>
                  <a:lnTo>
                    <a:pt x="2742" y="672"/>
                  </a:lnTo>
                  <a:lnTo>
                    <a:pt x="2742" y="672"/>
                  </a:lnTo>
                  <a:lnTo>
                    <a:pt x="2742" y="672"/>
                  </a:lnTo>
                  <a:lnTo>
                    <a:pt x="2742" y="666"/>
                  </a:lnTo>
                  <a:lnTo>
                    <a:pt x="2748" y="666"/>
                  </a:lnTo>
                  <a:lnTo>
                    <a:pt x="2748" y="666"/>
                  </a:lnTo>
                  <a:lnTo>
                    <a:pt x="2748" y="666"/>
                  </a:lnTo>
                  <a:lnTo>
                    <a:pt x="2748" y="666"/>
                  </a:lnTo>
                  <a:lnTo>
                    <a:pt x="2748" y="666"/>
                  </a:lnTo>
                  <a:lnTo>
                    <a:pt x="2748" y="666"/>
                  </a:lnTo>
                  <a:lnTo>
                    <a:pt x="2748" y="666"/>
                  </a:lnTo>
                  <a:lnTo>
                    <a:pt x="2748" y="666"/>
                  </a:lnTo>
                  <a:lnTo>
                    <a:pt x="2754" y="666"/>
                  </a:lnTo>
                  <a:lnTo>
                    <a:pt x="2754" y="666"/>
                  </a:lnTo>
                  <a:lnTo>
                    <a:pt x="2754" y="666"/>
                  </a:lnTo>
                  <a:lnTo>
                    <a:pt x="2754" y="666"/>
                  </a:lnTo>
                  <a:lnTo>
                    <a:pt x="2754" y="666"/>
                  </a:lnTo>
                  <a:lnTo>
                    <a:pt x="2754" y="666"/>
                  </a:lnTo>
                  <a:lnTo>
                    <a:pt x="2754" y="666"/>
                  </a:lnTo>
                  <a:lnTo>
                    <a:pt x="2754" y="666"/>
                  </a:lnTo>
                  <a:lnTo>
                    <a:pt x="2754" y="666"/>
                  </a:lnTo>
                  <a:lnTo>
                    <a:pt x="2760" y="660"/>
                  </a:lnTo>
                  <a:lnTo>
                    <a:pt x="2760" y="660"/>
                  </a:lnTo>
                  <a:lnTo>
                    <a:pt x="2760" y="660"/>
                  </a:lnTo>
                  <a:lnTo>
                    <a:pt x="2760" y="660"/>
                  </a:lnTo>
                  <a:lnTo>
                    <a:pt x="2760" y="660"/>
                  </a:lnTo>
                  <a:lnTo>
                    <a:pt x="2760" y="660"/>
                  </a:lnTo>
                  <a:lnTo>
                    <a:pt x="2760" y="660"/>
                  </a:lnTo>
                  <a:lnTo>
                    <a:pt x="2760" y="660"/>
                  </a:lnTo>
                  <a:lnTo>
                    <a:pt x="2766" y="660"/>
                  </a:lnTo>
                  <a:lnTo>
                    <a:pt x="2766" y="660"/>
                  </a:lnTo>
                  <a:lnTo>
                    <a:pt x="2766" y="660"/>
                  </a:lnTo>
                  <a:lnTo>
                    <a:pt x="2766" y="660"/>
                  </a:lnTo>
                  <a:lnTo>
                    <a:pt x="2766" y="660"/>
                  </a:lnTo>
                  <a:lnTo>
                    <a:pt x="2766" y="660"/>
                  </a:lnTo>
                  <a:lnTo>
                    <a:pt x="2766" y="660"/>
                  </a:lnTo>
                  <a:lnTo>
                    <a:pt x="2766" y="660"/>
                  </a:lnTo>
                  <a:lnTo>
                    <a:pt x="2772" y="660"/>
                  </a:lnTo>
                  <a:lnTo>
                    <a:pt x="2772" y="660"/>
                  </a:lnTo>
                  <a:lnTo>
                    <a:pt x="2772" y="654"/>
                  </a:lnTo>
                  <a:lnTo>
                    <a:pt x="2772" y="654"/>
                  </a:lnTo>
                  <a:lnTo>
                    <a:pt x="2772" y="654"/>
                  </a:lnTo>
                  <a:lnTo>
                    <a:pt x="2772" y="654"/>
                  </a:lnTo>
                  <a:lnTo>
                    <a:pt x="2772" y="654"/>
                  </a:lnTo>
                  <a:lnTo>
                    <a:pt x="2772" y="654"/>
                  </a:lnTo>
                  <a:lnTo>
                    <a:pt x="2772" y="654"/>
                  </a:lnTo>
                  <a:lnTo>
                    <a:pt x="2778" y="654"/>
                  </a:lnTo>
                  <a:lnTo>
                    <a:pt x="2778" y="654"/>
                  </a:lnTo>
                  <a:lnTo>
                    <a:pt x="2778" y="654"/>
                  </a:lnTo>
                  <a:lnTo>
                    <a:pt x="2778" y="654"/>
                  </a:lnTo>
                  <a:lnTo>
                    <a:pt x="2778" y="654"/>
                  </a:lnTo>
                  <a:lnTo>
                    <a:pt x="2778" y="654"/>
                  </a:lnTo>
                  <a:lnTo>
                    <a:pt x="2778" y="654"/>
                  </a:lnTo>
                  <a:lnTo>
                    <a:pt x="2778" y="654"/>
                  </a:lnTo>
                  <a:lnTo>
                    <a:pt x="2784" y="654"/>
                  </a:lnTo>
                  <a:lnTo>
                    <a:pt x="2784" y="654"/>
                  </a:lnTo>
                  <a:lnTo>
                    <a:pt x="2784" y="654"/>
                  </a:lnTo>
                  <a:lnTo>
                    <a:pt x="2784" y="648"/>
                  </a:lnTo>
                  <a:lnTo>
                    <a:pt x="2784" y="648"/>
                  </a:lnTo>
                  <a:lnTo>
                    <a:pt x="2784" y="648"/>
                  </a:lnTo>
                  <a:lnTo>
                    <a:pt x="2784" y="648"/>
                  </a:lnTo>
                  <a:lnTo>
                    <a:pt x="2784" y="648"/>
                  </a:lnTo>
                  <a:lnTo>
                    <a:pt x="2790" y="648"/>
                  </a:lnTo>
                  <a:lnTo>
                    <a:pt x="2790" y="648"/>
                  </a:lnTo>
                  <a:lnTo>
                    <a:pt x="2790" y="648"/>
                  </a:lnTo>
                  <a:lnTo>
                    <a:pt x="2790" y="648"/>
                  </a:lnTo>
                  <a:lnTo>
                    <a:pt x="2790" y="648"/>
                  </a:lnTo>
                  <a:lnTo>
                    <a:pt x="2790" y="648"/>
                  </a:lnTo>
                  <a:lnTo>
                    <a:pt x="2790" y="648"/>
                  </a:lnTo>
                  <a:lnTo>
                    <a:pt x="2790" y="648"/>
                  </a:lnTo>
                  <a:lnTo>
                    <a:pt x="2790" y="648"/>
                  </a:lnTo>
                  <a:lnTo>
                    <a:pt x="2796" y="648"/>
                  </a:lnTo>
                  <a:lnTo>
                    <a:pt x="2796" y="648"/>
                  </a:lnTo>
                  <a:lnTo>
                    <a:pt x="2796" y="648"/>
                  </a:lnTo>
                  <a:lnTo>
                    <a:pt x="2796" y="648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802" y="642"/>
                  </a:lnTo>
                  <a:lnTo>
                    <a:pt x="2802" y="642"/>
                  </a:lnTo>
                  <a:lnTo>
                    <a:pt x="2802" y="642"/>
                  </a:lnTo>
                  <a:lnTo>
                    <a:pt x="2802" y="642"/>
                  </a:lnTo>
                  <a:lnTo>
                    <a:pt x="2802" y="642"/>
                  </a:lnTo>
                  <a:lnTo>
                    <a:pt x="2802" y="642"/>
                  </a:lnTo>
                  <a:lnTo>
                    <a:pt x="2802" y="642"/>
                  </a:lnTo>
                  <a:lnTo>
                    <a:pt x="2802" y="642"/>
                  </a:lnTo>
                  <a:lnTo>
                    <a:pt x="2802" y="642"/>
                  </a:lnTo>
                  <a:lnTo>
                    <a:pt x="2808" y="642"/>
                  </a:lnTo>
                  <a:lnTo>
                    <a:pt x="2808" y="642"/>
                  </a:lnTo>
                  <a:lnTo>
                    <a:pt x="2808" y="642"/>
                  </a:lnTo>
                  <a:lnTo>
                    <a:pt x="2808" y="642"/>
                  </a:lnTo>
                  <a:lnTo>
                    <a:pt x="2808" y="636"/>
                  </a:lnTo>
                  <a:lnTo>
                    <a:pt x="2808" y="636"/>
                  </a:lnTo>
                  <a:lnTo>
                    <a:pt x="2808" y="636"/>
                  </a:lnTo>
                  <a:lnTo>
                    <a:pt x="2808" y="636"/>
                  </a:lnTo>
                  <a:lnTo>
                    <a:pt x="2814" y="636"/>
                  </a:lnTo>
                  <a:lnTo>
                    <a:pt x="2814" y="636"/>
                  </a:lnTo>
                  <a:lnTo>
                    <a:pt x="2814" y="636"/>
                  </a:lnTo>
                  <a:lnTo>
                    <a:pt x="2814" y="636"/>
                  </a:lnTo>
                  <a:lnTo>
                    <a:pt x="2814" y="636"/>
                  </a:lnTo>
                  <a:lnTo>
                    <a:pt x="2814" y="636"/>
                  </a:lnTo>
                  <a:lnTo>
                    <a:pt x="2814" y="636"/>
                  </a:lnTo>
                  <a:lnTo>
                    <a:pt x="2814" y="636"/>
                  </a:lnTo>
                  <a:lnTo>
                    <a:pt x="2820" y="636"/>
                  </a:lnTo>
                  <a:lnTo>
                    <a:pt x="2820" y="636"/>
                  </a:lnTo>
                  <a:lnTo>
                    <a:pt x="2820" y="636"/>
                  </a:lnTo>
                  <a:lnTo>
                    <a:pt x="2820" y="636"/>
                  </a:lnTo>
                  <a:lnTo>
                    <a:pt x="2820" y="636"/>
                  </a:lnTo>
                  <a:lnTo>
                    <a:pt x="2820" y="636"/>
                  </a:lnTo>
                  <a:lnTo>
                    <a:pt x="2820" y="630"/>
                  </a:lnTo>
                  <a:lnTo>
                    <a:pt x="2820" y="630"/>
                  </a:lnTo>
                  <a:lnTo>
                    <a:pt x="2820" y="630"/>
                  </a:lnTo>
                  <a:lnTo>
                    <a:pt x="2826" y="630"/>
                  </a:lnTo>
                  <a:lnTo>
                    <a:pt x="2826" y="630"/>
                  </a:lnTo>
                  <a:lnTo>
                    <a:pt x="2826" y="630"/>
                  </a:lnTo>
                  <a:lnTo>
                    <a:pt x="2826" y="630"/>
                  </a:lnTo>
                  <a:lnTo>
                    <a:pt x="2826" y="630"/>
                  </a:lnTo>
                  <a:lnTo>
                    <a:pt x="2826" y="630"/>
                  </a:lnTo>
                  <a:lnTo>
                    <a:pt x="2826" y="630"/>
                  </a:lnTo>
                  <a:lnTo>
                    <a:pt x="2826" y="630"/>
                  </a:lnTo>
                  <a:lnTo>
                    <a:pt x="2832" y="630"/>
                  </a:lnTo>
                  <a:lnTo>
                    <a:pt x="2832" y="630"/>
                  </a:lnTo>
                  <a:lnTo>
                    <a:pt x="2832" y="630"/>
                  </a:lnTo>
                  <a:lnTo>
                    <a:pt x="2832" y="630"/>
                  </a:lnTo>
                  <a:lnTo>
                    <a:pt x="2832" y="630"/>
                  </a:lnTo>
                  <a:lnTo>
                    <a:pt x="2832" y="630"/>
                  </a:lnTo>
                  <a:lnTo>
                    <a:pt x="2832" y="624"/>
                  </a:lnTo>
                  <a:lnTo>
                    <a:pt x="2832" y="624"/>
                  </a:lnTo>
                  <a:lnTo>
                    <a:pt x="2838" y="624"/>
                  </a:lnTo>
                  <a:lnTo>
                    <a:pt x="2838" y="624"/>
                  </a:lnTo>
                  <a:lnTo>
                    <a:pt x="2838" y="624"/>
                  </a:lnTo>
                  <a:lnTo>
                    <a:pt x="2838" y="624"/>
                  </a:lnTo>
                  <a:lnTo>
                    <a:pt x="2838" y="624"/>
                  </a:lnTo>
                  <a:lnTo>
                    <a:pt x="2838" y="624"/>
                  </a:lnTo>
                  <a:lnTo>
                    <a:pt x="2838" y="624"/>
                  </a:lnTo>
                  <a:lnTo>
                    <a:pt x="2838" y="624"/>
                  </a:lnTo>
                  <a:lnTo>
                    <a:pt x="2838" y="624"/>
                  </a:lnTo>
                  <a:lnTo>
                    <a:pt x="2844" y="624"/>
                  </a:lnTo>
                  <a:lnTo>
                    <a:pt x="2844" y="624"/>
                  </a:lnTo>
                  <a:lnTo>
                    <a:pt x="2844" y="624"/>
                  </a:lnTo>
                  <a:lnTo>
                    <a:pt x="2844" y="624"/>
                  </a:lnTo>
                  <a:lnTo>
                    <a:pt x="2844" y="624"/>
                  </a:lnTo>
                  <a:lnTo>
                    <a:pt x="2844" y="624"/>
                  </a:lnTo>
                  <a:lnTo>
                    <a:pt x="2844" y="618"/>
                  </a:lnTo>
                  <a:lnTo>
                    <a:pt x="2844" y="618"/>
                  </a:lnTo>
                  <a:lnTo>
                    <a:pt x="2850" y="618"/>
                  </a:lnTo>
                  <a:lnTo>
                    <a:pt x="2850" y="618"/>
                  </a:lnTo>
                  <a:lnTo>
                    <a:pt x="2850" y="618"/>
                  </a:lnTo>
                  <a:lnTo>
                    <a:pt x="2850" y="618"/>
                  </a:lnTo>
                  <a:lnTo>
                    <a:pt x="2850" y="618"/>
                  </a:lnTo>
                  <a:lnTo>
                    <a:pt x="2850" y="618"/>
                  </a:lnTo>
                  <a:lnTo>
                    <a:pt x="2850" y="618"/>
                  </a:lnTo>
                  <a:lnTo>
                    <a:pt x="2850" y="618"/>
                  </a:lnTo>
                  <a:lnTo>
                    <a:pt x="2850" y="618"/>
                  </a:lnTo>
                  <a:lnTo>
                    <a:pt x="2856" y="618"/>
                  </a:lnTo>
                  <a:lnTo>
                    <a:pt x="2856" y="618"/>
                  </a:lnTo>
                  <a:lnTo>
                    <a:pt x="2856" y="618"/>
                  </a:lnTo>
                  <a:lnTo>
                    <a:pt x="2856" y="618"/>
                  </a:lnTo>
                  <a:lnTo>
                    <a:pt x="2856" y="618"/>
                  </a:lnTo>
                  <a:lnTo>
                    <a:pt x="2856" y="612"/>
                  </a:lnTo>
                  <a:lnTo>
                    <a:pt x="2856" y="612"/>
                  </a:lnTo>
                  <a:lnTo>
                    <a:pt x="2856" y="612"/>
                  </a:lnTo>
                  <a:lnTo>
                    <a:pt x="2862" y="612"/>
                  </a:lnTo>
                  <a:lnTo>
                    <a:pt x="2862" y="612"/>
                  </a:lnTo>
                  <a:lnTo>
                    <a:pt x="2862" y="612"/>
                  </a:lnTo>
                  <a:lnTo>
                    <a:pt x="2862" y="612"/>
                  </a:lnTo>
                  <a:lnTo>
                    <a:pt x="2862" y="612"/>
                  </a:lnTo>
                  <a:lnTo>
                    <a:pt x="2862" y="612"/>
                  </a:lnTo>
                  <a:lnTo>
                    <a:pt x="2862" y="612"/>
                  </a:lnTo>
                  <a:lnTo>
                    <a:pt x="2862" y="612"/>
                  </a:lnTo>
                  <a:lnTo>
                    <a:pt x="2868" y="612"/>
                  </a:lnTo>
                  <a:lnTo>
                    <a:pt x="2868" y="612"/>
                  </a:lnTo>
                  <a:lnTo>
                    <a:pt x="2868" y="612"/>
                  </a:lnTo>
                  <a:lnTo>
                    <a:pt x="2868" y="612"/>
                  </a:lnTo>
                  <a:lnTo>
                    <a:pt x="2868" y="612"/>
                  </a:lnTo>
                  <a:lnTo>
                    <a:pt x="2868" y="612"/>
                  </a:lnTo>
                  <a:lnTo>
                    <a:pt x="2868" y="606"/>
                  </a:lnTo>
                  <a:lnTo>
                    <a:pt x="2868" y="606"/>
                  </a:lnTo>
                  <a:lnTo>
                    <a:pt x="2868" y="606"/>
                  </a:lnTo>
                  <a:lnTo>
                    <a:pt x="2874" y="606"/>
                  </a:lnTo>
                  <a:lnTo>
                    <a:pt x="3108" y="474"/>
                  </a:lnTo>
                  <a:lnTo>
                    <a:pt x="3108" y="474"/>
                  </a:lnTo>
                  <a:lnTo>
                    <a:pt x="3108" y="468"/>
                  </a:lnTo>
                  <a:lnTo>
                    <a:pt x="3108" y="468"/>
                  </a:lnTo>
                  <a:lnTo>
                    <a:pt x="3108" y="468"/>
                  </a:lnTo>
                  <a:lnTo>
                    <a:pt x="3108" y="468"/>
                  </a:lnTo>
                  <a:lnTo>
                    <a:pt x="3108" y="468"/>
                  </a:lnTo>
                  <a:lnTo>
                    <a:pt x="3114" y="468"/>
                  </a:lnTo>
                  <a:lnTo>
                    <a:pt x="3114" y="468"/>
                  </a:lnTo>
                  <a:lnTo>
                    <a:pt x="3114" y="468"/>
                  </a:lnTo>
                  <a:lnTo>
                    <a:pt x="3114" y="468"/>
                  </a:lnTo>
                  <a:lnTo>
                    <a:pt x="3114" y="468"/>
                  </a:lnTo>
                  <a:lnTo>
                    <a:pt x="3114" y="468"/>
                  </a:lnTo>
                  <a:lnTo>
                    <a:pt x="3114" y="468"/>
                  </a:lnTo>
                  <a:lnTo>
                    <a:pt x="3114" y="468"/>
                  </a:lnTo>
                  <a:lnTo>
                    <a:pt x="3114" y="462"/>
                  </a:lnTo>
                  <a:lnTo>
                    <a:pt x="3120" y="462"/>
                  </a:lnTo>
                  <a:lnTo>
                    <a:pt x="3120" y="462"/>
                  </a:lnTo>
                  <a:lnTo>
                    <a:pt x="3120" y="462"/>
                  </a:lnTo>
                  <a:lnTo>
                    <a:pt x="3120" y="462"/>
                  </a:lnTo>
                  <a:lnTo>
                    <a:pt x="3120" y="462"/>
                  </a:lnTo>
                  <a:lnTo>
                    <a:pt x="3120" y="462"/>
                  </a:lnTo>
                  <a:lnTo>
                    <a:pt x="3120" y="462"/>
                  </a:lnTo>
                  <a:lnTo>
                    <a:pt x="3120" y="462"/>
                  </a:lnTo>
                  <a:lnTo>
                    <a:pt x="3126" y="462"/>
                  </a:lnTo>
                  <a:lnTo>
                    <a:pt x="3126" y="462"/>
                  </a:lnTo>
                  <a:lnTo>
                    <a:pt x="3126" y="462"/>
                  </a:lnTo>
                  <a:lnTo>
                    <a:pt x="3126" y="462"/>
                  </a:lnTo>
                  <a:lnTo>
                    <a:pt x="3126" y="456"/>
                  </a:lnTo>
                  <a:lnTo>
                    <a:pt x="3126" y="456"/>
                  </a:lnTo>
                  <a:lnTo>
                    <a:pt x="3126" y="456"/>
                  </a:lnTo>
                  <a:lnTo>
                    <a:pt x="3126" y="456"/>
                  </a:lnTo>
                  <a:lnTo>
                    <a:pt x="3126" y="456"/>
                  </a:lnTo>
                  <a:lnTo>
                    <a:pt x="3132" y="456"/>
                  </a:lnTo>
                  <a:lnTo>
                    <a:pt x="3132" y="456"/>
                  </a:lnTo>
                  <a:lnTo>
                    <a:pt x="3132" y="456"/>
                  </a:lnTo>
                  <a:lnTo>
                    <a:pt x="3132" y="456"/>
                  </a:lnTo>
                  <a:lnTo>
                    <a:pt x="3132" y="456"/>
                  </a:lnTo>
                  <a:lnTo>
                    <a:pt x="3132" y="456"/>
                  </a:lnTo>
                  <a:lnTo>
                    <a:pt x="3132" y="456"/>
                  </a:lnTo>
                  <a:lnTo>
                    <a:pt x="3132" y="450"/>
                  </a:lnTo>
                  <a:lnTo>
                    <a:pt x="3138" y="450"/>
                  </a:lnTo>
                  <a:lnTo>
                    <a:pt x="3138" y="450"/>
                  </a:lnTo>
                  <a:lnTo>
                    <a:pt x="3138" y="450"/>
                  </a:lnTo>
                  <a:lnTo>
                    <a:pt x="3138" y="450"/>
                  </a:lnTo>
                  <a:lnTo>
                    <a:pt x="3138" y="450"/>
                  </a:lnTo>
                  <a:lnTo>
                    <a:pt x="3138" y="450"/>
                  </a:lnTo>
                  <a:lnTo>
                    <a:pt x="3138" y="450"/>
                  </a:lnTo>
                  <a:lnTo>
                    <a:pt x="3138" y="450"/>
                  </a:lnTo>
                  <a:lnTo>
                    <a:pt x="3144" y="450"/>
                  </a:lnTo>
                  <a:lnTo>
                    <a:pt x="3144" y="450"/>
                  </a:lnTo>
                  <a:lnTo>
                    <a:pt x="3144" y="450"/>
                  </a:lnTo>
                  <a:lnTo>
                    <a:pt x="3144" y="450"/>
                  </a:lnTo>
                  <a:lnTo>
                    <a:pt x="3144" y="444"/>
                  </a:lnTo>
                  <a:lnTo>
                    <a:pt x="3144" y="444"/>
                  </a:lnTo>
                  <a:lnTo>
                    <a:pt x="3144" y="444"/>
                  </a:lnTo>
                  <a:lnTo>
                    <a:pt x="3144" y="444"/>
                  </a:lnTo>
                  <a:lnTo>
                    <a:pt x="3144" y="444"/>
                  </a:lnTo>
                  <a:lnTo>
                    <a:pt x="3150" y="444"/>
                  </a:lnTo>
                  <a:lnTo>
                    <a:pt x="3150" y="444"/>
                  </a:lnTo>
                  <a:lnTo>
                    <a:pt x="3150" y="444"/>
                  </a:lnTo>
                  <a:lnTo>
                    <a:pt x="3150" y="444"/>
                  </a:lnTo>
                  <a:lnTo>
                    <a:pt x="3150" y="444"/>
                  </a:lnTo>
                  <a:lnTo>
                    <a:pt x="3150" y="444"/>
                  </a:lnTo>
                  <a:lnTo>
                    <a:pt x="3150" y="444"/>
                  </a:lnTo>
                  <a:lnTo>
                    <a:pt x="3150" y="438"/>
                  </a:lnTo>
                  <a:lnTo>
                    <a:pt x="3156" y="438"/>
                  </a:lnTo>
                  <a:lnTo>
                    <a:pt x="3156" y="438"/>
                  </a:lnTo>
                  <a:lnTo>
                    <a:pt x="3156" y="438"/>
                  </a:lnTo>
                  <a:lnTo>
                    <a:pt x="3156" y="438"/>
                  </a:lnTo>
                  <a:lnTo>
                    <a:pt x="3156" y="438"/>
                  </a:lnTo>
                  <a:lnTo>
                    <a:pt x="3156" y="438"/>
                  </a:lnTo>
                  <a:lnTo>
                    <a:pt x="3156" y="438"/>
                  </a:lnTo>
                  <a:lnTo>
                    <a:pt x="3156" y="438"/>
                  </a:lnTo>
                  <a:lnTo>
                    <a:pt x="3162" y="438"/>
                  </a:lnTo>
                  <a:lnTo>
                    <a:pt x="3162" y="438"/>
                  </a:lnTo>
                  <a:lnTo>
                    <a:pt x="3162" y="438"/>
                  </a:lnTo>
                  <a:lnTo>
                    <a:pt x="3162" y="432"/>
                  </a:lnTo>
                  <a:lnTo>
                    <a:pt x="3162" y="432"/>
                  </a:lnTo>
                  <a:lnTo>
                    <a:pt x="3162" y="432"/>
                  </a:lnTo>
                  <a:lnTo>
                    <a:pt x="3162" y="432"/>
                  </a:lnTo>
                  <a:lnTo>
                    <a:pt x="3162" y="432"/>
                  </a:lnTo>
                  <a:lnTo>
                    <a:pt x="3162" y="432"/>
                  </a:lnTo>
                  <a:lnTo>
                    <a:pt x="3168" y="432"/>
                  </a:lnTo>
                  <a:lnTo>
                    <a:pt x="3168" y="432"/>
                  </a:lnTo>
                  <a:lnTo>
                    <a:pt x="3168" y="432"/>
                  </a:lnTo>
                  <a:lnTo>
                    <a:pt x="3168" y="432"/>
                  </a:lnTo>
                  <a:lnTo>
                    <a:pt x="3168" y="432"/>
                  </a:lnTo>
                  <a:lnTo>
                    <a:pt x="3168" y="432"/>
                  </a:lnTo>
                  <a:lnTo>
                    <a:pt x="3168" y="426"/>
                  </a:lnTo>
                  <a:lnTo>
                    <a:pt x="3168" y="426"/>
                  </a:lnTo>
                  <a:lnTo>
                    <a:pt x="3174" y="426"/>
                  </a:lnTo>
                  <a:lnTo>
                    <a:pt x="3174" y="426"/>
                  </a:lnTo>
                  <a:lnTo>
                    <a:pt x="3174" y="426"/>
                  </a:lnTo>
                  <a:lnTo>
                    <a:pt x="3174" y="426"/>
                  </a:lnTo>
                  <a:lnTo>
                    <a:pt x="3174" y="426"/>
                  </a:lnTo>
                  <a:lnTo>
                    <a:pt x="3174" y="426"/>
                  </a:lnTo>
                  <a:lnTo>
                    <a:pt x="3174" y="426"/>
                  </a:lnTo>
                  <a:lnTo>
                    <a:pt x="3174" y="426"/>
                  </a:lnTo>
                  <a:lnTo>
                    <a:pt x="3174" y="426"/>
                  </a:lnTo>
                  <a:lnTo>
                    <a:pt x="3180" y="426"/>
                  </a:lnTo>
                  <a:lnTo>
                    <a:pt x="3180" y="420"/>
                  </a:lnTo>
                  <a:lnTo>
                    <a:pt x="3180" y="420"/>
                  </a:lnTo>
                  <a:lnTo>
                    <a:pt x="3180" y="420"/>
                  </a:lnTo>
                  <a:lnTo>
                    <a:pt x="3180" y="420"/>
                  </a:lnTo>
                  <a:lnTo>
                    <a:pt x="3180" y="420"/>
                  </a:lnTo>
                  <a:lnTo>
                    <a:pt x="3180" y="420"/>
                  </a:lnTo>
                  <a:lnTo>
                    <a:pt x="3180" y="420"/>
                  </a:lnTo>
                  <a:lnTo>
                    <a:pt x="3186" y="420"/>
                  </a:lnTo>
                  <a:lnTo>
                    <a:pt x="3186" y="420"/>
                  </a:lnTo>
                  <a:lnTo>
                    <a:pt x="3186" y="420"/>
                  </a:lnTo>
                  <a:lnTo>
                    <a:pt x="3186" y="420"/>
                  </a:lnTo>
                  <a:lnTo>
                    <a:pt x="3186" y="420"/>
                  </a:lnTo>
                  <a:lnTo>
                    <a:pt x="3186" y="414"/>
                  </a:lnTo>
                  <a:lnTo>
                    <a:pt x="3186" y="414"/>
                  </a:lnTo>
                  <a:lnTo>
                    <a:pt x="3186" y="414"/>
                  </a:lnTo>
                  <a:lnTo>
                    <a:pt x="3192" y="414"/>
                  </a:lnTo>
                  <a:lnTo>
                    <a:pt x="3192" y="414"/>
                  </a:lnTo>
                  <a:lnTo>
                    <a:pt x="3192" y="414"/>
                  </a:lnTo>
                  <a:lnTo>
                    <a:pt x="3192" y="414"/>
                  </a:lnTo>
                  <a:lnTo>
                    <a:pt x="3192" y="414"/>
                  </a:lnTo>
                  <a:lnTo>
                    <a:pt x="3192" y="414"/>
                  </a:lnTo>
                  <a:lnTo>
                    <a:pt x="3192" y="414"/>
                  </a:lnTo>
                  <a:lnTo>
                    <a:pt x="3192" y="414"/>
                  </a:lnTo>
                  <a:lnTo>
                    <a:pt x="3192" y="414"/>
                  </a:lnTo>
                  <a:lnTo>
                    <a:pt x="3198" y="408"/>
                  </a:lnTo>
                  <a:lnTo>
                    <a:pt x="3198" y="408"/>
                  </a:lnTo>
                  <a:lnTo>
                    <a:pt x="3198" y="408"/>
                  </a:lnTo>
                  <a:lnTo>
                    <a:pt x="3198" y="408"/>
                  </a:lnTo>
                  <a:lnTo>
                    <a:pt x="3198" y="408"/>
                  </a:lnTo>
                  <a:lnTo>
                    <a:pt x="3198" y="408"/>
                  </a:lnTo>
                  <a:lnTo>
                    <a:pt x="3198" y="408"/>
                  </a:lnTo>
                  <a:lnTo>
                    <a:pt x="3198" y="408"/>
                  </a:lnTo>
                  <a:lnTo>
                    <a:pt x="3204" y="408"/>
                  </a:lnTo>
                  <a:lnTo>
                    <a:pt x="3204" y="408"/>
                  </a:lnTo>
                  <a:lnTo>
                    <a:pt x="3204" y="408"/>
                  </a:lnTo>
                  <a:lnTo>
                    <a:pt x="3204" y="408"/>
                  </a:lnTo>
                  <a:lnTo>
                    <a:pt x="3204" y="402"/>
                  </a:lnTo>
                  <a:lnTo>
                    <a:pt x="3204" y="402"/>
                  </a:lnTo>
                  <a:lnTo>
                    <a:pt x="3204" y="402"/>
                  </a:lnTo>
                  <a:lnTo>
                    <a:pt x="3204" y="402"/>
                  </a:lnTo>
                  <a:lnTo>
                    <a:pt x="3210" y="402"/>
                  </a:lnTo>
                  <a:lnTo>
                    <a:pt x="3210" y="402"/>
                  </a:lnTo>
                  <a:lnTo>
                    <a:pt x="3210" y="402"/>
                  </a:lnTo>
                  <a:lnTo>
                    <a:pt x="3210" y="402"/>
                  </a:lnTo>
                  <a:lnTo>
                    <a:pt x="3210" y="402"/>
                  </a:lnTo>
                  <a:lnTo>
                    <a:pt x="3210" y="402"/>
                  </a:lnTo>
                  <a:lnTo>
                    <a:pt x="3210" y="402"/>
                  </a:lnTo>
                  <a:lnTo>
                    <a:pt x="3210" y="402"/>
                  </a:lnTo>
                  <a:lnTo>
                    <a:pt x="3210" y="396"/>
                  </a:lnTo>
                  <a:lnTo>
                    <a:pt x="3216" y="396"/>
                  </a:lnTo>
                  <a:lnTo>
                    <a:pt x="3216" y="396"/>
                  </a:lnTo>
                  <a:lnTo>
                    <a:pt x="3216" y="396"/>
                  </a:lnTo>
                  <a:lnTo>
                    <a:pt x="3216" y="396"/>
                  </a:lnTo>
                  <a:lnTo>
                    <a:pt x="3216" y="396"/>
                  </a:lnTo>
                  <a:lnTo>
                    <a:pt x="3216" y="396"/>
                  </a:lnTo>
                  <a:lnTo>
                    <a:pt x="3216" y="396"/>
                  </a:lnTo>
                  <a:lnTo>
                    <a:pt x="3216" y="396"/>
                  </a:lnTo>
                  <a:lnTo>
                    <a:pt x="3222" y="396"/>
                  </a:lnTo>
                  <a:lnTo>
                    <a:pt x="3222" y="396"/>
                  </a:lnTo>
                  <a:lnTo>
                    <a:pt x="3222" y="396"/>
                  </a:lnTo>
                  <a:lnTo>
                    <a:pt x="3222" y="390"/>
                  </a:lnTo>
                  <a:lnTo>
                    <a:pt x="3222" y="390"/>
                  </a:lnTo>
                  <a:lnTo>
                    <a:pt x="3222" y="390"/>
                  </a:lnTo>
                  <a:lnTo>
                    <a:pt x="3222" y="390"/>
                  </a:lnTo>
                  <a:lnTo>
                    <a:pt x="3222" y="390"/>
                  </a:lnTo>
                  <a:lnTo>
                    <a:pt x="3222" y="390"/>
                  </a:lnTo>
                  <a:lnTo>
                    <a:pt x="3228" y="390"/>
                  </a:lnTo>
                  <a:lnTo>
                    <a:pt x="3228" y="390"/>
                  </a:lnTo>
                  <a:lnTo>
                    <a:pt x="3228" y="390"/>
                  </a:lnTo>
                  <a:lnTo>
                    <a:pt x="3228" y="390"/>
                  </a:lnTo>
                  <a:lnTo>
                    <a:pt x="3228" y="390"/>
                  </a:lnTo>
                  <a:lnTo>
                    <a:pt x="3228" y="390"/>
                  </a:lnTo>
                  <a:lnTo>
                    <a:pt x="3228" y="384"/>
                  </a:lnTo>
                  <a:lnTo>
                    <a:pt x="3228" y="384"/>
                  </a:lnTo>
                  <a:lnTo>
                    <a:pt x="3234" y="384"/>
                  </a:lnTo>
                  <a:lnTo>
                    <a:pt x="3234" y="384"/>
                  </a:lnTo>
                  <a:lnTo>
                    <a:pt x="3234" y="384"/>
                  </a:lnTo>
                  <a:lnTo>
                    <a:pt x="3234" y="384"/>
                  </a:lnTo>
                  <a:lnTo>
                    <a:pt x="3234" y="384"/>
                  </a:lnTo>
                  <a:lnTo>
                    <a:pt x="3234" y="384"/>
                  </a:lnTo>
                  <a:lnTo>
                    <a:pt x="3234" y="384"/>
                  </a:lnTo>
                  <a:lnTo>
                    <a:pt x="3234" y="384"/>
                  </a:lnTo>
                  <a:lnTo>
                    <a:pt x="3240" y="384"/>
                  </a:lnTo>
                  <a:lnTo>
                    <a:pt x="3240" y="378"/>
                  </a:lnTo>
                  <a:lnTo>
                    <a:pt x="3240" y="378"/>
                  </a:lnTo>
                  <a:lnTo>
                    <a:pt x="3240" y="378"/>
                  </a:lnTo>
                  <a:lnTo>
                    <a:pt x="3240" y="378"/>
                  </a:lnTo>
                  <a:lnTo>
                    <a:pt x="3240" y="378"/>
                  </a:lnTo>
                  <a:lnTo>
                    <a:pt x="3240" y="378"/>
                  </a:lnTo>
                  <a:lnTo>
                    <a:pt x="3240" y="378"/>
                  </a:lnTo>
                  <a:lnTo>
                    <a:pt x="3240" y="378"/>
                  </a:lnTo>
                  <a:lnTo>
                    <a:pt x="3246" y="378"/>
                  </a:lnTo>
                  <a:lnTo>
                    <a:pt x="3246" y="378"/>
                  </a:lnTo>
                  <a:lnTo>
                    <a:pt x="3246" y="378"/>
                  </a:lnTo>
                  <a:lnTo>
                    <a:pt x="3246" y="378"/>
                  </a:lnTo>
                  <a:lnTo>
                    <a:pt x="3246" y="372"/>
                  </a:lnTo>
                  <a:lnTo>
                    <a:pt x="3246" y="372"/>
                  </a:lnTo>
                  <a:lnTo>
                    <a:pt x="3246" y="372"/>
                  </a:lnTo>
                  <a:lnTo>
                    <a:pt x="3246" y="372"/>
                  </a:lnTo>
                  <a:lnTo>
                    <a:pt x="3252" y="372"/>
                  </a:lnTo>
                  <a:lnTo>
                    <a:pt x="3252" y="372"/>
                  </a:lnTo>
                  <a:lnTo>
                    <a:pt x="3252" y="372"/>
                  </a:lnTo>
                  <a:lnTo>
                    <a:pt x="3252" y="372"/>
                  </a:lnTo>
                  <a:lnTo>
                    <a:pt x="3252" y="372"/>
                  </a:lnTo>
                  <a:lnTo>
                    <a:pt x="3252" y="372"/>
                  </a:lnTo>
                  <a:lnTo>
                    <a:pt x="3252" y="372"/>
                  </a:lnTo>
                  <a:lnTo>
                    <a:pt x="3252" y="366"/>
                  </a:lnTo>
                  <a:lnTo>
                    <a:pt x="3258" y="366"/>
                  </a:lnTo>
                  <a:lnTo>
                    <a:pt x="3258" y="366"/>
                  </a:lnTo>
                  <a:lnTo>
                    <a:pt x="3258" y="366"/>
                  </a:lnTo>
                  <a:lnTo>
                    <a:pt x="3258" y="366"/>
                  </a:lnTo>
                  <a:lnTo>
                    <a:pt x="3258" y="366"/>
                  </a:lnTo>
                  <a:lnTo>
                    <a:pt x="3258" y="366"/>
                  </a:lnTo>
                  <a:lnTo>
                    <a:pt x="3258" y="366"/>
                  </a:lnTo>
                  <a:lnTo>
                    <a:pt x="3258" y="366"/>
                  </a:lnTo>
                  <a:lnTo>
                    <a:pt x="3258" y="366"/>
                  </a:lnTo>
                  <a:lnTo>
                    <a:pt x="3264" y="366"/>
                  </a:lnTo>
                  <a:lnTo>
                    <a:pt x="3264" y="366"/>
                  </a:lnTo>
                  <a:lnTo>
                    <a:pt x="3264" y="360"/>
                  </a:lnTo>
                  <a:lnTo>
                    <a:pt x="3264" y="360"/>
                  </a:lnTo>
                  <a:lnTo>
                    <a:pt x="3264" y="360"/>
                  </a:lnTo>
                  <a:lnTo>
                    <a:pt x="3264" y="360"/>
                  </a:lnTo>
                  <a:lnTo>
                    <a:pt x="3498" y="168"/>
                  </a:lnTo>
                  <a:lnTo>
                    <a:pt x="3498" y="168"/>
                  </a:lnTo>
                  <a:lnTo>
                    <a:pt x="3498" y="168"/>
                  </a:lnTo>
                  <a:lnTo>
                    <a:pt x="3498" y="168"/>
                  </a:lnTo>
                  <a:lnTo>
                    <a:pt x="3504" y="168"/>
                  </a:lnTo>
                  <a:lnTo>
                    <a:pt x="3504" y="162"/>
                  </a:lnTo>
                  <a:lnTo>
                    <a:pt x="3504" y="162"/>
                  </a:lnTo>
                  <a:lnTo>
                    <a:pt x="3504" y="162"/>
                  </a:lnTo>
                  <a:lnTo>
                    <a:pt x="3504" y="162"/>
                  </a:lnTo>
                  <a:lnTo>
                    <a:pt x="3504" y="162"/>
                  </a:lnTo>
                  <a:lnTo>
                    <a:pt x="3504" y="162"/>
                  </a:lnTo>
                  <a:lnTo>
                    <a:pt x="3504" y="162"/>
                  </a:lnTo>
                  <a:lnTo>
                    <a:pt x="3510" y="162"/>
                  </a:lnTo>
                  <a:lnTo>
                    <a:pt x="3510" y="162"/>
                  </a:lnTo>
                  <a:lnTo>
                    <a:pt x="3510" y="156"/>
                  </a:lnTo>
                  <a:lnTo>
                    <a:pt x="3510" y="156"/>
                  </a:lnTo>
                  <a:lnTo>
                    <a:pt x="3510" y="156"/>
                  </a:lnTo>
                  <a:lnTo>
                    <a:pt x="3510" y="156"/>
                  </a:lnTo>
                  <a:lnTo>
                    <a:pt x="3510" y="156"/>
                  </a:lnTo>
                  <a:lnTo>
                    <a:pt x="3510" y="156"/>
                  </a:lnTo>
                  <a:lnTo>
                    <a:pt x="3516" y="156"/>
                  </a:lnTo>
                  <a:lnTo>
                    <a:pt x="3516" y="156"/>
                  </a:lnTo>
                  <a:lnTo>
                    <a:pt x="3516" y="156"/>
                  </a:lnTo>
                  <a:lnTo>
                    <a:pt x="3516" y="150"/>
                  </a:lnTo>
                  <a:lnTo>
                    <a:pt x="3516" y="150"/>
                  </a:lnTo>
                  <a:lnTo>
                    <a:pt x="3516" y="150"/>
                  </a:lnTo>
                  <a:lnTo>
                    <a:pt x="3516" y="150"/>
                  </a:lnTo>
                  <a:lnTo>
                    <a:pt x="3516" y="150"/>
                  </a:lnTo>
                  <a:lnTo>
                    <a:pt x="3516" y="150"/>
                  </a:lnTo>
                  <a:lnTo>
                    <a:pt x="3522" y="150"/>
                  </a:lnTo>
                  <a:lnTo>
                    <a:pt x="3522" y="150"/>
                  </a:lnTo>
                  <a:lnTo>
                    <a:pt x="3522" y="150"/>
                  </a:lnTo>
                  <a:lnTo>
                    <a:pt x="3522" y="144"/>
                  </a:lnTo>
                  <a:lnTo>
                    <a:pt x="3522" y="144"/>
                  </a:lnTo>
                  <a:lnTo>
                    <a:pt x="3522" y="144"/>
                  </a:lnTo>
                  <a:lnTo>
                    <a:pt x="3522" y="144"/>
                  </a:lnTo>
                  <a:lnTo>
                    <a:pt x="3522" y="144"/>
                  </a:lnTo>
                  <a:lnTo>
                    <a:pt x="3528" y="144"/>
                  </a:lnTo>
                  <a:lnTo>
                    <a:pt x="3528" y="144"/>
                  </a:lnTo>
                  <a:lnTo>
                    <a:pt x="3528" y="144"/>
                  </a:lnTo>
                  <a:lnTo>
                    <a:pt x="3528" y="144"/>
                  </a:lnTo>
                  <a:lnTo>
                    <a:pt x="3528" y="138"/>
                  </a:lnTo>
                  <a:lnTo>
                    <a:pt x="3528" y="138"/>
                  </a:lnTo>
                  <a:lnTo>
                    <a:pt x="3528" y="138"/>
                  </a:lnTo>
                  <a:lnTo>
                    <a:pt x="3528" y="138"/>
                  </a:lnTo>
                  <a:lnTo>
                    <a:pt x="3534" y="138"/>
                  </a:lnTo>
                  <a:lnTo>
                    <a:pt x="3534" y="138"/>
                  </a:lnTo>
                  <a:lnTo>
                    <a:pt x="3534" y="138"/>
                  </a:lnTo>
                  <a:lnTo>
                    <a:pt x="3534" y="138"/>
                  </a:lnTo>
                  <a:lnTo>
                    <a:pt x="3534" y="132"/>
                  </a:lnTo>
                  <a:lnTo>
                    <a:pt x="3534" y="132"/>
                  </a:lnTo>
                  <a:lnTo>
                    <a:pt x="3534" y="132"/>
                  </a:lnTo>
                  <a:lnTo>
                    <a:pt x="3534" y="132"/>
                  </a:lnTo>
                  <a:lnTo>
                    <a:pt x="3534" y="132"/>
                  </a:lnTo>
                  <a:lnTo>
                    <a:pt x="3540" y="132"/>
                  </a:lnTo>
                  <a:lnTo>
                    <a:pt x="3540" y="132"/>
                  </a:lnTo>
                  <a:lnTo>
                    <a:pt x="3540" y="132"/>
                  </a:lnTo>
                  <a:lnTo>
                    <a:pt x="3540" y="132"/>
                  </a:lnTo>
                  <a:lnTo>
                    <a:pt x="3540" y="126"/>
                  </a:lnTo>
                  <a:lnTo>
                    <a:pt x="3540" y="126"/>
                  </a:lnTo>
                  <a:lnTo>
                    <a:pt x="3540" y="126"/>
                  </a:lnTo>
                  <a:lnTo>
                    <a:pt x="3540" y="126"/>
                  </a:lnTo>
                  <a:lnTo>
                    <a:pt x="3546" y="126"/>
                  </a:lnTo>
                  <a:lnTo>
                    <a:pt x="3546" y="126"/>
                  </a:lnTo>
                  <a:lnTo>
                    <a:pt x="3546" y="126"/>
                  </a:lnTo>
                  <a:lnTo>
                    <a:pt x="3546" y="126"/>
                  </a:lnTo>
                  <a:lnTo>
                    <a:pt x="3546" y="126"/>
                  </a:lnTo>
                  <a:lnTo>
                    <a:pt x="3546" y="120"/>
                  </a:lnTo>
                  <a:lnTo>
                    <a:pt x="3546" y="120"/>
                  </a:lnTo>
                  <a:lnTo>
                    <a:pt x="3546" y="120"/>
                  </a:lnTo>
                  <a:lnTo>
                    <a:pt x="3546" y="120"/>
                  </a:lnTo>
                  <a:lnTo>
                    <a:pt x="3552" y="120"/>
                  </a:lnTo>
                  <a:lnTo>
                    <a:pt x="3552" y="120"/>
                  </a:lnTo>
                  <a:lnTo>
                    <a:pt x="3552" y="120"/>
                  </a:lnTo>
                  <a:lnTo>
                    <a:pt x="3552" y="120"/>
                  </a:lnTo>
                  <a:lnTo>
                    <a:pt x="3552" y="120"/>
                  </a:lnTo>
                  <a:lnTo>
                    <a:pt x="3552" y="114"/>
                  </a:lnTo>
                  <a:lnTo>
                    <a:pt x="3552" y="114"/>
                  </a:lnTo>
                  <a:lnTo>
                    <a:pt x="3552" y="114"/>
                  </a:lnTo>
                  <a:lnTo>
                    <a:pt x="3558" y="114"/>
                  </a:lnTo>
                  <a:lnTo>
                    <a:pt x="3558" y="114"/>
                  </a:lnTo>
                  <a:lnTo>
                    <a:pt x="3558" y="114"/>
                  </a:lnTo>
                  <a:lnTo>
                    <a:pt x="3558" y="114"/>
                  </a:lnTo>
                  <a:lnTo>
                    <a:pt x="3558" y="114"/>
                  </a:lnTo>
                  <a:lnTo>
                    <a:pt x="3558" y="108"/>
                  </a:lnTo>
                  <a:lnTo>
                    <a:pt x="3558" y="108"/>
                  </a:lnTo>
                  <a:lnTo>
                    <a:pt x="3558" y="108"/>
                  </a:lnTo>
                  <a:lnTo>
                    <a:pt x="3564" y="108"/>
                  </a:lnTo>
                  <a:lnTo>
                    <a:pt x="3564" y="108"/>
                  </a:lnTo>
                  <a:lnTo>
                    <a:pt x="3564" y="108"/>
                  </a:lnTo>
                  <a:lnTo>
                    <a:pt x="3564" y="108"/>
                  </a:lnTo>
                  <a:lnTo>
                    <a:pt x="3564" y="108"/>
                  </a:lnTo>
                  <a:lnTo>
                    <a:pt x="3564" y="108"/>
                  </a:lnTo>
                  <a:lnTo>
                    <a:pt x="3564" y="102"/>
                  </a:lnTo>
                  <a:lnTo>
                    <a:pt x="3564" y="102"/>
                  </a:lnTo>
                  <a:lnTo>
                    <a:pt x="3564" y="102"/>
                  </a:lnTo>
                  <a:lnTo>
                    <a:pt x="3570" y="102"/>
                  </a:lnTo>
                  <a:lnTo>
                    <a:pt x="3570" y="102"/>
                  </a:lnTo>
                  <a:lnTo>
                    <a:pt x="3570" y="102"/>
                  </a:lnTo>
                  <a:lnTo>
                    <a:pt x="3570" y="102"/>
                  </a:lnTo>
                  <a:lnTo>
                    <a:pt x="3570" y="102"/>
                  </a:lnTo>
                  <a:lnTo>
                    <a:pt x="3570" y="102"/>
                  </a:lnTo>
                  <a:lnTo>
                    <a:pt x="3570" y="96"/>
                  </a:lnTo>
                  <a:lnTo>
                    <a:pt x="3570" y="96"/>
                  </a:lnTo>
                  <a:lnTo>
                    <a:pt x="3576" y="96"/>
                  </a:lnTo>
                  <a:lnTo>
                    <a:pt x="3576" y="96"/>
                  </a:lnTo>
                  <a:lnTo>
                    <a:pt x="3576" y="96"/>
                  </a:lnTo>
                  <a:lnTo>
                    <a:pt x="3576" y="96"/>
                  </a:lnTo>
                  <a:lnTo>
                    <a:pt x="3576" y="96"/>
                  </a:lnTo>
                  <a:lnTo>
                    <a:pt x="3576" y="96"/>
                  </a:lnTo>
                  <a:lnTo>
                    <a:pt x="3576" y="90"/>
                  </a:lnTo>
                  <a:lnTo>
                    <a:pt x="3576" y="90"/>
                  </a:lnTo>
                  <a:lnTo>
                    <a:pt x="3582" y="90"/>
                  </a:lnTo>
                </a:path>
              </a:pathLst>
            </a:custGeom>
            <a:noFill/>
            <a:ln w="1908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8" name="Rectangle 199"/>
            <p:cNvSpPr/>
            <p:nvPr/>
          </p:nvSpPr>
          <p:spPr>
            <a:xfrm>
              <a:off x="2201760" y="5486040"/>
              <a:ext cx="403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BETA_X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49" name="Freeform 200"/>
            <p:cNvSpPr/>
            <p:nvPr/>
          </p:nvSpPr>
          <p:spPr>
            <a:xfrm>
              <a:off x="1779480" y="3885840"/>
              <a:ext cx="5686560" cy="1409760"/>
            </a:xfrm>
            <a:custGeom>
              <a:avLst/>
              <a:gdLst>
                <a:gd name="GluePoint1X" fmla="*/ 24 w 3582"/>
                <a:gd name="GluePoint1Y" fmla="*/ 882 h 888"/>
                <a:gd name="GluePoint2X" fmla="*/ 54 w 3582"/>
                <a:gd name="GluePoint2Y" fmla="*/ 888 h 888"/>
                <a:gd name="GluePoint3X" fmla="*/ 78 w 3582"/>
                <a:gd name="GluePoint3Y" fmla="*/ 888 h 888"/>
                <a:gd name="GluePoint4X" fmla="*/ 108 w 3582"/>
                <a:gd name="GluePoint4Y" fmla="*/ 888 h 888"/>
                <a:gd name="GluePoint5X" fmla="*/ 132 w 3582"/>
                <a:gd name="GluePoint5Y" fmla="*/ 888 h 888"/>
                <a:gd name="GluePoint6X" fmla="*/ 162 w 3582"/>
                <a:gd name="GluePoint6Y" fmla="*/ 888 h 888"/>
                <a:gd name="GluePoint7X" fmla="*/ 186 w 3582"/>
                <a:gd name="GluePoint7Y" fmla="*/ 882 h 888"/>
                <a:gd name="GluePoint8X" fmla="*/ 216 w 3582"/>
                <a:gd name="GluePoint8Y" fmla="*/ 876 h 888"/>
                <a:gd name="GluePoint9X" fmla="*/ 240 w 3582"/>
                <a:gd name="GluePoint9Y" fmla="*/ 876 h 888"/>
                <a:gd name="GluePoint10X" fmla="*/ 270 w 3582"/>
                <a:gd name="GluePoint10Y" fmla="*/ 870 h 888"/>
                <a:gd name="GluePoint11X" fmla="*/ 528 w 3582"/>
                <a:gd name="GluePoint11Y" fmla="*/ 816 h 888"/>
                <a:gd name="GluePoint12X" fmla="*/ 558 w 3582"/>
                <a:gd name="GluePoint12Y" fmla="*/ 810 h 888"/>
                <a:gd name="GluePoint13X" fmla="*/ 582 w 3582"/>
                <a:gd name="GluePoint13Y" fmla="*/ 798 h 888"/>
                <a:gd name="GluePoint14X" fmla="*/ 612 w 3582"/>
                <a:gd name="GluePoint14Y" fmla="*/ 792 h 888"/>
                <a:gd name="GluePoint15X" fmla="*/ 636 w 3582"/>
                <a:gd name="GluePoint15Y" fmla="*/ 786 h 888"/>
                <a:gd name="GluePoint16X" fmla="*/ 666 w 3582"/>
                <a:gd name="GluePoint16Y" fmla="*/ 774 h 888"/>
                <a:gd name="GluePoint17X" fmla="*/ 924 w 3582"/>
                <a:gd name="GluePoint17Y" fmla="*/ 678 h 888"/>
                <a:gd name="GluePoint18X" fmla="*/ 954 w 3582"/>
                <a:gd name="GluePoint18Y" fmla="*/ 666 h 888"/>
                <a:gd name="GluePoint19X" fmla="*/ 984 w 3582"/>
                <a:gd name="GluePoint19Y" fmla="*/ 654 h 888"/>
                <a:gd name="GluePoint20X" fmla="*/ 1008 w 3582"/>
                <a:gd name="GluePoint20Y" fmla="*/ 642 h 888"/>
                <a:gd name="GluePoint21X" fmla="*/ 1038 w 3582"/>
                <a:gd name="GluePoint21Y" fmla="*/ 630 h 888"/>
                <a:gd name="GluePoint22X" fmla="*/ 1062 w 3582"/>
                <a:gd name="GluePoint22Y" fmla="*/ 612 h 888"/>
                <a:gd name="GluePoint23X" fmla="*/ 1326 w 3582"/>
                <a:gd name="GluePoint23Y" fmla="*/ 462 h 888"/>
                <a:gd name="GluePoint24X" fmla="*/ 1350 w 3582"/>
                <a:gd name="GluePoint24Y" fmla="*/ 444 h 888"/>
                <a:gd name="GluePoint25X" fmla="*/ 1380 w 3582"/>
                <a:gd name="GluePoint25Y" fmla="*/ 426 h 888"/>
                <a:gd name="GluePoint26X" fmla="*/ 1404 w 3582"/>
                <a:gd name="GluePoint26Y" fmla="*/ 408 h 888"/>
                <a:gd name="GluePoint27X" fmla="*/ 1434 w 3582"/>
                <a:gd name="GluePoint27Y" fmla="*/ 390 h 888"/>
                <a:gd name="GluePoint28X" fmla="*/ 1458 w 3582"/>
                <a:gd name="GluePoint28Y" fmla="*/ 372 h 888"/>
                <a:gd name="GluePoint29X" fmla="*/ 1722 w 3582"/>
                <a:gd name="GluePoint29Y" fmla="*/ 156 h 888"/>
                <a:gd name="GluePoint30X" fmla="*/ 1746 w 3582"/>
                <a:gd name="GluePoint30Y" fmla="*/ 126 h 888"/>
                <a:gd name="GluePoint31X" fmla="*/ 1776 w 3582"/>
                <a:gd name="GluePoint31Y" fmla="*/ 102 h 888"/>
                <a:gd name="GluePoint32X" fmla="*/ 1800 w 3582"/>
                <a:gd name="GluePoint32Y" fmla="*/ 72 h 888"/>
                <a:gd name="GluePoint33X" fmla="*/ 1830 w 3582"/>
                <a:gd name="GluePoint33Y" fmla="*/ 48 h 888"/>
                <a:gd name="GluePoint34X" fmla="*/ 1854 w 3582"/>
                <a:gd name="GluePoint34Y" fmla="*/ 18 h 888"/>
                <a:gd name="GluePoint35X" fmla="*/ 1884 w 3582"/>
                <a:gd name="GluePoint35Y" fmla="*/ 0 h 888"/>
                <a:gd name="GluePoint36X" fmla="*/ 1908 w 3582"/>
                <a:gd name="GluePoint36Y" fmla="*/ 0 h 888"/>
                <a:gd name="GluePoint37X" fmla="*/ 1938 w 3582"/>
                <a:gd name="GluePoint37Y" fmla="*/ 18 h 888"/>
                <a:gd name="GluePoint38X" fmla="*/ 1962 w 3582"/>
                <a:gd name="GluePoint38Y" fmla="*/ 48 h 888"/>
                <a:gd name="GluePoint39X" fmla="*/ 1992 w 3582"/>
                <a:gd name="GluePoint39Y" fmla="*/ 72 h 888"/>
                <a:gd name="GluePoint40X" fmla="*/ 2016 w 3582"/>
                <a:gd name="GluePoint40Y" fmla="*/ 102 h 888"/>
                <a:gd name="GluePoint41X" fmla="*/ 2046 w 3582"/>
                <a:gd name="GluePoint41Y" fmla="*/ 126 h 888"/>
                <a:gd name="GluePoint42X" fmla="*/ 2076 w 3582"/>
                <a:gd name="GluePoint42Y" fmla="*/ 150 h 888"/>
                <a:gd name="GluePoint43X" fmla="*/ 2334 w 3582"/>
                <a:gd name="GluePoint43Y" fmla="*/ 366 h 888"/>
                <a:gd name="GluePoint44X" fmla="*/ 2358 w 3582"/>
                <a:gd name="GluePoint44Y" fmla="*/ 384 h 888"/>
                <a:gd name="GluePoint45X" fmla="*/ 2388 w 3582"/>
                <a:gd name="GluePoint45Y" fmla="*/ 408 h 888"/>
                <a:gd name="GluePoint46X" fmla="*/ 2418 w 3582"/>
                <a:gd name="GluePoint46Y" fmla="*/ 426 h 888"/>
                <a:gd name="GluePoint47X" fmla="*/ 2442 w 3582"/>
                <a:gd name="GluePoint47Y" fmla="*/ 444 h 888"/>
                <a:gd name="GluePoint48X" fmla="*/ 2472 w 3582"/>
                <a:gd name="GluePoint48Y" fmla="*/ 462 h 888"/>
                <a:gd name="GluePoint49X" fmla="*/ 2730 w 3582"/>
                <a:gd name="GluePoint49Y" fmla="*/ 612 h 888"/>
                <a:gd name="GluePoint50X" fmla="*/ 2760 w 3582"/>
                <a:gd name="GluePoint50Y" fmla="*/ 624 h 888"/>
                <a:gd name="GluePoint51X" fmla="*/ 2784 w 3582"/>
                <a:gd name="GluePoint51Y" fmla="*/ 636 h 888"/>
                <a:gd name="GluePoint52X" fmla="*/ 2814 w 3582"/>
                <a:gd name="GluePoint52Y" fmla="*/ 648 h 888"/>
                <a:gd name="GluePoint53X" fmla="*/ 2838 w 3582"/>
                <a:gd name="GluePoint53Y" fmla="*/ 666 h 888"/>
                <a:gd name="GluePoint54X" fmla="*/ 2868 w 3582"/>
                <a:gd name="GluePoint54Y" fmla="*/ 678 h 888"/>
                <a:gd name="GluePoint55X" fmla="*/ 3126 w 3582"/>
                <a:gd name="GluePoint55Y" fmla="*/ 774 h 888"/>
                <a:gd name="GluePoint56X" fmla="*/ 3156 w 3582"/>
                <a:gd name="GluePoint56Y" fmla="*/ 780 h 888"/>
                <a:gd name="GluePoint57X" fmla="*/ 3180 w 3582"/>
                <a:gd name="GluePoint57Y" fmla="*/ 792 h 888"/>
                <a:gd name="GluePoint58X" fmla="*/ 3210 w 3582"/>
                <a:gd name="GluePoint58Y" fmla="*/ 798 h 888"/>
                <a:gd name="GluePoint59X" fmla="*/ 3234 w 3582"/>
                <a:gd name="GluePoint59Y" fmla="*/ 804 h 888"/>
                <a:gd name="GluePoint60X" fmla="*/ 3264 w 3582"/>
                <a:gd name="GluePoint60Y" fmla="*/ 816 h 888"/>
                <a:gd name="GluePoint61X" fmla="*/ 3522 w 3582"/>
                <a:gd name="GluePoint61Y" fmla="*/ 870 h 888"/>
                <a:gd name="GluePoint62X" fmla="*/ 3552 w 3582"/>
                <a:gd name="GluePoint62Y" fmla="*/ 876 h 888"/>
                <a:gd name="GluePoint63X" fmla="*/ 3576 w 3582"/>
                <a:gd name="GluePoint63Y" fmla="*/ 876 h 8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l" t="t" r="r" b="b"/>
              <a:pathLst>
                <a:path w="3582" h="888">
                  <a:moveTo>
                    <a:pt x="0" y="876"/>
                  </a:moveTo>
                  <a:lnTo>
                    <a:pt x="0" y="876"/>
                  </a:lnTo>
                  <a:lnTo>
                    <a:pt x="0" y="876"/>
                  </a:lnTo>
                  <a:lnTo>
                    <a:pt x="0" y="876"/>
                  </a:lnTo>
                  <a:lnTo>
                    <a:pt x="0" y="876"/>
                  </a:lnTo>
                  <a:lnTo>
                    <a:pt x="0" y="876"/>
                  </a:lnTo>
                  <a:lnTo>
                    <a:pt x="0" y="876"/>
                  </a:lnTo>
                  <a:lnTo>
                    <a:pt x="0" y="876"/>
                  </a:lnTo>
                  <a:lnTo>
                    <a:pt x="6" y="876"/>
                  </a:lnTo>
                  <a:lnTo>
                    <a:pt x="6" y="876"/>
                  </a:lnTo>
                  <a:lnTo>
                    <a:pt x="6" y="876"/>
                  </a:lnTo>
                  <a:lnTo>
                    <a:pt x="6" y="876"/>
                  </a:lnTo>
                  <a:lnTo>
                    <a:pt x="6" y="882"/>
                  </a:lnTo>
                  <a:lnTo>
                    <a:pt x="6" y="882"/>
                  </a:lnTo>
                  <a:lnTo>
                    <a:pt x="6" y="882"/>
                  </a:lnTo>
                  <a:lnTo>
                    <a:pt x="6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2" y="882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18" y="882"/>
                  </a:lnTo>
                  <a:lnTo>
                    <a:pt x="24" y="882"/>
                  </a:lnTo>
                  <a:lnTo>
                    <a:pt x="24" y="882"/>
                  </a:lnTo>
                  <a:lnTo>
                    <a:pt x="24" y="882"/>
                  </a:lnTo>
                  <a:lnTo>
                    <a:pt x="24" y="882"/>
                  </a:lnTo>
                  <a:lnTo>
                    <a:pt x="24" y="882"/>
                  </a:lnTo>
                  <a:lnTo>
                    <a:pt x="24" y="882"/>
                  </a:lnTo>
                  <a:lnTo>
                    <a:pt x="24" y="882"/>
                  </a:lnTo>
                  <a:lnTo>
                    <a:pt x="24" y="882"/>
                  </a:lnTo>
                  <a:lnTo>
                    <a:pt x="30" y="882"/>
                  </a:lnTo>
                  <a:lnTo>
                    <a:pt x="30" y="882"/>
                  </a:lnTo>
                  <a:lnTo>
                    <a:pt x="30" y="882"/>
                  </a:lnTo>
                  <a:lnTo>
                    <a:pt x="30" y="882"/>
                  </a:lnTo>
                  <a:lnTo>
                    <a:pt x="30" y="882"/>
                  </a:lnTo>
                  <a:lnTo>
                    <a:pt x="30" y="882"/>
                  </a:lnTo>
                  <a:lnTo>
                    <a:pt x="30" y="882"/>
                  </a:lnTo>
                  <a:lnTo>
                    <a:pt x="30" y="882"/>
                  </a:lnTo>
                  <a:lnTo>
                    <a:pt x="30" y="882"/>
                  </a:lnTo>
                  <a:lnTo>
                    <a:pt x="36" y="882"/>
                  </a:lnTo>
                  <a:lnTo>
                    <a:pt x="36" y="882"/>
                  </a:lnTo>
                  <a:lnTo>
                    <a:pt x="36" y="882"/>
                  </a:lnTo>
                  <a:lnTo>
                    <a:pt x="36" y="882"/>
                  </a:lnTo>
                  <a:lnTo>
                    <a:pt x="36" y="882"/>
                  </a:lnTo>
                  <a:lnTo>
                    <a:pt x="36" y="882"/>
                  </a:lnTo>
                  <a:lnTo>
                    <a:pt x="36" y="882"/>
                  </a:lnTo>
                  <a:lnTo>
                    <a:pt x="36" y="882"/>
                  </a:lnTo>
                  <a:lnTo>
                    <a:pt x="42" y="882"/>
                  </a:lnTo>
                  <a:lnTo>
                    <a:pt x="42" y="882"/>
                  </a:lnTo>
                  <a:lnTo>
                    <a:pt x="42" y="882"/>
                  </a:lnTo>
                  <a:lnTo>
                    <a:pt x="42" y="882"/>
                  </a:lnTo>
                  <a:lnTo>
                    <a:pt x="42" y="882"/>
                  </a:lnTo>
                  <a:lnTo>
                    <a:pt x="42" y="882"/>
                  </a:lnTo>
                  <a:lnTo>
                    <a:pt x="42" y="882"/>
                  </a:lnTo>
                  <a:lnTo>
                    <a:pt x="42" y="882"/>
                  </a:lnTo>
                  <a:lnTo>
                    <a:pt x="42" y="882"/>
                  </a:lnTo>
                  <a:lnTo>
                    <a:pt x="48" y="882"/>
                  </a:lnTo>
                  <a:lnTo>
                    <a:pt x="48" y="882"/>
                  </a:lnTo>
                  <a:lnTo>
                    <a:pt x="48" y="882"/>
                  </a:lnTo>
                  <a:lnTo>
                    <a:pt x="48" y="882"/>
                  </a:lnTo>
                  <a:lnTo>
                    <a:pt x="48" y="882"/>
                  </a:lnTo>
                  <a:lnTo>
                    <a:pt x="48" y="882"/>
                  </a:lnTo>
                  <a:lnTo>
                    <a:pt x="48" y="882"/>
                  </a:lnTo>
                  <a:lnTo>
                    <a:pt x="48" y="888"/>
                  </a:lnTo>
                  <a:lnTo>
                    <a:pt x="54" y="888"/>
                  </a:lnTo>
                  <a:lnTo>
                    <a:pt x="54" y="888"/>
                  </a:lnTo>
                  <a:lnTo>
                    <a:pt x="54" y="888"/>
                  </a:lnTo>
                  <a:lnTo>
                    <a:pt x="54" y="888"/>
                  </a:lnTo>
                  <a:lnTo>
                    <a:pt x="54" y="888"/>
                  </a:lnTo>
                  <a:lnTo>
                    <a:pt x="54" y="888"/>
                  </a:lnTo>
                  <a:lnTo>
                    <a:pt x="54" y="888"/>
                  </a:lnTo>
                  <a:lnTo>
                    <a:pt x="54" y="888"/>
                  </a:lnTo>
                  <a:lnTo>
                    <a:pt x="54" y="888"/>
                  </a:lnTo>
                  <a:lnTo>
                    <a:pt x="60" y="888"/>
                  </a:lnTo>
                  <a:lnTo>
                    <a:pt x="60" y="888"/>
                  </a:lnTo>
                  <a:lnTo>
                    <a:pt x="60" y="888"/>
                  </a:lnTo>
                  <a:lnTo>
                    <a:pt x="60" y="888"/>
                  </a:lnTo>
                  <a:lnTo>
                    <a:pt x="60" y="888"/>
                  </a:lnTo>
                  <a:lnTo>
                    <a:pt x="60" y="888"/>
                  </a:lnTo>
                  <a:lnTo>
                    <a:pt x="60" y="888"/>
                  </a:lnTo>
                  <a:lnTo>
                    <a:pt x="60" y="888"/>
                  </a:lnTo>
                  <a:lnTo>
                    <a:pt x="66" y="888"/>
                  </a:lnTo>
                  <a:lnTo>
                    <a:pt x="66" y="888"/>
                  </a:lnTo>
                  <a:lnTo>
                    <a:pt x="66" y="888"/>
                  </a:lnTo>
                  <a:lnTo>
                    <a:pt x="66" y="888"/>
                  </a:lnTo>
                  <a:lnTo>
                    <a:pt x="66" y="888"/>
                  </a:lnTo>
                  <a:lnTo>
                    <a:pt x="66" y="888"/>
                  </a:lnTo>
                  <a:lnTo>
                    <a:pt x="66" y="888"/>
                  </a:lnTo>
                  <a:lnTo>
                    <a:pt x="66" y="888"/>
                  </a:lnTo>
                  <a:lnTo>
                    <a:pt x="72" y="888"/>
                  </a:lnTo>
                  <a:lnTo>
                    <a:pt x="72" y="888"/>
                  </a:lnTo>
                  <a:lnTo>
                    <a:pt x="72" y="888"/>
                  </a:lnTo>
                  <a:lnTo>
                    <a:pt x="72" y="888"/>
                  </a:lnTo>
                  <a:lnTo>
                    <a:pt x="72" y="888"/>
                  </a:lnTo>
                  <a:lnTo>
                    <a:pt x="72" y="888"/>
                  </a:lnTo>
                  <a:lnTo>
                    <a:pt x="72" y="888"/>
                  </a:lnTo>
                  <a:lnTo>
                    <a:pt x="72" y="888"/>
                  </a:lnTo>
                  <a:lnTo>
                    <a:pt x="72" y="888"/>
                  </a:lnTo>
                  <a:lnTo>
                    <a:pt x="78" y="888"/>
                  </a:lnTo>
                  <a:lnTo>
                    <a:pt x="78" y="888"/>
                  </a:lnTo>
                  <a:lnTo>
                    <a:pt x="78" y="888"/>
                  </a:lnTo>
                  <a:lnTo>
                    <a:pt x="78" y="888"/>
                  </a:lnTo>
                  <a:lnTo>
                    <a:pt x="78" y="888"/>
                  </a:lnTo>
                  <a:lnTo>
                    <a:pt x="78" y="888"/>
                  </a:lnTo>
                  <a:lnTo>
                    <a:pt x="78" y="888"/>
                  </a:lnTo>
                  <a:lnTo>
                    <a:pt x="78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84" y="888"/>
                  </a:lnTo>
                  <a:lnTo>
                    <a:pt x="90" y="888"/>
                  </a:lnTo>
                  <a:lnTo>
                    <a:pt x="90" y="888"/>
                  </a:lnTo>
                  <a:lnTo>
                    <a:pt x="90" y="888"/>
                  </a:lnTo>
                  <a:lnTo>
                    <a:pt x="90" y="888"/>
                  </a:lnTo>
                  <a:lnTo>
                    <a:pt x="90" y="888"/>
                  </a:lnTo>
                  <a:lnTo>
                    <a:pt x="90" y="888"/>
                  </a:lnTo>
                  <a:lnTo>
                    <a:pt x="90" y="888"/>
                  </a:lnTo>
                  <a:lnTo>
                    <a:pt x="90" y="888"/>
                  </a:lnTo>
                  <a:lnTo>
                    <a:pt x="96" y="888"/>
                  </a:lnTo>
                  <a:lnTo>
                    <a:pt x="96" y="888"/>
                  </a:lnTo>
                  <a:lnTo>
                    <a:pt x="96" y="888"/>
                  </a:lnTo>
                  <a:lnTo>
                    <a:pt x="96" y="888"/>
                  </a:lnTo>
                  <a:lnTo>
                    <a:pt x="96" y="888"/>
                  </a:lnTo>
                  <a:lnTo>
                    <a:pt x="96" y="888"/>
                  </a:lnTo>
                  <a:lnTo>
                    <a:pt x="96" y="888"/>
                  </a:lnTo>
                  <a:lnTo>
                    <a:pt x="96" y="888"/>
                  </a:lnTo>
                  <a:lnTo>
                    <a:pt x="102" y="888"/>
                  </a:lnTo>
                  <a:lnTo>
                    <a:pt x="102" y="888"/>
                  </a:lnTo>
                  <a:lnTo>
                    <a:pt x="102" y="888"/>
                  </a:lnTo>
                  <a:lnTo>
                    <a:pt x="102" y="888"/>
                  </a:lnTo>
                  <a:lnTo>
                    <a:pt x="102" y="888"/>
                  </a:lnTo>
                  <a:lnTo>
                    <a:pt x="102" y="888"/>
                  </a:lnTo>
                  <a:lnTo>
                    <a:pt x="102" y="888"/>
                  </a:lnTo>
                  <a:lnTo>
                    <a:pt x="102" y="888"/>
                  </a:lnTo>
                  <a:lnTo>
                    <a:pt x="102" y="888"/>
                  </a:lnTo>
                  <a:lnTo>
                    <a:pt x="108" y="888"/>
                  </a:lnTo>
                  <a:lnTo>
                    <a:pt x="108" y="888"/>
                  </a:lnTo>
                  <a:lnTo>
                    <a:pt x="108" y="888"/>
                  </a:lnTo>
                  <a:lnTo>
                    <a:pt x="108" y="888"/>
                  </a:lnTo>
                  <a:lnTo>
                    <a:pt x="108" y="888"/>
                  </a:lnTo>
                  <a:lnTo>
                    <a:pt x="108" y="888"/>
                  </a:lnTo>
                  <a:lnTo>
                    <a:pt x="108" y="888"/>
                  </a:lnTo>
                  <a:lnTo>
                    <a:pt x="108" y="888"/>
                  </a:lnTo>
                  <a:lnTo>
                    <a:pt x="114" y="888"/>
                  </a:lnTo>
                  <a:lnTo>
                    <a:pt x="114" y="888"/>
                  </a:lnTo>
                  <a:lnTo>
                    <a:pt x="114" y="888"/>
                  </a:lnTo>
                  <a:lnTo>
                    <a:pt x="114" y="888"/>
                  </a:lnTo>
                  <a:lnTo>
                    <a:pt x="114" y="888"/>
                  </a:lnTo>
                  <a:lnTo>
                    <a:pt x="114" y="888"/>
                  </a:lnTo>
                  <a:lnTo>
                    <a:pt x="114" y="888"/>
                  </a:lnTo>
                  <a:lnTo>
                    <a:pt x="114" y="888"/>
                  </a:lnTo>
                  <a:lnTo>
                    <a:pt x="120" y="888"/>
                  </a:lnTo>
                  <a:lnTo>
                    <a:pt x="120" y="888"/>
                  </a:lnTo>
                  <a:lnTo>
                    <a:pt x="120" y="888"/>
                  </a:lnTo>
                  <a:lnTo>
                    <a:pt x="120" y="888"/>
                  </a:lnTo>
                  <a:lnTo>
                    <a:pt x="120" y="888"/>
                  </a:lnTo>
                  <a:lnTo>
                    <a:pt x="120" y="888"/>
                  </a:lnTo>
                  <a:lnTo>
                    <a:pt x="120" y="888"/>
                  </a:lnTo>
                  <a:lnTo>
                    <a:pt x="120" y="888"/>
                  </a:lnTo>
                  <a:lnTo>
                    <a:pt x="120" y="888"/>
                  </a:lnTo>
                  <a:lnTo>
                    <a:pt x="126" y="888"/>
                  </a:lnTo>
                  <a:lnTo>
                    <a:pt x="126" y="888"/>
                  </a:lnTo>
                  <a:lnTo>
                    <a:pt x="126" y="888"/>
                  </a:lnTo>
                  <a:lnTo>
                    <a:pt x="126" y="888"/>
                  </a:lnTo>
                  <a:lnTo>
                    <a:pt x="126" y="888"/>
                  </a:lnTo>
                  <a:lnTo>
                    <a:pt x="126" y="888"/>
                  </a:lnTo>
                  <a:lnTo>
                    <a:pt x="126" y="888"/>
                  </a:lnTo>
                  <a:lnTo>
                    <a:pt x="126" y="888"/>
                  </a:lnTo>
                  <a:lnTo>
                    <a:pt x="132" y="888"/>
                  </a:lnTo>
                  <a:lnTo>
                    <a:pt x="132" y="888"/>
                  </a:lnTo>
                  <a:lnTo>
                    <a:pt x="132" y="888"/>
                  </a:lnTo>
                  <a:lnTo>
                    <a:pt x="132" y="888"/>
                  </a:lnTo>
                  <a:lnTo>
                    <a:pt x="132" y="888"/>
                  </a:lnTo>
                  <a:lnTo>
                    <a:pt x="132" y="888"/>
                  </a:lnTo>
                  <a:lnTo>
                    <a:pt x="132" y="888"/>
                  </a:lnTo>
                  <a:lnTo>
                    <a:pt x="132" y="888"/>
                  </a:lnTo>
                  <a:lnTo>
                    <a:pt x="132" y="888"/>
                  </a:lnTo>
                  <a:lnTo>
                    <a:pt x="138" y="888"/>
                  </a:lnTo>
                  <a:lnTo>
                    <a:pt x="138" y="888"/>
                  </a:lnTo>
                  <a:lnTo>
                    <a:pt x="138" y="888"/>
                  </a:lnTo>
                  <a:lnTo>
                    <a:pt x="138" y="888"/>
                  </a:lnTo>
                  <a:lnTo>
                    <a:pt x="138" y="888"/>
                  </a:lnTo>
                  <a:lnTo>
                    <a:pt x="138" y="888"/>
                  </a:lnTo>
                  <a:lnTo>
                    <a:pt x="138" y="888"/>
                  </a:lnTo>
                  <a:lnTo>
                    <a:pt x="138" y="888"/>
                  </a:lnTo>
                  <a:lnTo>
                    <a:pt x="144" y="888"/>
                  </a:lnTo>
                  <a:lnTo>
                    <a:pt x="144" y="888"/>
                  </a:lnTo>
                  <a:lnTo>
                    <a:pt x="144" y="888"/>
                  </a:lnTo>
                  <a:lnTo>
                    <a:pt x="144" y="888"/>
                  </a:lnTo>
                  <a:lnTo>
                    <a:pt x="144" y="888"/>
                  </a:lnTo>
                  <a:lnTo>
                    <a:pt x="144" y="888"/>
                  </a:lnTo>
                  <a:lnTo>
                    <a:pt x="144" y="888"/>
                  </a:lnTo>
                  <a:lnTo>
                    <a:pt x="144" y="888"/>
                  </a:lnTo>
                  <a:lnTo>
                    <a:pt x="150" y="888"/>
                  </a:lnTo>
                  <a:lnTo>
                    <a:pt x="150" y="888"/>
                  </a:lnTo>
                  <a:lnTo>
                    <a:pt x="150" y="888"/>
                  </a:lnTo>
                  <a:lnTo>
                    <a:pt x="150" y="888"/>
                  </a:lnTo>
                  <a:lnTo>
                    <a:pt x="150" y="888"/>
                  </a:lnTo>
                  <a:lnTo>
                    <a:pt x="150" y="888"/>
                  </a:lnTo>
                  <a:lnTo>
                    <a:pt x="150" y="888"/>
                  </a:lnTo>
                  <a:lnTo>
                    <a:pt x="150" y="888"/>
                  </a:lnTo>
                  <a:lnTo>
                    <a:pt x="150" y="888"/>
                  </a:lnTo>
                  <a:lnTo>
                    <a:pt x="156" y="888"/>
                  </a:lnTo>
                  <a:lnTo>
                    <a:pt x="156" y="888"/>
                  </a:lnTo>
                  <a:lnTo>
                    <a:pt x="156" y="888"/>
                  </a:lnTo>
                  <a:lnTo>
                    <a:pt x="156" y="888"/>
                  </a:lnTo>
                  <a:lnTo>
                    <a:pt x="156" y="888"/>
                  </a:lnTo>
                  <a:lnTo>
                    <a:pt x="156" y="888"/>
                  </a:lnTo>
                  <a:lnTo>
                    <a:pt x="156" y="888"/>
                  </a:lnTo>
                  <a:lnTo>
                    <a:pt x="156" y="888"/>
                  </a:lnTo>
                  <a:lnTo>
                    <a:pt x="162" y="888"/>
                  </a:lnTo>
                  <a:lnTo>
                    <a:pt x="162" y="888"/>
                  </a:lnTo>
                  <a:lnTo>
                    <a:pt x="162" y="888"/>
                  </a:lnTo>
                  <a:lnTo>
                    <a:pt x="162" y="888"/>
                  </a:lnTo>
                  <a:lnTo>
                    <a:pt x="162" y="888"/>
                  </a:lnTo>
                  <a:lnTo>
                    <a:pt x="162" y="888"/>
                  </a:lnTo>
                  <a:lnTo>
                    <a:pt x="162" y="882"/>
                  </a:lnTo>
                  <a:lnTo>
                    <a:pt x="162" y="882"/>
                  </a:lnTo>
                  <a:lnTo>
                    <a:pt x="162" y="882"/>
                  </a:lnTo>
                  <a:lnTo>
                    <a:pt x="168" y="882"/>
                  </a:lnTo>
                  <a:lnTo>
                    <a:pt x="168" y="882"/>
                  </a:lnTo>
                  <a:lnTo>
                    <a:pt x="168" y="882"/>
                  </a:lnTo>
                  <a:lnTo>
                    <a:pt x="168" y="882"/>
                  </a:lnTo>
                  <a:lnTo>
                    <a:pt x="168" y="882"/>
                  </a:lnTo>
                  <a:lnTo>
                    <a:pt x="168" y="882"/>
                  </a:lnTo>
                  <a:lnTo>
                    <a:pt x="168" y="882"/>
                  </a:lnTo>
                  <a:lnTo>
                    <a:pt x="168" y="882"/>
                  </a:lnTo>
                  <a:lnTo>
                    <a:pt x="174" y="882"/>
                  </a:lnTo>
                  <a:lnTo>
                    <a:pt x="174" y="882"/>
                  </a:lnTo>
                  <a:lnTo>
                    <a:pt x="174" y="882"/>
                  </a:lnTo>
                  <a:lnTo>
                    <a:pt x="174" y="882"/>
                  </a:lnTo>
                  <a:lnTo>
                    <a:pt x="174" y="882"/>
                  </a:lnTo>
                  <a:lnTo>
                    <a:pt x="174" y="882"/>
                  </a:lnTo>
                  <a:lnTo>
                    <a:pt x="174" y="882"/>
                  </a:lnTo>
                  <a:lnTo>
                    <a:pt x="174" y="882"/>
                  </a:lnTo>
                  <a:lnTo>
                    <a:pt x="174" y="882"/>
                  </a:lnTo>
                  <a:lnTo>
                    <a:pt x="180" y="882"/>
                  </a:lnTo>
                  <a:lnTo>
                    <a:pt x="180" y="882"/>
                  </a:lnTo>
                  <a:lnTo>
                    <a:pt x="180" y="882"/>
                  </a:lnTo>
                  <a:lnTo>
                    <a:pt x="180" y="882"/>
                  </a:lnTo>
                  <a:lnTo>
                    <a:pt x="180" y="882"/>
                  </a:lnTo>
                  <a:lnTo>
                    <a:pt x="180" y="882"/>
                  </a:lnTo>
                  <a:lnTo>
                    <a:pt x="180" y="882"/>
                  </a:lnTo>
                  <a:lnTo>
                    <a:pt x="180" y="882"/>
                  </a:lnTo>
                  <a:lnTo>
                    <a:pt x="186" y="882"/>
                  </a:lnTo>
                  <a:lnTo>
                    <a:pt x="186" y="882"/>
                  </a:lnTo>
                  <a:lnTo>
                    <a:pt x="186" y="882"/>
                  </a:lnTo>
                  <a:lnTo>
                    <a:pt x="186" y="882"/>
                  </a:lnTo>
                  <a:lnTo>
                    <a:pt x="186" y="882"/>
                  </a:lnTo>
                  <a:lnTo>
                    <a:pt x="186" y="882"/>
                  </a:lnTo>
                  <a:lnTo>
                    <a:pt x="186" y="882"/>
                  </a:lnTo>
                  <a:lnTo>
                    <a:pt x="186" y="882"/>
                  </a:lnTo>
                  <a:lnTo>
                    <a:pt x="192" y="882"/>
                  </a:lnTo>
                  <a:lnTo>
                    <a:pt x="192" y="882"/>
                  </a:lnTo>
                  <a:lnTo>
                    <a:pt x="192" y="882"/>
                  </a:lnTo>
                  <a:lnTo>
                    <a:pt x="192" y="882"/>
                  </a:lnTo>
                  <a:lnTo>
                    <a:pt x="192" y="882"/>
                  </a:lnTo>
                  <a:lnTo>
                    <a:pt x="192" y="882"/>
                  </a:lnTo>
                  <a:lnTo>
                    <a:pt x="192" y="882"/>
                  </a:lnTo>
                  <a:lnTo>
                    <a:pt x="192" y="882"/>
                  </a:lnTo>
                  <a:lnTo>
                    <a:pt x="192" y="882"/>
                  </a:lnTo>
                  <a:lnTo>
                    <a:pt x="198" y="882"/>
                  </a:lnTo>
                  <a:lnTo>
                    <a:pt x="198" y="882"/>
                  </a:lnTo>
                  <a:lnTo>
                    <a:pt x="198" y="882"/>
                  </a:lnTo>
                  <a:lnTo>
                    <a:pt x="198" y="882"/>
                  </a:lnTo>
                  <a:lnTo>
                    <a:pt x="198" y="882"/>
                  </a:lnTo>
                  <a:lnTo>
                    <a:pt x="198" y="882"/>
                  </a:lnTo>
                  <a:lnTo>
                    <a:pt x="198" y="882"/>
                  </a:lnTo>
                  <a:lnTo>
                    <a:pt x="198" y="882"/>
                  </a:lnTo>
                  <a:lnTo>
                    <a:pt x="204" y="882"/>
                  </a:lnTo>
                  <a:lnTo>
                    <a:pt x="204" y="882"/>
                  </a:lnTo>
                  <a:lnTo>
                    <a:pt x="204" y="882"/>
                  </a:lnTo>
                  <a:lnTo>
                    <a:pt x="204" y="882"/>
                  </a:lnTo>
                  <a:lnTo>
                    <a:pt x="204" y="882"/>
                  </a:lnTo>
                  <a:lnTo>
                    <a:pt x="204" y="882"/>
                  </a:lnTo>
                  <a:lnTo>
                    <a:pt x="204" y="882"/>
                  </a:lnTo>
                  <a:lnTo>
                    <a:pt x="204" y="882"/>
                  </a:lnTo>
                  <a:lnTo>
                    <a:pt x="210" y="882"/>
                  </a:lnTo>
                  <a:lnTo>
                    <a:pt x="210" y="882"/>
                  </a:lnTo>
                  <a:lnTo>
                    <a:pt x="210" y="882"/>
                  </a:lnTo>
                  <a:lnTo>
                    <a:pt x="210" y="876"/>
                  </a:lnTo>
                  <a:lnTo>
                    <a:pt x="210" y="876"/>
                  </a:lnTo>
                  <a:lnTo>
                    <a:pt x="210" y="876"/>
                  </a:lnTo>
                  <a:lnTo>
                    <a:pt x="210" y="876"/>
                  </a:lnTo>
                  <a:lnTo>
                    <a:pt x="210" y="876"/>
                  </a:lnTo>
                  <a:lnTo>
                    <a:pt x="210" y="876"/>
                  </a:lnTo>
                  <a:lnTo>
                    <a:pt x="216" y="876"/>
                  </a:lnTo>
                  <a:lnTo>
                    <a:pt x="216" y="876"/>
                  </a:lnTo>
                  <a:lnTo>
                    <a:pt x="216" y="876"/>
                  </a:lnTo>
                  <a:lnTo>
                    <a:pt x="216" y="876"/>
                  </a:lnTo>
                  <a:lnTo>
                    <a:pt x="216" y="876"/>
                  </a:lnTo>
                  <a:lnTo>
                    <a:pt x="216" y="876"/>
                  </a:lnTo>
                  <a:lnTo>
                    <a:pt x="216" y="876"/>
                  </a:lnTo>
                  <a:lnTo>
                    <a:pt x="216" y="876"/>
                  </a:lnTo>
                  <a:lnTo>
                    <a:pt x="222" y="876"/>
                  </a:lnTo>
                  <a:lnTo>
                    <a:pt x="222" y="876"/>
                  </a:lnTo>
                  <a:lnTo>
                    <a:pt x="222" y="876"/>
                  </a:lnTo>
                  <a:lnTo>
                    <a:pt x="222" y="876"/>
                  </a:lnTo>
                  <a:lnTo>
                    <a:pt x="222" y="876"/>
                  </a:lnTo>
                  <a:lnTo>
                    <a:pt x="222" y="876"/>
                  </a:lnTo>
                  <a:lnTo>
                    <a:pt x="222" y="876"/>
                  </a:lnTo>
                  <a:lnTo>
                    <a:pt x="222" y="876"/>
                  </a:lnTo>
                  <a:lnTo>
                    <a:pt x="222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34" y="876"/>
                  </a:lnTo>
                  <a:lnTo>
                    <a:pt x="234" y="876"/>
                  </a:lnTo>
                  <a:lnTo>
                    <a:pt x="234" y="876"/>
                  </a:lnTo>
                  <a:lnTo>
                    <a:pt x="234" y="876"/>
                  </a:lnTo>
                  <a:lnTo>
                    <a:pt x="234" y="876"/>
                  </a:lnTo>
                  <a:lnTo>
                    <a:pt x="234" y="876"/>
                  </a:lnTo>
                  <a:lnTo>
                    <a:pt x="234" y="876"/>
                  </a:lnTo>
                  <a:lnTo>
                    <a:pt x="234" y="876"/>
                  </a:lnTo>
                  <a:lnTo>
                    <a:pt x="240" y="876"/>
                  </a:lnTo>
                  <a:lnTo>
                    <a:pt x="240" y="876"/>
                  </a:lnTo>
                  <a:lnTo>
                    <a:pt x="240" y="876"/>
                  </a:lnTo>
                  <a:lnTo>
                    <a:pt x="240" y="876"/>
                  </a:lnTo>
                  <a:lnTo>
                    <a:pt x="240" y="876"/>
                  </a:lnTo>
                  <a:lnTo>
                    <a:pt x="240" y="876"/>
                  </a:lnTo>
                  <a:lnTo>
                    <a:pt x="240" y="876"/>
                  </a:lnTo>
                  <a:lnTo>
                    <a:pt x="240" y="876"/>
                  </a:lnTo>
                  <a:lnTo>
                    <a:pt x="240" y="876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52" y="876"/>
                  </a:lnTo>
                  <a:lnTo>
                    <a:pt x="252" y="870"/>
                  </a:lnTo>
                  <a:lnTo>
                    <a:pt x="252" y="870"/>
                  </a:lnTo>
                  <a:lnTo>
                    <a:pt x="252" y="870"/>
                  </a:lnTo>
                  <a:lnTo>
                    <a:pt x="252" y="870"/>
                  </a:lnTo>
                  <a:lnTo>
                    <a:pt x="252" y="870"/>
                  </a:lnTo>
                  <a:lnTo>
                    <a:pt x="252" y="870"/>
                  </a:lnTo>
                  <a:lnTo>
                    <a:pt x="252" y="870"/>
                  </a:lnTo>
                  <a:lnTo>
                    <a:pt x="258" y="870"/>
                  </a:lnTo>
                  <a:lnTo>
                    <a:pt x="258" y="870"/>
                  </a:lnTo>
                  <a:lnTo>
                    <a:pt x="258" y="870"/>
                  </a:lnTo>
                  <a:lnTo>
                    <a:pt x="258" y="870"/>
                  </a:lnTo>
                  <a:lnTo>
                    <a:pt x="258" y="870"/>
                  </a:lnTo>
                  <a:lnTo>
                    <a:pt x="258" y="870"/>
                  </a:lnTo>
                  <a:lnTo>
                    <a:pt x="258" y="870"/>
                  </a:lnTo>
                  <a:lnTo>
                    <a:pt x="258" y="870"/>
                  </a:lnTo>
                  <a:lnTo>
                    <a:pt x="258" y="870"/>
                  </a:lnTo>
                  <a:lnTo>
                    <a:pt x="264" y="870"/>
                  </a:lnTo>
                  <a:lnTo>
                    <a:pt x="264" y="870"/>
                  </a:lnTo>
                  <a:lnTo>
                    <a:pt x="264" y="870"/>
                  </a:lnTo>
                  <a:lnTo>
                    <a:pt x="264" y="870"/>
                  </a:lnTo>
                  <a:lnTo>
                    <a:pt x="264" y="870"/>
                  </a:lnTo>
                  <a:lnTo>
                    <a:pt x="264" y="870"/>
                  </a:lnTo>
                  <a:lnTo>
                    <a:pt x="264" y="870"/>
                  </a:lnTo>
                  <a:lnTo>
                    <a:pt x="264" y="870"/>
                  </a:lnTo>
                  <a:lnTo>
                    <a:pt x="270" y="870"/>
                  </a:lnTo>
                  <a:lnTo>
                    <a:pt x="270" y="870"/>
                  </a:lnTo>
                  <a:lnTo>
                    <a:pt x="270" y="870"/>
                  </a:lnTo>
                  <a:lnTo>
                    <a:pt x="270" y="870"/>
                  </a:lnTo>
                  <a:lnTo>
                    <a:pt x="270" y="870"/>
                  </a:lnTo>
                  <a:lnTo>
                    <a:pt x="270" y="870"/>
                  </a:lnTo>
                  <a:lnTo>
                    <a:pt x="270" y="870"/>
                  </a:lnTo>
                  <a:lnTo>
                    <a:pt x="270" y="870"/>
                  </a:lnTo>
                  <a:lnTo>
                    <a:pt x="270" y="870"/>
                  </a:lnTo>
                  <a:lnTo>
                    <a:pt x="276" y="870"/>
                  </a:lnTo>
                  <a:lnTo>
                    <a:pt x="276" y="870"/>
                  </a:lnTo>
                  <a:lnTo>
                    <a:pt x="276" y="870"/>
                  </a:lnTo>
                  <a:lnTo>
                    <a:pt x="276" y="870"/>
                  </a:lnTo>
                  <a:lnTo>
                    <a:pt x="276" y="870"/>
                  </a:lnTo>
                  <a:lnTo>
                    <a:pt x="276" y="870"/>
                  </a:lnTo>
                  <a:lnTo>
                    <a:pt x="276" y="870"/>
                  </a:lnTo>
                  <a:lnTo>
                    <a:pt x="276" y="870"/>
                  </a:lnTo>
                  <a:lnTo>
                    <a:pt x="282" y="870"/>
                  </a:lnTo>
                  <a:lnTo>
                    <a:pt x="282" y="870"/>
                  </a:lnTo>
                  <a:lnTo>
                    <a:pt x="282" y="870"/>
                  </a:lnTo>
                  <a:lnTo>
                    <a:pt x="282" y="870"/>
                  </a:lnTo>
                  <a:lnTo>
                    <a:pt x="282" y="870"/>
                  </a:lnTo>
                  <a:lnTo>
                    <a:pt x="282" y="870"/>
                  </a:lnTo>
                  <a:lnTo>
                    <a:pt x="282" y="870"/>
                  </a:lnTo>
                  <a:lnTo>
                    <a:pt x="282" y="870"/>
                  </a:lnTo>
                  <a:lnTo>
                    <a:pt x="288" y="870"/>
                  </a:lnTo>
                  <a:lnTo>
                    <a:pt x="288" y="870"/>
                  </a:lnTo>
                  <a:lnTo>
                    <a:pt x="288" y="870"/>
                  </a:lnTo>
                  <a:lnTo>
                    <a:pt x="288" y="870"/>
                  </a:lnTo>
                  <a:lnTo>
                    <a:pt x="288" y="864"/>
                  </a:lnTo>
                  <a:lnTo>
                    <a:pt x="288" y="864"/>
                  </a:lnTo>
                  <a:lnTo>
                    <a:pt x="288" y="864"/>
                  </a:lnTo>
                  <a:lnTo>
                    <a:pt x="288" y="864"/>
                  </a:lnTo>
                  <a:lnTo>
                    <a:pt x="288" y="864"/>
                  </a:lnTo>
                  <a:lnTo>
                    <a:pt x="294" y="864"/>
                  </a:lnTo>
                  <a:lnTo>
                    <a:pt x="294" y="864"/>
                  </a:lnTo>
                  <a:lnTo>
                    <a:pt x="294" y="864"/>
                  </a:lnTo>
                  <a:lnTo>
                    <a:pt x="294" y="864"/>
                  </a:lnTo>
                  <a:lnTo>
                    <a:pt x="528" y="816"/>
                  </a:lnTo>
                  <a:lnTo>
                    <a:pt x="528" y="816"/>
                  </a:lnTo>
                  <a:lnTo>
                    <a:pt x="528" y="816"/>
                  </a:lnTo>
                  <a:lnTo>
                    <a:pt x="528" y="816"/>
                  </a:lnTo>
                  <a:lnTo>
                    <a:pt x="528" y="816"/>
                  </a:lnTo>
                  <a:lnTo>
                    <a:pt x="534" y="816"/>
                  </a:lnTo>
                  <a:lnTo>
                    <a:pt x="534" y="816"/>
                  </a:lnTo>
                  <a:lnTo>
                    <a:pt x="534" y="816"/>
                  </a:lnTo>
                  <a:lnTo>
                    <a:pt x="534" y="816"/>
                  </a:lnTo>
                  <a:lnTo>
                    <a:pt x="534" y="816"/>
                  </a:lnTo>
                  <a:lnTo>
                    <a:pt x="534" y="816"/>
                  </a:lnTo>
                  <a:lnTo>
                    <a:pt x="534" y="816"/>
                  </a:lnTo>
                  <a:lnTo>
                    <a:pt x="534" y="816"/>
                  </a:lnTo>
                  <a:lnTo>
                    <a:pt x="540" y="816"/>
                  </a:lnTo>
                  <a:lnTo>
                    <a:pt x="540" y="816"/>
                  </a:lnTo>
                  <a:lnTo>
                    <a:pt x="540" y="816"/>
                  </a:lnTo>
                  <a:lnTo>
                    <a:pt x="540" y="810"/>
                  </a:lnTo>
                  <a:lnTo>
                    <a:pt x="540" y="810"/>
                  </a:lnTo>
                  <a:lnTo>
                    <a:pt x="540" y="810"/>
                  </a:lnTo>
                  <a:lnTo>
                    <a:pt x="540" y="810"/>
                  </a:lnTo>
                  <a:lnTo>
                    <a:pt x="540" y="810"/>
                  </a:lnTo>
                  <a:lnTo>
                    <a:pt x="546" y="810"/>
                  </a:lnTo>
                  <a:lnTo>
                    <a:pt x="546" y="810"/>
                  </a:lnTo>
                  <a:lnTo>
                    <a:pt x="546" y="810"/>
                  </a:lnTo>
                  <a:lnTo>
                    <a:pt x="546" y="810"/>
                  </a:lnTo>
                  <a:lnTo>
                    <a:pt x="546" y="810"/>
                  </a:lnTo>
                  <a:lnTo>
                    <a:pt x="546" y="810"/>
                  </a:lnTo>
                  <a:lnTo>
                    <a:pt x="546" y="810"/>
                  </a:lnTo>
                  <a:lnTo>
                    <a:pt x="546" y="810"/>
                  </a:lnTo>
                  <a:lnTo>
                    <a:pt x="546" y="810"/>
                  </a:lnTo>
                  <a:lnTo>
                    <a:pt x="552" y="810"/>
                  </a:lnTo>
                  <a:lnTo>
                    <a:pt x="552" y="810"/>
                  </a:lnTo>
                  <a:lnTo>
                    <a:pt x="552" y="810"/>
                  </a:lnTo>
                  <a:lnTo>
                    <a:pt x="552" y="810"/>
                  </a:lnTo>
                  <a:lnTo>
                    <a:pt x="552" y="810"/>
                  </a:lnTo>
                  <a:lnTo>
                    <a:pt x="552" y="810"/>
                  </a:lnTo>
                  <a:lnTo>
                    <a:pt x="552" y="810"/>
                  </a:lnTo>
                  <a:lnTo>
                    <a:pt x="552" y="810"/>
                  </a:lnTo>
                  <a:lnTo>
                    <a:pt x="558" y="810"/>
                  </a:lnTo>
                  <a:lnTo>
                    <a:pt x="558" y="810"/>
                  </a:lnTo>
                  <a:lnTo>
                    <a:pt x="558" y="810"/>
                  </a:lnTo>
                  <a:lnTo>
                    <a:pt x="558" y="810"/>
                  </a:lnTo>
                  <a:lnTo>
                    <a:pt x="558" y="810"/>
                  </a:lnTo>
                  <a:lnTo>
                    <a:pt x="558" y="810"/>
                  </a:lnTo>
                  <a:lnTo>
                    <a:pt x="558" y="810"/>
                  </a:lnTo>
                  <a:lnTo>
                    <a:pt x="558" y="810"/>
                  </a:lnTo>
                  <a:lnTo>
                    <a:pt x="564" y="810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64" y="804"/>
                  </a:lnTo>
                  <a:lnTo>
                    <a:pt x="570" y="804"/>
                  </a:lnTo>
                  <a:lnTo>
                    <a:pt x="570" y="804"/>
                  </a:lnTo>
                  <a:lnTo>
                    <a:pt x="570" y="804"/>
                  </a:lnTo>
                  <a:lnTo>
                    <a:pt x="570" y="804"/>
                  </a:lnTo>
                  <a:lnTo>
                    <a:pt x="570" y="804"/>
                  </a:lnTo>
                  <a:lnTo>
                    <a:pt x="570" y="804"/>
                  </a:lnTo>
                  <a:lnTo>
                    <a:pt x="570" y="804"/>
                  </a:lnTo>
                  <a:lnTo>
                    <a:pt x="570" y="804"/>
                  </a:lnTo>
                  <a:lnTo>
                    <a:pt x="576" y="804"/>
                  </a:lnTo>
                  <a:lnTo>
                    <a:pt x="576" y="804"/>
                  </a:lnTo>
                  <a:lnTo>
                    <a:pt x="576" y="804"/>
                  </a:lnTo>
                  <a:lnTo>
                    <a:pt x="576" y="804"/>
                  </a:lnTo>
                  <a:lnTo>
                    <a:pt x="576" y="804"/>
                  </a:lnTo>
                  <a:lnTo>
                    <a:pt x="576" y="804"/>
                  </a:lnTo>
                  <a:lnTo>
                    <a:pt x="576" y="804"/>
                  </a:lnTo>
                  <a:lnTo>
                    <a:pt x="576" y="804"/>
                  </a:lnTo>
                  <a:lnTo>
                    <a:pt x="576" y="804"/>
                  </a:lnTo>
                  <a:lnTo>
                    <a:pt x="582" y="804"/>
                  </a:lnTo>
                  <a:lnTo>
                    <a:pt x="582" y="804"/>
                  </a:lnTo>
                  <a:lnTo>
                    <a:pt x="582" y="804"/>
                  </a:lnTo>
                  <a:lnTo>
                    <a:pt x="582" y="804"/>
                  </a:lnTo>
                  <a:lnTo>
                    <a:pt x="582" y="804"/>
                  </a:lnTo>
                  <a:lnTo>
                    <a:pt x="582" y="798"/>
                  </a:lnTo>
                  <a:lnTo>
                    <a:pt x="582" y="798"/>
                  </a:lnTo>
                  <a:lnTo>
                    <a:pt x="582" y="798"/>
                  </a:lnTo>
                  <a:lnTo>
                    <a:pt x="588" y="798"/>
                  </a:lnTo>
                  <a:lnTo>
                    <a:pt x="588" y="798"/>
                  </a:lnTo>
                  <a:lnTo>
                    <a:pt x="588" y="798"/>
                  </a:lnTo>
                  <a:lnTo>
                    <a:pt x="588" y="798"/>
                  </a:lnTo>
                  <a:lnTo>
                    <a:pt x="588" y="798"/>
                  </a:lnTo>
                  <a:lnTo>
                    <a:pt x="588" y="798"/>
                  </a:lnTo>
                  <a:lnTo>
                    <a:pt x="588" y="798"/>
                  </a:lnTo>
                  <a:lnTo>
                    <a:pt x="588" y="798"/>
                  </a:lnTo>
                  <a:lnTo>
                    <a:pt x="594" y="798"/>
                  </a:lnTo>
                  <a:lnTo>
                    <a:pt x="594" y="798"/>
                  </a:lnTo>
                  <a:lnTo>
                    <a:pt x="594" y="798"/>
                  </a:lnTo>
                  <a:lnTo>
                    <a:pt x="594" y="798"/>
                  </a:lnTo>
                  <a:lnTo>
                    <a:pt x="594" y="798"/>
                  </a:lnTo>
                  <a:lnTo>
                    <a:pt x="594" y="798"/>
                  </a:lnTo>
                  <a:lnTo>
                    <a:pt x="594" y="798"/>
                  </a:lnTo>
                  <a:lnTo>
                    <a:pt x="594" y="798"/>
                  </a:lnTo>
                  <a:lnTo>
                    <a:pt x="594" y="798"/>
                  </a:lnTo>
                  <a:lnTo>
                    <a:pt x="600" y="798"/>
                  </a:lnTo>
                  <a:lnTo>
                    <a:pt x="600" y="798"/>
                  </a:lnTo>
                  <a:lnTo>
                    <a:pt x="600" y="798"/>
                  </a:lnTo>
                  <a:lnTo>
                    <a:pt x="600" y="798"/>
                  </a:lnTo>
                  <a:lnTo>
                    <a:pt x="600" y="798"/>
                  </a:lnTo>
                  <a:lnTo>
                    <a:pt x="600" y="798"/>
                  </a:lnTo>
                  <a:lnTo>
                    <a:pt x="600" y="798"/>
                  </a:lnTo>
                  <a:lnTo>
                    <a:pt x="600" y="798"/>
                  </a:lnTo>
                  <a:lnTo>
                    <a:pt x="606" y="798"/>
                  </a:lnTo>
                  <a:lnTo>
                    <a:pt x="606" y="792"/>
                  </a:lnTo>
                  <a:lnTo>
                    <a:pt x="606" y="792"/>
                  </a:lnTo>
                  <a:lnTo>
                    <a:pt x="606" y="792"/>
                  </a:lnTo>
                  <a:lnTo>
                    <a:pt x="606" y="792"/>
                  </a:lnTo>
                  <a:lnTo>
                    <a:pt x="606" y="792"/>
                  </a:lnTo>
                  <a:lnTo>
                    <a:pt x="606" y="792"/>
                  </a:lnTo>
                  <a:lnTo>
                    <a:pt x="606" y="792"/>
                  </a:lnTo>
                  <a:lnTo>
                    <a:pt x="612" y="792"/>
                  </a:lnTo>
                  <a:lnTo>
                    <a:pt x="612" y="792"/>
                  </a:lnTo>
                  <a:lnTo>
                    <a:pt x="612" y="792"/>
                  </a:lnTo>
                  <a:lnTo>
                    <a:pt x="612" y="792"/>
                  </a:lnTo>
                  <a:lnTo>
                    <a:pt x="612" y="792"/>
                  </a:lnTo>
                  <a:lnTo>
                    <a:pt x="612" y="792"/>
                  </a:lnTo>
                  <a:lnTo>
                    <a:pt x="612" y="792"/>
                  </a:lnTo>
                  <a:lnTo>
                    <a:pt x="612" y="792"/>
                  </a:lnTo>
                  <a:lnTo>
                    <a:pt x="612" y="792"/>
                  </a:lnTo>
                  <a:lnTo>
                    <a:pt x="618" y="792"/>
                  </a:lnTo>
                  <a:lnTo>
                    <a:pt x="618" y="792"/>
                  </a:lnTo>
                  <a:lnTo>
                    <a:pt x="618" y="792"/>
                  </a:lnTo>
                  <a:lnTo>
                    <a:pt x="618" y="792"/>
                  </a:lnTo>
                  <a:lnTo>
                    <a:pt x="618" y="792"/>
                  </a:lnTo>
                  <a:lnTo>
                    <a:pt x="618" y="792"/>
                  </a:lnTo>
                  <a:lnTo>
                    <a:pt x="618" y="792"/>
                  </a:lnTo>
                  <a:lnTo>
                    <a:pt x="618" y="792"/>
                  </a:lnTo>
                  <a:lnTo>
                    <a:pt x="624" y="792"/>
                  </a:lnTo>
                  <a:lnTo>
                    <a:pt x="624" y="792"/>
                  </a:lnTo>
                  <a:lnTo>
                    <a:pt x="624" y="792"/>
                  </a:lnTo>
                  <a:lnTo>
                    <a:pt x="624" y="792"/>
                  </a:lnTo>
                  <a:lnTo>
                    <a:pt x="624" y="792"/>
                  </a:lnTo>
                  <a:lnTo>
                    <a:pt x="624" y="786"/>
                  </a:lnTo>
                  <a:lnTo>
                    <a:pt x="624" y="786"/>
                  </a:lnTo>
                  <a:lnTo>
                    <a:pt x="624" y="786"/>
                  </a:lnTo>
                  <a:lnTo>
                    <a:pt x="624" y="786"/>
                  </a:lnTo>
                  <a:lnTo>
                    <a:pt x="630" y="786"/>
                  </a:lnTo>
                  <a:lnTo>
                    <a:pt x="630" y="786"/>
                  </a:lnTo>
                  <a:lnTo>
                    <a:pt x="630" y="786"/>
                  </a:lnTo>
                  <a:lnTo>
                    <a:pt x="630" y="786"/>
                  </a:lnTo>
                  <a:lnTo>
                    <a:pt x="630" y="786"/>
                  </a:lnTo>
                  <a:lnTo>
                    <a:pt x="630" y="786"/>
                  </a:lnTo>
                  <a:lnTo>
                    <a:pt x="630" y="786"/>
                  </a:lnTo>
                  <a:lnTo>
                    <a:pt x="630" y="786"/>
                  </a:lnTo>
                  <a:lnTo>
                    <a:pt x="636" y="786"/>
                  </a:lnTo>
                  <a:lnTo>
                    <a:pt x="636" y="786"/>
                  </a:lnTo>
                  <a:lnTo>
                    <a:pt x="636" y="786"/>
                  </a:lnTo>
                  <a:lnTo>
                    <a:pt x="636" y="786"/>
                  </a:lnTo>
                  <a:lnTo>
                    <a:pt x="636" y="786"/>
                  </a:lnTo>
                  <a:lnTo>
                    <a:pt x="636" y="786"/>
                  </a:lnTo>
                  <a:lnTo>
                    <a:pt x="636" y="786"/>
                  </a:lnTo>
                  <a:lnTo>
                    <a:pt x="636" y="786"/>
                  </a:lnTo>
                  <a:lnTo>
                    <a:pt x="642" y="786"/>
                  </a:lnTo>
                  <a:lnTo>
                    <a:pt x="642" y="786"/>
                  </a:lnTo>
                  <a:lnTo>
                    <a:pt x="642" y="786"/>
                  </a:lnTo>
                  <a:lnTo>
                    <a:pt x="642" y="786"/>
                  </a:lnTo>
                  <a:lnTo>
                    <a:pt x="642" y="786"/>
                  </a:lnTo>
                  <a:lnTo>
                    <a:pt x="642" y="786"/>
                  </a:lnTo>
                  <a:lnTo>
                    <a:pt x="642" y="786"/>
                  </a:lnTo>
                  <a:lnTo>
                    <a:pt x="642" y="780"/>
                  </a:lnTo>
                  <a:lnTo>
                    <a:pt x="642" y="780"/>
                  </a:lnTo>
                  <a:lnTo>
                    <a:pt x="648" y="780"/>
                  </a:lnTo>
                  <a:lnTo>
                    <a:pt x="648" y="780"/>
                  </a:lnTo>
                  <a:lnTo>
                    <a:pt x="648" y="780"/>
                  </a:lnTo>
                  <a:lnTo>
                    <a:pt x="648" y="780"/>
                  </a:lnTo>
                  <a:lnTo>
                    <a:pt x="648" y="780"/>
                  </a:lnTo>
                  <a:lnTo>
                    <a:pt x="648" y="780"/>
                  </a:lnTo>
                  <a:lnTo>
                    <a:pt x="648" y="780"/>
                  </a:lnTo>
                  <a:lnTo>
                    <a:pt x="648" y="780"/>
                  </a:lnTo>
                  <a:lnTo>
                    <a:pt x="654" y="780"/>
                  </a:lnTo>
                  <a:lnTo>
                    <a:pt x="654" y="780"/>
                  </a:lnTo>
                  <a:lnTo>
                    <a:pt x="654" y="780"/>
                  </a:lnTo>
                  <a:lnTo>
                    <a:pt x="654" y="780"/>
                  </a:lnTo>
                  <a:lnTo>
                    <a:pt x="654" y="780"/>
                  </a:lnTo>
                  <a:lnTo>
                    <a:pt x="654" y="780"/>
                  </a:lnTo>
                  <a:lnTo>
                    <a:pt x="654" y="780"/>
                  </a:lnTo>
                  <a:lnTo>
                    <a:pt x="654" y="780"/>
                  </a:lnTo>
                  <a:lnTo>
                    <a:pt x="660" y="780"/>
                  </a:lnTo>
                  <a:lnTo>
                    <a:pt x="660" y="780"/>
                  </a:lnTo>
                  <a:lnTo>
                    <a:pt x="660" y="780"/>
                  </a:lnTo>
                  <a:lnTo>
                    <a:pt x="660" y="780"/>
                  </a:lnTo>
                  <a:lnTo>
                    <a:pt x="660" y="780"/>
                  </a:lnTo>
                  <a:lnTo>
                    <a:pt x="660" y="780"/>
                  </a:lnTo>
                  <a:lnTo>
                    <a:pt x="660" y="780"/>
                  </a:lnTo>
                  <a:lnTo>
                    <a:pt x="660" y="780"/>
                  </a:lnTo>
                  <a:lnTo>
                    <a:pt x="660" y="780"/>
                  </a:lnTo>
                  <a:lnTo>
                    <a:pt x="666" y="774"/>
                  </a:lnTo>
                  <a:lnTo>
                    <a:pt x="666" y="774"/>
                  </a:lnTo>
                  <a:lnTo>
                    <a:pt x="666" y="774"/>
                  </a:lnTo>
                  <a:lnTo>
                    <a:pt x="666" y="774"/>
                  </a:lnTo>
                  <a:lnTo>
                    <a:pt x="666" y="774"/>
                  </a:lnTo>
                  <a:lnTo>
                    <a:pt x="666" y="774"/>
                  </a:lnTo>
                  <a:lnTo>
                    <a:pt x="666" y="774"/>
                  </a:lnTo>
                  <a:lnTo>
                    <a:pt x="666" y="774"/>
                  </a:lnTo>
                  <a:lnTo>
                    <a:pt x="672" y="774"/>
                  </a:lnTo>
                  <a:lnTo>
                    <a:pt x="672" y="774"/>
                  </a:lnTo>
                  <a:lnTo>
                    <a:pt x="672" y="774"/>
                  </a:lnTo>
                  <a:lnTo>
                    <a:pt x="672" y="774"/>
                  </a:lnTo>
                  <a:lnTo>
                    <a:pt x="672" y="774"/>
                  </a:lnTo>
                  <a:lnTo>
                    <a:pt x="672" y="774"/>
                  </a:lnTo>
                  <a:lnTo>
                    <a:pt x="672" y="774"/>
                  </a:lnTo>
                  <a:lnTo>
                    <a:pt x="672" y="774"/>
                  </a:lnTo>
                  <a:lnTo>
                    <a:pt x="672" y="774"/>
                  </a:lnTo>
                  <a:lnTo>
                    <a:pt x="678" y="774"/>
                  </a:lnTo>
                  <a:lnTo>
                    <a:pt x="678" y="774"/>
                  </a:lnTo>
                  <a:lnTo>
                    <a:pt x="678" y="774"/>
                  </a:lnTo>
                  <a:lnTo>
                    <a:pt x="678" y="774"/>
                  </a:lnTo>
                  <a:lnTo>
                    <a:pt x="678" y="774"/>
                  </a:lnTo>
                  <a:lnTo>
                    <a:pt x="678" y="774"/>
                  </a:lnTo>
                  <a:lnTo>
                    <a:pt x="678" y="774"/>
                  </a:lnTo>
                  <a:lnTo>
                    <a:pt x="678" y="774"/>
                  </a:lnTo>
                  <a:lnTo>
                    <a:pt x="684" y="774"/>
                  </a:lnTo>
                  <a:lnTo>
                    <a:pt x="684" y="774"/>
                  </a:lnTo>
                  <a:lnTo>
                    <a:pt x="684" y="768"/>
                  </a:lnTo>
                  <a:lnTo>
                    <a:pt x="684" y="768"/>
                  </a:lnTo>
                  <a:lnTo>
                    <a:pt x="684" y="768"/>
                  </a:lnTo>
                  <a:lnTo>
                    <a:pt x="684" y="768"/>
                  </a:lnTo>
                  <a:lnTo>
                    <a:pt x="684" y="768"/>
                  </a:lnTo>
                  <a:lnTo>
                    <a:pt x="684" y="768"/>
                  </a:lnTo>
                  <a:lnTo>
                    <a:pt x="690" y="768"/>
                  </a:lnTo>
                  <a:lnTo>
                    <a:pt x="924" y="684"/>
                  </a:lnTo>
                  <a:lnTo>
                    <a:pt x="924" y="678"/>
                  </a:lnTo>
                  <a:lnTo>
                    <a:pt x="924" y="678"/>
                  </a:lnTo>
                  <a:lnTo>
                    <a:pt x="924" y="678"/>
                  </a:lnTo>
                  <a:lnTo>
                    <a:pt x="924" y="678"/>
                  </a:lnTo>
                  <a:lnTo>
                    <a:pt x="924" y="678"/>
                  </a:lnTo>
                  <a:lnTo>
                    <a:pt x="924" y="678"/>
                  </a:lnTo>
                  <a:lnTo>
                    <a:pt x="924" y="678"/>
                  </a:lnTo>
                  <a:lnTo>
                    <a:pt x="930" y="678"/>
                  </a:lnTo>
                  <a:lnTo>
                    <a:pt x="930" y="678"/>
                  </a:lnTo>
                  <a:lnTo>
                    <a:pt x="930" y="678"/>
                  </a:lnTo>
                  <a:lnTo>
                    <a:pt x="930" y="678"/>
                  </a:lnTo>
                  <a:lnTo>
                    <a:pt x="930" y="678"/>
                  </a:lnTo>
                  <a:lnTo>
                    <a:pt x="930" y="678"/>
                  </a:lnTo>
                  <a:lnTo>
                    <a:pt x="930" y="678"/>
                  </a:lnTo>
                  <a:lnTo>
                    <a:pt x="930" y="678"/>
                  </a:lnTo>
                  <a:lnTo>
                    <a:pt x="936" y="678"/>
                  </a:lnTo>
                  <a:lnTo>
                    <a:pt x="936" y="678"/>
                  </a:lnTo>
                  <a:lnTo>
                    <a:pt x="936" y="678"/>
                  </a:lnTo>
                  <a:lnTo>
                    <a:pt x="936" y="678"/>
                  </a:lnTo>
                  <a:lnTo>
                    <a:pt x="936" y="672"/>
                  </a:lnTo>
                  <a:lnTo>
                    <a:pt x="936" y="672"/>
                  </a:lnTo>
                  <a:lnTo>
                    <a:pt x="936" y="672"/>
                  </a:lnTo>
                  <a:lnTo>
                    <a:pt x="936" y="672"/>
                  </a:lnTo>
                  <a:lnTo>
                    <a:pt x="936" y="672"/>
                  </a:lnTo>
                  <a:lnTo>
                    <a:pt x="942" y="672"/>
                  </a:lnTo>
                  <a:lnTo>
                    <a:pt x="942" y="672"/>
                  </a:lnTo>
                  <a:lnTo>
                    <a:pt x="942" y="672"/>
                  </a:lnTo>
                  <a:lnTo>
                    <a:pt x="942" y="672"/>
                  </a:lnTo>
                  <a:lnTo>
                    <a:pt x="942" y="672"/>
                  </a:lnTo>
                  <a:lnTo>
                    <a:pt x="942" y="672"/>
                  </a:lnTo>
                  <a:lnTo>
                    <a:pt x="942" y="672"/>
                  </a:lnTo>
                  <a:lnTo>
                    <a:pt x="942" y="672"/>
                  </a:lnTo>
                  <a:lnTo>
                    <a:pt x="948" y="672"/>
                  </a:lnTo>
                  <a:lnTo>
                    <a:pt x="948" y="672"/>
                  </a:lnTo>
                  <a:lnTo>
                    <a:pt x="948" y="672"/>
                  </a:lnTo>
                  <a:lnTo>
                    <a:pt x="948" y="672"/>
                  </a:lnTo>
                  <a:lnTo>
                    <a:pt x="948" y="672"/>
                  </a:lnTo>
                  <a:lnTo>
                    <a:pt x="948" y="666"/>
                  </a:lnTo>
                  <a:lnTo>
                    <a:pt x="948" y="666"/>
                  </a:lnTo>
                  <a:lnTo>
                    <a:pt x="948" y="666"/>
                  </a:lnTo>
                  <a:lnTo>
                    <a:pt x="948" y="666"/>
                  </a:lnTo>
                  <a:lnTo>
                    <a:pt x="954" y="666"/>
                  </a:lnTo>
                  <a:lnTo>
                    <a:pt x="954" y="666"/>
                  </a:lnTo>
                  <a:lnTo>
                    <a:pt x="954" y="666"/>
                  </a:lnTo>
                  <a:lnTo>
                    <a:pt x="954" y="666"/>
                  </a:lnTo>
                  <a:lnTo>
                    <a:pt x="954" y="666"/>
                  </a:lnTo>
                  <a:lnTo>
                    <a:pt x="954" y="666"/>
                  </a:lnTo>
                  <a:lnTo>
                    <a:pt x="954" y="666"/>
                  </a:lnTo>
                  <a:lnTo>
                    <a:pt x="954" y="666"/>
                  </a:lnTo>
                  <a:lnTo>
                    <a:pt x="960" y="666"/>
                  </a:lnTo>
                  <a:lnTo>
                    <a:pt x="960" y="666"/>
                  </a:lnTo>
                  <a:lnTo>
                    <a:pt x="960" y="666"/>
                  </a:lnTo>
                  <a:lnTo>
                    <a:pt x="960" y="666"/>
                  </a:lnTo>
                  <a:lnTo>
                    <a:pt x="960" y="666"/>
                  </a:lnTo>
                  <a:lnTo>
                    <a:pt x="960" y="666"/>
                  </a:lnTo>
                  <a:lnTo>
                    <a:pt x="960" y="666"/>
                  </a:lnTo>
                  <a:lnTo>
                    <a:pt x="960" y="660"/>
                  </a:lnTo>
                  <a:lnTo>
                    <a:pt x="966" y="660"/>
                  </a:lnTo>
                  <a:lnTo>
                    <a:pt x="966" y="660"/>
                  </a:lnTo>
                  <a:lnTo>
                    <a:pt x="966" y="660"/>
                  </a:lnTo>
                  <a:lnTo>
                    <a:pt x="966" y="660"/>
                  </a:lnTo>
                  <a:lnTo>
                    <a:pt x="966" y="660"/>
                  </a:lnTo>
                  <a:lnTo>
                    <a:pt x="966" y="660"/>
                  </a:lnTo>
                  <a:lnTo>
                    <a:pt x="966" y="660"/>
                  </a:lnTo>
                  <a:lnTo>
                    <a:pt x="966" y="660"/>
                  </a:lnTo>
                  <a:lnTo>
                    <a:pt x="966" y="660"/>
                  </a:lnTo>
                  <a:lnTo>
                    <a:pt x="972" y="660"/>
                  </a:lnTo>
                  <a:lnTo>
                    <a:pt x="972" y="660"/>
                  </a:lnTo>
                  <a:lnTo>
                    <a:pt x="972" y="660"/>
                  </a:lnTo>
                  <a:lnTo>
                    <a:pt x="972" y="660"/>
                  </a:lnTo>
                  <a:lnTo>
                    <a:pt x="972" y="660"/>
                  </a:lnTo>
                  <a:lnTo>
                    <a:pt x="972" y="660"/>
                  </a:lnTo>
                  <a:lnTo>
                    <a:pt x="972" y="660"/>
                  </a:lnTo>
                  <a:lnTo>
                    <a:pt x="972" y="660"/>
                  </a:lnTo>
                  <a:lnTo>
                    <a:pt x="978" y="654"/>
                  </a:lnTo>
                  <a:lnTo>
                    <a:pt x="978" y="654"/>
                  </a:lnTo>
                  <a:lnTo>
                    <a:pt x="978" y="654"/>
                  </a:lnTo>
                  <a:lnTo>
                    <a:pt x="978" y="654"/>
                  </a:lnTo>
                  <a:lnTo>
                    <a:pt x="978" y="654"/>
                  </a:lnTo>
                  <a:lnTo>
                    <a:pt x="978" y="654"/>
                  </a:lnTo>
                  <a:lnTo>
                    <a:pt x="978" y="654"/>
                  </a:lnTo>
                  <a:lnTo>
                    <a:pt x="978" y="654"/>
                  </a:lnTo>
                  <a:lnTo>
                    <a:pt x="984" y="654"/>
                  </a:lnTo>
                  <a:lnTo>
                    <a:pt x="984" y="654"/>
                  </a:lnTo>
                  <a:lnTo>
                    <a:pt x="984" y="654"/>
                  </a:lnTo>
                  <a:lnTo>
                    <a:pt x="984" y="654"/>
                  </a:lnTo>
                  <a:lnTo>
                    <a:pt x="984" y="654"/>
                  </a:lnTo>
                  <a:lnTo>
                    <a:pt x="984" y="654"/>
                  </a:lnTo>
                  <a:lnTo>
                    <a:pt x="984" y="654"/>
                  </a:lnTo>
                  <a:lnTo>
                    <a:pt x="984" y="654"/>
                  </a:lnTo>
                  <a:lnTo>
                    <a:pt x="984" y="654"/>
                  </a:lnTo>
                  <a:lnTo>
                    <a:pt x="990" y="654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0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996" y="648"/>
                  </a:lnTo>
                  <a:lnTo>
                    <a:pt x="1002" y="648"/>
                  </a:lnTo>
                  <a:lnTo>
                    <a:pt x="1002" y="648"/>
                  </a:lnTo>
                  <a:lnTo>
                    <a:pt x="1002" y="642"/>
                  </a:lnTo>
                  <a:lnTo>
                    <a:pt x="1002" y="642"/>
                  </a:lnTo>
                  <a:lnTo>
                    <a:pt x="1002" y="642"/>
                  </a:lnTo>
                  <a:lnTo>
                    <a:pt x="1002" y="642"/>
                  </a:lnTo>
                  <a:lnTo>
                    <a:pt x="1002" y="642"/>
                  </a:lnTo>
                  <a:lnTo>
                    <a:pt x="1002" y="642"/>
                  </a:lnTo>
                  <a:lnTo>
                    <a:pt x="1008" y="642"/>
                  </a:lnTo>
                  <a:lnTo>
                    <a:pt x="1008" y="642"/>
                  </a:lnTo>
                  <a:lnTo>
                    <a:pt x="1008" y="642"/>
                  </a:lnTo>
                  <a:lnTo>
                    <a:pt x="1008" y="642"/>
                  </a:lnTo>
                  <a:lnTo>
                    <a:pt x="1008" y="642"/>
                  </a:lnTo>
                  <a:lnTo>
                    <a:pt x="1008" y="642"/>
                  </a:lnTo>
                  <a:lnTo>
                    <a:pt x="1008" y="642"/>
                  </a:lnTo>
                  <a:lnTo>
                    <a:pt x="1008" y="642"/>
                  </a:lnTo>
                  <a:lnTo>
                    <a:pt x="1014" y="642"/>
                  </a:lnTo>
                  <a:lnTo>
                    <a:pt x="1014" y="642"/>
                  </a:lnTo>
                  <a:lnTo>
                    <a:pt x="1014" y="642"/>
                  </a:lnTo>
                  <a:lnTo>
                    <a:pt x="1014" y="642"/>
                  </a:lnTo>
                  <a:lnTo>
                    <a:pt x="1014" y="636"/>
                  </a:lnTo>
                  <a:lnTo>
                    <a:pt x="1014" y="636"/>
                  </a:lnTo>
                  <a:lnTo>
                    <a:pt x="1014" y="636"/>
                  </a:lnTo>
                  <a:lnTo>
                    <a:pt x="1014" y="636"/>
                  </a:lnTo>
                  <a:lnTo>
                    <a:pt x="1014" y="636"/>
                  </a:lnTo>
                  <a:lnTo>
                    <a:pt x="1020" y="636"/>
                  </a:lnTo>
                  <a:lnTo>
                    <a:pt x="1020" y="636"/>
                  </a:lnTo>
                  <a:lnTo>
                    <a:pt x="1020" y="636"/>
                  </a:lnTo>
                  <a:lnTo>
                    <a:pt x="1020" y="636"/>
                  </a:lnTo>
                  <a:lnTo>
                    <a:pt x="1020" y="636"/>
                  </a:lnTo>
                  <a:lnTo>
                    <a:pt x="1020" y="636"/>
                  </a:lnTo>
                  <a:lnTo>
                    <a:pt x="1020" y="636"/>
                  </a:lnTo>
                  <a:lnTo>
                    <a:pt x="1020" y="636"/>
                  </a:lnTo>
                  <a:lnTo>
                    <a:pt x="1026" y="636"/>
                  </a:lnTo>
                  <a:lnTo>
                    <a:pt x="1026" y="636"/>
                  </a:lnTo>
                  <a:lnTo>
                    <a:pt x="1026" y="636"/>
                  </a:lnTo>
                  <a:lnTo>
                    <a:pt x="1026" y="636"/>
                  </a:lnTo>
                  <a:lnTo>
                    <a:pt x="1026" y="630"/>
                  </a:lnTo>
                  <a:lnTo>
                    <a:pt x="1026" y="630"/>
                  </a:lnTo>
                  <a:lnTo>
                    <a:pt x="1026" y="630"/>
                  </a:lnTo>
                  <a:lnTo>
                    <a:pt x="1026" y="630"/>
                  </a:lnTo>
                  <a:lnTo>
                    <a:pt x="1032" y="630"/>
                  </a:lnTo>
                  <a:lnTo>
                    <a:pt x="1032" y="630"/>
                  </a:lnTo>
                  <a:lnTo>
                    <a:pt x="1032" y="630"/>
                  </a:lnTo>
                  <a:lnTo>
                    <a:pt x="1032" y="630"/>
                  </a:lnTo>
                  <a:lnTo>
                    <a:pt x="1032" y="630"/>
                  </a:lnTo>
                  <a:lnTo>
                    <a:pt x="1032" y="630"/>
                  </a:lnTo>
                  <a:lnTo>
                    <a:pt x="1032" y="630"/>
                  </a:lnTo>
                  <a:lnTo>
                    <a:pt x="1032" y="630"/>
                  </a:lnTo>
                  <a:lnTo>
                    <a:pt x="1032" y="630"/>
                  </a:lnTo>
                  <a:lnTo>
                    <a:pt x="1038" y="630"/>
                  </a:lnTo>
                  <a:lnTo>
                    <a:pt x="1038" y="630"/>
                  </a:lnTo>
                  <a:lnTo>
                    <a:pt x="1038" y="630"/>
                  </a:lnTo>
                  <a:lnTo>
                    <a:pt x="1038" y="630"/>
                  </a:lnTo>
                  <a:lnTo>
                    <a:pt x="1038" y="624"/>
                  </a:lnTo>
                  <a:lnTo>
                    <a:pt x="1038" y="624"/>
                  </a:lnTo>
                  <a:lnTo>
                    <a:pt x="1038" y="624"/>
                  </a:lnTo>
                  <a:lnTo>
                    <a:pt x="1038" y="624"/>
                  </a:lnTo>
                  <a:lnTo>
                    <a:pt x="1044" y="624"/>
                  </a:lnTo>
                  <a:lnTo>
                    <a:pt x="1044" y="624"/>
                  </a:lnTo>
                  <a:lnTo>
                    <a:pt x="1044" y="624"/>
                  </a:lnTo>
                  <a:lnTo>
                    <a:pt x="1044" y="624"/>
                  </a:lnTo>
                  <a:lnTo>
                    <a:pt x="1044" y="624"/>
                  </a:lnTo>
                  <a:lnTo>
                    <a:pt x="1044" y="624"/>
                  </a:lnTo>
                  <a:lnTo>
                    <a:pt x="1044" y="624"/>
                  </a:lnTo>
                  <a:lnTo>
                    <a:pt x="1044" y="624"/>
                  </a:lnTo>
                  <a:lnTo>
                    <a:pt x="1044" y="624"/>
                  </a:lnTo>
                  <a:lnTo>
                    <a:pt x="1050" y="624"/>
                  </a:lnTo>
                  <a:lnTo>
                    <a:pt x="1050" y="624"/>
                  </a:lnTo>
                  <a:lnTo>
                    <a:pt x="1050" y="624"/>
                  </a:lnTo>
                  <a:lnTo>
                    <a:pt x="1050" y="624"/>
                  </a:lnTo>
                  <a:lnTo>
                    <a:pt x="1050" y="618"/>
                  </a:lnTo>
                  <a:lnTo>
                    <a:pt x="1050" y="618"/>
                  </a:lnTo>
                  <a:lnTo>
                    <a:pt x="1050" y="618"/>
                  </a:lnTo>
                  <a:lnTo>
                    <a:pt x="1050" y="618"/>
                  </a:lnTo>
                  <a:lnTo>
                    <a:pt x="1056" y="618"/>
                  </a:lnTo>
                  <a:lnTo>
                    <a:pt x="1056" y="618"/>
                  </a:lnTo>
                  <a:lnTo>
                    <a:pt x="1056" y="618"/>
                  </a:lnTo>
                  <a:lnTo>
                    <a:pt x="1056" y="618"/>
                  </a:lnTo>
                  <a:lnTo>
                    <a:pt x="1056" y="618"/>
                  </a:lnTo>
                  <a:lnTo>
                    <a:pt x="1056" y="618"/>
                  </a:lnTo>
                  <a:lnTo>
                    <a:pt x="1056" y="618"/>
                  </a:lnTo>
                  <a:lnTo>
                    <a:pt x="1056" y="618"/>
                  </a:lnTo>
                  <a:lnTo>
                    <a:pt x="1062" y="618"/>
                  </a:lnTo>
                  <a:lnTo>
                    <a:pt x="1062" y="618"/>
                  </a:lnTo>
                  <a:lnTo>
                    <a:pt x="1062" y="618"/>
                  </a:lnTo>
                  <a:lnTo>
                    <a:pt x="1062" y="618"/>
                  </a:lnTo>
                  <a:lnTo>
                    <a:pt x="1062" y="618"/>
                  </a:lnTo>
                  <a:lnTo>
                    <a:pt x="1062" y="612"/>
                  </a:lnTo>
                  <a:lnTo>
                    <a:pt x="1062" y="612"/>
                  </a:lnTo>
                  <a:lnTo>
                    <a:pt x="1062" y="612"/>
                  </a:lnTo>
                  <a:lnTo>
                    <a:pt x="1062" y="612"/>
                  </a:lnTo>
                  <a:lnTo>
                    <a:pt x="1068" y="612"/>
                  </a:lnTo>
                  <a:lnTo>
                    <a:pt x="1068" y="612"/>
                  </a:lnTo>
                  <a:lnTo>
                    <a:pt x="1068" y="612"/>
                  </a:lnTo>
                  <a:lnTo>
                    <a:pt x="1068" y="612"/>
                  </a:lnTo>
                  <a:lnTo>
                    <a:pt x="1068" y="612"/>
                  </a:lnTo>
                  <a:lnTo>
                    <a:pt x="1068" y="612"/>
                  </a:lnTo>
                  <a:lnTo>
                    <a:pt x="1068" y="612"/>
                  </a:lnTo>
                  <a:lnTo>
                    <a:pt x="1068" y="612"/>
                  </a:lnTo>
                  <a:lnTo>
                    <a:pt x="1074" y="612"/>
                  </a:lnTo>
                  <a:lnTo>
                    <a:pt x="1074" y="612"/>
                  </a:lnTo>
                  <a:lnTo>
                    <a:pt x="1074" y="612"/>
                  </a:lnTo>
                  <a:lnTo>
                    <a:pt x="1074" y="612"/>
                  </a:lnTo>
                  <a:lnTo>
                    <a:pt x="1074" y="612"/>
                  </a:lnTo>
                  <a:lnTo>
                    <a:pt x="1074" y="606"/>
                  </a:lnTo>
                  <a:lnTo>
                    <a:pt x="1074" y="606"/>
                  </a:lnTo>
                  <a:lnTo>
                    <a:pt x="1074" y="606"/>
                  </a:lnTo>
                  <a:lnTo>
                    <a:pt x="1080" y="606"/>
                  </a:lnTo>
                  <a:lnTo>
                    <a:pt x="1080" y="606"/>
                  </a:lnTo>
                  <a:lnTo>
                    <a:pt x="1080" y="606"/>
                  </a:lnTo>
                  <a:lnTo>
                    <a:pt x="1080" y="606"/>
                  </a:lnTo>
                  <a:lnTo>
                    <a:pt x="1080" y="606"/>
                  </a:lnTo>
                  <a:lnTo>
                    <a:pt x="1080" y="606"/>
                  </a:lnTo>
                  <a:lnTo>
                    <a:pt x="1314" y="468"/>
                  </a:lnTo>
                  <a:lnTo>
                    <a:pt x="1314" y="468"/>
                  </a:lnTo>
                  <a:lnTo>
                    <a:pt x="1314" y="468"/>
                  </a:lnTo>
                  <a:lnTo>
                    <a:pt x="1320" y="468"/>
                  </a:lnTo>
                  <a:lnTo>
                    <a:pt x="1320" y="468"/>
                  </a:lnTo>
                  <a:lnTo>
                    <a:pt x="1320" y="468"/>
                  </a:lnTo>
                  <a:lnTo>
                    <a:pt x="1320" y="468"/>
                  </a:lnTo>
                  <a:lnTo>
                    <a:pt x="1320" y="468"/>
                  </a:lnTo>
                  <a:lnTo>
                    <a:pt x="1320" y="468"/>
                  </a:lnTo>
                  <a:lnTo>
                    <a:pt x="1320" y="468"/>
                  </a:lnTo>
                  <a:lnTo>
                    <a:pt x="1320" y="468"/>
                  </a:lnTo>
                  <a:lnTo>
                    <a:pt x="1320" y="468"/>
                  </a:lnTo>
                  <a:lnTo>
                    <a:pt x="1326" y="462"/>
                  </a:lnTo>
                  <a:lnTo>
                    <a:pt x="1326" y="462"/>
                  </a:lnTo>
                  <a:lnTo>
                    <a:pt x="1326" y="462"/>
                  </a:lnTo>
                  <a:lnTo>
                    <a:pt x="1326" y="462"/>
                  </a:lnTo>
                  <a:lnTo>
                    <a:pt x="1326" y="462"/>
                  </a:lnTo>
                  <a:lnTo>
                    <a:pt x="1326" y="462"/>
                  </a:lnTo>
                  <a:lnTo>
                    <a:pt x="1326" y="462"/>
                  </a:lnTo>
                  <a:lnTo>
                    <a:pt x="1326" y="462"/>
                  </a:lnTo>
                  <a:lnTo>
                    <a:pt x="1332" y="462"/>
                  </a:lnTo>
                  <a:lnTo>
                    <a:pt x="1332" y="462"/>
                  </a:lnTo>
                  <a:lnTo>
                    <a:pt x="1332" y="462"/>
                  </a:lnTo>
                  <a:lnTo>
                    <a:pt x="1332" y="462"/>
                  </a:lnTo>
                  <a:lnTo>
                    <a:pt x="1332" y="462"/>
                  </a:lnTo>
                  <a:lnTo>
                    <a:pt x="1332" y="456"/>
                  </a:lnTo>
                  <a:lnTo>
                    <a:pt x="1332" y="456"/>
                  </a:lnTo>
                  <a:lnTo>
                    <a:pt x="1332" y="456"/>
                  </a:lnTo>
                  <a:lnTo>
                    <a:pt x="1338" y="456"/>
                  </a:lnTo>
                  <a:lnTo>
                    <a:pt x="1338" y="456"/>
                  </a:lnTo>
                  <a:lnTo>
                    <a:pt x="1338" y="456"/>
                  </a:lnTo>
                  <a:lnTo>
                    <a:pt x="1338" y="456"/>
                  </a:lnTo>
                  <a:lnTo>
                    <a:pt x="1338" y="456"/>
                  </a:lnTo>
                  <a:lnTo>
                    <a:pt x="1338" y="456"/>
                  </a:lnTo>
                  <a:lnTo>
                    <a:pt x="1338" y="456"/>
                  </a:lnTo>
                  <a:lnTo>
                    <a:pt x="1338" y="456"/>
                  </a:lnTo>
                  <a:lnTo>
                    <a:pt x="1338" y="456"/>
                  </a:lnTo>
                  <a:lnTo>
                    <a:pt x="1344" y="450"/>
                  </a:lnTo>
                  <a:lnTo>
                    <a:pt x="1344" y="450"/>
                  </a:lnTo>
                  <a:lnTo>
                    <a:pt x="1344" y="450"/>
                  </a:lnTo>
                  <a:lnTo>
                    <a:pt x="1344" y="450"/>
                  </a:lnTo>
                  <a:lnTo>
                    <a:pt x="1344" y="450"/>
                  </a:lnTo>
                  <a:lnTo>
                    <a:pt x="1344" y="450"/>
                  </a:lnTo>
                  <a:lnTo>
                    <a:pt x="1344" y="450"/>
                  </a:lnTo>
                  <a:lnTo>
                    <a:pt x="1344" y="450"/>
                  </a:lnTo>
                  <a:lnTo>
                    <a:pt x="1350" y="450"/>
                  </a:lnTo>
                  <a:lnTo>
                    <a:pt x="1350" y="450"/>
                  </a:lnTo>
                  <a:lnTo>
                    <a:pt x="1350" y="450"/>
                  </a:lnTo>
                  <a:lnTo>
                    <a:pt x="1350" y="450"/>
                  </a:lnTo>
                  <a:lnTo>
                    <a:pt x="1350" y="450"/>
                  </a:lnTo>
                  <a:lnTo>
                    <a:pt x="1350" y="444"/>
                  </a:lnTo>
                  <a:lnTo>
                    <a:pt x="1350" y="444"/>
                  </a:lnTo>
                  <a:lnTo>
                    <a:pt x="1350" y="444"/>
                  </a:lnTo>
                  <a:lnTo>
                    <a:pt x="1356" y="444"/>
                  </a:lnTo>
                  <a:lnTo>
                    <a:pt x="1356" y="444"/>
                  </a:lnTo>
                  <a:lnTo>
                    <a:pt x="1356" y="444"/>
                  </a:lnTo>
                  <a:lnTo>
                    <a:pt x="1356" y="444"/>
                  </a:lnTo>
                  <a:lnTo>
                    <a:pt x="1356" y="444"/>
                  </a:lnTo>
                  <a:lnTo>
                    <a:pt x="1356" y="444"/>
                  </a:lnTo>
                  <a:lnTo>
                    <a:pt x="1356" y="444"/>
                  </a:lnTo>
                  <a:lnTo>
                    <a:pt x="1356" y="444"/>
                  </a:lnTo>
                  <a:lnTo>
                    <a:pt x="1356" y="444"/>
                  </a:lnTo>
                  <a:lnTo>
                    <a:pt x="1362" y="438"/>
                  </a:lnTo>
                  <a:lnTo>
                    <a:pt x="1362" y="438"/>
                  </a:lnTo>
                  <a:lnTo>
                    <a:pt x="1362" y="438"/>
                  </a:lnTo>
                  <a:lnTo>
                    <a:pt x="1362" y="438"/>
                  </a:lnTo>
                  <a:lnTo>
                    <a:pt x="1362" y="438"/>
                  </a:lnTo>
                  <a:lnTo>
                    <a:pt x="1362" y="438"/>
                  </a:lnTo>
                  <a:lnTo>
                    <a:pt x="1362" y="438"/>
                  </a:lnTo>
                  <a:lnTo>
                    <a:pt x="1362" y="438"/>
                  </a:lnTo>
                  <a:lnTo>
                    <a:pt x="1368" y="438"/>
                  </a:lnTo>
                  <a:lnTo>
                    <a:pt x="1368" y="438"/>
                  </a:lnTo>
                  <a:lnTo>
                    <a:pt x="1368" y="438"/>
                  </a:lnTo>
                  <a:lnTo>
                    <a:pt x="1368" y="438"/>
                  </a:lnTo>
                  <a:lnTo>
                    <a:pt x="1368" y="432"/>
                  </a:lnTo>
                  <a:lnTo>
                    <a:pt x="1368" y="432"/>
                  </a:lnTo>
                  <a:lnTo>
                    <a:pt x="1368" y="432"/>
                  </a:lnTo>
                  <a:lnTo>
                    <a:pt x="1368" y="432"/>
                  </a:lnTo>
                  <a:lnTo>
                    <a:pt x="1368" y="432"/>
                  </a:lnTo>
                  <a:lnTo>
                    <a:pt x="1374" y="432"/>
                  </a:lnTo>
                  <a:lnTo>
                    <a:pt x="1374" y="432"/>
                  </a:lnTo>
                  <a:lnTo>
                    <a:pt x="1374" y="432"/>
                  </a:lnTo>
                  <a:lnTo>
                    <a:pt x="1374" y="432"/>
                  </a:lnTo>
                  <a:lnTo>
                    <a:pt x="1374" y="432"/>
                  </a:lnTo>
                  <a:lnTo>
                    <a:pt x="1374" y="432"/>
                  </a:lnTo>
                  <a:lnTo>
                    <a:pt x="1374" y="432"/>
                  </a:lnTo>
                  <a:lnTo>
                    <a:pt x="1374" y="426"/>
                  </a:lnTo>
                  <a:lnTo>
                    <a:pt x="1380" y="426"/>
                  </a:lnTo>
                  <a:lnTo>
                    <a:pt x="1380" y="426"/>
                  </a:lnTo>
                  <a:lnTo>
                    <a:pt x="1380" y="426"/>
                  </a:lnTo>
                  <a:lnTo>
                    <a:pt x="1380" y="426"/>
                  </a:lnTo>
                  <a:lnTo>
                    <a:pt x="1380" y="426"/>
                  </a:lnTo>
                  <a:lnTo>
                    <a:pt x="1380" y="426"/>
                  </a:lnTo>
                  <a:lnTo>
                    <a:pt x="1380" y="426"/>
                  </a:lnTo>
                  <a:lnTo>
                    <a:pt x="1380" y="426"/>
                  </a:lnTo>
                  <a:lnTo>
                    <a:pt x="1386" y="426"/>
                  </a:lnTo>
                  <a:lnTo>
                    <a:pt x="1386" y="426"/>
                  </a:lnTo>
                  <a:lnTo>
                    <a:pt x="1386" y="426"/>
                  </a:lnTo>
                  <a:lnTo>
                    <a:pt x="1386" y="420"/>
                  </a:lnTo>
                  <a:lnTo>
                    <a:pt x="1386" y="420"/>
                  </a:lnTo>
                  <a:lnTo>
                    <a:pt x="1386" y="420"/>
                  </a:lnTo>
                  <a:lnTo>
                    <a:pt x="1386" y="420"/>
                  </a:lnTo>
                  <a:lnTo>
                    <a:pt x="1386" y="420"/>
                  </a:lnTo>
                  <a:lnTo>
                    <a:pt x="1386" y="420"/>
                  </a:lnTo>
                  <a:lnTo>
                    <a:pt x="1392" y="420"/>
                  </a:lnTo>
                  <a:lnTo>
                    <a:pt x="1392" y="420"/>
                  </a:lnTo>
                  <a:lnTo>
                    <a:pt x="1392" y="420"/>
                  </a:lnTo>
                  <a:lnTo>
                    <a:pt x="1392" y="420"/>
                  </a:lnTo>
                  <a:lnTo>
                    <a:pt x="1392" y="420"/>
                  </a:lnTo>
                  <a:lnTo>
                    <a:pt x="1392" y="420"/>
                  </a:lnTo>
                  <a:lnTo>
                    <a:pt x="1392" y="420"/>
                  </a:lnTo>
                  <a:lnTo>
                    <a:pt x="1392" y="414"/>
                  </a:lnTo>
                  <a:lnTo>
                    <a:pt x="1398" y="414"/>
                  </a:lnTo>
                  <a:lnTo>
                    <a:pt x="1398" y="414"/>
                  </a:lnTo>
                  <a:lnTo>
                    <a:pt x="1398" y="414"/>
                  </a:lnTo>
                  <a:lnTo>
                    <a:pt x="1398" y="414"/>
                  </a:lnTo>
                  <a:lnTo>
                    <a:pt x="1398" y="414"/>
                  </a:lnTo>
                  <a:lnTo>
                    <a:pt x="1398" y="414"/>
                  </a:lnTo>
                  <a:lnTo>
                    <a:pt x="1398" y="414"/>
                  </a:lnTo>
                  <a:lnTo>
                    <a:pt x="1398" y="414"/>
                  </a:lnTo>
                  <a:lnTo>
                    <a:pt x="1398" y="414"/>
                  </a:lnTo>
                  <a:lnTo>
                    <a:pt x="1404" y="414"/>
                  </a:lnTo>
                  <a:lnTo>
                    <a:pt x="1404" y="408"/>
                  </a:lnTo>
                  <a:lnTo>
                    <a:pt x="1404" y="408"/>
                  </a:lnTo>
                  <a:lnTo>
                    <a:pt x="1404" y="408"/>
                  </a:lnTo>
                  <a:lnTo>
                    <a:pt x="1404" y="408"/>
                  </a:lnTo>
                  <a:lnTo>
                    <a:pt x="1404" y="408"/>
                  </a:lnTo>
                  <a:lnTo>
                    <a:pt x="1404" y="408"/>
                  </a:lnTo>
                  <a:lnTo>
                    <a:pt x="1404" y="408"/>
                  </a:lnTo>
                  <a:lnTo>
                    <a:pt x="1410" y="408"/>
                  </a:lnTo>
                  <a:lnTo>
                    <a:pt x="1410" y="408"/>
                  </a:lnTo>
                  <a:lnTo>
                    <a:pt x="1410" y="408"/>
                  </a:lnTo>
                  <a:lnTo>
                    <a:pt x="1410" y="408"/>
                  </a:lnTo>
                  <a:lnTo>
                    <a:pt x="1410" y="408"/>
                  </a:lnTo>
                  <a:lnTo>
                    <a:pt x="1410" y="402"/>
                  </a:lnTo>
                  <a:lnTo>
                    <a:pt x="1410" y="402"/>
                  </a:lnTo>
                  <a:lnTo>
                    <a:pt x="1410" y="402"/>
                  </a:lnTo>
                  <a:lnTo>
                    <a:pt x="1416" y="402"/>
                  </a:lnTo>
                  <a:lnTo>
                    <a:pt x="1416" y="402"/>
                  </a:lnTo>
                  <a:lnTo>
                    <a:pt x="1416" y="402"/>
                  </a:lnTo>
                  <a:lnTo>
                    <a:pt x="1416" y="402"/>
                  </a:lnTo>
                  <a:lnTo>
                    <a:pt x="1416" y="402"/>
                  </a:lnTo>
                  <a:lnTo>
                    <a:pt x="1416" y="402"/>
                  </a:lnTo>
                  <a:lnTo>
                    <a:pt x="1416" y="402"/>
                  </a:lnTo>
                  <a:lnTo>
                    <a:pt x="1416" y="402"/>
                  </a:lnTo>
                  <a:lnTo>
                    <a:pt x="1416" y="402"/>
                  </a:lnTo>
                  <a:lnTo>
                    <a:pt x="1422" y="396"/>
                  </a:lnTo>
                  <a:lnTo>
                    <a:pt x="1422" y="396"/>
                  </a:lnTo>
                  <a:lnTo>
                    <a:pt x="1422" y="396"/>
                  </a:lnTo>
                  <a:lnTo>
                    <a:pt x="1422" y="396"/>
                  </a:lnTo>
                  <a:lnTo>
                    <a:pt x="1422" y="396"/>
                  </a:lnTo>
                  <a:lnTo>
                    <a:pt x="1422" y="396"/>
                  </a:lnTo>
                  <a:lnTo>
                    <a:pt x="1422" y="396"/>
                  </a:lnTo>
                  <a:lnTo>
                    <a:pt x="1422" y="396"/>
                  </a:lnTo>
                  <a:lnTo>
                    <a:pt x="1428" y="396"/>
                  </a:lnTo>
                  <a:lnTo>
                    <a:pt x="1428" y="396"/>
                  </a:lnTo>
                  <a:lnTo>
                    <a:pt x="1428" y="396"/>
                  </a:lnTo>
                  <a:lnTo>
                    <a:pt x="1428" y="396"/>
                  </a:lnTo>
                  <a:lnTo>
                    <a:pt x="1428" y="390"/>
                  </a:lnTo>
                  <a:lnTo>
                    <a:pt x="1428" y="390"/>
                  </a:lnTo>
                  <a:lnTo>
                    <a:pt x="1428" y="390"/>
                  </a:lnTo>
                  <a:lnTo>
                    <a:pt x="1428" y="390"/>
                  </a:lnTo>
                  <a:lnTo>
                    <a:pt x="1434" y="390"/>
                  </a:lnTo>
                  <a:lnTo>
                    <a:pt x="1434" y="390"/>
                  </a:lnTo>
                  <a:lnTo>
                    <a:pt x="1434" y="390"/>
                  </a:lnTo>
                  <a:lnTo>
                    <a:pt x="1434" y="390"/>
                  </a:lnTo>
                  <a:lnTo>
                    <a:pt x="1434" y="390"/>
                  </a:lnTo>
                  <a:lnTo>
                    <a:pt x="1434" y="390"/>
                  </a:lnTo>
                  <a:lnTo>
                    <a:pt x="1434" y="390"/>
                  </a:lnTo>
                  <a:lnTo>
                    <a:pt x="1434" y="390"/>
                  </a:lnTo>
                  <a:lnTo>
                    <a:pt x="1434" y="384"/>
                  </a:lnTo>
                  <a:lnTo>
                    <a:pt x="1440" y="384"/>
                  </a:lnTo>
                  <a:lnTo>
                    <a:pt x="1440" y="384"/>
                  </a:lnTo>
                  <a:lnTo>
                    <a:pt x="1440" y="384"/>
                  </a:lnTo>
                  <a:lnTo>
                    <a:pt x="1440" y="384"/>
                  </a:lnTo>
                  <a:lnTo>
                    <a:pt x="1440" y="384"/>
                  </a:lnTo>
                  <a:lnTo>
                    <a:pt x="1440" y="384"/>
                  </a:lnTo>
                  <a:lnTo>
                    <a:pt x="1440" y="384"/>
                  </a:lnTo>
                  <a:lnTo>
                    <a:pt x="1440" y="384"/>
                  </a:lnTo>
                  <a:lnTo>
                    <a:pt x="1446" y="384"/>
                  </a:lnTo>
                  <a:lnTo>
                    <a:pt x="1446" y="384"/>
                  </a:lnTo>
                  <a:lnTo>
                    <a:pt x="1446" y="378"/>
                  </a:lnTo>
                  <a:lnTo>
                    <a:pt x="1446" y="378"/>
                  </a:lnTo>
                  <a:lnTo>
                    <a:pt x="1446" y="378"/>
                  </a:lnTo>
                  <a:lnTo>
                    <a:pt x="1446" y="378"/>
                  </a:lnTo>
                  <a:lnTo>
                    <a:pt x="1446" y="378"/>
                  </a:lnTo>
                  <a:lnTo>
                    <a:pt x="1446" y="378"/>
                  </a:lnTo>
                  <a:lnTo>
                    <a:pt x="1446" y="378"/>
                  </a:lnTo>
                  <a:lnTo>
                    <a:pt x="1452" y="378"/>
                  </a:lnTo>
                  <a:lnTo>
                    <a:pt x="1452" y="378"/>
                  </a:lnTo>
                  <a:lnTo>
                    <a:pt x="1452" y="378"/>
                  </a:lnTo>
                  <a:lnTo>
                    <a:pt x="1452" y="378"/>
                  </a:lnTo>
                  <a:lnTo>
                    <a:pt x="1452" y="378"/>
                  </a:lnTo>
                  <a:lnTo>
                    <a:pt x="1452" y="372"/>
                  </a:lnTo>
                  <a:lnTo>
                    <a:pt x="1452" y="372"/>
                  </a:lnTo>
                  <a:lnTo>
                    <a:pt x="1452" y="372"/>
                  </a:lnTo>
                  <a:lnTo>
                    <a:pt x="1458" y="372"/>
                  </a:lnTo>
                  <a:lnTo>
                    <a:pt x="1458" y="372"/>
                  </a:lnTo>
                  <a:lnTo>
                    <a:pt x="1458" y="372"/>
                  </a:lnTo>
                  <a:lnTo>
                    <a:pt x="1458" y="372"/>
                  </a:lnTo>
                  <a:lnTo>
                    <a:pt x="1458" y="372"/>
                  </a:lnTo>
                  <a:lnTo>
                    <a:pt x="1458" y="372"/>
                  </a:lnTo>
                  <a:lnTo>
                    <a:pt x="1458" y="372"/>
                  </a:lnTo>
                  <a:lnTo>
                    <a:pt x="1458" y="372"/>
                  </a:lnTo>
                  <a:lnTo>
                    <a:pt x="1464" y="366"/>
                  </a:lnTo>
                  <a:lnTo>
                    <a:pt x="1464" y="366"/>
                  </a:lnTo>
                  <a:lnTo>
                    <a:pt x="1464" y="366"/>
                  </a:lnTo>
                  <a:lnTo>
                    <a:pt x="1464" y="366"/>
                  </a:lnTo>
                  <a:lnTo>
                    <a:pt x="1464" y="366"/>
                  </a:lnTo>
                  <a:lnTo>
                    <a:pt x="1464" y="366"/>
                  </a:lnTo>
                  <a:lnTo>
                    <a:pt x="1464" y="366"/>
                  </a:lnTo>
                  <a:lnTo>
                    <a:pt x="1464" y="366"/>
                  </a:lnTo>
                  <a:lnTo>
                    <a:pt x="1464" y="366"/>
                  </a:lnTo>
                  <a:lnTo>
                    <a:pt x="1470" y="366"/>
                  </a:lnTo>
                  <a:lnTo>
                    <a:pt x="1470" y="366"/>
                  </a:lnTo>
                  <a:lnTo>
                    <a:pt x="1470" y="366"/>
                  </a:lnTo>
                  <a:lnTo>
                    <a:pt x="1470" y="360"/>
                  </a:lnTo>
                  <a:lnTo>
                    <a:pt x="1470" y="360"/>
                  </a:lnTo>
                  <a:lnTo>
                    <a:pt x="1470" y="360"/>
                  </a:lnTo>
                  <a:lnTo>
                    <a:pt x="1470" y="360"/>
                  </a:lnTo>
                  <a:lnTo>
                    <a:pt x="1470" y="360"/>
                  </a:lnTo>
                  <a:lnTo>
                    <a:pt x="1476" y="360"/>
                  </a:lnTo>
                  <a:lnTo>
                    <a:pt x="1476" y="360"/>
                  </a:lnTo>
                  <a:lnTo>
                    <a:pt x="1710" y="162"/>
                  </a:lnTo>
                  <a:lnTo>
                    <a:pt x="1710" y="162"/>
                  </a:lnTo>
                  <a:lnTo>
                    <a:pt x="1710" y="162"/>
                  </a:lnTo>
                  <a:lnTo>
                    <a:pt x="1710" y="162"/>
                  </a:lnTo>
                  <a:lnTo>
                    <a:pt x="1710" y="162"/>
                  </a:lnTo>
                  <a:lnTo>
                    <a:pt x="1710" y="162"/>
                  </a:lnTo>
                  <a:lnTo>
                    <a:pt x="1710" y="162"/>
                  </a:lnTo>
                  <a:lnTo>
                    <a:pt x="1710" y="162"/>
                  </a:lnTo>
                  <a:lnTo>
                    <a:pt x="1716" y="162"/>
                  </a:lnTo>
                  <a:lnTo>
                    <a:pt x="1716" y="156"/>
                  </a:lnTo>
                  <a:lnTo>
                    <a:pt x="1716" y="156"/>
                  </a:lnTo>
                  <a:lnTo>
                    <a:pt x="1716" y="156"/>
                  </a:lnTo>
                  <a:lnTo>
                    <a:pt x="1716" y="156"/>
                  </a:lnTo>
                  <a:lnTo>
                    <a:pt x="1716" y="156"/>
                  </a:lnTo>
                  <a:lnTo>
                    <a:pt x="1716" y="156"/>
                  </a:lnTo>
                  <a:lnTo>
                    <a:pt x="1716" y="156"/>
                  </a:lnTo>
                  <a:lnTo>
                    <a:pt x="1722" y="156"/>
                  </a:lnTo>
                  <a:lnTo>
                    <a:pt x="1722" y="156"/>
                  </a:lnTo>
                  <a:lnTo>
                    <a:pt x="1722" y="150"/>
                  </a:lnTo>
                  <a:lnTo>
                    <a:pt x="1722" y="150"/>
                  </a:lnTo>
                  <a:lnTo>
                    <a:pt x="1722" y="150"/>
                  </a:lnTo>
                  <a:lnTo>
                    <a:pt x="1722" y="150"/>
                  </a:lnTo>
                  <a:lnTo>
                    <a:pt x="1722" y="150"/>
                  </a:lnTo>
                  <a:lnTo>
                    <a:pt x="1722" y="150"/>
                  </a:lnTo>
                  <a:lnTo>
                    <a:pt x="1722" y="150"/>
                  </a:lnTo>
                  <a:lnTo>
                    <a:pt x="1728" y="150"/>
                  </a:lnTo>
                  <a:lnTo>
                    <a:pt x="1728" y="150"/>
                  </a:lnTo>
                  <a:lnTo>
                    <a:pt x="1728" y="144"/>
                  </a:lnTo>
                  <a:lnTo>
                    <a:pt x="1728" y="144"/>
                  </a:lnTo>
                  <a:lnTo>
                    <a:pt x="1728" y="144"/>
                  </a:lnTo>
                  <a:lnTo>
                    <a:pt x="1728" y="144"/>
                  </a:lnTo>
                  <a:lnTo>
                    <a:pt x="1728" y="144"/>
                  </a:lnTo>
                  <a:lnTo>
                    <a:pt x="1728" y="144"/>
                  </a:lnTo>
                  <a:lnTo>
                    <a:pt x="1734" y="144"/>
                  </a:lnTo>
                  <a:lnTo>
                    <a:pt x="1734" y="144"/>
                  </a:lnTo>
                  <a:lnTo>
                    <a:pt x="1734" y="144"/>
                  </a:lnTo>
                  <a:lnTo>
                    <a:pt x="1734" y="138"/>
                  </a:lnTo>
                  <a:lnTo>
                    <a:pt x="1734" y="138"/>
                  </a:lnTo>
                  <a:lnTo>
                    <a:pt x="1734" y="138"/>
                  </a:lnTo>
                  <a:lnTo>
                    <a:pt x="1734" y="138"/>
                  </a:lnTo>
                  <a:lnTo>
                    <a:pt x="1734" y="138"/>
                  </a:lnTo>
                  <a:lnTo>
                    <a:pt x="1740" y="138"/>
                  </a:lnTo>
                  <a:lnTo>
                    <a:pt x="1740" y="138"/>
                  </a:lnTo>
                  <a:lnTo>
                    <a:pt x="1740" y="138"/>
                  </a:lnTo>
                  <a:lnTo>
                    <a:pt x="1740" y="138"/>
                  </a:lnTo>
                  <a:lnTo>
                    <a:pt x="1740" y="132"/>
                  </a:lnTo>
                  <a:lnTo>
                    <a:pt x="1740" y="132"/>
                  </a:lnTo>
                  <a:lnTo>
                    <a:pt x="1740" y="132"/>
                  </a:lnTo>
                  <a:lnTo>
                    <a:pt x="1740" y="132"/>
                  </a:lnTo>
                  <a:lnTo>
                    <a:pt x="1740" y="132"/>
                  </a:lnTo>
                  <a:lnTo>
                    <a:pt x="1746" y="132"/>
                  </a:lnTo>
                  <a:lnTo>
                    <a:pt x="1746" y="132"/>
                  </a:lnTo>
                  <a:lnTo>
                    <a:pt x="1746" y="132"/>
                  </a:lnTo>
                  <a:lnTo>
                    <a:pt x="1746" y="126"/>
                  </a:lnTo>
                  <a:lnTo>
                    <a:pt x="1746" y="126"/>
                  </a:lnTo>
                  <a:lnTo>
                    <a:pt x="1746" y="126"/>
                  </a:lnTo>
                  <a:lnTo>
                    <a:pt x="1746" y="126"/>
                  </a:lnTo>
                  <a:lnTo>
                    <a:pt x="1746" y="126"/>
                  </a:lnTo>
                  <a:lnTo>
                    <a:pt x="1752" y="126"/>
                  </a:lnTo>
                  <a:lnTo>
                    <a:pt x="1752" y="126"/>
                  </a:lnTo>
                  <a:lnTo>
                    <a:pt x="1752" y="126"/>
                  </a:lnTo>
                  <a:lnTo>
                    <a:pt x="1752" y="126"/>
                  </a:lnTo>
                  <a:lnTo>
                    <a:pt x="1752" y="120"/>
                  </a:lnTo>
                  <a:lnTo>
                    <a:pt x="1752" y="120"/>
                  </a:lnTo>
                  <a:lnTo>
                    <a:pt x="1752" y="120"/>
                  </a:lnTo>
                  <a:lnTo>
                    <a:pt x="1752" y="120"/>
                  </a:lnTo>
                  <a:lnTo>
                    <a:pt x="1758" y="120"/>
                  </a:lnTo>
                  <a:lnTo>
                    <a:pt x="1758" y="120"/>
                  </a:lnTo>
                  <a:lnTo>
                    <a:pt x="1758" y="120"/>
                  </a:lnTo>
                  <a:lnTo>
                    <a:pt x="1758" y="120"/>
                  </a:lnTo>
                  <a:lnTo>
                    <a:pt x="1758" y="120"/>
                  </a:lnTo>
                  <a:lnTo>
                    <a:pt x="1758" y="114"/>
                  </a:lnTo>
                  <a:lnTo>
                    <a:pt x="1758" y="114"/>
                  </a:lnTo>
                  <a:lnTo>
                    <a:pt x="1758" y="114"/>
                  </a:lnTo>
                  <a:lnTo>
                    <a:pt x="1758" y="114"/>
                  </a:lnTo>
                  <a:lnTo>
                    <a:pt x="1764" y="114"/>
                  </a:lnTo>
                  <a:lnTo>
                    <a:pt x="1764" y="114"/>
                  </a:lnTo>
                  <a:lnTo>
                    <a:pt x="1764" y="114"/>
                  </a:lnTo>
                  <a:lnTo>
                    <a:pt x="1764" y="114"/>
                  </a:lnTo>
                  <a:lnTo>
                    <a:pt x="1764" y="108"/>
                  </a:lnTo>
                  <a:lnTo>
                    <a:pt x="1764" y="108"/>
                  </a:lnTo>
                  <a:lnTo>
                    <a:pt x="1764" y="108"/>
                  </a:lnTo>
                  <a:lnTo>
                    <a:pt x="1764" y="108"/>
                  </a:lnTo>
                  <a:lnTo>
                    <a:pt x="1770" y="108"/>
                  </a:lnTo>
                  <a:lnTo>
                    <a:pt x="1770" y="108"/>
                  </a:lnTo>
                  <a:lnTo>
                    <a:pt x="1770" y="108"/>
                  </a:lnTo>
                  <a:lnTo>
                    <a:pt x="1770" y="108"/>
                  </a:lnTo>
                  <a:lnTo>
                    <a:pt x="1770" y="108"/>
                  </a:lnTo>
                  <a:lnTo>
                    <a:pt x="1770" y="102"/>
                  </a:lnTo>
                  <a:lnTo>
                    <a:pt x="1770" y="102"/>
                  </a:lnTo>
                  <a:lnTo>
                    <a:pt x="1770" y="102"/>
                  </a:lnTo>
                  <a:lnTo>
                    <a:pt x="1770" y="102"/>
                  </a:lnTo>
                  <a:lnTo>
                    <a:pt x="1776" y="102"/>
                  </a:lnTo>
                  <a:lnTo>
                    <a:pt x="1776" y="102"/>
                  </a:lnTo>
                  <a:lnTo>
                    <a:pt x="1776" y="102"/>
                  </a:lnTo>
                  <a:lnTo>
                    <a:pt x="1776" y="102"/>
                  </a:lnTo>
                  <a:lnTo>
                    <a:pt x="1776" y="96"/>
                  </a:lnTo>
                  <a:lnTo>
                    <a:pt x="1776" y="96"/>
                  </a:lnTo>
                  <a:lnTo>
                    <a:pt x="1776" y="96"/>
                  </a:lnTo>
                  <a:lnTo>
                    <a:pt x="1776" y="96"/>
                  </a:lnTo>
                  <a:lnTo>
                    <a:pt x="1782" y="96"/>
                  </a:lnTo>
                  <a:lnTo>
                    <a:pt x="1782" y="96"/>
                  </a:lnTo>
                  <a:lnTo>
                    <a:pt x="1782" y="96"/>
                  </a:lnTo>
                  <a:lnTo>
                    <a:pt x="1782" y="96"/>
                  </a:lnTo>
                  <a:lnTo>
                    <a:pt x="1782" y="96"/>
                  </a:lnTo>
                  <a:lnTo>
                    <a:pt x="1782" y="90"/>
                  </a:lnTo>
                  <a:lnTo>
                    <a:pt x="1782" y="90"/>
                  </a:lnTo>
                  <a:lnTo>
                    <a:pt x="1782" y="90"/>
                  </a:lnTo>
                  <a:lnTo>
                    <a:pt x="1788" y="90"/>
                  </a:lnTo>
                  <a:lnTo>
                    <a:pt x="1788" y="90"/>
                  </a:lnTo>
                  <a:lnTo>
                    <a:pt x="1788" y="90"/>
                  </a:lnTo>
                  <a:lnTo>
                    <a:pt x="1788" y="90"/>
                  </a:lnTo>
                  <a:lnTo>
                    <a:pt x="1788" y="90"/>
                  </a:lnTo>
                  <a:lnTo>
                    <a:pt x="1788" y="84"/>
                  </a:lnTo>
                  <a:lnTo>
                    <a:pt x="1788" y="84"/>
                  </a:lnTo>
                  <a:lnTo>
                    <a:pt x="1788" y="84"/>
                  </a:lnTo>
                  <a:lnTo>
                    <a:pt x="1788" y="84"/>
                  </a:lnTo>
                  <a:lnTo>
                    <a:pt x="1794" y="84"/>
                  </a:lnTo>
                  <a:lnTo>
                    <a:pt x="1794" y="84"/>
                  </a:lnTo>
                  <a:lnTo>
                    <a:pt x="1794" y="84"/>
                  </a:lnTo>
                  <a:lnTo>
                    <a:pt x="1794" y="84"/>
                  </a:lnTo>
                  <a:lnTo>
                    <a:pt x="1794" y="84"/>
                  </a:lnTo>
                  <a:lnTo>
                    <a:pt x="1794" y="78"/>
                  </a:lnTo>
                  <a:lnTo>
                    <a:pt x="1794" y="78"/>
                  </a:lnTo>
                  <a:lnTo>
                    <a:pt x="1794" y="78"/>
                  </a:lnTo>
                  <a:lnTo>
                    <a:pt x="1800" y="78"/>
                  </a:lnTo>
                  <a:lnTo>
                    <a:pt x="1800" y="78"/>
                  </a:lnTo>
                  <a:lnTo>
                    <a:pt x="1800" y="78"/>
                  </a:lnTo>
                  <a:lnTo>
                    <a:pt x="1800" y="78"/>
                  </a:lnTo>
                  <a:lnTo>
                    <a:pt x="1800" y="78"/>
                  </a:lnTo>
                  <a:lnTo>
                    <a:pt x="1800" y="72"/>
                  </a:lnTo>
                  <a:lnTo>
                    <a:pt x="1800" y="72"/>
                  </a:lnTo>
                  <a:lnTo>
                    <a:pt x="1800" y="72"/>
                  </a:lnTo>
                  <a:lnTo>
                    <a:pt x="1806" y="72"/>
                  </a:lnTo>
                  <a:lnTo>
                    <a:pt x="1806" y="72"/>
                  </a:lnTo>
                  <a:lnTo>
                    <a:pt x="1806" y="72"/>
                  </a:lnTo>
                  <a:lnTo>
                    <a:pt x="1806" y="72"/>
                  </a:lnTo>
                  <a:lnTo>
                    <a:pt x="1806" y="72"/>
                  </a:lnTo>
                  <a:lnTo>
                    <a:pt x="1806" y="72"/>
                  </a:lnTo>
                  <a:lnTo>
                    <a:pt x="1806" y="66"/>
                  </a:lnTo>
                  <a:lnTo>
                    <a:pt x="1806" y="66"/>
                  </a:lnTo>
                  <a:lnTo>
                    <a:pt x="1806" y="66"/>
                  </a:lnTo>
                  <a:lnTo>
                    <a:pt x="1812" y="66"/>
                  </a:lnTo>
                  <a:lnTo>
                    <a:pt x="1812" y="66"/>
                  </a:lnTo>
                  <a:lnTo>
                    <a:pt x="1812" y="66"/>
                  </a:lnTo>
                  <a:lnTo>
                    <a:pt x="1812" y="66"/>
                  </a:lnTo>
                  <a:lnTo>
                    <a:pt x="1812" y="66"/>
                  </a:lnTo>
                  <a:lnTo>
                    <a:pt x="1812" y="60"/>
                  </a:lnTo>
                  <a:lnTo>
                    <a:pt x="1812" y="60"/>
                  </a:lnTo>
                  <a:lnTo>
                    <a:pt x="1812" y="60"/>
                  </a:lnTo>
                  <a:lnTo>
                    <a:pt x="1818" y="60"/>
                  </a:lnTo>
                  <a:lnTo>
                    <a:pt x="1818" y="60"/>
                  </a:lnTo>
                  <a:lnTo>
                    <a:pt x="1818" y="60"/>
                  </a:lnTo>
                  <a:lnTo>
                    <a:pt x="1818" y="60"/>
                  </a:lnTo>
                  <a:lnTo>
                    <a:pt x="1818" y="60"/>
                  </a:lnTo>
                  <a:lnTo>
                    <a:pt x="1818" y="54"/>
                  </a:lnTo>
                  <a:lnTo>
                    <a:pt x="1818" y="54"/>
                  </a:lnTo>
                  <a:lnTo>
                    <a:pt x="1818" y="54"/>
                  </a:lnTo>
                  <a:lnTo>
                    <a:pt x="1818" y="54"/>
                  </a:lnTo>
                  <a:lnTo>
                    <a:pt x="1824" y="54"/>
                  </a:lnTo>
                  <a:lnTo>
                    <a:pt x="1824" y="54"/>
                  </a:lnTo>
                  <a:lnTo>
                    <a:pt x="1824" y="54"/>
                  </a:lnTo>
                  <a:lnTo>
                    <a:pt x="1824" y="54"/>
                  </a:lnTo>
                  <a:lnTo>
                    <a:pt x="1824" y="54"/>
                  </a:lnTo>
                  <a:lnTo>
                    <a:pt x="1824" y="48"/>
                  </a:lnTo>
                  <a:lnTo>
                    <a:pt x="1824" y="48"/>
                  </a:lnTo>
                  <a:lnTo>
                    <a:pt x="1824" y="48"/>
                  </a:lnTo>
                  <a:lnTo>
                    <a:pt x="1830" y="48"/>
                  </a:lnTo>
                  <a:lnTo>
                    <a:pt x="1830" y="48"/>
                  </a:lnTo>
                  <a:lnTo>
                    <a:pt x="1830" y="48"/>
                  </a:lnTo>
                  <a:lnTo>
                    <a:pt x="1830" y="48"/>
                  </a:lnTo>
                  <a:lnTo>
                    <a:pt x="1830" y="48"/>
                  </a:lnTo>
                  <a:lnTo>
                    <a:pt x="1830" y="42"/>
                  </a:lnTo>
                  <a:lnTo>
                    <a:pt x="1830" y="42"/>
                  </a:lnTo>
                  <a:lnTo>
                    <a:pt x="1830" y="42"/>
                  </a:lnTo>
                  <a:lnTo>
                    <a:pt x="1836" y="42"/>
                  </a:lnTo>
                  <a:lnTo>
                    <a:pt x="1836" y="42"/>
                  </a:lnTo>
                  <a:lnTo>
                    <a:pt x="1836" y="42"/>
                  </a:lnTo>
                  <a:lnTo>
                    <a:pt x="1836" y="42"/>
                  </a:lnTo>
                  <a:lnTo>
                    <a:pt x="1836" y="42"/>
                  </a:lnTo>
                  <a:lnTo>
                    <a:pt x="1836" y="36"/>
                  </a:lnTo>
                  <a:lnTo>
                    <a:pt x="1836" y="36"/>
                  </a:lnTo>
                  <a:lnTo>
                    <a:pt x="1836" y="36"/>
                  </a:lnTo>
                  <a:lnTo>
                    <a:pt x="1836" y="36"/>
                  </a:lnTo>
                  <a:lnTo>
                    <a:pt x="1842" y="36"/>
                  </a:lnTo>
                  <a:lnTo>
                    <a:pt x="1842" y="36"/>
                  </a:lnTo>
                  <a:lnTo>
                    <a:pt x="1842" y="36"/>
                  </a:lnTo>
                  <a:lnTo>
                    <a:pt x="1842" y="36"/>
                  </a:lnTo>
                  <a:lnTo>
                    <a:pt x="1842" y="36"/>
                  </a:lnTo>
                  <a:lnTo>
                    <a:pt x="1842" y="30"/>
                  </a:lnTo>
                  <a:lnTo>
                    <a:pt x="1842" y="30"/>
                  </a:lnTo>
                  <a:lnTo>
                    <a:pt x="1842" y="30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48" y="24"/>
                  </a:lnTo>
                  <a:lnTo>
                    <a:pt x="1848" y="24"/>
                  </a:lnTo>
                  <a:lnTo>
                    <a:pt x="1848" y="24"/>
                  </a:lnTo>
                  <a:lnTo>
                    <a:pt x="1848" y="24"/>
                  </a:lnTo>
                  <a:lnTo>
                    <a:pt x="1854" y="24"/>
                  </a:lnTo>
                  <a:lnTo>
                    <a:pt x="1854" y="24"/>
                  </a:lnTo>
                  <a:lnTo>
                    <a:pt x="1854" y="24"/>
                  </a:lnTo>
                  <a:lnTo>
                    <a:pt x="1854" y="24"/>
                  </a:lnTo>
                  <a:lnTo>
                    <a:pt x="1854" y="18"/>
                  </a:lnTo>
                  <a:lnTo>
                    <a:pt x="1854" y="18"/>
                  </a:lnTo>
                  <a:lnTo>
                    <a:pt x="1854" y="18"/>
                  </a:lnTo>
                  <a:lnTo>
                    <a:pt x="1854" y="18"/>
                  </a:lnTo>
                  <a:lnTo>
                    <a:pt x="1860" y="18"/>
                  </a:lnTo>
                  <a:lnTo>
                    <a:pt x="1860" y="18"/>
                  </a:lnTo>
                  <a:lnTo>
                    <a:pt x="1860" y="18"/>
                  </a:lnTo>
                  <a:lnTo>
                    <a:pt x="1860" y="18"/>
                  </a:lnTo>
                  <a:lnTo>
                    <a:pt x="1860" y="12"/>
                  </a:lnTo>
                  <a:lnTo>
                    <a:pt x="1860" y="12"/>
                  </a:lnTo>
                  <a:lnTo>
                    <a:pt x="1860" y="12"/>
                  </a:lnTo>
                  <a:lnTo>
                    <a:pt x="1860" y="12"/>
                  </a:lnTo>
                  <a:lnTo>
                    <a:pt x="1860" y="12"/>
                  </a:lnTo>
                  <a:lnTo>
                    <a:pt x="1866" y="12"/>
                  </a:lnTo>
                  <a:lnTo>
                    <a:pt x="1866" y="12"/>
                  </a:lnTo>
                  <a:lnTo>
                    <a:pt x="1866" y="12"/>
                  </a:lnTo>
                  <a:lnTo>
                    <a:pt x="1866" y="12"/>
                  </a:lnTo>
                  <a:lnTo>
                    <a:pt x="1866" y="12"/>
                  </a:lnTo>
                  <a:lnTo>
                    <a:pt x="1866" y="6"/>
                  </a:lnTo>
                  <a:lnTo>
                    <a:pt x="1866" y="6"/>
                  </a:lnTo>
                  <a:lnTo>
                    <a:pt x="1866" y="6"/>
                  </a:lnTo>
                  <a:lnTo>
                    <a:pt x="1872" y="6"/>
                  </a:lnTo>
                  <a:lnTo>
                    <a:pt x="1872" y="6"/>
                  </a:lnTo>
                  <a:lnTo>
                    <a:pt x="1872" y="6"/>
                  </a:lnTo>
                  <a:lnTo>
                    <a:pt x="1872" y="6"/>
                  </a:lnTo>
                  <a:lnTo>
                    <a:pt x="1872" y="6"/>
                  </a:lnTo>
                  <a:lnTo>
                    <a:pt x="1872" y="6"/>
                  </a:lnTo>
                  <a:lnTo>
                    <a:pt x="1872" y="6"/>
                  </a:lnTo>
                  <a:lnTo>
                    <a:pt x="1872" y="6"/>
                  </a:lnTo>
                  <a:lnTo>
                    <a:pt x="1878" y="6"/>
                  </a:lnTo>
                  <a:lnTo>
                    <a:pt x="1878" y="6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20" y="0"/>
                  </a:lnTo>
                  <a:lnTo>
                    <a:pt x="1920" y="6"/>
                  </a:lnTo>
                  <a:lnTo>
                    <a:pt x="1920" y="6"/>
                  </a:lnTo>
                  <a:lnTo>
                    <a:pt x="1920" y="6"/>
                  </a:lnTo>
                  <a:lnTo>
                    <a:pt x="1920" y="6"/>
                  </a:lnTo>
                  <a:lnTo>
                    <a:pt x="1920" y="6"/>
                  </a:lnTo>
                  <a:lnTo>
                    <a:pt x="1920" y="6"/>
                  </a:lnTo>
                  <a:lnTo>
                    <a:pt x="1920" y="6"/>
                  </a:lnTo>
                  <a:lnTo>
                    <a:pt x="1926" y="6"/>
                  </a:lnTo>
                  <a:lnTo>
                    <a:pt x="1926" y="6"/>
                  </a:lnTo>
                  <a:lnTo>
                    <a:pt x="1926" y="6"/>
                  </a:lnTo>
                  <a:lnTo>
                    <a:pt x="1926" y="6"/>
                  </a:lnTo>
                  <a:lnTo>
                    <a:pt x="1926" y="6"/>
                  </a:lnTo>
                  <a:lnTo>
                    <a:pt x="1926" y="12"/>
                  </a:lnTo>
                  <a:lnTo>
                    <a:pt x="1926" y="12"/>
                  </a:lnTo>
                  <a:lnTo>
                    <a:pt x="1926" y="12"/>
                  </a:lnTo>
                  <a:lnTo>
                    <a:pt x="1926" y="12"/>
                  </a:lnTo>
                  <a:lnTo>
                    <a:pt x="1932" y="12"/>
                  </a:lnTo>
                  <a:lnTo>
                    <a:pt x="1932" y="12"/>
                  </a:lnTo>
                  <a:lnTo>
                    <a:pt x="1932" y="12"/>
                  </a:lnTo>
                  <a:lnTo>
                    <a:pt x="1932" y="12"/>
                  </a:lnTo>
                  <a:lnTo>
                    <a:pt x="1932" y="12"/>
                  </a:lnTo>
                  <a:lnTo>
                    <a:pt x="1932" y="12"/>
                  </a:lnTo>
                  <a:lnTo>
                    <a:pt x="1932" y="18"/>
                  </a:lnTo>
                  <a:lnTo>
                    <a:pt x="1932" y="18"/>
                  </a:lnTo>
                  <a:lnTo>
                    <a:pt x="1938" y="18"/>
                  </a:lnTo>
                  <a:lnTo>
                    <a:pt x="1938" y="18"/>
                  </a:lnTo>
                  <a:lnTo>
                    <a:pt x="1938" y="18"/>
                  </a:lnTo>
                  <a:lnTo>
                    <a:pt x="1938" y="18"/>
                  </a:lnTo>
                  <a:lnTo>
                    <a:pt x="1938" y="18"/>
                  </a:lnTo>
                  <a:lnTo>
                    <a:pt x="1938" y="18"/>
                  </a:lnTo>
                  <a:lnTo>
                    <a:pt x="1938" y="24"/>
                  </a:lnTo>
                  <a:lnTo>
                    <a:pt x="1938" y="24"/>
                  </a:lnTo>
                  <a:lnTo>
                    <a:pt x="1938" y="24"/>
                  </a:lnTo>
                  <a:lnTo>
                    <a:pt x="1944" y="24"/>
                  </a:lnTo>
                  <a:lnTo>
                    <a:pt x="1944" y="24"/>
                  </a:lnTo>
                  <a:lnTo>
                    <a:pt x="1944" y="24"/>
                  </a:lnTo>
                  <a:lnTo>
                    <a:pt x="1944" y="24"/>
                  </a:lnTo>
                  <a:lnTo>
                    <a:pt x="1944" y="24"/>
                  </a:lnTo>
                  <a:lnTo>
                    <a:pt x="1944" y="24"/>
                  </a:lnTo>
                  <a:lnTo>
                    <a:pt x="1944" y="30"/>
                  </a:lnTo>
                  <a:lnTo>
                    <a:pt x="1944" y="30"/>
                  </a:lnTo>
                  <a:lnTo>
                    <a:pt x="1950" y="30"/>
                  </a:lnTo>
                  <a:lnTo>
                    <a:pt x="1950" y="30"/>
                  </a:lnTo>
                  <a:lnTo>
                    <a:pt x="1950" y="30"/>
                  </a:lnTo>
                  <a:lnTo>
                    <a:pt x="1950" y="30"/>
                  </a:lnTo>
                  <a:lnTo>
                    <a:pt x="1950" y="30"/>
                  </a:lnTo>
                  <a:lnTo>
                    <a:pt x="1950" y="30"/>
                  </a:lnTo>
                  <a:lnTo>
                    <a:pt x="1950" y="36"/>
                  </a:lnTo>
                  <a:lnTo>
                    <a:pt x="1950" y="36"/>
                  </a:lnTo>
                  <a:lnTo>
                    <a:pt x="1956" y="36"/>
                  </a:lnTo>
                  <a:lnTo>
                    <a:pt x="1956" y="36"/>
                  </a:lnTo>
                  <a:lnTo>
                    <a:pt x="1956" y="36"/>
                  </a:lnTo>
                  <a:lnTo>
                    <a:pt x="1956" y="36"/>
                  </a:lnTo>
                  <a:lnTo>
                    <a:pt x="1956" y="36"/>
                  </a:lnTo>
                  <a:lnTo>
                    <a:pt x="1956" y="36"/>
                  </a:lnTo>
                  <a:lnTo>
                    <a:pt x="1956" y="42"/>
                  </a:lnTo>
                  <a:lnTo>
                    <a:pt x="1956" y="42"/>
                  </a:lnTo>
                  <a:lnTo>
                    <a:pt x="1956" y="42"/>
                  </a:lnTo>
                  <a:lnTo>
                    <a:pt x="1962" y="42"/>
                  </a:lnTo>
                  <a:lnTo>
                    <a:pt x="1962" y="42"/>
                  </a:lnTo>
                  <a:lnTo>
                    <a:pt x="1962" y="42"/>
                  </a:lnTo>
                  <a:lnTo>
                    <a:pt x="1962" y="42"/>
                  </a:lnTo>
                  <a:lnTo>
                    <a:pt x="1962" y="42"/>
                  </a:lnTo>
                  <a:lnTo>
                    <a:pt x="1962" y="42"/>
                  </a:lnTo>
                  <a:lnTo>
                    <a:pt x="1962" y="48"/>
                  </a:lnTo>
                  <a:lnTo>
                    <a:pt x="1962" y="48"/>
                  </a:lnTo>
                  <a:lnTo>
                    <a:pt x="1968" y="48"/>
                  </a:lnTo>
                  <a:lnTo>
                    <a:pt x="1968" y="48"/>
                  </a:lnTo>
                  <a:lnTo>
                    <a:pt x="1968" y="48"/>
                  </a:lnTo>
                  <a:lnTo>
                    <a:pt x="1968" y="48"/>
                  </a:lnTo>
                  <a:lnTo>
                    <a:pt x="1968" y="48"/>
                  </a:lnTo>
                  <a:lnTo>
                    <a:pt x="1968" y="48"/>
                  </a:lnTo>
                  <a:lnTo>
                    <a:pt x="1968" y="54"/>
                  </a:lnTo>
                  <a:lnTo>
                    <a:pt x="1968" y="54"/>
                  </a:lnTo>
                  <a:lnTo>
                    <a:pt x="1968" y="54"/>
                  </a:lnTo>
                  <a:lnTo>
                    <a:pt x="1974" y="54"/>
                  </a:lnTo>
                  <a:lnTo>
                    <a:pt x="1974" y="54"/>
                  </a:lnTo>
                  <a:lnTo>
                    <a:pt x="1974" y="54"/>
                  </a:lnTo>
                  <a:lnTo>
                    <a:pt x="1974" y="54"/>
                  </a:lnTo>
                  <a:lnTo>
                    <a:pt x="1974" y="54"/>
                  </a:lnTo>
                  <a:lnTo>
                    <a:pt x="1974" y="60"/>
                  </a:lnTo>
                  <a:lnTo>
                    <a:pt x="1974" y="60"/>
                  </a:lnTo>
                  <a:lnTo>
                    <a:pt x="1974" y="60"/>
                  </a:lnTo>
                  <a:lnTo>
                    <a:pt x="1980" y="60"/>
                  </a:lnTo>
                  <a:lnTo>
                    <a:pt x="1980" y="60"/>
                  </a:lnTo>
                  <a:lnTo>
                    <a:pt x="1980" y="60"/>
                  </a:lnTo>
                  <a:lnTo>
                    <a:pt x="1980" y="60"/>
                  </a:lnTo>
                  <a:lnTo>
                    <a:pt x="1980" y="60"/>
                  </a:lnTo>
                  <a:lnTo>
                    <a:pt x="1980" y="60"/>
                  </a:lnTo>
                  <a:lnTo>
                    <a:pt x="1980" y="66"/>
                  </a:lnTo>
                  <a:lnTo>
                    <a:pt x="1980" y="66"/>
                  </a:lnTo>
                  <a:lnTo>
                    <a:pt x="1986" y="66"/>
                  </a:lnTo>
                  <a:lnTo>
                    <a:pt x="1986" y="66"/>
                  </a:lnTo>
                  <a:lnTo>
                    <a:pt x="1986" y="66"/>
                  </a:lnTo>
                  <a:lnTo>
                    <a:pt x="1986" y="66"/>
                  </a:lnTo>
                  <a:lnTo>
                    <a:pt x="1986" y="66"/>
                  </a:lnTo>
                  <a:lnTo>
                    <a:pt x="1986" y="66"/>
                  </a:lnTo>
                  <a:lnTo>
                    <a:pt x="1986" y="72"/>
                  </a:lnTo>
                  <a:lnTo>
                    <a:pt x="1986" y="72"/>
                  </a:lnTo>
                  <a:lnTo>
                    <a:pt x="1986" y="72"/>
                  </a:lnTo>
                  <a:lnTo>
                    <a:pt x="1992" y="72"/>
                  </a:lnTo>
                  <a:lnTo>
                    <a:pt x="1992" y="72"/>
                  </a:lnTo>
                  <a:lnTo>
                    <a:pt x="1992" y="72"/>
                  </a:lnTo>
                  <a:lnTo>
                    <a:pt x="1992" y="72"/>
                  </a:lnTo>
                  <a:lnTo>
                    <a:pt x="1992" y="72"/>
                  </a:lnTo>
                  <a:lnTo>
                    <a:pt x="1992" y="72"/>
                  </a:lnTo>
                  <a:lnTo>
                    <a:pt x="1992" y="78"/>
                  </a:lnTo>
                  <a:lnTo>
                    <a:pt x="1992" y="78"/>
                  </a:lnTo>
                  <a:lnTo>
                    <a:pt x="1998" y="78"/>
                  </a:lnTo>
                  <a:lnTo>
                    <a:pt x="1998" y="78"/>
                  </a:lnTo>
                  <a:lnTo>
                    <a:pt x="1998" y="78"/>
                  </a:lnTo>
                  <a:lnTo>
                    <a:pt x="1998" y="78"/>
                  </a:lnTo>
                  <a:lnTo>
                    <a:pt x="1998" y="78"/>
                  </a:lnTo>
                  <a:lnTo>
                    <a:pt x="1998" y="78"/>
                  </a:lnTo>
                  <a:lnTo>
                    <a:pt x="1998" y="84"/>
                  </a:lnTo>
                  <a:lnTo>
                    <a:pt x="1998" y="84"/>
                  </a:lnTo>
                  <a:lnTo>
                    <a:pt x="1998" y="84"/>
                  </a:lnTo>
                  <a:lnTo>
                    <a:pt x="2004" y="84"/>
                  </a:lnTo>
                  <a:lnTo>
                    <a:pt x="2004" y="84"/>
                  </a:lnTo>
                  <a:lnTo>
                    <a:pt x="2004" y="84"/>
                  </a:lnTo>
                  <a:lnTo>
                    <a:pt x="2004" y="84"/>
                  </a:lnTo>
                  <a:lnTo>
                    <a:pt x="2004" y="84"/>
                  </a:lnTo>
                  <a:lnTo>
                    <a:pt x="2004" y="84"/>
                  </a:lnTo>
                  <a:lnTo>
                    <a:pt x="2004" y="90"/>
                  </a:lnTo>
                  <a:lnTo>
                    <a:pt x="2004" y="90"/>
                  </a:lnTo>
                  <a:lnTo>
                    <a:pt x="2010" y="90"/>
                  </a:lnTo>
                  <a:lnTo>
                    <a:pt x="2010" y="90"/>
                  </a:lnTo>
                  <a:lnTo>
                    <a:pt x="2010" y="90"/>
                  </a:lnTo>
                  <a:lnTo>
                    <a:pt x="2010" y="90"/>
                  </a:lnTo>
                  <a:lnTo>
                    <a:pt x="2010" y="90"/>
                  </a:lnTo>
                  <a:lnTo>
                    <a:pt x="2010" y="90"/>
                  </a:lnTo>
                  <a:lnTo>
                    <a:pt x="2010" y="96"/>
                  </a:lnTo>
                  <a:lnTo>
                    <a:pt x="2010" y="96"/>
                  </a:lnTo>
                  <a:lnTo>
                    <a:pt x="2016" y="96"/>
                  </a:lnTo>
                  <a:lnTo>
                    <a:pt x="2016" y="96"/>
                  </a:lnTo>
                  <a:lnTo>
                    <a:pt x="2016" y="96"/>
                  </a:lnTo>
                  <a:lnTo>
                    <a:pt x="2016" y="96"/>
                  </a:lnTo>
                  <a:lnTo>
                    <a:pt x="2016" y="96"/>
                  </a:lnTo>
                  <a:lnTo>
                    <a:pt x="2016" y="96"/>
                  </a:lnTo>
                  <a:lnTo>
                    <a:pt x="2016" y="96"/>
                  </a:lnTo>
                  <a:lnTo>
                    <a:pt x="2016" y="102"/>
                  </a:lnTo>
                  <a:lnTo>
                    <a:pt x="2016" y="102"/>
                  </a:lnTo>
                  <a:lnTo>
                    <a:pt x="2022" y="102"/>
                  </a:lnTo>
                  <a:lnTo>
                    <a:pt x="2022" y="102"/>
                  </a:lnTo>
                  <a:lnTo>
                    <a:pt x="2022" y="102"/>
                  </a:lnTo>
                  <a:lnTo>
                    <a:pt x="2022" y="102"/>
                  </a:lnTo>
                  <a:lnTo>
                    <a:pt x="2022" y="102"/>
                  </a:lnTo>
                  <a:lnTo>
                    <a:pt x="2022" y="102"/>
                  </a:lnTo>
                  <a:lnTo>
                    <a:pt x="2022" y="102"/>
                  </a:lnTo>
                  <a:lnTo>
                    <a:pt x="2022" y="108"/>
                  </a:lnTo>
                  <a:lnTo>
                    <a:pt x="2028" y="108"/>
                  </a:lnTo>
                  <a:lnTo>
                    <a:pt x="2028" y="108"/>
                  </a:lnTo>
                  <a:lnTo>
                    <a:pt x="2028" y="108"/>
                  </a:lnTo>
                  <a:lnTo>
                    <a:pt x="2028" y="108"/>
                  </a:lnTo>
                  <a:lnTo>
                    <a:pt x="2028" y="108"/>
                  </a:lnTo>
                  <a:lnTo>
                    <a:pt x="2028" y="108"/>
                  </a:lnTo>
                  <a:lnTo>
                    <a:pt x="2028" y="108"/>
                  </a:lnTo>
                  <a:lnTo>
                    <a:pt x="2028" y="114"/>
                  </a:lnTo>
                  <a:lnTo>
                    <a:pt x="2028" y="114"/>
                  </a:lnTo>
                  <a:lnTo>
                    <a:pt x="2034" y="114"/>
                  </a:lnTo>
                  <a:lnTo>
                    <a:pt x="2034" y="114"/>
                  </a:lnTo>
                  <a:lnTo>
                    <a:pt x="2034" y="114"/>
                  </a:lnTo>
                  <a:lnTo>
                    <a:pt x="2034" y="114"/>
                  </a:lnTo>
                  <a:lnTo>
                    <a:pt x="2034" y="114"/>
                  </a:lnTo>
                  <a:lnTo>
                    <a:pt x="2034" y="114"/>
                  </a:lnTo>
                  <a:lnTo>
                    <a:pt x="2034" y="114"/>
                  </a:lnTo>
                  <a:lnTo>
                    <a:pt x="2034" y="120"/>
                  </a:lnTo>
                  <a:lnTo>
                    <a:pt x="2040" y="120"/>
                  </a:lnTo>
                  <a:lnTo>
                    <a:pt x="2040" y="120"/>
                  </a:lnTo>
                  <a:lnTo>
                    <a:pt x="2040" y="120"/>
                  </a:lnTo>
                  <a:lnTo>
                    <a:pt x="2040" y="120"/>
                  </a:lnTo>
                  <a:lnTo>
                    <a:pt x="2040" y="120"/>
                  </a:lnTo>
                  <a:lnTo>
                    <a:pt x="2040" y="120"/>
                  </a:lnTo>
                  <a:lnTo>
                    <a:pt x="2040" y="120"/>
                  </a:lnTo>
                  <a:lnTo>
                    <a:pt x="2040" y="120"/>
                  </a:lnTo>
                  <a:lnTo>
                    <a:pt x="2046" y="126"/>
                  </a:lnTo>
                  <a:lnTo>
                    <a:pt x="2046" y="126"/>
                  </a:lnTo>
                  <a:lnTo>
                    <a:pt x="2046" y="126"/>
                  </a:lnTo>
                  <a:lnTo>
                    <a:pt x="2046" y="126"/>
                  </a:lnTo>
                  <a:lnTo>
                    <a:pt x="2046" y="126"/>
                  </a:lnTo>
                  <a:lnTo>
                    <a:pt x="2046" y="126"/>
                  </a:lnTo>
                  <a:lnTo>
                    <a:pt x="2046" y="126"/>
                  </a:lnTo>
                  <a:lnTo>
                    <a:pt x="2046" y="126"/>
                  </a:lnTo>
                  <a:lnTo>
                    <a:pt x="2046" y="132"/>
                  </a:lnTo>
                  <a:lnTo>
                    <a:pt x="2052" y="132"/>
                  </a:lnTo>
                  <a:lnTo>
                    <a:pt x="2052" y="132"/>
                  </a:lnTo>
                  <a:lnTo>
                    <a:pt x="2052" y="132"/>
                  </a:lnTo>
                  <a:lnTo>
                    <a:pt x="2052" y="132"/>
                  </a:lnTo>
                  <a:lnTo>
                    <a:pt x="2052" y="132"/>
                  </a:lnTo>
                  <a:lnTo>
                    <a:pt x="2052" y="132"/>
                  </a:lnTo>
                  <a:lnTo>
                    <a:pt x="2052" y="132"/>
                  </a:lnTo>
                  <a:lnTo>
                    <a:pt x="2052" y="132"/>
                  </a:lnTo>
                  <a:lnTo>
                    <a:pt x="2058" y="138"/>
                  </a:lnTo>
                  <a:lnTo>
                    <a:pt x="2058" y="138"/>
                  </a:lnTo>
                  <a:lnTo>
                    <a:pt x="2058" y="138"/>
                  </a:lnTo>
                  <a:lnTo>
                    <a:pt x="2058" y="138"/>
                  </a:lnTo>
                  <a:lnTo>
                    <a:pt x="2058" y="138"/>
                  </a:lnTo>
                  <a:lnTo>
                    <a:pt x="2058" y="138"/>
                  </a:lnTo>
                  <a:lnTo>
                    <a:pt x="2058" y="138"/>
                  </a:lnTo>
                  <a:lnTo>
                    <a:pt x="2058" y="138"/>
                  </a:lnTo>
                  <a:lnTo>
                    <a:pt x="2064" y="138"/>
                  </a:lnTo>
                  <a:lnTo>
                    <a:pt x="2064" y="144"/>
                  </a:lnTo>
                  <a:lnTo>
                    <a:pt x="2064" y="144"/>
                  </a:lnTo>
                  <a:lnTo>
                    <a:pt x="2064" y="144"/>
                  </a:lnTo>
                  <a:lnTo>
                    <a:pt x="2064" y="144"/>
                  </a:lnTo>
                  <a:lnTo>
                    <a:pt x="2064" y="144"/>
                  </a:lnTo>
                  <a:lnTo>
                    <a:pt x="2064" y="144"/>
                  </a:lnTo>
                  <a:lnTo>
                    <a:pt x="2064" y="144"/>
                  </a:lnTo>
                  <a:lnTo>
                    <a:pt x="2064" y="144"/>
                  </a:lnTo>
                  <a:lnTo>
                    <a:pt x="2070" y="144"/>
                  </a:lnTo>
                  <a:lnTo>
                    <a:pt x="2070" y="150"/>
                  </a:lnTo>
                  <a:lnTo>
                    <a:pt x="2070" y="150"/>
                  </a:lnTo>
                  <a:lnTo>
                    <a:pt x="2070" y="150"/>
                  </a:lnTo>
                  <a:lnTo>
                    <a:pt x="2070" y="150"/>
                  </a:lnTo>
                  <a:lnTo>
                    <a:pt x="2070" y="150"/>
                  </a:lnTo>
                  <a:lnTo>
                    <a:pt x="2070" y="150"/>
                  </a:lnTo>
                  <a:lnTo>
                    <a:pt x="2070" y="150"/>
                  </a:lnTo>
                  <a:lnTo>
                    <a:pt x="2076" y="150"/>
                  </a:lnTo>
                  <a:lnTo>
                    <a:pt x="2076" y="150"/>
                  </a:lnTo>
                  <a:lnTo>
                    <a:pt x="2076" y="156"/>
                  </a:lnTo>
                  <a:lnTo>
                    <a:pt x="2076" y="156"/>
                  </a:lnTo>
                  <a:lnTo>
                    <a:pt x="2076" y="156"/>
                  </a:lnTo>
                  <a:lnTo>
                    <a:pt x="2076" y="156"/>
                  </a:lnTo>
                  <a:lnTo>
                    <a:pt x="2076" y="156"/>
                  </a:lnTo>
                  <a:lnTo>
                    <a:pt x="2076" y="156"/>
                  </a:lnTo>
                  <a:lnTo>
                    <a:pt x="2076" y="156"/>
                  </a:lnTo>
                  <a:lnTo>
                    <a:pt x="2082" y="156"/>
                  </a:lnTo>
                  <a:lnTo>
                    <a:pt x="2082" y="156"/>
                  </a:lnTo>
                  <a:lnTo>
                    <a:pt x="2082" y="162"/>
                  </a:lnTo>
                  <a:lnTo>
                    <a:pt x="2082" y="162"/>
                  </a:lnTo>
                  <a:lnTo>
                    <a:pt x="2082" y="162"/>
                  </a:lnTo>
                  <a:lnTo>
                    <a:pt x="2082" y="162"/>
                  </a:lnTo>
                  <a:lnTo>
                    <a:pt x="2082" y="162"/>
                  </a:lnTo>
                  <a:lnTo>
                    <a:pt x="2082" y="162"/>
                  </a:lnTo>
                  <a:lnTo>
                    <a:pt x="2082" y="162"/>
                  </a:lnTo>
                  <a:lnTo>
                    <a:pt x="2322" y="354"/>
                  </a:lnTo>
                  <a:lnTo>
                    <a:pt x="2322" y="360"/>
                  </a:lnTo>
                  <a:lnTo>
                    <a:pt x="2322" y="360"/>
                  </a:lnTo>
                  <a:lnTo>
                    <a:pt x="2322" y="360"/>
                  </a:lnTo>
                  <a:lnTo>
                    <a:pt x="2322" y="360"/>
                  </a:lnTo>
                  <a:lnTo>
                    <a:pt x="2322" y="360"/>
                  </a:lnTo>
                  <a:lnTo>
                    <a:pt x="2322" y="360"/>
                  </a:lnTo>
                  <a:lnTo>
                    <a:pt x="2322" y="360"/>
                  </a:lnTo>
                  <a:lnTo>
                    <a:pt x="2322" y="360"/>
                  </a:lnTo>
                  <a:lnTo>
                    <a:pt x="2328" y="360"/>
                  </a:lnTo>
                  <a:lnTo>
                    <a:pt x="2328" y="360"/>
                  </a:lnTo>
                  <a:lnTo>
                    <a:pt x="2328" y="360"/>
                  </a:lnTo>
                  <a:lnTo>
                    <a:pt x="2328" y="360"/>
                  </a:lnTo>
                  <a:lnTo>
                    <a:pt x="2328" y="366"/>
                  </a:lnTo>
                  <a:lnTo>
                    <a:pt x="2328" y="366"/>
                  </a:lnTo>
                  <a:lnTo>
                    <a:pt x="2328" y="366"/>
                  </a:lnTo>
                  <a:lnTo>
                    <a:pt x="2328" y="366"/>
                  </a:lnTo>
                  <a:lnTo>
                    <a:pt x="2334" y="366"/>
                  </a:lnTo>
                  <a:lnTo>
                    <a:pt x="2334" y="366"/>
                  </a:lnTo>
                  <a:lnTo>
                    <a:pt x="2334" y="366"/>
                  </a:lnTo>
                  <a:lnTo>
                    <a:pt x="2334" y="366"/>
                  </a:lnTo>
                  <a:lnTo>
                    <a:pt x="2334" y="366"/>
                  </a:lnTo>
                  <a:lnTo>
                    <a:pt x="2334" y="366"/>
                  </a:lnTo>
                  <a:lnTo>
                    <a:pt x="2334" y="366"/>
                  </a:lnTo>
                  <a:lnTo>
                    <a:pt x="2334" y="372"/>
                  </a:lnTo>
                  <a:lnTo>
                    <a:pt x="2340" y="372"/>
                  </a:lnTo>
                  <a:lnTo>
                    <a:pt x="2340" y="372"/>
                  </a:lnTo>
                  <a:lnTo>
                    <a:pt x="2340" y="372"/>
                  </a:lnTo>
                  <a:lnTo>
                    <a:pt x="2340" y="372"/>
                  </a:lnTo>
                  <a:lnTo>
                    <a:pt x="2340" y="372"/>
                  </a:lnTo>
                  <a:lnTo>
                    <a:pt x="2340" y="372"/>
                  </a:lnTo>
                  <a:lnTo>
                    <a:pt x="2340" y="372"/>
                  </a:lnTo>
                  <a:lnTo>
                    <a:pt x="2340" y="372"/>
                  </a:lnTo>
                  <a:lnTo>
                    <a:pt x="2340" y="372"/>
                  </a:lnTo>
                  <a:lnTo>
                    <a:pt x="2346" y="372"/>
                  </a:lnTo>
                  <a:lnTo>
                    <a:pt x="2346" y="372"/>
                  </a:lnTo>
                  <a:lnTo>
                    <a:pt x="2346" y="378"/>
                  </a:lnTo>
                  <a:lnTo>
                    <a:pt x="2346" y="378"/>
                  </a:lnTo>
                  <a:lnTo>
                    <a:pt x="2346" y="378"/>
                  </a:lnTo>
                  <a:lnTo>
                    <a:pt x="2346" y="378"/>
                  </a:lnTo>
                  <a:lnTo>
                    <a:pt x="2346" y="378"/>
                  </a:lnTo>
                  <a:lnTo>
                    <a:pt x="2346" y="378"/>
                  </a:lnTo>
                  <a:lnTo>
                    <a:pt x="2352" y="378"/>
                  </a:lnTo>
                  <a:lnTo>
                    <a:pt x="2352" y="378"/>
                  </a:lnTo>
                  <a:lnTo>
                    <a:pt x="2352" y="378"/>
                  </a:lnTo>
                  <a:lnTo>
                    <a:pt x="2352" y="378"/>
                  </a:lnTo>
                  <a:lnTo>
                    <a:pt x="2352" y="378"/>
                  </a:lnTo>
                  <a:lnTo>
                    <a:pt x="2352" y="384"/>
                  </a:lnTo>
                  <a:lnTo>
                    <a:pt x="2352" y="384"/>
                  </a:lnTo>
                  <a:lnTo>
                    <a:pt x="2352" y="384"/>
                  </a:lnTo>
                  <a:lnTo>
                    <a:pt x="2352" y="384"/>
                  </a:lnTo>
                  <a:lnTo>
                    <a:pt x="2358" y="384"/>
                  </a:lnTo>
                  <a:lnTo>
                    <a:pt x="2358" y="384"/>
                  </a:lnTo>
                  <a:lnTo>
                    <a:pt x="2358" y="384"/>
                  </a:lnTo>
                  <a:lnTo>
                    <a:pt x="2358" y="384"/>
                  </a:lnTo>
                  <a:lnTo>
                    <a:pt x="2358" y="384"/>
                  </a:lnTo>
                  <a:lnTo>
                    <a:pt x="2358" y="384"/>
                  </a:lnTo>
                  <a:lnTo>
                    <a:pt x="2358" y="384"/>
                  </a:lnTo>
                  <a:lnTo>
                    <a:pt x="2358" y="384"/>
                  </a:lnTo>
                  <a:lnTo>
                    <a:pt x="2364" y="390"/>
                  </a:lnTo>
                  <a:lnTo>
                    <a:pt x="2364" y="390"/>
                  </a:lnTo>
                  <a:lnTo>
                    <a:pt x="2364" y="390"/>
                  </a:lnTo>
                  <a:lnTo>
                    <a:pt x="2364" y="390"/>
                  </a:lnTo>
                  <a:lnTo>
                    <a:pt x="2364" y="390"/>
                  </a:lnTo>
                  <a:lnTo>
                    <a:pt x="2364" y="390"/>
                  </a:lnTo>
                  <a:lnTo>
                    <a:pt x="2364" y="390"/>
                  </a:lnTo>
                  <a:lnTo>
                    <a:pt x="2364" y="390"/>
                  </a:lnTo>
                  <a:lnTo>
                    <a:pt x="2370" y="390"/>
                  </a:lnTo>
                  <a:lnTo>
                    <a:pt x="2370" y="390"/>
                  </a:lnTo>
                  <a:lnTo>
                    <a:pt x="2370" y="390"/>
                  </a:lnTo>
                  <a:lnTo>
                    <a:pt x="2370" y="390"/>
                  </a:lnTo>
                  <a:lnTo>
                    <a:pt x="2370" y="396"/>
                  </a:lnTo>
                  <a:lnTo>
                    <a:pt x="2370" y="396"/>
                  </a:lnTo>
                  <a:lnTo>
                    <a:pt x="2370" y="396"/>
                  </a:lnTo>
                  <a:lnTo>
                    <a:pt x="2370" y="396"/>
                  </a:lnTo>
                  <a:lnTo>
                    <a:pt x="2370" y="396"/>
                  </a:lnTo>
                  <a:lnTo>
                    <a:pt x="2376" y="396"/>
                  </a:lnTo>
                  <a:lnTo>
                    <a:pt x="2376" y="396"/>
                  </a:lnTo>
                  <a:lnTo>
                    <a:pt x="2376" y="396"/>
                  </a:lnTo>
                  <a:lnTo>
                    <a:pt x="2376" y="396"/>
                  </a:lnTo>
                  <a:lnTo>
                    <a:pt x="2376" y="396"/>
                  </a:lnTo>
                  <a:lnTo>
                    <a:pt x="2376" y="396"/>
                  </a:lnTo>
                  <a:lnTo>
                    <a:pt x="2376" y="396"/>
                  </a:lnTo>
                  <a:lnTo>
                    <a:pt x="2376" y="402"/>
                  </a:lnTo>
                  <a:lnTo>
                    <a:pt x="2382" y="402"/>
                  </a:lnTo>
                  <a:lnTo>
                    <a:pt x="2382" y="402"/>
                  </a:lnTo>
                  <a:lnTo>
                    <a:pt x="2382" y="402"/>
                  </a:lnTo>
                  <a:lnTo>
                    <a:pt x="2382" y="402"/>
                  </a:lnTo>
                  <a:lnTo>
                    <a:pt x="2382" y="402"/>
                  </a:lnTo>
                  <a:lnTo>
                    <a:pt x="2382" y="402"/>
                  </a:lnTo>
                  <a:lnTo>
                    <a:pt x="2382" y="402"/>
                  </a:lnTo>
                  <a:lnTo>
                    <a:pt x="2382" y="402"/>
                  </a:lnTo>
                  <a:lnTo>
                    <a:pt x="2388" y="402"/>
                  </a:lnTo>
                  <a:lnTo>
                    <a:pt x="2388" y="402"/>
                  </a:lnTo>
                  <a:lnTo>
                    <a:pt x="2388" y="402"/>
                  </a:lnTo>
                  <a:lnTo>
                    <a:pt x="2388" y="408"/>
                  </a:lnTo>
                  <a:lnTo>
                    <a:pt x="2388" y="408"/>
                  </a:lnTo>
                  <a:lnTo>
                    <a:pt x="2388" y="408"/>
                  </a:lnTo>
                  <a:lnTo>
                    <a:pt x="2388" y="408"/>
                  </a:lnTo>
                  <a:lnTo>
                    <a:pt x="2388" y="408"/>
                  </a:lnTo>
                  <a:lnTo>
                    <a:pt x="2388" y="408"/>
                  </a:lnTo>
                  <a:lnTo>
                    <a:pt x="2394" y="408"/>
                  </a:lnTo>
                  <a:lnTo>
                    <a:pt x="2394" y="408"/>
                  </a:lnTo>
                  <a:lnTo>
                    <a:pt x="2394" y="408"/>
                  </a:lnTo>
                  <a:lnTo>
                    <a:pt x="2394" y="408"/>
                  </a:lnTo>
                  <a:lnTo>
                    <a:pt x="2394" y="408"/>
                  </a:lnTo>
                  <a:lnTo>
                    <a:pt x="2394" y="408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400" y="414"/>
                  </a:lnTo>
                  <a:lnTo>
                    <a:pt x="2400" y="414"/>
                  </a:lnTo>
                  <a:lnTo>
                    <a:pt x="2400" y="414"/>
                  </a:lnTo>
                  <a:lnTo>
                    <a:pt x="2400" y="414"/>
                  </a:lnTo>
                  <a:lnTo>
                    <a:pt x="2400" y="414"/>
                  </a:lnTo>
                  <a:lnTo>
                    <a:pt x="2400" y="414"/>
                  </a:lnTo>
                  <a:lnTo>
                    <a:pt x="2400" y="414"/>
                  </a:lnTo>
                  <a:lnTo>
                    <a:pt x="2400" y="414"/>
                  </a:lnTo>
                  <a:lnTo>
                    <a:pt x="2400" y="414"/>
                  </a:lnTo>
                  <a:lnTo>
                    <a:pt x="2406" y="414"/>
                  </a:lnTo>
                  <a:lnTo>
                    <a:pt x="2406" y="420"/>
                  </a:lnTo>
                  <a:lnTo>
                    <a:pt x="2406" y="420"/>
                  </a:lnTo>
                  <a:lnTo>
                    <a:pt x="2406" y="420"/>
                  </a:lnTo>
                  <a:lnTo>
                    <a:pt x="2406" y="420"/>
                  </a:lnTo>
                  <a:lnTo>
                    <a:pt x="2406" y="420"/>
                  </a:lnTo>
                  <a:lnTo>
                    <a:pt x="2406" y="420"/>
                  </a:lnTo>
                  <a:lnTo>
                    <a:pt x="2406" y="420"/>
                  </a:lnTo>
                  <a:lnTo>
                    <a:pt x="2412" y="420"/>
                  </a:lnTo>
                  <a:lnTo>
                    <a:pt x="2412" y="420"/>
                  </a:lnTo>
                  <a:lnTo>
                    <a:pt x="2412" y="420"/>
                  </a:lnTo>
                  <a:lnTo>
                    <a:pt x="2412" y="420"/>
                  </a:lnTo>
                  <a:lnTo>
                    <a:pt x="2412" y="420"/>
                  </a:lnTo>
                  <a:lnTo>
                    <a:pt x="2412" y="426"/>
                  </a:lnTo>
                  <a:lnTo>
                    <a:pt x="2412" y="426"/>
                  </a:lnTo>
                  <a:lnTo>
                    <a:pt x="2412" y="426"/>
                  </a:lnTo>
                  <a:lnTo>
                    <a:pt x="2418" y="426"/>
                  </a:lnTo>
                  <a:lnTo>
                    <a:pt x="2418" y="426"/>
                  </a:lnTo>
                  <a:lnTo>
                    <a:pt x="2418" y="426"/>
                  </a:lnTo>
                  <a:lnTo>
                    <a:pt x="2418" y="426"/>
                  </a:lnTo>
                  <a:lnTo>
                    <a:pt x="2418" y="426"/>
                  </a:lnTo>
                  <a:lnTo>
                    <a:pt x="2418" y="426"/>
                  </a:lnTo>
                  <a:lnTo>
                    <a:pt x="2418" y="426"/>
                  </a:lnTo>
                  <a:lnTo>
                    <a:pt x="2418" y="426"/>
                  </a:lnTo>
                  <a:lnTo>
                    <a:pt x="2418" y="426"/>
                  </a:lnTo>
                  <a:lnTo>
                    <a:pt x="2424" y="432"/>
                  </a:lnTo>
                  <a:lnTo>
                    <a:pt x="2424" y="432"/>
                  </a:lnTo>
                  <a:lnTo>
                    <a:pt x="2424" y="432"/>
                  </a:lnTo>
                  <a:lnTo>
                    <a:pt x="2424" y="432"/>
                  </a:lnTo>
                  <a:lnTo>
                    <a:pt x="2424" y="432"/>
                  </a:lnTo>
                  <a:lnTo>
                    <a:pt x="2424" y="432"/>
                  </a:lnTo>
                  <a:lnTo>
                    <a:pt x="2424" y="432"/>
                  </a:lnTo>
                  <a:lnTo>
                    <a:pt x="2424" y="432"/>
                  </a:lnTo>
                  <a:lnTo>
                    <a:pt x="2430" y="432"/>
                  </a:lnTo>
                  <a:lnTo>
                    <a:pt x="2430" y="432"/>
                  </a:lnTo>
                  <a:lnTo>
                    <a:pt x="2430" y="432"/>
                  </a:lnTo>
                  <a:lnTo>
                    <a:pt x="2430" y="432"/>
                  </a:lnTo>
                  <a:lnTo>
                    <a:pt x="2430" y="438"/>
                  </a:lnTo>
                  <a:lnTo>
                    <a:pt x="2430" y="438"/>
                  </a:lnTo>
                  <a:lnTo>
                    <a:pt x="2430" y="438"/>
                  </a:lnTo>
                  <a:lnTo>
                    <a:pt x="2430" y="438"/>
                  </a:lnTo>
                  <a:lnTo>
                    <a:pt x="2436" y="438"/>
                  </a:lnTo>
                  <a:lnTo>
                    <a:pt x="2436" y="438"/>
                  </a:lnTo>
                  <a:lnTo>
                    <a:pt x="2436" y="438"/>
                  </a:lnTo>
                  <a:lnTo>
                    <a:pt x="2436" y="438"/>
                  </a:lnTo>
                  <a:lnTo>
                    <a:pt x="2436" y="438"/>
                  </a:lnTo>
                  <a:lnTo>
                    <a:pt x="2436" y="438"/>
                  </a:lnTo>
                  <a:lnTo>
                    <a:pt x="2436" y="438"/>
                  </a:lnTo>
                  <a:lnTo>
                    <a:pt x="2436" y="438"/>
                  </a:lnTo>
                  <a:lnTo>
                    <a:pt x="2436" y="438"/>
                  </a:lnTo>
                  <a:lnTo>
                    <a:pt x="2442" y="444"/>
                  </a:lnTo>
                  <a:lnTo>
                    <a:pt x="2442" y="444"/>
                  </a:lnTo>
                  <a:lnTo>
                    <a:pt x="2442" y="444"/>
                  </a:lnTo>
                  <a:lnTo>
                    <a:pt x="2442" y="444"/>
                  </a:lnTo>
                  <a:lnTo>
                    <a:pt x="2442" y="444"/>
                  </a:lnTo>
                  <a:lnTo>
                    <a:pt x="2442" y="444"/>
                  </a:lnTo>
                  <a:lnTo>
                    <a:pt x="2442" y="444"/>
                  </a:lnTo>
                  <a:lnTo>
                    <a:pt x="2442" y="444"/>
                  </a:lnTo>
                  <a:lnTo>
                    <a:pt x="2448" y="444"/>
                  </a:lnTo>
                  <a:lnTo>
                    <a:pt x="2448" y="444"/>
                  </a:lnTo>
                  <a:lnTo>
                    <a:pt x="2448" y="444"/>
                  </a:lnTo>
                  <a:lnTo>
                    <a:pt x="2448" y="444"/>
                  </a:lnTo>
                  <a:lnTo>
                    <a:pt x="2448" y="450"/>
                  </a:lnTo>
                  <a:lnTo>
                    <a:pt x="2448" y="450"/>
                  </a:lnTo>
                  <a:lnTo>
                    <a:pt x="2448" y="450"/>
                  </a:lnTo>
                  <a:lnTo>
                    <a:pt x="2448" y="450"/>
                  </a:lnTo>
                  <a:lnTo>
                    <a:pt x="2448" y="450"/>
                  </a:lnTo>
                  <a:lnTo>
                    <a:pt x="2454" y="450"/>
                  </a:lnTo>
                  <a:lnTo>
                    <a:pt x="2454" y="450"/>
                  </a:lnTo>
                  <a:lnTo>
                    <a:pt x="2454" y="450"/>
                  </a:lnTo>
                  <a:lnTo>
                    <a:pt x="2454" y="450"/>
                  </a:lnTo>
                  <a:lnTo>
                    <a:pt x="2454" y="450"/>
                  </a:lnTo>
                  <a:lnTo>
                    <a:pt x="2454" y="450"/>
                  </a:lnTo>
                  <a:lnTo>
                    <a:pt x="2454" y="450"/>
                  </a:lnTo>
                  <a:lnTo>
                    <a:pt x="2454" y="450"/>
                  </a:lnTo>
                  <a:lnTo>
                    <a:pt x="2460" y="456"/>
                  </a:lnTo>
                  <a:lnTo>
                    <a:pt x="2460" y="456"/>
                  </a:lnTo>
                  <a:lnTo>
                    <a:pt x="2460" y="456"/>
                  </a:lnTo>
                  <a:lnTo>
                    <a:pt x="2460" y="456"/>
                  </a:lnTo>
                  <a:lnTo>
                    <a:pt x="2460" y="456"/>
                  </a:lnTo>
                  <a:lnTo>
                    <a:pt x="2460" y="456"/>
                  </a:lnTo>
                  <a:lnTo>
                    <a:pt x="2460" y="456"/>
                  </a:lnTo>
                  <a:lnTo>
                    <a:pt x="2460" y="456"/>
                  </a:lnTo>
                  <a:lnTo>
                    <a:pt x="2466" y="456"/>
                  </a:lnTo>
                  <a:lnTo>
                    <a:pt x="2466" y="456"/>
                  </a:lnTo>
                  <a:lnTo>
                    <a:pt x="2466" y="456"/>
                  </a:lnTo>
                  <a:lnTo>
                    <a:pt x="2466" y="456"/>
                  </a:lnTo>
                  <a:lnTo>
                    <a:pt x="2466" y="462"/>
                  </a:lnTo>
                  <a:lnTo>
                    <a:pt x="2466" y="462"/>
                  </a:lnTo>
                  <a:lnTo>
                    <a:pt x="2466" y="462"/>
                  </a:lnTo>
                  <a:lnTo>
                    <a:pt x="2466" y="462"/>
                  </a:lnTo>
                  <a:lnTo>
                    <a:pt x="2466" y="462"/>
                  </a:lnTo>
                  <a:lnTo>
                    <a:pt x="2472" y="462"/>
                  </a:lnTo>
                  <a:lnTo>
                    <a:pt x="2472" y="462"/>
                  </a:lnTo>
                  <a:lnTo>
                    <a:pt x="2472" y="462"/>
                  </a:lnTo>
                  <a:lnTo>
                    <a:pt x="2472" y="462"/>
                  </a:lnTo>
                  <a:lnTo>
                    <a:pt x="2472" y="462"/>
                  </a:lnTo>
                  <a:lnTo>
                    <a:pt x="2472" y="462"/>
                  </a:lnTo>
                  <a:lnTo>
                    <a:pt x="2472" y="462"/>
                  </a:lnTo>
                  <a:lnTo>
                    <a:pt x="2472" y="462"/>
                  </a:lnTo>
                  <a:lnTo>
                    <a:pt x="2478" y="468"/>
                  </a:lnTo>
                  <a:lnTo>
                    <a:pt x="2478" y="468"/>
                  </a:lnTo>
                  <a:lnTo>
                    <a:pt x="2478" y="468"/>
                  </a:lnTo>
                  <a:lnTo>
                    <a:pt x="2478" y="468"/>
                  </a:lnTo>
                  <a:lnTo>
                    <a:pt x="2478" y="468"/>
                  </a:lnTo>
                  <a:lnTo>
                    <a:pt x="2712" y="600"/>
                  </a:lnTo>
                  <a:lnTo>
                    <a:pt x="2712" y="600"/>
                  </a:lnTo>
                  <a:lnTo>
                    <a:pt x="2712" y="606"/>
                  </a:lnTo>
                  <a:lnTo>
                    <a:pt x="2712" y="606"/>
                  </a:lnTo>
                  <a:lnTo>
                    <a:pt x="2718" y="606"/>
                  </a:lnTo>
                  <a:lnTo>
                    <a:pt x="2718" y="606"/>
                  </a:lnTo>
                  <a:lnTo>
                    <a:pt x="2718" y="606"/>
                  </a:lnTo>
                  <a:lnTo>
                    <a:pt x="2718" y="606"/>
                  </a:lnTo>
                  <a:lnTo>
                    <a:pt x="2718" y="606"/>
                  </a:lnTo>
                  <a:lnTo>
                    <a:pt x="2718" y="606"/>
                  </a:lnTo>
                  <a:lnTo>
                    <a:pt x="2718" y="606"/>
                  </a:lnTo>
                  <a:lnTo>
                    <a:pt x="2718" y="606"/>
                  </a:lnTo>
                  <a:lnTo>
                    <a:pt x="2724" y="606"/>
                  </a:lnTo>
                  <a:lnTo>
                    <a:pt x="2724" y="606"/>
                  </a:lnTo>
                  <a:lnTo>
                    <a:pt x="2724" y="606"/>
                  </a:lnTo>
                  <a:lnTo>
                    <a:pt x="2724" y="606"/>
                  </a:lnTo>
                  <a:lnTo>
                    <a:pt x="2724" y="606"/>
                  </a:lnTo>
                  <a:lnTo>
                    <a:pt x="2724" y="606"/>
                  </a:lnTo>
                  <a:lnTo>
                    <a:pt x="2724" y="606"/>
                  </a:lnTo>
                  <a:lnTo>
                    <a:pt x="2724" y="612"/>
                  </a:lnTo>
                  <a:lnTo>
                    <a:pt x="2724" y="612"/>
                  </a:lnTo>
                  <a:lnTo>
                    <a:pt x="2730" y="612"/>
                  </a:lnTo>
                  <a:lnTo>
                    <a:pt x="2730" y="612"/>
                  </a:lnTo>
                  <a:lnTo>
                    <a:pt x="2730" y="612"/>
                  </a:lnTo>
                  <a:lnTo>
                    <a:pt x="2730" y="612"/>
                  </a:lnTo>
                  <a:lnTo>
                    <a:pt x="2730" y="612"/>
                  </a:lnTo>
                  <a:lnTo>
                    <a:pt x="2730" y="612"/>
                  </a:lnTo>
                  <a:lnTo>
                    <a:pt x="2730" y="612"/>
                  </a:lnTo>
                  <a:lnTo>
                    <a:pt x="2730" y="612"/>
                  </a:lnTo>
                  <a:lnTo>
                    <a:pt x="2736" y="612"/>
                  </a:lnTo>
                  <a:lnTo>
                    <a:pt x="2736" y="612"/>
                  </a:lnTo>
                  <a:lnTo>
                    <a:pt x="2736" y="612"/>
                  </a:lnTo>
                  <a:lnTo>
                    <a:pt x="2736" y="612"/>
                  </a:lnTo>
                  <a:lnTo>
                    <a:pt x="2736" y="612"/>
                  </a:lnTo>
                  <a:lnTo>
                    <a:pt x="2736" y="612"/>
                  </a:lnTo>
                  <a:lnTo>
                    <a:pt x="2736" y="612"/>
                  </a:lnTo>
                  <a:lnTo>
                    <a:pt x="2736" y="618"/>
                  </a:lnTo>
                  <a:lnTo>
                    <a:pt x="2742" y="618"/>
                  </a:lnTo>
                  <a:lnTo>
                    <a:pt x="2742" y="618"/>
                  </a:lnTo>
                  <a:lnTo>
                    <a:pt x="2742" y="618"/>
                  </a:lnTo>
                  <a:lnTo>
                    <a:pt x="2742" y="618"/>
                  </a:lnTo>
                  <a:lnTo>
                    <a:pt x="2742" y="618"/>
                  </a:lnTo>
                  <a:lnTo>
                    <a:pt x="2742" y="618"/>
                  </a:lnTo>
                  <a:lnTo>
                    <a:pt x="2742" y="618"/>
                  </a:lnTo>
                  <a:lnTo>
                    <a:pt x="2742" y="618"/>
                  </a:lnTo>
                  <a:lnTo>
                    <a:pt x="2742" y="618"/>
                  </a:lnTo>
                  <a:lnTo>
                    <a:pt x="2748" y="618"/>
                  </a:lnTo>
                  <a:lnTo>
                    <a:pt x="2748" y="618"/>
                  </a:lnTo>
                  <a:lnTo>
                    <a:pt x="2748" y="618"/>
                  </a:lnTo>
                  <a:lnTo>
                    <a:pt x="2748" y="618"/>
                  </a:lnTo>
                  <a:lnTo>
                    <a:pt x="2748" y="618"/>
                  </a:lnTo>
                  <a:lnTo>
                    <a:pt x="2748" y="618"/>
                  </a:lnTo>
                  <a:lnTo>
                    <a:pt x="2748" y="618"/>
                  </a:lnTo>
                  <a:lnTo>
                    <a:pt x="2748" y="624"/>
                  </a:lnTo>
                  <a:lnTo>
                    <a:pt x="2754" y="624"/>
                  </a:lnTo>
                  <a:lnTo>
                    <a:pt x="2754" y="624"/>
                  </a:lnTo>
                  <a:lnTo>
                    <a:pt x="2754" y="624"/>
                  </a:lnTo>
                  <a:lnTo>
                    <a:pt x="2754" y="624"/>
                  </a:lnTo>
                  <a:lnTo>
                    <a:pt x="2754" y="624"/>
                  </a:lnTo>
                  <a:lnTo>
                    <a:pt x="2754" y="624"/>
                  </a:lnTo>
                  <a:lnTo>
                    <a:pt x="2754" y="624"/>
                  </a:lnTo>
                  <a:lnTo>
                    <a:pt x="2754" y="624"/>
                  </a:lnTo>
                  <a:lnTo>
                    <a:pt x="2754" y="624"/>
                  </a:lnTo>
                  <a:lnTo>
                    <a:pt x="2760" y="624"/>
                  </a:lnTo>
                  <a:lnTo>
                    <a:pt x="2760" y="624"/>
                  </a:lnTo>
                  <a:lnTo>
                    <a:pt x="2760" y="624"/>
                  </a:lnTo>
                  <a:lnTo>
                    <a:pt x="2760" y="624"/>
                  </a:lnTo>
                  <a:lnTo>
                    <a:pt x="2760" y="624"/>
                  </a:lnTo>
                  <a:lnTo>
                    <a:pt x="2760" y="624"/>
                  </a:lnTo>
                  <a:lnTo>
                    <a:pt x="2760" y="624"/>
                  </a:lnTo>
                  <a:lnTo>
                    <a:pt x="2760" y="630"/>
                  </a:lnTo>
                  <a:lnTo>
                    <a:pt x="2766" y="630"/>
                  </a:lnTo>
                  <a:lnTo>
                    <a:pt x="2766" y="630"/>
                  </a:lnTo>
                  <a:lnTo>
                    <a:pt x="2766" y="630"/>
                  </a:lnTo>
                  <a:lnTo>
                    <a:pt x="2766" y="630"/>
                  </a:lnTo>
                  <a:lnTo>
                    <a:pt x="2766" y="630"/>
                  </a:lnTo>
                  <a:lnTo>
                    <a:pt x="2766" y="630"/>
                  </a:lnTo>
                  <a:lnTo>
                    <a:pt x="2766" y="630"/>
                  </a:lnTo>
                  <a:lnTo>
                    <a:pt x="2766" y="630"/>
                  </a:lnTo>
                  <a:lnTo>
                    <a:pt x="2772" y="630"/>
                  </a:lnTo>
                  <a:lnTo>
                    <a:pt x="2772" y="630"/>
                  </a:lnTo>
                  <a:lnTo>
                    <a:pt x="2772" y="630"/>
                  </a:lnTo>
                  <a:lnTo>
                    <a:pt x="2772" y="630"/>
                  </a:lnTo>
                  <a:lnTo>
                    <a:pt x="2772" y="630"/>
                  </a:lnTo>
                  <a:lnTo>
                    <a:pt x="2772" y="630"/>
                  </a:lnTo>
                  <a:lnTo>
                    <a:pt x="2772" y="630"/>
                  </a:lnTo>
                  <a:lnTo>
                    <a:pt x="2772" y="630"/>
                  </a:lnTo>
                  <a:lnTo>
                    <a:pt x="2772" y="636"/>
                  </a:lnTo>
                  <a:lnTo>
                    <a:pt x="2778" y="636"/>
                  </a:lnTo>
                  <a:lnTo>
                    <a:pt x="2778" y="636"/>
                  </a:lnTo>
                  <a:lnTo>
                    <a:pt x="2778" y="636"/>
                  </a:lnTo>
                  <a:lnTo>
                    <a:pt x="2778" y="636"/>
                  </a:lnTo>
                  <a:lnTo>
                    <a:pt x="2778" y="636"/>
                  </a:lnTo>
                  <a:lnTo>
                    <a:pt x="2778" y="636"/>
                  </a:lnTo>
                  <a:lnTo>
                    <a:pt x="2778" y="636"/>
                  </a:lnTo>
                  <a:lnTo>
                    <a:pt x="2778" y="636"/>
                  </a:lnTo>
                  <a:lnTo>
                    <a:pt x="2784" y="636"/>
                  </a:lnTo>
                  <a:lnTo>
                    <a:pt x="2784" y="636"/>
                  </a:lnTo>
                  <a:lnTo>
                    <a:pt x="2784" y="636"/>
                  </a:lnTo>
                  <a:lnTo>
                    <a:pt x="2784" y="636"/>
                  </a:lnTo>
                  <a:lnTo>
                    <a:pt x="2784" y="636"/>
                  </a:lnTo>
                  <a:lnTo>
                    <a:pt x="2784" y="636"/>
                  </a:lnTo>
                  <a:lnTo>
                    <a:pt x="2784" y="636"/>
                  </a:lnTo>
                  <a:lnTo>
                    <a:pt x="2784" y="636"/>
                  </a:lnTo>
                  <a:lnTo>
                    <a:pt x="2790" y="636"/>
                  </a:lnTo>
                  <a:lnTo>
                    <a:pt x="2790" y="642"/>
                  </a:lnTo>
                  <a:lnTo>
                    <a:pt x="2790" y="642"/>
                  </a:lnTo>
                  <a:lnTo>
                    <a:pt x="2790" y="642"/>
                  </a:lnTo>
                  <a:lnTo>
                    <a:pt x="2790" y="642"/>
                  </a:lnTo>
                  <a:lnTo>
                    <a:pt x="2790" y="642"/>
                  </a:lnTo>
                  <a:lnTo>
                    <a:pt x="2790" y="642"/>
                  </a:lnTo>
                  <a:lnTo>
                    <a:pt x="2790" y="642"/>
                  </a:lnTo>
                  <a:lnTo>
                    <a:pt x="2790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796" y="642"/>
                  </a:lnTo>
                  <a:lnTo>
                    <a:pt x="2802" y="642"/>
                  </a:lnTo>
                  <a:lnTo>
                    <a:pt x="2802" y="648"/>
                  </a:lnTo>
                  <a:lnTo>
                    <a:pt x="2802" y="648"/>
                  </a:lnTo>
                  <a:lnTo>
                    <a:pt x="2802" y="648"/>
                  </a:lnTo>
                  <a:lnTo>
                    <a:pt x="2802" y="648"/>
                  </a:lnTo>
                  <a:lnTo>
                    <a:pt x="2802" y="648"/>
                  </a:lnTo>
                  <a:lnTo>
                    <a:pt x="2802" y="648"/>
                  </a:lnTo>
                  <a:lnTo>
                    <a:pt x="2802" y="648"/>
                  </a:lnTo>
                  <a:lnTo>
                    <a:pt x="2802" y="648"/>
                  </a:lnTo>
                  <a:lnTo>
                    <a:pt x="2808" y="648"/>
                  </a:lnTo>
                  <a:lnTo>
                    <a:pt x="2808" y="648"/>
                  </a:lnTo>
                  <a:lnTo>
                    <a:pt x="2808" y="648"/>
                  </a:lnTo>
                  <a:lnTo>
                    <a:pt x="2808" y="648"/>
                  </a:lnTo>
                  <a:lnTo>
                    <a:pt x="2808" y="648"/>
                  </a:lnTo>
                  <a:lnTo>
                    <a:pt x="2808" y="648"/>
                  </a:lnTo>
                  <a:lnTo>
                    <a:pt x="2808" y="648"/>
                  </a:lnTo>
                  <a:lnTo>
                    <a:pt x="2808" y="648"/>
                  </a:lnTo>
                  <a:lnTo>
                    <a:pt x="2814" y="648"/>
                  </a:lnTo>
                  <a:lnTo>
                    <a:pt x="2814" y="648"/>
                  </a:lnTo>
                  <a:lnTo>
                    <a:pt x="2814" y="654"/>
                  </a:lnTo>
                  <a:lnTo>
                    <a:pt x="2814" y="654"/>
                  </a:lnTo>
                  <a:lnTo>
                    <a:pt x="2814" y="654"/>
                  </a:lnTo>
                  <a:lnTo>
                    <a:pt x="2814" y="654"/>
                  </a:lnTo>
                  <a:lnTo>
                    <a:pt x="2814" y="654"/>
                  </a:lnTo>
                  <a:lnTo>
                    <a:pt x="2814" y="654"/>
                  </a:lnTo>
                  <a:lnTo>
                    <a:pt x="2820" y="654"/>
                  </a:lnTo>
                  <a:lnTo>
                    <a:pt x="2820" y="654"/>
                  </a:lnTo>
                  <a:lnTo>
                    <a:pt x="2820" y="654"/>
                  </a:lnTo>
                  <a:lnTo>
                    <a:pt x="2820" y="654"/>
                  </a:lnTo>
                  <a:lnTo>
                    <a:pt x="2820" y="654"/>
                  </a:lnTo>
                  <a:lnTo>
                    <a:pt x="2820" y="654"/>
                  </a:lnTo>
                  <a:lnTo>
                    <a:pt x="2820" y="654"/>
                  </a:lnTo>
                  <a:lnTo>
                    <a:pt x="2820" y="654"/>
                  </a:lnTo>
                  <a:lnTo>
                    <a:pt x="2820" y="654"/>
                  </a:lnTo>
                  <a:lnTo>
                    <a:pt x="2826" y="654"/>
                  </a:lnTo>
                  <a:lnTo>
                    <a:pt x="2826" y="654"/>
                  </a:lnTo>
                  <a:lnTo>
                    <a:pt x="2826" y="654"/>
                  </a:lnTo>
                  <a:lnTo>
                    <a:pt x="2826" y="660"/>
                  </a:lnTo>
                  <a:lnTo>
                    <a:pt x="2826" y="660"/>
                  </a:lnTo>
                  <a:lnTo>
                    <a:pt x="2826" y="660"/>
                  </a:lnTo>
                  <a:lnTo>
                    <a:pt x="2826" y="660"/>
                  </a:lnTo>
                  <a:lnTo>
                    <a:pt x="2826" y="660"/>
                  </a:lnTo>
                  <a:lnTo>
                    <a:pt x="2832" y="660"/>
                  </a:lnTo>
                  <a:lnTo>
                    <a:pt x="2832" y="660"/>
                  </a:lnTo>
                  <a:lnTo>
                    <a:pt x="2832" y="660"/>
                  </a:lnTo>
                  <a:lnTo>
                    <a:pt x="2832" y="660"/>
                  </a:lnTo>
                  <a:lnTo>
                    <a:pt x="2832" y="660"/>
                  </a:lnTo>
                  <a:lnTo>
                    <a:pt x="2832" y="660"/>
                  </a:lnTo>
                  <a:lnTo>
                    <a:pt x="2832" y="660"/>
                  </a:lnTo>
                  <a:lnTo>
                    <a:pt x="2832" y="660"/>
                  </a:lnTo>
                  <a:lnTo>
                    <a:pt x="2838" y="660"/>
                  </a:lnTo>
                  <a:lnTo>
                    <a:pt x="2838" y="660"/>
                  </a:lnTo>
                  <a:lnTo>
                    <a:pt x="2838" y="660"/>
                  </a:lnTo>
                  <a:lnTo>
                    <a:pt x="2838" y="660"/>
                  </a:lnTo>
                  <a:lnTo>
                    <a:pt x="2838" y="660"/>
                  </a:lnTo>
                  <a:lnTo>
                    <a:pt x="2838" y="660"/>
                  </a:lnTo>
                  <a:lnTo>
                    <a:pt x="2838" y="666"/>
                  </a:lnTo>
                  <a:lnTo>
                    <a:pt x="2838" y="666"/>
                  </a:lnTo>
                  <a:lnTo>
                    <a:pt x="2838" y="666"/>
                  </a:lnTo>
                  <a:lnTo>
                    <a:pt x="2844" y="666"/>
                  </a:lnTo>
                  <a:lnTo>
                    <a:pt x="2844" y="666"/>
                  </a:lnTo>
                  <a:lnTo>
                    <a:pt x="2844" y="666"/>
                  </a:lnTo>
                  <a:lnTo>
                    <a:pt x="2844" y="666"/>
                  </a:lnTo>
                  <a:lnTo>
                    <a:pt x="2844" y="666"/>
                  </a:lnTo>
                  <a:lnTo>
                    <a:pt x="2844" y="666"/>
                  </a:lnTo>
                  <a:lnTo>
                    <a:pt x="2844" y="666"/>
                  </a:lnTo>
                  <a:lnTo>
                    <a:pt x="2844" y="666"/>
                  </a:lnTo>
                  <a:lnTo>
                    <a:pt x="2850" y="666"/>
                  </a:lnTo>
                  <a:lnTo>
                    <a:pt x="2850" y="666"/>
                  </a:lnTo>
                  <a:lnTo>
                    <a:pt x="2850" y="666"/>
                  </a:lnTo>
                  <a:lnTo>
                    <a:pt x="2850" y="666"/>
                  </a:lnTo>
                  <a:lnTo>
                    <a:pt x="2850" y="666"/>
                  </a:lnTo>
                  <a:lnTo>
                    <a:pt x="2850" y="666"/>
                  </a:lnTo>
                  <a:lnTo>
                    <a:pt x="2850" y="666"/>
                  </a:lnTo>
                  <a:lnTo>
                    <a:pt x="2850" y="672"/>
                  </a:lnTo>
                  <a:lnTo>
                    <a:pt x="2850" y="672"/>
                  </a:lnTo>
                  <a:lnTo>
                    <a:pt x="2856" y="672"/>
                  </a:lnTo>
                  <a:lnTo>
                    <a:pt x="2856" y="672"/>
                  </a:lnTo>
                  <a:lnTo>
                    <a:pt x="2856" y="672"/>
                  </a:lnTo>
                  <a:lnTo>
                    <a:pt x="2856" y="672"/>
                  </a:lnTo>
                  <a:lnTo>
                    <a:pt x="2856" y="672"/>
                  </a:lnTo>
                  <a:lnTo>
                    <a:pt x="2856" y="672"/>
                  </a:lnTo>
                  <a:lnTo>
                    <a:pt x="2856" y="672"/>
                  </a:lnTo>
                  <a:lnTo>
                    <a:pt x="2856" y="672"/>
                  </a:lnTo>
                  <a:lnTo>
                    <a:pt x="2862" y="672"/>
                  </a:lnTo>
                  <a:lnTo>
                    <a:pt x="2862" y="672"/>
                  </a:lnTo>
                  <a:lnTo>
                    <a:pt x="2862" y="672"/>
                  </a:lnTo>
                  <a:lnTo>
                    <a:pt x="2862" y="672"/>
                  </a:lnTo>
                  <a:lnTo>
                    <a:pt x="2862" y="672"/>
                  </a:lnTo>
                  <a:lnTo>
                    <a:pt x="2862" y="672"/>
                  </a:lnTo>
                  <a:lnTo>
                    <a:pt x="2862" y="672"/>
                  </a:lnTo>
                  <a:lnTo>
                    <a:pt x="2862" y="672"/>
                  </a:lnTo>
                  <a:lnTo>
                    <a:pt x="2868" y="672"/>
                  </a:lnTo>
                  <a:lnTo>
                    <a:pt x="2868" y="678"/>
                  </a:lnTo>
                  <a:lnTo>
                    <a:pt x="2868" y="678"/>
                  </a:lnTo>
                  <a:lnTo>
                    <a:pt x="2868" y="678"/>
                  </a:lnTo>
                  <a:lnTo>
                    <a:pt x="2868" y="678"/>
                  </a:lnTo>
                  <a:lnTo>
                    <a:pt x="2868" y="678"/>
                  </a:lnTo>
                  <a:lnTo>
                    <a:pt x="2868" y="678"/>
                  </a:lnTo>
                  <a:lnTo>
                    <a:pt x="2868" y="678"/>
                  </a:lnTo>
                  <a:lnTo>
                    <a:pt x="2868" y="678"/>
                  </a:lnTo>
                  <a:lnTo>
                    <a:pt x="2874" y="678"/>
                  </a:lnTo>
                  <a:lnTo>
                    <a:pt x="3108" y="768"/>
                  </a:lnTo>
                  <a:lnTo>
                    <a:pt x="3108" y="768"/>
                  </a:lnTo>
                  <a:lnTo>
                    <a:pt x="3108" y="768"/>
                  </a:lnTo>
                  <a:lnTo>
                    <a:pt x="3108" y="768"/>
                  </a:lnTo>
                  <a:lnTo>
                    <a:pt x="3108" y="768"/>
                  </a:lnTo>
                  <a:lnTo>
                    <a:pt x="3108" y="768"/>
                  </a:lnTo>
                  <a:lnTo>
                    <a:pt x="3108" y="768"/>
                  </a:lnTo>
                  <a:lnTo>
                    <a:pt x="3114" y="768"/>
                  </a:lnTo>
                  <a:lnTo>
                    <a:pt x="3114" y="768"/>
                  </a:lnTo>
                  <a:lnTo>
                    <a:pt x="3114" y="768"/>
                  </a:lnTo>
                  <a:lnTo>
                    <a:pt x="3114" y="768"/>
                  </a:lnTo>
                  <a:lnTo>
                    <a:pt x="3114" y="768"/>
                  </a:lnTo>
                  <a:lnTo>
                    <a:pt x="3114" y="768"/>
                  </a:lnTo>
                  <a:lnTo>
                    <a:pt x="3114" y="768"/>
                  </a:lnTo>
                  <a:lnTo>
                    <a:pt x="3114" y="768"/>
                  </a:lnTo>
                  <a:lnTo>
                    <a:pt x="3114" y="768"/>
                  </a:lnTo>
                  <a:lnTo>
                    <a:pt x="3120" y="768"/>
                  </a:lnTo>
                  <a:lnTo>
                    <a:pt x="3120" y="768"/>
                  </a:lnTo>
                  <a:lnTo>
                    <a:pt x="3120" y="774"/>
                  </a:lnTo>
                  <a:lnTo>
                    <a:pt x="3120" y="774"/>
                  </a:lnTo>
                  <a:lnTo>
                    <a:pt x="3120" y="774"/>
                  </a:lnTo>
                  <a:lnTo>
                    <a:pt x="3120" y="774"/>
                  </a:lnTo>
                  <a:lnTo>
                    <a:pt x="3120" y="774"/>
                  </a:lnTo>
                  <a:lnTo>
                    <a:pt x="3120" y="774"/>
                  </a:lnTo>
                  <a:lnTo>
                    <a:pt x="3126" y="774"/>
                  </a:lnTo>
                  <a:lnTo>
                    <a:pt x="3126" y="774"/>
                  </a:lnTo>
                  <a:lnTo>
                    <a:pt x="3126" y="774"/>
                  </a:lnTo>
                  <a:lnTo>
                    <a:pt x="3126" y="774"/>
                  </a:lnTo>
                  <a:lnTo>
                    <a:pt x="3126" y="774"/>
                  </a:lnTo>
                  <a:lnTo>
                    <a:pt x="3126" y="774"/>
                  </a:lnTo>
                  <a:lnTo>
                    <a:pt x="3126" y="774"/>
                  </a:lnTo>
                  <a:lnTo>
                    <a:pt x="3126" y="774"/>
                  </a:lnTo>
                  <a:lnTo>
                    <a:pt x="3126" y="774"/>
                  </a:lnTo>
                  <a:lnTo>
                    <a:pt x="3132" y="774"/>
                  </a:lnTo>
                  <a:lnTo>
                    <a:pt x="3132" y="774"/>
                  </a:lnTo>
                  <a:lnTo>
                    <a:pt x="3132" y="774"/>
                  </a:lnTo>
                  <a:lnTo>
                    <a:pt x="3132" y="774"/>
                  </a:lnTo>
                  <a:lnTo>
                    <a:pt x="3132" y="774"/>
                  </a:lnTo>
                  <a:lnTo>
                    <a:pt x="3132" y="774"/>
                  </a:lnTo>
                  <a:lnTo>
                    <a:pt x="3132" y="774"/>
                  </a:lnTo>
                  <a:lnTo>
                    <a:pt x="3132" y="774"/>
                  </a:lnTo>
                  <a:lnTo>
                    <a:pt x="3138" y="774"/>
                  </a:lnTo>
                  <a:lnTo>
                    <a:pt x="3138" y="774"/>
                  </a:lnTo>
                  <a:lnTo>
                    <a:pt x="3138" y="774"/>
                  </a:lnTo>
                  <a:lnTo>
                    <a:pt x="3138" y="774"/>
                  </a:lnTo>
                  <a:lnTo>
                    <a:pt x="3138" y="780"/>
                  </a:lnTo>
                  <a:lnTo>
                    <a:pt x="3138" y="780"/>
                  </a:lnTo>
                  <a:lnTo>
                    <a:pt x="3138" y="780"/>
                  </a:lnTo>
                  <a:lnTo>
                    <a:pt x="3138" y="780"/>
                  </a:lnTo>
                  <a:lnTo>
                    <a:pt x="3144" y="780"/>
                  </a:lnTo>
                  <a:lnTo>
                    <a:pt x="3144" y="780"/>
                  </a:lnTo>
                  <a:lnTo>
                    <a:pt x="3144" y="780"/>
                  </a:lnTo>
                  <a:lnTo>
                    <a:pt x="3144" y="780"/>
                  </a:lnTo>
                  <a:lnTo>
                    <a:pt x="3144" y="780"/>
                  </a:lnTo>
                  <a:lnTo>
                    <a:pt x="3144" y="780"/>
                  </a:lnTo>
                  <a:lnTo>
                    <a:pt x="3144" y="780"/>
                  </a:lnTo>
                  <a:lnTo>
                    <a:pt x="3144" y="780"/>
                  </a:lnTo>
                  <a:lnTo>
                    <a:pt x="3144" y="780"/>
                  </a:lnTo>
                  <a:lnTo>
                    <a:pt x="3150" y="780"/>
                  </a:lnTo>
                  <a:lnTo>
                    <a:pt x="3150" y="780"/>
                  </a:lnTo>
                  <a:lnTo>
                    <a:pt x="3150" y="780"/>
                  </a:lnTo>
                  <a:lnTo>
                    <a:pt x="3150" y="780"/>
                  </a:lnTo>
                  <a:lnTo>
                    <a:pt x="3150" y="780"/>
                  </a:lnTo>
                  <a:lnTo>
                    <a:pt x="3150" y="780"/>
                  </a:lnTo>
                  <a:lnTo>
                    <a:pt x="3150" y="780"/>
                  </a:lnTo>
                  <a:lnTo>
                    <a:pt x="3150" y="780"/>
                  </a:lnTo>
                  <a:lnTo>
                    <a:pt x="3156" y="780"/>
                  </a:lnTo>
                  <a:lnTo>
                    <a:pt x="3156" y="780"/>
                  </a:lnTo>
                  <a:lnTo>
                    <a:pt x="3156" y="780"/>
                  </a:lnTo>
                  <a:lnTo>
                    <a:pt x="3156" y="780"/>
                  </a:lnTo>
                  <a:lnTo>
                    <a:pt x="3156" y="780"/>
                  </a:lnTo>
                  <a:lnTo>
                    <a:pt x="3156" y="780"/>
                  </a:lnTo>
                  <a:lnTo>
                    <a:pt x="3156" y="786"/>
                  </a:lnTo>
                  <a:lnTo>
                    <a:pt x="3156" y="786"/>
                  </a:lnTo>
                  <a:lnTo>
                    <a:pt x="3162" y="786"/>
                  </a:lnTo>
                  <a:lnTo>
                    <a:pt x="3162" y="786"/>
                  </a:lnTo>
                  <a:lnTo>
                    <a:pt x="3162" y="786"/>
                  </a:lnTo>
                  <a:lnTo>
                    <a:pt x="3162" y="786"/>
                  </a:lnTo>
                  <a:lnTo>
                    <a:pt x="3162" y="786"/>
                  </a:lnTo>
                  <a:lnTo>
                    <a:pt x="3162" y="786"/>
                  </a:lnTo>
                  <a:lnTo>
                    <a:pt x="3162" y="786"/>
                  </a:lnTo>
                  <a:lnTo>
                    <a:pt x="3162" y="786"/>
                  </a:lnTo>
                  <a:lnTo>
                    <a:pt x="3162" y="786"/>
                  </a:lnTo>
                  <a:lnTo>
                    <a:pt x="3168" y="786"/>
                  </a:lnTo>
                  <a:lnTo>
                    <a:pt x="3168" y="786"/>
                  </a:lnTo>
                  <a:lnTo>
                    <a:pt x="3168" y="786"/>
                  </a:lnTo>
                  <a:lnTo>
                    <a:pt x="3168" y="786"/>
                  </a:lnTo>
                  <a:lnTo>
                    <a:pt x="3168" y="786"/>
                  </a:lnTo>
                  <a:lnTo>
                    <a:pt x="3168" y="786"/>
                  </a:lnTo>
                  <a:lnTo>
                    <a:pt x="3168" y="786"/>
                  </a:lnTo>
                  <a:lnTo>
                    <a:pt x="3168" y="786"/>
                  </a:lnTo>
                  <a:lnTo>
                    <a:pt x="3174" y="786"/>
                  </a:lnTo>
                  <a:lnTo>
                    <a:pt x="3174" y="786"/>
                  </a:lnTo>
                  <a:lnTo>
                    <a:pt x="3174" y="786"/>
                  </a:lnTo>
                  <a:lnTo>
                    <a:pt x="3174" y="786"/>
                  </a:lnTo>
                  <a:lnTo>
                    <a:pt x="3174" y="786"/>
                  </a:lnTo>
                  <a:lnTo>
                    <a:pt x="3174" y="786"/>
                  </a:lnTo>
                  <a:lnTo>
                    <a:pt x="3174" y="786"/>
                  </a:lnTo>
                  <a:lnTo>
                    <a:pt x="3174" y="786"/>
                  </a:lnTo>
                  <a:lnTo>
                    <a:pt x="3174" y="792"/>
                  </a:lnTo>
                  <a:lnTo>
                    <a:pt x="3180" y="792"/>
                  </a:lnTo>
                  <a:lnTo>
                    <a:pt x="3180" y="792"/>
                  </a:lnTo>
                  <a:lnTo>
                    <a:pt x="3180" y="792"/>
                  </a:lnTo>
                  <a:lnTo>
                    <a:pt x="3180" y="792"/>
                  </a:lnTo>
                  <a:lnTo>
                    <a:pt x="3180" y="792"/>
                  </a:lnTo>
                  <a:lnTo>
                    <a:pt x="3180" y="792"/>
                  </a:lnTo>
                  <a:lnTo>
                    <a:pt x="3180" y="792"/>
                  </a:lnTo>
                  <a:lnTo>
                    <a:pt x="3180" y="792"/>
                  </a:lnTo>
                  <a:lnTo>
                    <a:pt x="3186" y="792"/>
                  </a:lnTo>
                  <a:lnTo>
                    <a:pt x="3186" y="792"/>
                  </a:lnTo>
                  <a:lnTo>
                    <a:pt x="3186" y="792"/>
                  </a:lnTo>
                  <a:lnTo>
                    <a:pt x="3186" y="792"/>
                  </a:lnTo>
                  <a:lnTo>
                    <a:pt x="3186" y="792"/>
                  </a:lnTo>
                  <a:lnTo>
                    <a:pt x="3186" y="792"/>
                  </a:lnTo>
                  <a:lnTo>
                    <a:pt x="3186" y="792"/>
                  </a:lnTo>
                  <a:lnTo>
                    <a:pt x="3186" y="792"/>
                  </a:lnTo>
                  <a:lnTo>
                    <a:pt x="3192" y="792"/>
                  </a:lnTo>
                  <a:lnTo>
                    <a:pt x="3192" y="792"/>
                  </a:lnTo>
                  <a:lnTo>
                    <a:pt x="3192" y="792"/>
                  </a:lnTo>
                  <a:lnTo>
                    <a:pt x="3192" y="792"/>
                  </a:lnTo>
                  <a:lnTo>
                    <a:pt x="3192" y="792"/>
                  </a:lnTo>
                  <a:lnTo>
                    <a:pt x="3192" y="792"/>
                  </a:lnTo>
                  <a:lnTo>
                    <a:pt x="3192" y="792"/>
                  </a:lnTo>
                  <a:lnTo>
                    <a:pt x="3192" y="792"/>
                  </a:lnTo>
                  <a:lnTo>
                    <a:pt x="3192" y="792"/>
                  </a:lnTo>
                  <a:lnTo>
                    <a:pt x="3198" y="792"/>
                  </a:lnTo>
                  <a:lnTo>
                    <a:pt x="3198" y="792"/>
                  </a:lnTo>
                  <a:lnTo>
                    <a:pt x="3198" y="792"/>
                  </a:lnTo>
                  <a:lnTo>
                    <a:pt x="3198" y="798"/>
                  </a:lnTo>
                  <a:lnTo>
                    <a:pt x="3198" y="798"/>
                  </a:lnTo>
                  <a:lnTo>
                    <a:pt x="3198" y="798"/>
                  </a:lnTo>
                  <a:lnTo>
                    <a:pt x="3198" y="798"/>
                  </a:lnTo>
                  <a:lnTo>
                    <a:pt x="3198" y="798"/>
                  </a:lnTo>
                  <a:lnTo>
                    <a:pt x="3204" y="798"/>
                  </a:lnTo>
                  <a:lnTo>
                    <a:pt x="3204" y="798"/>
                  </a:lnTo>
                  <a:lnTo>
                    <a:pt x="3204" y="798"/>
                  </a:lnTo>
                  <a:lnTo>
                    <a:pt x="3204" y="798"/>
                  </a:lnTo>
                  <a:lnTo>
                    <a:pt x="3204" y="798"/>
                  </a:lnTo>
                  <a:lnTo>
                    <a:pt x="3204" y="798"/>
                  </a:lnTo>
                  <a:lnTo>
                    <a:pt x="3204" y="798"/>
                  </a:lnTo>
                  <a:lnTo>
                    <a:pt x="3204" y="798"/>
                  </a:lnTo>
                  <a:lnTo>
                    <a:pt x="3210" y="798"/>
                  </a:lnTo>
                  <a:lnTo>
                    <a:pt x="3210" y="798"/>
                  </a:lnTo>
                  <a:lnTo>
                    <a:pt x="3210" y="798"/>
                  </a:lnTo>
                  <a:lnTo>
                    <a:pt x="3210" y="798"/>
                  </a:lnTo>
                  <a:lnTo>
                    <a:pt x="3210" y="798"/>
                  </a:lnTo>
                  <a:lnTo>
                    <a:pt x="3210" y="798"/>
                  </a:lnTo>
                  <a:lnTo>
                    <a:pt x="3210" y="798"/>
                  </a:lnTo>
                  <a:lnTo>
                    <a:pt x="3210" y="798"/>
                  </a:lnTo>
                  <a:lnTo>
                    <a:pt x="3210" y="798"/>
                  </a:lnTo>
                  <a:lnTo>
                    <a:pt x="3216" y="798"/>
                  </a:lnTo>
                  <a:lnTo>
                    <a:pt x="3216" y="798"/>
                  </a:lnTo>
                  <a:lnTo>
                    <a:pt x="3216" y="798"/>
                  </a:lnTo>
                  <a:lnTo>
                    <a:pt x="3216" y="798"/>
                  </a:lnTo>
                  <a:lnTo>
                    <a:pt x="3216" y="798"/>
                  </a:lnTo>
                  <a:lnTo>
                    <a:pt x="3216" y="798"/>
                  </a:lnTo>
                  <a:lnTo>
                    <a:pt x="3216" y="798"/>
                  </a:lnTo>
                  <a:lnTo>
                    <a:pt x="3216" y="804"/>
                  </a:lnTo>
                  <a:lnTo>
                    <a:pt x="3222" y="804"/>
                  </a:lnTo>
                  <a:lnTo>
                    <a:pt x="3222" y="804"/>
                  </a:lnTo>
                  <a:lnTo>
                    <a:pt x="3222" y="804"/>
                  </a:lnTo>
                  <a:lnTo>
                    <a:pt x="3222" y="804"/>
                  </a:lnTo>
                  <a:lnTo>
                    <a:pt x="3222" y="804"/>
                  </a:lnTo>
                  <a:lnTo>
                    <a:pt x="3222" y="804"/>
                  </a:lnTo>
                  <a:lnTo>
                    <a:pt x="3222" y="804"/>
                  </a:lnTo>
                  <a:lnTo>
                    <a:pt x="3222" y="804"/>
                  </a:lnTo>
                  <a:lnTo>
                    <a:pt x="3222" y="804"/>
                  </a:lnTo>
                  <a:lnTo>
                    <a:pt x="3228" y="804"/>
                  </a:lnTo>
                  <a:lnTo>
                    <a:pt x="3228" y="804"/>
                  </a:lnTo>
                  <a:lnTo>
                    <a:pt x="3228" y="804"/>
                  </a:lnTo>
                  <a:lnTo>
                    <a:pt x="3228" y="804"/>
                  </a:lnTo>
                  <a:lnTo>
                    <a:pt x="3228" y="804"/>
                  </a:lnTo>
                  <a:lnTo>
                    <a:pt x="3228" y="804"/>
                  </a:lnTo>
                  <a:lnTo>
                    <a:pt x="3228" y="804"/>
                  </a:lnTo>
                  <a:lnTo>
                    <a:pt x="3228" y="804"/>
                  </a:lnTo>
                  <a:lnTo>
                    <a:pt x="3234" y="804"/>
                  </a:lnTo>
                  <a:lnTo>
                    <a:pt x="3234" y="804"/>
                  </a:lnTo>
                  <a:lnTo>
                    <a:pt x="3234" y="804"/>
                  </a:lnTo>
                  <a:lnTo>
                    <a:pt x="3234" y="804"/>
                  </a:lnTo>
                  <a:lnTo>
                    <a:pt x="3234" y="804"/>
                  </a:lnTo>
                  <a:lnTo>
                    <a:pt x="3234" y="804"/>
                  </a:lnTo>
                  <a:lnTo>
                    <a:pt x="3234" y="804"/>
                  </a:lnTo>
                  <a:lnTo>
                    <a:pt x="3234" y="804"/>
                  </a:lnTo>
                  <a:lnTo>
                    <a:pt x="3240" y="804"/>
                  </a:lnTo>
                  <a:lnTo>
                    <a:pt x="3240" y="804"/>
                  </a:lnTo>
                  <a:lnTo>
                    <a:pt x="3240" y="804"/>
                  </a:lnTo>
                  <a:lnTo>
                    <a:pt x="3240" y="804"/>
                  </a:lnTo>
                  <a:lnTo>
                    <a:pt x="3240" y="810"/>
                  </a:lnTo>
                  <a:lnTo>
                    <a:pt x="3240" y="810"/>
                  </a:lnTo>
                  <a:lnTo>
                    <a:pt x="3240" y="810"/>
                  </a:lnTo>
                  <a:lnTo>
                    <a:pt x="3240" y="810"/>
                  </a:lnTo>
                  <a:lnTo>
                    <a:pt x="3240" y="810"/>
                  </a:lnTo>
                  <a:lnTo>
                    <a:pt x="3246" y="810"/>
                  </a:lnTo>
                  <a:lnTo>
                    <a:pt x="3246" y="810"/>
                  </a:lnTo>
                  <a:lnTo>
                    <a:pt x="3246" y="810"/>
                  </a:lnTo>
                  <a:lnTo>
                    <a:pt x="3246" y="810"/>
                  </a:lnTo>
                  <a:lnTo>
                    <a:pt x="3246" y="810"/>
                  </a:lnTo>
                  <a:lnTo>
                    <a:pt x="3246" y="810"/>
                  </a:lnTo>
                  <a:lnTo>
                    <a:pt x="3246" y="810"/>
                  </a:lnTo>
                  <a:lnTo>
                    <a:pt x="3246" y="810"/>
                  </a:lnTo>
                  <a:lnTo>
                    <a:pt x="3252" y="810"/>
                  </a:lnTo>
                  <a:lnTo>
                    <a:pt x="3252" y="810"/>
                  </a:lnTo>
                  <a:lnTo>
                    <a:pt x="3252" y="810"/>
                  </a:lnTo>
                  <a:lnTo>
                    <a:pt x="3252" y="810"/>
                  </a:lnTo>
                  <a:lnTo>
                    <a:pt x="3252" y="810"/>
                  </a:lnTo>
                  <a:lnTo>
                    <a:pt x="3252" y="810"/>
                  </a:lnTo>
                  <a:lnTo>
                    <a:pt x="3252" y="810"/>
                  </a:lnTo>
                  <a:lnTo>
                    <a:pt x="3252" y="810"/>
                  </a:lnTo>
                  <a:lnTo>
                    <a:pt x="3258" y="810"/>
                  </a:lnTo>
                  <a:lnTo>
                    <a:pt x="3258" y="810"/>
                  </a:lnTo>
                  <a:lnTo>
                    <a:pt x="3258" y="810"/>
                  </a:lnTo>
                  <a:lnTo>
                    <a:pt x="3258" y="810"/>
                  </a:lnTo>
                  <a:lnTo>
                    <a:pt x="3258" y="810"/>
                  </a:lnTo>
                  <a:lnTo>
                    <a:pt x="3258" y="810"/>
                  </a:lnTo>
                  <a:lnTo>
                    <a:pt x="3258" y="810"/>
                  </a:lnTo>
                  <a:lnTo>
                    <a:pt x="3258" y="810"/>
                  </a:lnTo>
                  <a:lnTo>
                    <a:pt x="3258" y="810"/>
                  </a:lnTo>
                  <a:lnTo>
                    <a:pt x="3264" y="816"/>
                  </a:lnTo>
                  <a:lnTo>
                    <a:pt x="3264" y="816"/>
                  </a:lnTo>
                  <a:lnTo>
                    <a:pt x="3264" y="816"/>
                  </a:lnTo>
                  <a:lnTo>
                    <a:pt x="3264" y="816"/>
                  </a:lnTo>
                  <a:lnTo>
                    <a:pt x="3264" y="816"/>
                  </a:lnTo>
                  <a:lnTo>
                    <a:pt x="3264" y="816"/>
                  </a:lnTo>
                  <a:lnTo>
                    <a:pt x="3498" y="864"/>
                  </a:lnTo>
                  <a:lnTo>
                    <a:pt x="3498" y="864"/>
                  </a:lnTo>
                  <a:lnTo>
                    <a:pt x="3498" y="864"/>
                  </a:lnTo>
                  <a:lnTo>
                    <a:pt x="3498" y="864"/>
                  </a:lnTo>
                  <a:lnTo>
                    <a:pt x="3504" y="864"/>
                  </a:lnTo>
                  <a:lnTo>
                    <a:pt x="3504" y="864"/>
                  </a:lnTo>
                  <a:lnTo>
                    <a:pt x="3504" y="864"/>
                  </a:lnTo>
                  <a:lnTo>
                    <a:pt x="3504" y="864"/>
                  </a:lnTo>
                  <a:lnTo>
                    <a:pt x="3504" y="864"/>
                  </a:lnTo>
                  <a:lnTo>
                    <a:pt x="3504" y="864"/>
                  </a:lnTo>
                  <a:lnTo>
                    <a:pt x="3504" y="864"/>
                  </a:lnTo>
                  <a:lnTo>
                    <a:pt x="3504" y="864"/>
                  </a:lnTo>
                  <a:lnTo>
                    <a:pt x="3510" y="864"/>
                  </a:lnTo>
                  <a:lnTo>
                    <a:pt x="3510" y="864"/>
                  </a:lnTo>
                  <a:lnTo>
                    <a:pt x="3510" y="864"/>
                  </a:lnTo>
                  <a:lnTo>
                    <a:pt x="3510" y="864"/>
                  </a:lnTo>
                  <a:lnTo>
                    <a:pt x="3510" y="864"/>
                  </a:lnTo>
                  <a:lnTo>
                    <a:pt x="3510" y="870"/>
                  </a:lnTo>
                  <a:lnTo>
                    <a:pt x="3510" y="870"/>
                  </a:lnTo>
                  <a:lnTo>
                    <a:pt x="3510" y="870"/>
                  </a:lnTo>
                  <a:lnTo>
                    <a:pt x="3516" y="870"/>
                  </a:lnTo>
                  <a:lnTo>
                    <a:pt x="3516" y="870"/>
                  </a:lnTo>
                  <a:lnTo>
                    <a:pt x="3516" y="870"/>
                  </a:lnTo>
                  <a:lnTo>
                    <a:pt x="3516" y="870"/>
                  </a:lnTo>
                  <a:lnTo>
                    <a:pt x="3516" y="870"/>
                  </a:lnTo>
                  <a:lnTo>
                    <a:pt x="3516" y="870"/>
                  </a:lnTo>
                  <a:lnTo>
                    <a:pt x="3516" y="870"/>
                  </a:lnTo>
                  <a:lnTo>
                    <a:pt x="3516" y="870"/>
                  </a:lnTo>
                  <a:lnTo>
                    <a:pt x="3516" y="870"/>
                  </a:lnTo>
                  <a:lnTo>
                    <a:pt x="3522" y="870"/>
                  </a:lnTo>
                  <a:lnTo>
                    <a:pt x="3522" y="870"/>
                  </a:lnTo>
                  <a:lnTo>
                    <a:pt x="3522" y="870"/>
                  </a:lnTo>
                  <a:lnTo>
                    <a:pt x="3522" y="870"/>
                  </a:lnTo>
                  <a:lnTo>
                    <a:pt x="3522" y="870"/>
                  </a:lnTo>
                  <a:lnTo>
                    <a:pt x="3522" y="870"/>
                  </a:lnTo>
                  <a:lnTo>
                    <a:pt x="3522" y="870"/>
                  </a:lnTo>
                  <a:lnTo>
                    <a:pt x="3522" y="870"/>
                  </a:lnTo>
                  <a:lnTo>
                    <a:pt x="3528" y="870"/>
                  </a:lnTo>
                  <a:lnTo>
                    <a:pt x="3528" y="870"/>
                  </a:lnTo>
                  <a:lnTo>
                    <a:pt x="3528" y="870"/>
                  </a:lnTo>
                  <a:lnTo>
                    <a:pt x="3528" y="870"/>
                  </a:lnTo>
                  <a:lnTo>
                    <a:pt x="3528" y="870"/>
                  </a:lnTo>
                  <a:lnTo>
                    <a:pt x="3528" y="870"/>
                  </a:lnTo>
                  <a:lnTo>
                    <a:pt x="3528" y="870"/>
                  </a:lnTo>
                  <a:lnTo>
                    <a:pt x="3528" y="870"/>
                  </a:lnTo>
                  <a:lnTo>
                    <a:pt x="3534" y="870"/>
                  </a:lnTo>
                  <a:lnTo>
                    <a:pt x="3534" y="870"/>
                  </a:lnTo>
                  <a:lnTo>
                    <a:pt x="3534" y="870"/>
                  </a:lnTo>
                  <a:lnTo>
                    <a:pt x="3534" y="870"/>
                  </a:lnTo>
                  <a:lnTo>
                    <a:pt x="3534" y="870"/>
                  </a:lnTo>
                  <a:lnTo>
                    <a:pt x="3534" y="870"/>
                  </a:lnTo>
                  <a:lnTo>
                    <a:pt x="3534" y="870"/>
                  </a:lnTo>
                  <a:lnTo>
                    <a:pt x="3534" y="870"/>
                  </a:lnTo>
                  <a:lnTo>
                    <a:pt x="3534" y="870"/>
                  </a:lnTo>
                  <a:lnTo>
                    <a:pt x="3540" y="870"/>
                  </a:lnTo>
                  <a:lnTo>
                    <a:pt x="3540" y="870"/>
                  </a:lnTo>
                  <a:lnTo>
                    <a:pt x="3540" y="870"/>
                  </a:lnTo>
                  <a:lnTo>
                    <a:pt x="3540" y="870"/>
                  </a:lnTo>
                  <a:lnTo>
                    <a:pt x="3540" y="870"/>
                  </a:lnTo>
                  <a:lnTo>
                    <a:pt x="3540" y="870"/>
                  </a:lnTo>
                  <a:lnTo>
                    <a:pt x="3540" y="870"/>
                  </a:lnTo>
                  <a:lnTo>
                    <a:pt x="3540" y="870"/>
                  </a:lnTo>
                  <a:lnTo>
                    <a:pt x="3546" y="870"/>
                  </a:lnTo>
                  <a:lnTo>
                    <a:pt x="3546" y="870"/>
                  </a:lnTo>
                  <a:lnTo>
                    <a:pt x="3546" y="870"/>
                  </a:lnTo>
                  <a:lnTo>
                    <a:pt x="3546" y="870"/>
                  </a:lnTo>
                  <a:lnTo>
                    <a:pt x="3546" y="870"/>
                  </a:lnTo>
                  <a:lnTo>
                    <a:pt x="3546" y="870"/>
                  </a:lnTo>
                  <a:lnTo>
                    <a:pt x="3546" y="870"/>
                  </a:lnTo>
                  <a:lnTo>
                    <a:pt x="3546" y="876"/>
                  </a:lnTo>
                  <a:lnTo>
                    <a:pt x="3546" y="876"/>
                  </a:lnTo>
                  <a:lnTo>
                    <a:pt x="3552" y="876"/>
                  </a:lnTo>
                  <a:lnTo>
                    <a:pt x="3552" y="876"/>
                  </a:lnTo>
                  <a:lnTo>
                    <a:pt x="3552" y="876"/>
                  </a:lnTo>
                  <a:lnTo>
                    <a:pt x="3552" y="876"/>
                  </a:lnTo>
                  <a:lnTo>
                    <a:pt x="3552" y="876"/>
                  </a:lnTo>
                  <a:lnTo>
                    <a:pt x="3552" y="876"/>
                  </a:lnTo>
                  <a:lnTo>
                    <a:pt x="3552" y="876"/>
                  </a:lnTo>
                  <a:lnTo>
                    <a:pt x="3552" y="876"/>
                  </a:lnTo>
                  <a:lnTo>
                    <a:pt x="3558" y="876"/>
                  </a:lnTo>
                  <a:lnTo>
                    <a:pt x="3558" y="876"/>
                  </a:lnTo>
                  <a:lnTo>
                    <a:pt x="3558" y="876"/>
                  </a:lnTo>
                  <a:lnTo>
                    <a:pt x="3558" y="876"/>
                  </a:lnTo>
                  <a:lnTo>
                    <a:pt x="3558" y="876"/>
                  </a:lnTo>
                  <a:lnTo>
                    <a:pt x="3558" y="876"/>
                  </a:lnTo>
                  <a:lnTo>
                    <a:pt x="3558" y="876"/>
                  </a:lnTo>
                  <a:lnTo>
                    <a:pt x="3558" y="876"/>
                  </a:lnTo>
                  <a:lnTo>
                    <a:pt x="3564" y="876"/>
                  </a:lnTo>
                  <a:lnTo>
                    <a:pt x="3564" y="876"/>
                  </a:lnTo>
                  <a:lnTo>
                    <a:pt x="3564" y="876"/>
                  </a:lnTo>
                  <a:lnTo>
                    <a:pt x="3564" y="876"/>
                  </a:lnTo>
                  <a:lnTo>
                    <a:pt x="3564" y="876"/>
                  </a:lnTo>
                  <a:lnTo>
                    <a:pt x="3564" y="876"/>
                  </a:lnTo>
                  <a:lnTo>
                    <a:pt x="3564" y="876"/>
                  </a:lnTo>
                  <a:lnTo>
                    <a:pt x="3564" y="876"/>
                  </a:lnTo>
                  <a:lnTo>
                    <a:pt x="3564" y="876"/>
                  </a:lnTo>
                  <a:lnTo>
                    <a:pt x="3570" y="876"/>
                  </a:lnTo>
                  <a:lnTo>
                    <a:pt x="3570" y="876"/>
                  </a:lnTo>
                  <a:lnTo>
                    <a:pt x="3570" y="876"/>
                  </a:lnTo>
                  <a:lnTo>
                    <a:pt x="3570" y="876"/>
                  </a:lnTo>
                  <a:lnTo>
                    <a:pt x="3570" y="876"/>
                  </a:lnTo>
                  <a:lnTo>
                    <a:pt x="3570" y="876"/>
                  </a:lnTo>
                  <a:lnTo>
                    <a:pt x="3570" y="876"/>
                  </a:lnTo>
                  <a:lnTo>
                    <a:pt x="3570" y="876"/>
                  </a:lnTo>
                  <a:lnTo>
                    <a:pt x="3576" y="876"/>
                  </a:lnTo>
                  <a:lnTo>
                    <a:pt x="3576" y="876"/>
                  </a:lnTo>
                  <a:lnTo>
                    <a:pt x="3576" y="876"/>
                  </a:lnTo>
                  <a:lnTo>
                    <a:pt x="3576" y="876"/>
                  </a:lnTo>
                  <a:lnTo>
                    <a:pt x="3576" y="876"/>
                  </a:lnTo>
                  <a:lnTo>
                    <a:pt x="3576" y="876"/>
                  </a:lnTo>
                  <a:lnTo>
                    <a:pt x="3576" y="876"/>
                  </a:lnTo>
                  <a:lnTo>
                    <a:pt x="3576" y="876"/>
                  </a:lnTo>
                  <a:lnTo>
                    <a:pt x="3582" y="876"/>
                  </a:lnTo>
                </a:path>
              </a:pathLst>
            </a:custGeom>
            <a:noFill/>
            <a:ln w="19080">
              <a:solidFill>
                <a:srgbClr val="00ff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0" name="Rectangle 201"/>
            <p:cNvSpPr/>
            <p:nvPr/>
          </p:nvSpPr>
          <p:spPr>
            <a:xfrm>
              <a:off x="2868480" y="5486040"/>
              <a:ext cx="403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ff00"/>
                  </a:solidFill>
                  <a:effectLst/>
                  <a:uFillTx/>
                  <a:latin typeface="Arial"/>
                </a:rPr>
                <a:t>BETA_Y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1" name="Freeform 202"/>
            <p:cNvSpPr/>
            <p:nvPr/>
          </p:nvSpPr>
          <p:spPr>
            <a:xfrm>
              <a:off x="1779480" y="5467320"/>
              <a:ext cx="5686560" cy="1440"/>
            </a:xfrm>
            <a:custGeom>
              <a:avLst/>
              <a:gdLst>
                <a:gd name="textAreaLeft" fmla="*/ 0 w 5686560"/>
                <a:gd name="textAreaRight" fmla="*/ 5686560 w 5686560"/>
                <a:gd name="textAreaTop" fmla="*/ 0 h 1440"/>
                <a:gd name="textAreaBottom" fmla="*/ 1800 h 1440"/>
                <a:gd name="GluePoint1X" fmla="*/ 24 w 3582"/>
                <a:gd name="GluePoint1Y" fmla="*/ 0 h 1"/>
                <a:gd name="GluePoint2X" fmla="*/ 54 w 3582"/>
                <a:gd name="GluePoint2Y" fmla="*/ 0 h 1"/>
                <a:gd name="GluePoint3X" fmla="*/ 78 w 3582"/>
                <a:gd name="GluePoint3Y" fmla="*/ 0 h 1"/>
                <a:gd name="GluePoint4X" fmla="*/ 108 w 3582"/>
                <a:gd name="GluePoint4Y" fmla="*/ 0 h 1"/>
                <a:gd name="GluePoint5X" fmla="*/ 132 w 3582"/>
                <a:gd name="GluePoint5Y" fmla="*/ 0 h 1"/>
                <a:gd name="GluePoint6X" fmla="*/ 162 w 3582"/>
                <a:gd name="GluePoint6Y" fmla="*/ 0 h 1"/>
                <a:gd name="GluePoint7X" fmla="*/ 186 w 3582"/>
                <a:gd name="GluePoint7Y" fmla="*/ 0 h 1"/>
                <a:gd name="GluePoint8X" fmla="*/ 216 w 3582"/>
                <a:gd name="GluePoint8Y" fmla="*/ 0 h 1"/>
                <a:gd name="GluePoint9X" fmla="*/ 240 w 3582"/>
                <a:gd name="GluePoint9Y" fmla="*/ 0 h 1"/>
                <a:gd name="GluePoint10X" fmla="*/ 270 w 3582"/>
                <a:gd name="GluePoint10Y" fmla="*/ 0 h 1"/>
                <a:gd name="GluePoint11X" fmla="*/ 528 w 3582"/>
                <a:gd name="GluePoint11Y" fmla="*/ 0 h 1"/>
                <a:gd name="GluePoint12X" fmla="*/ 558 w 3582"/>
                <a:gd name="GluePoint12Y" fmla="*/ 0 h 1"/>
                <a:gd name="GluePoint13X" fmla="*/ 582 w 3582"/>
                <a:gd name="GluePoint13Y" fmla="*/ 0 h 1"/>
                <a:gd name="GluePoint14X" fmla="*/ 612 w 3582"/>
                <a:gd name="GluePoint14Y" fmla="*/ 0 h 1"/>
                <a:gd name="GluePoint15X" fmla="*/ 636 w 3582"/>
                <a:gd name="GluePoint15Y" fmla="*/ 0 h 1"/>
                <a:gd name="GluePoint16X" fmla="*/ 666 w 3582"/>
                <a:gd name="GluePoint16Y" fmla="*/ 0 h 1"/>
                <a:gd name="GluePoint17X" fmla="*/ 924 w 3582"/>
                <a:gd name="GluePoint17Y" fmla="*/ 0 h 1"/>
                <a:gd name="GluePoint18X" fmla="*/ 954 w 3582"/>
                <a:gd name="GluePoint18Y" fmla="*/ 0 h 1"/>
                <a:gd name="GluePoint19X" fmla="*/ 984 w 3582"/>
                <a:gd name="GluePoint19Y" fmla="*/ 0 h 1"/>
                <a:gd name="GluePoint20X" fmla="*/ 1008 w 3582"/>
                <a:gd name="GluePoint20Y" fmla="*/ 0 h 1"/>
                <a:gd name="GluePoint21X" fmla="*/ 1038 w 3582"/>
                <a:gd name="GluePoint21Y" fmla="*/ 0 h 1"/>
                <a:gd name="GluePoint22X" fmla="*/ 1062 w 3582"/>
                <a:gd name="GluePoint22Y" fmla="*/ 0 h 1"/>
                <a:gd name="GluePoint23X" fmla="*/ 1326 w 3582"/>
                <a:gd name="GluePoint23Y" fmla="*/ 0 h 1"/>
                <a:gd name="GluePoint24X" fmla="*/ 1350 w 3582"/>
                <a:gd name="GluePoint24Y" fmla="*/ 0 h 1"/>
                <a:gd name="GluePoint25X" fmla="*/ 1380 w 3582"/>
                <a:gd name="GluePoint25Y" fmla="*/ 0 h 1"/>
                <a:gd name="GluePoint26X" fmla="*/ 1404 w 3582"/>
                <a:gd name="GluePoint26Y" fmla="*/ 0 h 1"/>
                <a:gd name="GluePoint27X" fmla="*/ 1434 w 3582"/>
                <a:gd name="GluePoint27Y" fmla="*/ 0 h 1"/>
                <a:gd name="GluePoint28X" fmla="*/ 1458 w 3582"/>
                <a:gd name="GluePoint28Y" fmla="*/ 0 h 1"/>
                <a:gd name="GluePoint29X" fmla="*/ 1722 w 3582"/>
                <a:gd name="GluePoint29Y" fmla="*/ 0 h 1"/>
                <a:gd name="GluePoint30X" fmla="*/ 1746 w 3582"/>
                <a:gd name="GluePoint30Y" fmla="*/ 0 h 1"/>
                <a:gd name="GluePoint31X" fmla="*/ 1776 w 3582"/>
                <a:gd name="GluePoint31Y" fmla="*/ 0 h 1"/>
                <a:gd name="GluePoint32X" fmla="*/ 1800 w 3582"/>
                <a:gd name="GluePoint32Y" fmla="*/ 0 h 1"/>
                <a:gd name="GluePoint33X" fmla="*/ 1830 w 3582"/>
                <a:gd name="GluePoint33Y" fmla="*/ 0 h 1"/>
                <a:gd name="GluePoint34X" fmla="*/ 1854 w 3582"/>
                <a:gd name="GluePoint34Y" fmla="*/ 0 h 1"/>
                <a:gd name="GluePoint35X" fmla="*/ 1884 w 3582"/>
                <a:gd name="GluePoint35Y" fmla="*/ 0 h 1"/>
                <a:gd name="GluePoint36X" fmla="*/ 1908 w 3582"/>
                <a:gd name="GluePoint36Y" fmla="*/ 0 h 1"/>
                <a:gd name="GluePoint37X" fmla="*/ 1938 w 3582"/>
                <a:gd name="GluePoint37Y" fmla="*/ 0 h 1"/>
                <a:gd name="GluePoint38X" fmla="*/ 1962 w 3582"/>
                <a:gd name="GluePoint38Y" fmla="*/ 0 h 1"/>
                <a:gd name="GluePoint39X" fmla="*/ 1992 w 3582"/>
                <a:gd name="GluePoint39Y" fmla="*/ 0 h 1"/>
                <a:gd name="GluePoint40X" fmla="*/ 2016 w 3582"/>
                <a:gd name="GluePoint40Y" fmla="*/ 0 h 1"/>
                <a:gd name="GluePoint41X" fmla="*/ 2046 w 3582"/>
                <a:gd name="GluePoint41Y" fmla="*/ 0 h 1"/>
                <a:gd name="GluePoint42X" fmla="*/ 2076 w 3582"/>
                <a:gd name="GluePoint42Y" fmla="*/ 0 h 1"/>
                <a:gd name="GluePoint43X" fmla="*/ 2334 w 3582"/>
                <a:gd name="GluePoint43Y" fmla="*/ 0 h 1"/>
                <a:gd name="GluePoint44X" fmla="*/ 2358 w 3582"/>
                <a:gd name="GluePoint44Y" fmla="*/ 0 h 1"/>
                <a:gd name="GluePoint45X" fmla="*/ 2388 w 3582"/>
                <a:gd name="GluePoint45Y" fmla="*/ 0 h 1"/>
                <a:gd name="GluePoint46X" fmla="*/ 2418 w 3582"/>
                <a:gd name="GluePoint46Y" fmla="*/ 0 h 1"/>
                <a:gd name="GluePoint47X" fmla="*/ 2442 w 3582"/>
                <a:gd name="GluePoint47Y" fmla="*/ 0 h 1"/>
                <a:gd name="GluePoint48X" fmla="*/ 2472 w 3582"/>
                <a:gd name="GluePoint48Y" fmla="*/ 0 h 1"/>
                <a:gd name="GluePoint49X" fmla="*/ 2730 w 3582"/>
                <a:gd name="GluePoint49Y" fmla="*/ 0 h 1"/>
                <a:gd name="GluePoint50X" fmla="*/ 2760 w 3582"/>
                <a:gd name="GluePoint50Y" fmla="*/ 0 h 1"/>
                <a:gd name="GluePoint51X" fmla="*/ 2784 w 3582"/>
                <a:gd name="GluePoint51Y" fmla="*/ 0 h 1"/>
                <a:gd name="GluePoint52X" fmla="*/ 2814 w 3582"/>
                <a:gd name="GluePoint52Y" fmla="*/ 0 h 1"/>
                <a:gd name="GluePoint53X" fmla="*/ 2838 w 3582"/>
                <a:gd name="GluePoint53Y" fmla="*/ 0 h 1"/>
                <a:gd name="GluePoint54X" fmla="*/ 2868 w 3582"/>
                <a:gd name="GluePoint54Y" fmla="*/ 0 h 1"/>
                <a:gd name="GluePoint55X" fmla="*/ 3126 w 3582"/>
                <a:gd name="GluePoint55Y" fmla="*/ 0 h 1"/>
                <a:gd name="GluePoint56X" fmla="*/ 3156 w 3582"/>
                <a:gd name="GluePoint56Y" fmla="*/ 0 h 1"/>
                <a:gd name="GluePoint57X" fmla="*/ 3180 w 3582"/>
                <a:gd name="GluePoint57Y" fmla="*/ 0 h 1"/>
                <a:gd name="GluePoint58X" fmla="*/ 3210 w 3582"/>
                <a:gd name="GluePoint58Y" fmla="*/ 0 h 1"/>
                <a:gd name="GluePoint59X" fmla="*/ 3234 w 3582"/>
                <a:gd name="GluePoint59Y" fmla="*/ 0 h 1"/>
                <a:gd name="GluePoint60X" fmla="*/ 3264 w 3582"/>
                <a:gd name="GluePoint60Y" fmla="*/ 0 h 1"/>
                <a:gd name="GluePoint61X" fmla="*/ 3522 w 3582"/>
                <a:gd name="GluePoint61Y" fmla="*/ 0 h 1"/>
                <a:gd name="GluePoint62X" fmla="*/ 3552 w 3582"/>
                <a:gd name="GluePoint62Y" fmla="*/ 0 h 1"/>
                <a:gd name="GluePoint63X" fmla="*/ 3576 w 3582"/>
                <a:gd name="GluePoint63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3582"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90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314" y="0"/>
                  </a:lnTo>
                  <a:lnTo>
                    <a:pt x="1314" y="0"/>
                  </a:lnTo>
                  <a:lnTo>
                    <a:pt x="1314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6" y="0"/>
                  </a:lnTo>
                  <a:lnTo>
                    <a:pt x="1476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712" y="0"/>
                  </a:lnTo>
                  <a:lnTo>
                    <a:pt x="2712" y="0"/>
                  </a:lnTo>
                  <a:lnTo>
                    <a:pt x="2712" y="0"/>
                  </a:lnTo>
                  <a:lnTo>
                    <a:pt x="2712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74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498" y="0"/>
                  </a:lnTo>
                  <a:lnTo>
                    <a:pt x="3498" y="0"/>
                  </a:lnTo>
                  <a:lnTo>
                    <a:pt x="3498" y="0"/>
                  </a:lnTo>
                  <a:lnTo>
                    <a:pt x="3498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82" y="0"/>
                  </a:lnTo>
                </a:path>
              </a:pathLst>
            </a:custGeom>
            <a:noFill/>
            <a:ln w="936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-43920" bIns="-439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2" name="Rectangle 203"/>
            <p:cNvSpPr/>
            <p:nvPr/>
          </p:nvSpPr>
          <p:spPr>
            <a:xfrm>
              <a:off x="3526200" y="5486040"/>
              <a:ext cx="3639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DISP_X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3" name="Freeform 204"/>
            <p:cNvSpPr/>
            <p:nvPr/>
          </p:nvSpPr>
          <p:spPr>
            <a:xfrm>
              <a:off x="1779480" y="5467320"/>
              <a:ext cx="5686560" cy="1440"/>
            </a:xfrm>
            <a:custGeom>
              <a:avLst/>
              <a:gdLst>
                <a:gd name="textAreaLeft" fmla="*/ 0 w 5686560"/>
                <a:gd name="textAreaRight" fmla="*/ 5686560 w 5686560"/>
                <a:gd name="textAreaTop" fmla="*/ 0 h 1440"/>
                <a:gd name="textAreaBottom" fmla="*/ 1800 h 1440"/>
                <a:gd name="GluePoint1X" fmla="*/ 24 w 3582"/>
                <a:gd name="GluePoint1Y" fmla="*/ 0 h 1"/>
                <a:gd name="GluePoint2X" fmla="*/ 54 w 3582"/>
                <a:gd name="GluePoint2Y" fmla="*/ 0 h 1"/>
                <a:gd name="GluePoint3X" fmla="*/ 78 w 3582"/>
                <a:gd name="GluePoint3Y" fmla="*/ 0 h 1"/>
                <a:gd name="GluePoint4X" fmla="*/ 108 w 3582"/>
                <a:gd name="GluePoint4Y" fmla="*/ 0 h 1"/>
                <a:gd name="GluePoint5X" fmla="*/ 132 w 3582"/>
                <a:gd name="GluePoint5Y" fmla="*/ 0 h 1"/>
                <a:gd name="GluePoint6X" fmla="*/ 162 w 3582"/>
                <a:gd name="GluePoint6Y" fmla="*/ 0 h 1"/>
                <a:gd name="GluePoint7X" fmla="*/ 186 w 3582"/>
                <a:gd name="GluePoint7Y" fmla="*/ 0 h 1"/>
                <a:gd name="GluePoint8X" fmla="*/ 216 w 3582"/>
                <a:gd name="GluePoint8Y" fmla="*/ 0 h 1"/>
                <a:gd name="GluePoint9X" fmla="*/ 240 w 3582"/>
                <a:gd name="GluePoint9Y" fmla="*/ 0 h 1"/>
                <a:gd name="GluePoint10X" fmla="*/ 270 w 3582"/>
                <a:gd name="GluePoint10Y" fmla="*/ 0 h 1"/>
                <a:gd name="GluePoint11X" fmla="*/ 528 w 3582"/>
                <a:gd name="GluePoint11Y" fmla="*/ 0 h 1"/>
                <a:gd name="GluePoint12X" fmla="*/ 558 w 3582"/>
                <a:gd name="GluePoint12Y" fmla="*/ 0 h 1"/>
                <a:gd name="GluePoint13X" fmla="*/ 582 w 3582"/>
                <a:gd name="GluePoint13Y" fmla="*/ 0 h 1"/>
                <a:gd name="GluePoint14X" fmla="*/ 612 w 3582"/>
                <a:gd name="GluePoint14Y" fmla="*/ 0 h 1"/>
                <a:gd name="GluePoint15X" fmla="*/ 636 w 3582"/>
                <a:gd name="GluePoint15Y" fmla="*/ 0 h 1"/>
                <a:gd name="GluePoint16X" fmla="*/ 666 w 3582"/>
                <a:gd name="GluePoint16Y" fmla="*/ 0 h 1"/>
                <a:gd name="GluePoint17X" fmla="*/ 924 w 3582"/>
                <a:gd name="GluePoint17Y" fmla="*/ 0 h 1"/>
                <a:gd name="GluePoint18X" fmla="*/ 954 w 3582"/>
                <a:gd name="GluePoint18Y" fmla="*/ 0 h 1"/>
                <a:gd name="GluePoint19X" fmla="*/ 984 w 3582"/>
                <a:gd name="GluePoint19Y" fmla="*/ 0 h 1"/>
                <a:gd name="GluePoint20X" fmla="*/ 1008 w 3582"/>
                <a:gd name="GluePoint20Y" fmla="*/ 0 h 1"/>
                <a:gd name="GluePoint21X" fmla="*/ 1038 w 3582"/>
                <a:gd name="GluePoint21Y" fmla="*/ 0 h 1"/>
                <a:gd name="GluePoint22X" fmla="*/ 1062 w 3582"/>
                <a:gd name="GluePoint22Y" fmla="*/ 0 h 1"/>
                <a:gd name="GluePoint23X" fmla="*/ 1326 w 3582"/>
                <a:gd name="GluePoint23Y" fmla="*/ 0 h 1"/>
                <a:gd name="GluePoint24X" fmla="*/ 1350 w 3582"/>
                <a:gd name="GluePoint24Y" fmla="*/ 0 h 1"/>
                <a:gd name="GluePoint25X" fmla="*/ 1380 w 3582"/>
                <a:gd name="GluePoint25Y" fmla="*/ 0 h 1"/>
                <a:gd name="GluePoint26X" fmla="*/ 1404 w 3582"/>
                <a:gd name="GluePoint26Y" fmla="*/ 0 h 1"/>
                <a:gd name="GluePoint27X" fmla="*/ 1434 w 3582"/>
                <a:gd name="GluePoint27Y" fmla="*/ 0 h 1"/>
                <a:gd name="GluePoint28X" fmla="*/ 1458 w 3582"/>
                <a:gd name="GluePoint28Y" fmla="*/ 0 h 1"/>
                <a:gd name="GluePoint29X" fmla="*/ 1722 w 3582"/>
                <a:gd name="GluePoint29Y" fmla="*/ 0 h 1"/>
                <a:gd name="GluePoint30X" fmla="*/ 1746 w 3582"/>
                <a:gd name="GluePoint30Y" fmla="*/ 0 h 1"/>
                <a:gd name="GluePoint31X" fmla="*/ 1776 w 3582"/>
                <a:gd name="GluePoint31Y" fmla="*/ 0 h 1"/>
                <a:gd name="GluePoint32X" fmla="*/ 1800 w 3582"/>
                <a:gd name="GluePoint32Y" fmla="*/ 0 h 1"/>
                <a:gd name="GluePoint33X" fmla="*/ 1830 w 3582"/>
                <a:gd name="GluePoint33Y" fmla="*/ 0 h 1"/>
                <a:gd name="GluePoint34X" fmla="*/ 1854 w 3582"/>
                <a:gd name="GluePoint34Y" fmla="*/ 0 h 1"/>
                <a:gd name="GluePoint35X" fmla="*/ 1884 w 3582"/>
                <a:gd name="GluePoint35Y" fmla="*/ 0 h 1"/>
                <a:gd name="GluePoint36X" fmla="*/ 1908 w 3582"/>
                <a:gd name="GluePoint36Y" fmla="*/ 0 h 1"/>
                <a:gd name="GluePoint37X" fmla="*/ 1938 w 3582"/>
                <a:gd name="GluePoint37Y" fmla="*/ 0 h 1"/>
                <a:gd name="GluePoint38X" fmla="*/ 1962 w 3582"/>
                <a:gd name="GluePoint38Y" fmla="*/ 0 h 1"/>
                <a:gd name="GluePoint39X" fmla="*/ 1992 w 3582"/>
                <a:gd name="GluePoint39Y" fmla="*/ 0 h 1"/>
                <a:gd name="GluePoint40X" fmla="*/ 2016 w 3582"/>
                <a:gd name="GluePoint40Y" fmla="*/ 0 h 1"/>
                <a:gd name="GluePoint41X" fmla="*/ 2046 w 3582"/>
                <a:gd name="GluePoint41Y" fmla="*/ 0 h 1"/>
                <a:gd name="GluePoint42X" fmla="*/ 2076 w 3582"/>
                <a:gd name="GluePoint42Y" fmla="*/ 0 h 1"/>
                <a:gd name="GluePoint43X" fmla="*/ 2334 w 3582"/>
                <a:gd name="GluePoint43Y" fmla="*/ 0 h 1"/>
                <a:gd name="GluePoint44X" fmla="*/ 2358 w 3582"/>
                <a:gd name="GluePoint44Y" fmla="*/ 0 h 1"/>
                <a:gd name="GluePoint45X" fmla="*/ 2388 w 3582"/>
                <a:gd name="GluePoint45Y" fmla="*/ 0 h 1"/>
                <a:gd name="GluePoint46X" fmla="*/ 2418 w 3582"/>
                <a:gd name="GluePoint46Y" fmla="*/ 0 h 1"/>
                <a:gd name="GluePoint47X" fmla="*/ 2442 w 3582"/>
                <a:gd name="GluePoint47Y" fmla="*/ 0 h 1"/>
                <a:gd name="GluePoint48X" fmla="*/ 2472 w 3582"/>
                <a:gd name="GluePoint48Y" fmla="*/ 0 h 1"/>
                <a:gd name="GluePoint49X" fmla="*/ 2730 w 3582"/>
                <a:gd name="GluePoint49Y" fmla="*/ 0 h 1"/>
                <a:gd name="GluePoint50X" fmla="*/ 2760 w 3582"/>
                <a:gd name="GluePoint50Y" fmla="*/ 0 h 1"/>
                <a:gd name="GluePoint51X" fmla="*/ 2784 w 3582"/>
                <a:gd name="GluePoint51Y" fmla="*/ 0 h 1"/>
                <a:gd name="GluePoint52X" fmla="*/ 2814 w 3582"/>
                <a:gd name="GluePoint52Y" fmla="*/ 0 h 1"/>
                <a:gd name="GluePoint53X" fmla="*/ 2838 w 3582"/>
                <a:gd name="GluePoint53Y" fmla="*/ 0 h 1"/>
                <a:gd name="GluePoint54X" fmla="*/ 2868 w 3582"/>
                <a:gd name="GluePoint54Y" fmla="*/ 0 h 1"/>
                <a:gd name="GluePoint55X" fmla="*/ 3126 w 3582"/>
                <a:gd name="GluePoint55Y" fmla="*/ 0 h 1"/>
                <a:gd name="GluePoint56X" fmla="*/ 3156 w 3582"/>
                <a:gd name="GluePoint56Y" fmla="*/ 0 h 1"/>
                <a:gd name="GluePoint57X" fmla="*/ 3180 w 3582"/>
                <a:gd name="GluePoint57Y" fmla="*/ 0 h 1"/>
                <a:gd name="GluePoint58X" fmla="*/ 3210 w 3582"/>
                <a:gd name="GluePoint58Y" fmla="*/ 0 h 1"/>
                <a:gd name="GluePoint59X" fmla="*/ 3234 w 3582"/>
                <a:gd name="GluePoint59Y" fmla="*/ 0 h 1"/>
                <a:gd name="GluePoint60X" fmla="*/ 3264 w 3582"/>
                <a:gd name="GluePoint60Y" fmla="*/ 0 h 1"/>
                <a:gd name="GluePoint61X" fmla="*/ 3522 w 3582"/>
                <a:gd name="GluePoint61Y" fmla="*/ 0 h 1"/>
                <a:gd name="GluePoint62X" fmla="*/ 3552 w 3582"/>
                <a:gd name="GluePoint62Y" fmla="*/ 0 h 1"/>
                <a:gd name="GluePoint63X" fmla="*/ 3576 w 3582"/>
                <a:gd name="GluePoint63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3582" h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1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44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0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2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0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86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2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16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0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76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2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88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294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28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34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0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2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58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64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0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76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88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594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0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06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2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0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36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2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48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54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0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66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2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78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84" y="0"/>
                  </a:lnTo>
                  <a:lnTo>
                    <a:pt x="690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24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36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2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48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54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0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2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78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84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0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996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2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08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14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0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2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38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44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0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56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2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68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080" y="0"/>
                  </a:lnTo>
                  <a:lnTo>
                    <a:pt x="1314" y="0"/>
                  </a:lnTo>
                  <a:lnTo>
                    <a:pt x="1314" y="0"/>
                  </a:lnTo>
                  <a:lnTo>
                    <a:pt x="1314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0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26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38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44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0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56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2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68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74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0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86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2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398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04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0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16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2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28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34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0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46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2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58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64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0" y="0"/>
                  </a:lnTo>
                  <a:lnTo>
                    <a:pt x="1476" y="0"/>
                  </a:lnTo>
                  <a:lnTo>
                    <a:pt x="1476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0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16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2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28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34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0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46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2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58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64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0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76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2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88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794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0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06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2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18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24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0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36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2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48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54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0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66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78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84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0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896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2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08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14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0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2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38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44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0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56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2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68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74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0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86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1998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04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0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16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2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28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34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0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46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2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58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0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76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08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2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28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34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0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46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2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58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64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0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76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2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88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394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0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06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2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18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24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0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36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2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48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54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0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2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478" y="0"/>
                  </a:lnTo>
                  <a:lnTo>
                    <a:pt x="2712" y="0"/>
                  </a:lnTo>
                  <a:lnTo>
                    <a:pt x="2712" y="0"/>
                  </a:lnTo>
                  <a:lnTo>
                    <a:pt x="2712" y="0"/>
                  </a:lnTo>
                  <a:lnTo>
                    <a:pt x="2712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18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24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0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36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2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48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54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0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66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2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78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84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0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796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2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08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14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0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26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2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38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44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0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56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2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68" y="0"/>
                  </a:lnTo>
                  <a:lnTo>
                    <a:pt x="2874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08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14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0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26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2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38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44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0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56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2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68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74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0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86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2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198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04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0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16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2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28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34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0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46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2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58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264" y="0"/>
                  </a:lnTo>
                  <a:lnTo>
                    <a:pt x="3498" y="0"/>
                  </a:lnTo>
                  <a:lnTo>
                    <a:pt x="3498" y="0"/>
                  </a:lnTo>
                  <a:lnTo>
                    <a:pt x="3498" y="0"/>
                  </a:lnTo>
                  <a:lnTo>
                    <a:pt x="3498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04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0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16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2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28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34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0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46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2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58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64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0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76" y="0"/>
                  </a:lnTo>
                  <a:lnTo>
                    <a:pt x="3582" y="0"/>
                  </a:lnTo>
                </a:path>
              </a:pathLst>
            </a:cu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tIns="-43920" bIns="-439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4" name="Rectangle 205"/>
            <p:cNvSpPr/>
            <p:nvPr/>
          </p:nvSpPr>
          <p:spPr>
            <a:xfrm>
              <a:off x="4192920" y="5486040"/>
              <a:ext cx="3639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DISP_Y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5" name="Rectangle 206"/>
            <p:cNvSpPr/>
            <p:nvPr/>
          </p:nvSpPr>
          <p:spPr>
            <a:xfrm>
              <a:off x="1884240" y="5628960"/>
              <a:ext cx="123840" cy="66960"/>
            </a:xfrm>
            <a:prstGeom prst="rect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6" name="Rectangle 207"/>
            <p:cNvSpPr/>
            <p:nvPr/>
          </p:nvSpPr>
          <p:spPr>
            <a:xfrm>
              <a:off x="2246400" y="5667120"/>
              <a:ext cx="9360" cy="288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7" name="Rectangle 208"/>
            <p:cNvSpPr/>
            <p:nvPr/>
          </p:nvSpPr>
          <p:spPr>
            <a:xfrm>
              <a:off x="2246400" y="566712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8" name="Rectangle 209"/>
            <p:cNvSpPr/>
            <p:nvPr/>
          </p:nvSpPr>
          <p:spPr>
            <a:xfrm>
              <a:off x="2874960" y="566712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59" name="Rectangle 210"/>
            <p:cNvSpPr/>
            <p:nvPr/>
          </p:nvSpPr>
          <p:spPr>
            <a:xfrm>
              <a:off x="3494160" y="566712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0" name="Rectangle 211"/>
            <p:cNvSpPr/>
            <p:nvPr/>
          </p:nvSpPr>
          <p:spPr>
            <a:xfrm>
              <a:off x="4122720" y="566712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1" name="Rectangle 212"/>
            <p:cNvSpPr/>
            <p:nvPr/>
          </p:nvSpPr>
          <p:spPr>
            <a:xfrm>
              <a:off x="4494240" y="5667120"/>
              <a:ext cx="9360" cy="288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2" name="Rectangle 213"/>
            <p:cNvSpPr/>
            <p:nvPr/>
          </p:nvSpPr>
          <p:spPr>
            <a:xfrm>
              <a:off x="4732200" y="5628960"/>
              <a:ext cx="123840" cy="66960"/>
            </a:xfrm>
            <a:prstGeom prst="rect">
              <a:avLst/>
            </a:prstGeom>
            <a:solidFill>
              <a:srgbClr val="ff0000"/>
            </a:solidFill>
            <a:ln w="93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3" name="Rectangle 214"/>
            <p:cNvSpPr/>
            <p:nvPr/>
          </p:nvSpPr>
          <p:spPr>
            <a:xfrm>
              <a:off x="5084640" y="5667120"/>
              <a:ext cx="9720" cy="288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4" name="Rectangle 215"/>
            <p:cNvSpPr/>
            <p:nvPr/>
          </p:nvSpPr>
          <p:spPr>
            <a:xfrm>
              <a:off x="5084640" y="5667120"/>
              <a:ext cx="38124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5" name="Rectangle 216"/>
            <p:cNvSpPr/>
            <p:nvPr/>
          </p:nvSpPr>
          <p:spPr>
            <a:xfrm>
              <a:off x="5713200" y="566712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6" name="Rectangle 217"/>
            <p:cNvSpPr/>
            <p:nvPr/>
          </p:nvSpPr>
          <p:spPr>
            <a:xfrm>
              <a:off x="6342120" y="5667120"/>
              <a:ext cx="37152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7" name="Rectangle 218"/>
            <p:cNvSpPr/>
            <p:nvPr/>
          </p:nvSpPr>
          <p:spPr>
            <a:xfrm>
              <a:off x="6961320" y="5667120"/>
              <a:ext cx="371160" cy="28800"/>
            </a:xfrm>
            <a:prstGeom prst="rect">
              <a:avLst/>
            </a:prstGeom>
            <a:solidFill>
              <a:srgbClr val="008080"/>
            </a:solidFill>
            <a:ln w="9360">
              <a:solidFill>
                <a:srgbClr val="00808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568" name="Rectangle 219"/>
            <p:cNvSpPr/>
            <p:nvPr/>
          </p:nvSpPr>
          <p:spPr>
            <a:xfrm>
              <a:off x="7332480" y="5667120"/>
              <a:ext cx="9720" cy="288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</p:spTree>
  </p:cSld>
  <p:transition>
    <p:fade thruBlk="true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Footer Placeholder 6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541440" y="236520"/>
            <a:ext cx="788040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Longitudinal Matching 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571" name="Text Box 10"/>
          <p:cNvSpPr/>
          <p:nvPr/>
        </p:nvSpPr>
        <p:spPr>
          <a:xfrm>
            <a:off x="3475080" y="5695920"/>
            <a:ext cx="15606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400" strike="noStrike" u="none">
                <a:solidFill>
                  <a:srgbClr val="800080"/>
                </a:solidFill>
                <a:effectLst/>
                <a:uFillTx/>
                <a:latin typeface="Arial"/>
              </a:rPr>
              <a:t>70 deg. off-crest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72" name="Slide Number Placeholder 74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607C41-2EE6-4093-991B-70C2E3679E04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aphicFrame>
        <p:nvGraphicFramePr>
          <p:cNvPr id="573" name=""/>
          <p:cNvGraphicFramePr/>
          <p:nvPr/>
        </p:nvGraphicFramePr>
        <p:xfrm>
          <a:off x="2282760" y="1011240"/>
          <a:ext cx="4407120" cy="1585800"/>
        </p:xfrm>
        <a:graphic>
          <a:graphicData uri="http://schemas.openxmlformats.org/drawingml/2006/table">
            <a:tbl>
              <a:tblPr/>
              <a:tblGrid>
                <a:gridCol w="2683080"/>
                <a:gridCol w="533160"/>
                <a:gridCol w="1190880"/>
              </a:tblGrid>
              <a:tr h="1812600">
                <a:tc>
                  <a:txBody>
                    <a:bodyPr lIns="90360" rIns="90360" tIns="44280" bIns="44280" anchor="t">
                      <a:noAutofit/>
                    </a:bodyPr>
                    <a:p>
                      <a:pPr marL="343080" indent="-34308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longitudinal emittance: 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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ZapfChancery"/>
                          <a:ea typeface="Times New Roman"/>
                        </a:rPr>
                        <a:t>l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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 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34308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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ZapfChancery"/>
                          <a:ea typeface="Times New Roman"/>
                        </a:rPr>
                        <a:t>l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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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 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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z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/m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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c)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34308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     momentum spread: 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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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p/p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 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34308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     bunch length: </a:t>
                      </a: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</a:t>
                      </a:r>
                      <a:r>
                        <a:rPr b="0" lang="en-US" sz="1600" strike="noStrike" u="none" baseline="-30000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z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360" marR="90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360" rIns="90360" tIns="44280" bIns="44280" anchor="t">
                      <a:noAutofit/>
                    </a:bodyPr>
                    <a:p>
                      <a:pPr marL="343080" indent="-34308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mm 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34308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34308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34308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600" strike="noStrike" u="none">
                          <a:solidFill>
                            <a:srgbClr val="003366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mm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360" marR="90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360" rIns="90360" tIns="44280" bIns="44280" anchor="t">
                      <a:noAutofit/>
                    </a:bodyPr>
                    <a:p>
                      <a:pPr marL="343080" indent="-6840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72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6840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6840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0.12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  <a:p>
                      <a:pPr marL="343080" indent="-68400" algn="just">
                        <a:lnSpc>
                          <a:spcPct val="150000"/>
                        </a:lnSpc>
                        <a:tabLst>
                          <a:tab algn="l" pos="0"/>
                          <a:tab algn="l" pos="18252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6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"/>
                          <a:ea typeface="Times New Roman"/>
                        </a:rPr>
                        <a:t>164</a:t>
                      </a:r>
                      <a:endParaRPr b="0" lang="en-IN" sz="16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360" marR="9036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4" name="TextBox 17"/>
          <p:cNvSpPr/>
          <p:nvPr/>
        </p:nvSpPr>
        <p:spPr>
          <a:xfrm>
            <a:off x="7121520" y="1455840"/>
            <a:ext cx="1481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E = 400 MeV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>
              <a:buClr>
                <a:srgbClr val="7030a0"/>
              </a:buClr>
              <a:buFont typeface="Symbol" charset="2"/>
              <a:buChar char="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 = 3.7858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75" name="Text Box 10"/>
          <p:cNvSpPr/>
          <p:nvPr/>
        </p:nvSpPr>
        <p:spPr>
          <a:xfrm>
            <a:off x="6550200" y="5616720"/>
            <a:ext cx="156204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400" strike="noStrike" u="none">
                <a:solidFill>
                  <a:srgbClr val="800080"/>
                </a:solidFill>
                <a:effectLst/>
                <a:uFillTx/>
                <a:latin typeface="Arial"/>
              </a:rPr>
              <a:t>90 deg. off-crest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576" name="Picture 10" descr=""/>
          <p:cNvPicPr/>
          <p:nvPr/>
        </p:nvPicPr>
        <p:blipFill>
          <a:blip r:embed="rId1"/>
          <a:stretch/>
        </p:blipFill>
        <p:spPr>
          <a:xfrm>
            <a:off x="231840" y="3029040"/>
            <a:ext cx="2060640" cy="20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Text Box 10"/>
          <p:cNvSpPr/>
          <p:nvPr/>
        </p:nvSpPr>
        <p:spPr>
          <a:xfrm>
            <a:off x="115920" y="1582560"/>
            <a:ext cx="207324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600" strike="noStrike" u="none">
                <a:solidFill>
                  <a:srgbClr val="800080"/>
                </a:solidFill>
                <a:effectLst/>
                <a:uFillTx/>
                <a:latin typeface="Arial"/>
              </a:rPr>
              <a:t>201 MHz, 17 MeV/m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578" name="Picture 11" descr=""/>
          <p:cNvPicPr/>
          <p:nvPr/>
        </p:nvPicPr>
        <p:blipFill>
          <a:blip r:embed="rId2"/>
          <a:stretch/>
        </p:blipFill>
        <p:spPr>
          <a:xfrm>
            <a:off x="5546880" y="2822400"/>
            <a:ext cx="3484440" cy="284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9" name="Picture 12" descr=""/>
          <p:cNvPicPr/>
          <p:nvPr/>
        </p:nvPicPr>
        <p:blipFill>
          <a:blip r:embed="rId3"/>
          <a:stretch/>
        </p:blipFill>
        <p:spPr>
          <a:xfrm>
            <a:off x="2340000" y="2822400"/>
            <a:ext cx="3597120" cy="29368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 thruBlk="true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Picture 49" descr=""/>
          <p:cNvPicPr/>
          <p:nvPr/>
        </p:nvPicPr>
        <p:blipFill>
          <a:blip r:embed="rId1"/>
          <a:stretch/>
        </p:blipFill>
        <p:spPr>
          <a:xfrm>
            <a:off x="2998800" y="1247760"/>
            <a:ext cx="3182760" cy="24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Box 67"/>
          <p:cNvSpPr/>
          <p:nvPr/>
        </p:nvSpPr>
        <p:spPr>
          <a:xfrm rot="16200000">
            <a:off x="2375640" y="2187000"/>
            <a:ext cx="15429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Energy [GeV]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582" name="Picture 44" descr=""/>
          <p:cNvPicPr/>
          <p:nvPr/>
        </p:nvPicPr>
        <p:blipFill>
          <a:blip r:embed="rId2"/>
          <a:stretch/>
        </p:blipFill>
        <p:spPr>
          <a:xfrm>
            <a:off x="9360" y="1258920"/>
            <a:ext cx="3003840" cy="241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3" name="Footer Placeholder 6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541440" y="236520"/>
            <a:ext cx="788040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Longitudinal Dynamics 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585" name="Slide Number Placeholder 74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B625BE-B6C7-4A33-986F-6B54EBD7E06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86" name="TextBox 17"/>
          <p:cNvSpPr/>
          <p:nvPr/>
        </p:nvSpPr>
        <p:spPr>
          <a:xfrm rot="16200000">
            <a:off x="-624600" y="2214000"/>
            <a:ext cx="1546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bucket area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87" name="Text Box 10"/>
          <p:cNvSpPr/>
          <p:nvPr/>
        </p:nvSpPr>
        <p:spPr>
          <a:xfrm>
            <a:off x="1274760" y="942840"/>
            <a:ext cx="6400800" cy="33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600" strike="noStrike" u="none">
                <a:solidFill>
                  <a:srgbClr val="800080"/>
                </a:solidFill>
                <a:effectLst/>
                <a:uFillTx/>
                <a:latin typeface="Arial"/>
              </a:rPr>
              <a:t>initial stationary bucket gradually brought to 25 deg. off-crest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588" name="Picture 46" descr=""/>
          <p:cNvPicPr/>
          <p:nvPr/>
        </p:nvPicPr>
        <p:blipFill>
          <a:blip r:embed="rId3"/>
          <a:stretch/>
        </p:blipFill>
        <p:spPr>
          <a:xfrm>
            <a:off x="5934240" y="1303200"/>
            <a:ext cx="3159000" cy="249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Box 58"/>
          <p:cNvSpPr/>
          <p:nvPr/>
        </p:nvSpPr>
        <p:spPr>
          <a:xfrm rot="16200000">
            <a:off x="5156640" y="2305440"/>
            <a:ext cx="1957320" cy="307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Synchrotron phase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590" name="Picture 47" descr=""/>
          <p:cNvPicPr/>
          <p:nvPr/>
        </p:nvPicPr>
        <p:blipFill>
          <a:blip r:embed="rId4"/>
          <a:stretch/>
        </p:blipFill>
        <p:spPr>
          <a:xfrm>
            <a:off x="3025800" y="3701880"/>
            <a:ext cx="2976480" cy="249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TextBox 60"/>
          <p:cNvSpPr/>
          <p:nvPr/>
        </p:nvSpPr>
        <p:spPr>
          <a:xfrm>
            <a:off x="115920" y="3670200"/>
            <a:ext cx="93960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en-US" sz="1400" strike="noStrike" u="none" baseline="-25000">
                <a:solidFill>
                  <a:srgbClr val="7030a0"/>
                </a:solidFill>
                <a:effectLst/>
                <a:uFillTx/>
                <a:latin typeface="Arial Unicode MS"/>
              </a:rPr>
              <a:t>0</a:t>
            </a: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 = 3.79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92" name="TextBox 61"/>
          <p:cNvSpPr/>
          <p:nvPr/>
        </p:nvSpPr>
        <p:spPr>
          <a:xfrm>
            <a:off x="2097000" y="3693960"/>
            <a:ext cx="903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 = 14.29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93" name="TextBox 62"/>
          <p:cNvSpPr/>
          <p:nvPr/>
        </p:nvSpPr>
        <p:spPr>
          <a:xfrm>
            <a:off x="1620720" y="2728800"/>
            <a:ext cx="103212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buClr>
                <a:srgbClr val="7030a0"/>
              </a:buClr>
              <a:buFont typeface="Symbol" charset="2"/>
              <a:buChar char="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/</a:t>
            </a: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Symbol"/>
                <a:ea typeface="Symbol"/>
              </a:rPr>
              <a:t></a:t>
            </a:r>
            <a:r>
              <a:rPr b="0" lang="en-US" sz="1400" strike="noStrike" u="none" baseline="-25000">
                <a:solidFill>
                  <a:srgbClr val="7030a0"/>
                </a:solidFill>
                <a:effectLst/>
                <a:uFillTx/>
                <a:latin typeface="Arial Unicode MS"/>
              </a:rPr>
              <a:t>0</a:t>
            </a: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 = 3.7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Footer Placeholder 6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595" name="Slide Number Placeholder 74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140BD1-D54B-4579-8031-23F9E1F662C5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596" name="Picture 3" descr=""/>
          <p:cNvPicPr/>
          <p:nvPr/>
        </p:nvPicPr>
        <p:blipFill>
          <a:blip r:embed="rId1"/>
          <a:stretch/>
        </p:blipFill>
        <p:spPr>
          <a:xfrm>
            <a:off x="103320" y="858960"/>
            <a:ext cx="2643120" cy="268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7" name="Picture 4" descr=""/>
          <p:cNvPicPr/>
          <p:nvPr/>
        </p:nvPicPr>
        <p:blipFill>
          <a:blip r:embed="rId2"/>
          <a:stretch/>
        </p:blipFill>
        <p:spPr>
          <a:xfrm>
            <a:off x="6305400" y="868320"/>
            <a:ext cx="2657520" cy="277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Rectangle 2"/>
          <p:cNvSpPr/>
          <p:nvPr/>
        </p:nvSpPr>
        <p:spPr>
          <a:xfrm>
            <a:off x="193680" y="252360"/>
            <a:ext cx="835812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0.4-1.5 GeV Linac – Transmission 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599" name="Picture 2" descr=""/>
          <p:cNvPicPr/>
          <p:nvPr/>
        </p:nvPicPr>
        <p:blipFill>
          <a:blip r:embed="rId3"/>
          <a:stretch/>
        </p:blipFill>
        <p:spPr>
          <a:xfrm>
            <a:off x="2625840" y="3608280"/>
            <a:ext cx="3543120" cy="267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Rectangle 18"/>
          <p:cNvSpPr/>
          <p:nvPr/>
        </p:nvSpPr>
        <p:spPr>
          <a:xfrm>
            <a:off x="6840360" y="5273640"/>
            <a:ext cx="1811520" cy="368280"/>
          </a:xfrm>
          <a:prstGeom prst="rect">
            <a:avLst/>
          </a:prstGeom>
          <a:noFill/>
          <a:ln w="28440">
            <a:solidFill>
              <a:srgbClr val="cc00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Total loss: 6.4% 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601" name="Rectangle 20"/>
          <p:cNvSpPr/>
          <p:nvPr/>
        </p:nvSpPr>
        <p:spPr>
          <a:xfrm>
            <a:off x="785880" y="5130720"/>
            <a:ext cx="2292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Muon decay: 5% loss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602" name="Picture 47" descr=""/>
          <p:cNvPicPr/>
          <p:nvPr/>
        </p:nvPicPr>
        <p:blipFill>
          <a:blip r:embed="rId4"/>
          <a:stretch/>
        </p:blipFill>
        <p:spPr>
          <a:xfrm>
            <a:off x="2846520" y="1074600"/>
            <a:ext cx="3128760" cy="262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Rectangle 13"/>
          <p:cNvSpPr/>
          <p:nvPr/>
        </p:nvSpPr>
        <p:spPr>
          <a:xfrm>
            <a:off x="3468600" y="858960"/>
            <a:ext cx="2340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Transmission: 1.4% loss 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aphicFrame>
        <p:nvGraphicFramePr>
          <p:cNvPr id="604" name="Object 185"/>
          <p:cNvGraphicFramePr/>
          <p:nvPr/>
        </p:nvGraphicFramePr>
        <p:xfrm>
          <a:off x="1338120" y="4191120"/>
          <a:ext cx="890640" cy="69048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605" name="Object 185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1338120" y="4191120"/>
                    <a:ext cx="890640" cy="690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06" name="TextBox 25"/>
          <p:cNvSpPr/>
          <p:nvPr/>
        </p:nvSpPr>
        <p:spPr>
          <a:xfrm>
            <a:off x="2473200" y="6284880"/>
            <a:ext cx="4146840" cy="276840"/>
          </a:xfrm>
          <a:prstGeom prst="rect">
            <a:avLst/>
          </a:prstGeom>
          <a:solidFill>
            <a:srgbClr val="ffff99"/>
          </a:solidFill>
          <a:ln w="9360">
            <a:solidFill>
              <a:srgbClr val="ffff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12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MODELING A 0.4-1.5 GeV MUON LINAC, </a:t>
            </a:r>
            <a:r>
              <a:rPr b="0" lang="en-GB" sz="12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Beard at al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792000" y="212760"/>
            <a:ext cx="722160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‘Dogbone’  RLA   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608" name="Freeform 29"/>
          <p:cNvSpPr/>
          <p:nvPr/>
        </p:nvSpPr>
        <p:spPr>
          <a:xfrm>
            <a:off x="2166840" y="5224320"/>
            <a:ext cx="716040" cy="1079640"/>
          </a:xfrm>
          <a:custGeom>
            <a:avLst/>
            <a:gdLst>
              <a:gd name="textAreaLeft" fmla="*/ 0 w 716040"/>
              <a:gd name="textAreaRight" fmla="*/ 716400 w 716040"/>
              <a:gd name="textAreaTop" fmla="*/ 0 h 1079640"/>
              <a:gd name="textAreaBottom" fmla="*/ 1080000 h 1079640"/>
              <a:gd name="GluePoint1X" fmla="*/ 2147483647 w 507"/>
              <a:gd name="GluePoint1Y" fmla="*/ 0 h 680"/>
              <a:gd name="GluePoint2X" fmla="*/ 2147483647 w 507"/>
              <a:gd name="GluePoint2Y" fmla="*/ 2147483647 h 680"/>
              <a:gd name="GluePoint3X" fmla="*/ 2147483647 w 507"/>
              <a:gd name="GluePoint3Y" fmla="*/ 2147483647 h 680"/>
              <a:gd name="GluePoint4X" fmla="*/ 2147483647 w 507"/>
              <a:gd name="GluePoint4Y" fmla="*/ 2147483647 h 6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7" h="680">
                <a:moveTo>
                  <a:pt x="507" y="0"/>
                </a:moveTo>
                <a:cubicBezTo>
                  <a:pt x="341" y="169"/>
                  <a:pt x="175" y="338"/>
                  <a:pt x="95" y="444"/>
                </a:cubicBezTo>
                <a:cubicBezTo>
                  <a:pt x="15" y="550"/>
                  <a:pt x="0" y="597"/>
                  <a:pt x="27" y="636"/>
                </a:cubicBezTo>
                <a:cubicBezTo>
                  <a:pt x="54" y="675"/>
                  <a:pt x="156" y="677"/>
                  <a:pt x="259" y="68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609" name="Rectangle 74"/>
          <p:cNvSpPr/>
          <p:nvPr/>
        </p:nvSpPr>
        <p:spPr>
          <a:xfrm>
            <a:off x="7529400" y="1784520"/>
            <a:ext cx="9144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0" y="3647880"/>
            <a:ext cx="9144000" cy="185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901"/>
              </a:spcBef>
              <a:spcAft>
                <a:spcPts val="601"/>
              </a:spcAft>
              <a:buSzPct val="102837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allows both charges to traverse the Linac in the same direction (more uniform focusing profile)</a:t>
            </a:r>
            <a:endParaRPr b="0" lang="en-IN" sz="16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90000"/>
              </a:lnSpc>
              <a:spcBef>
                <a:spcPts val="901"/>
              </a:spcBef>
              <a:spcAft>
                <a:spcPts val="601"/>
              </a:spcAft>
              <a:buSzPct val="102837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660066"/>
                </a:solidFill>
                <a:effectLst/>
                <a:uFillTx/>
                <a:latin typeface="Arial"/>
              </a:rPr>
              <a:t>better orbit separation at linac’s end ~ energy difference between consecutive passes (2</a:t>
            </a:r>
            <a:r>
              <a:rPr b="0" lang="en-US" sz="1600" strike="noStrike" u="none">
                <a:solidFill>
                  <a:srgbClr val="660066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lang="en-US" sz="1600" strike="noStrike" u="none">
                <a:solidFill>
                  <a:srgbClr val="660066"/>
                </a:solidFill>
                <a:effectLst/>
                <a:uFillTx/>
                <a:latin typeface="Arial"/>
              </a:rPr>
              <a:t>E)</a:t>
            </a:r>
            <a:endParaRPr b="0" lang="en-IN" sz="16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90000"/>
              </a:lnSpc>
              <a:spcBef>
                <a:spcPts val="901"/>
              </a:spcBef>
              <a:spcAft>
                <a:spcPts val="601"/>
              </a:spcAft>
              <a:buSzPct val="102837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the droplets can be reduced in size according to the required energy</a:t>
            </a:r>
            <a:endParaRPr b="0" lang="en-IN" sz="16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ct val="90000"/>
              </a:lnSpc>
              <a:spcBef>
                <a:spcPts val="901"/>
              </a:spcBef>
              <a:spcAft>
                <a:spcPts val="601"/>
              </a:spcAft>
              <a:buSzPct val="102837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both charge signs can be made to follow a Figure-8 path (suppression of depolarization effects) </a:t>
            </a:r>
            <a:r>
              <a:rPr b="0" lang="en-US" sz="16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  </a:t>
            </a:r>
            <a:endParaRPr b="0" lang="en-IN" sz="1600" strike="noStrike" u="none">
              <a:solidFill>
                <a:srgbClr val="000066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611" name="Group 4"/>
          <p:cNvGrpSpPr/>
          <p:nvPr/>
        </p:nvGrpSpPr>
        <p:grpSpPr>
          <a:xfrm>
            <a:off x="318960" y="1571760"/>
            <a:ext cx="8332200" cy="1225080"/>
            <a:chOff x="318960" y="1571760"/>
            <a:chExt cx="8332200" cy="1225080"/>
          </a:xfrm>
        </p:grpSpPr>
        <p:grpSp>
          <p:nvGrpSpPr>
            <p:cNvPr id="612" name="Group 5"/>
            <p:cNvGrpSpPr/>
            <p:nvPr/>
          </p:nvGrpSpPr>
          <p:grpSpPr>
            <a:xfrm>
              <a:off x="318960" y="1572840"/>
              <a:ext cx="1848240" cy="1224000"/>
              <a:chOff x="318960" y="1572840"/>
              <a:chExt cx="1848240" cy="1224000"/>
            </a:xfrm>
          </p:grpSpPr>
          <p:sp>
            <p:nvSpPr>
              <p:cNvPr id="613" name="Freeform 6"/>
              <p:cNvSpPr/>
              <p:nvPr/>
            </p:nvSpPr>
            <p:spPr>
              <a:xfrm flipH="1">
                <a:off x="318960" y="1572840"/>
                <a:ext cx="1848240" cy="1224000"/>
              </a:xfrm>
              <a:custGeom>
                <a:avLst/>
                <a:gdLst>
                  <a:gd name="textAreaLeft" fmla="*/ 360 w 1848240"/>
                  <a:gd name="textAreaRight" fmla="*/ 1848960 w 1848240"/>
                  <a:gd name="textAreaTop" fmla="*/ 0 h 1224000"/>
                  <a:gd name="textAreaBottom" fmla="*/ 1224360 h 1224000"/>
                  <a:gd name="GluePoint1X" fmla="*/ 0 w 683"/>
                  <a:gd name="GluePoint1Y" fmla="*/ 28147155 h 500"/>
                  <a:gd name="GluePoint2X" fmla="*/ 24016156 w 683"/>
                  <a:gd name="GluePoint2Y" fmla="*/ 14073360 h 500"/>
                  <a:gd name="GluePoint3X" fmla="*/ 24155574 w 683"/>
                  <a:gd name="GluePoint3Y" fmla="*/ 14073360 h 500"/>
                  <a:gd name="GluePoint4X" fmla="*/ 48181407 w 683"/>
                  <a:gd name="GluePoint4Y" fmla="*/ 0 h 500"/>
                  <a:gd name="GluePoint5X" fmla="*/ 75986399 w 683"/>
                  <a:gd name="GluePoint5Y" fmla="*/ 28147155 h 500"/>
                  <a:gd name="GluePoint6X" fmla="*/ 48181407 w 683"/>
                  <a:gd name="GluePoint6Y" fmla="*/ 56295282 h 500"/>
                  <a:gd name="GluePoint7X" fmla="*/ 24155574 w 683"/>
                  <a:gd name="GluePoint7Y" fmla="*/ 42221519 h 500"/>
                  <a:gd name="GluePoint8X" fmla="*/ 24016156 w 683"/>
                  <a:gd name="GluePoint8Y" fmla="*/ 42221519 h 500"/>
                  <a:gd name="GluePoint9X" fmla="*/ 0 w 683"/>
                  <a:gd name="GluePoint9Y" fmla="*/ 28147155 h 50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683" h="500">
                    <a:moveTo>
                      <a:pt x="0" y="250"/>
                    </a:moveTo>
                    <a:cubicBezTo>
                      <a:pt x="93" y="250"/>
                      <a:pt x="173" y="200"/>
                      <a:pt x="216" y="125"/>
                    </a:cubicBezTo>
                    <a:cubicBezTo>
                      <a:pt x="217" y="125"/>
                      <a:pt x="217" y="125"/>
                      <a:pt x="217" y="125"/>
                    </a:cubicBezTo>
                    <a:cubicBezTo>
                      <a:pt x="260" y="50"/>
                      <a:pt x="340" y="0"/>
                      <a:pt x="433" y="0"/>
                    </a:cubicBezTo>
                    <a:cubicBezTo>
                      <a:pt x="571" y="0"/>
                      <a:pt x="683" y="112"/>
                      <a:pt x="683" y="250"/>
                    </a:cubicBezTo>
                    <a:cubicBezTo>
                      <a:pt x="683" y="388"/>
                      <a:pt x="571" y="500"/>
                      <a:pt x="433" y="500"/>
                    </a:cubicBezTo>
                    <a:cubicBezTo>
                      <a:pt x="340" y="500"/>
                      <a:pt x="260" y="450"/>
                      <a:pt x="217" y="375"/>
                    </a:cubicBezTo>
                    <a:cubicBezTo>
                      <a:pt x="216" y="375"/>
                      <a:pt x="216" y="375"/>
                      <a:pt x="216" y="375"/>
                    </a:cubicBezTo>
                    <a:cubicBezTo>
                      <a:pt x="173" y="300"/>
                      <a:pt x="93" y="250"/>
                      <a:pt x="0" y="25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14" name="Freeform 7"/>
              <p:cNvSpPr/>
              <p:nvPr/>
            </p:nvSpPr>
            <p:spPr>
              <a:xfrm flipH="1">
                <a:off x="2021040" y="2184840"/>
                <a:ext cx="146160" cy="75600"/>
              </a:xfrm>
              <a:custGeom>
                <a:avLst/>
                <a:gdLst>
                  <a:gd name="textAreaLeft" fmla="*/ 360 w 146160"/>
                  <a:gd name="textAreaRight" fmla="*/ 146880 w 146160"/>
                  <a:gd name="textAreaTop" fmla="*/ 0 h 75600"/>
                  <a:gd name="textAreaBottom" fmla="*/ 75960 h 75600"/>
                  <a:gd name="GluePoint1X" fmla="*/ 6148718 w 54"/>
                  <a:gd name="GluePoint1Y" fmla="*/ 3418113 h 31"/>
                  <a:gd name="GluePoint2X" fmla="*/ 6148718 w 54"/>
                  <a:gd name="GluePoint2Y" fmla="*/ 3418113 h 31"/>
                  <a:gd name="GluePoint3X" fmla="*/ 0 w 54"/>
                  <a:gd name="GluePoint3Y" fmla="*/ 0 h 3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54" h="31">
                    <a:moveTo>
                      <a:pt x="54" y="31"/>
                    </a:moveTo>
                    <a:cubicBezTo>
                      <a:pt x="54" y="31"/>
                      <a:pt x="54" y="31"/>
                      <a:pt x="54" y="31"/>
                    </a:cubicBezTo>
                    <a:cubicBezTo>
                      <a:pt x="43" y="13"/>
                      <a:pt x="23" y="0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160" bIns="291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15" name="Freeform 8"/>
              <p:cNvSpPr/>
              <p:nvPr/>
            </p:nvSpPr>
            <p:spPr>
              <a:xfrm flipH="1">
                <a:off x="2021040" y="2111400"/>
                <a:ext cx="146160" cy="73440"/>
              </a:xfrm>
              <a:custGeom>
                <a:avLst/>
                <a:gdLst>
                  <a:gd name="textAreaLeft" fmla="*/ 360 w 146160"/>
                  <a:gd name="textAreaRight" fmla="*/ 146880 w 146160"/>
                  <a:gd name="textAreaTop" fmla="*/ 0 h 73440"/>
                  <a:gd name="textAreaBottom" fmla="*/ 73800 h 73440"/>
                  <a:gd name="GluePoint1X" fmla="*/ 0 w 54"/>
                  <a:gd name="GluePoint1Y" fmla="*/ 3373601 h 30"/>
                  <a:gd name="GluePoint2X" fmla="*/ 6148718 w 54"/>
                  <a:gd name="GluePoint2Y" fmla="*/ 0 h 3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54" h="30">
                    <a:moveTo>
                      <a:pt x="0" y="30"/>
                    </a:moveTo>
                    <a:cubicBezTo>
                      <a:pt x="23" y="30"/>
                      <a:pt x="43" y="18"/>
                      <a:pt x="54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7000" bIns="27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16" name="Freeform 9"/>
              <p:cNvSpPr/>
              <p:nvPr/>
            </p:nvSpPr>
            <p:spPr>
              <a:xfrm flipH="1">
                <a:off x="1874880" y="2184840"/>
                <a:ext cx="291960" cy="153720"/>
              </a:xfrm>
              <a:custGeom>
                <a:avLst/>
                <a:gdLst>
                  <a:gd name="textAreaLeft" fmla="*/ -360 w 291960"/>
                  <a:gd name="textAreaRight" fmla="*/ 291960 w 291960"/>
                  <a:gd name="textAreaTop" fmla="*/ 0 h 153720"/>
                  <a:gd name="textAreaBottom" fmla="*/ 154080 h 153720"/>
                  <a:gd name="GluePoint1X" fmla="*/ 11947816 w 108"/>
                  <a:gd name="GluePoint1Y" fmla="*/ 6881986 h 63"/>
                  <a:gd name="GluePoint2X" fmla="*/ 11947816 w 108"/>
                  <a:gd name="GluePoint2Y" fmla="*/ 6881986 h 63"/>
                  <a:gd name="GluePoint3X" fmla="*/ 0 w 108"/>
                  <a:gd name="GluePoint3Y" fmla="*/ 0 h 6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108" h="63">
                    <a:moveTo>
                      <a:pt x="108" y="63"/>
                    </a:moveTo>
                    <a:cubicBezTo>
                      <a:pt x="108" y="63"/>
                      <a:pt x="108" y="63"/>
                      <a:pt x="108" y="63"/>
                    </a:cubicBezTo>
                    <a:cubicBezTo>
                      <a:pt x="87" y="25"/>
                      <a:pt x="46" y="0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17" name="Freeform 10"/>
              <p:cNvSpPr/>
              <p:nvPr/>
            </p:nvSpPr>
            <p:spPr>
              <a:xfrm flipH="1">
                <a:off x="1874880" y="2032560"/>
                <a:ext cx="291960" cy="152280"/>
              </a:xfrm>
              <a:custGeom>
                <a:avLst/>
                <a:gdLst>
                  <a:gd name="textAreaLeft" fmla="*/ -360 w 291960"/>
                  <a:gd name="textAreaRight" fmla="*/ 291960 w 291960"/>
                  <a:gd name="textAreaTop" fmla="*/ 0 h 152280"/>
                  <a:gd name="textAreaBottom" fmla="*/ 152640 h 152280"/>
                  <a:gd name="GluePoint1X" fmla="*/ 0 w 108"/>
                  <a:gd name="GluePoint1Y" fmla="*/ 7197555 h 62"/>
                  <a:gd name="GluePoint2X" fmla="*/ 11947816 w 108"/>
                  <a:gd name="GluePoint2Y" fmla="*/ 0 h 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08" h="62">
                    <a:moveTo>
                      <a:pt x="0" y="62"/>
                    </a:moveTo>
                    <a:cubicBezTo>
                      <a:pt x="46" y="62"/>
                      <a:pt x="87" y="37"/>
                      <a:pt x="108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18" name="Freeform 11"/>
              <p:cNvSpPr/>
              <p:nvPr/>
            </p:nvSpPr>
            <p:spPr>
              <a:xfrm flipH="1">
                <a:off x="1728720" y="2184840"/>
                <a:ext cx="438480" cy="230040"/>
              </a:xfrm>
              <a:custGeom>
                <a:avLst/>
                <a:gdLst>
                  <a:gd name="textAreaLeft" fmla="*/ 360 w 438480"/>
                  <a:gd name="textAreaRight" fmla="*/ 439200 w 438480"/>
                  <a:gd name="textAreaTop" fmla="*/ 0 h 230040"/>
                  <a:gd name="textAreaBottom" fmla="*/ 230400 h 230040"/>
                  <a:gd name="GluePoint1X" fmla="*/ 18095428 w 162"/>
                  <a:gd name="GluePoint1Y" fmla="*/ 10656341 h 94"/>
                  <a:gd name="GluePoint2X" fmla="*/ 18095428 w 162"/>
                  <a:gd name="GluePoint2Y" fmla="*/ 10656341 h 94"/>
                  <a:gd name="GluePoint3X" fmla="*/ 0 w 162"/>
                  <a:gd name="GluePoint3Y" fmla="*/ 0 h 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162" h="94">
                    <a:moveTo>
                      <a:pt x="162" y="94"/>
                    </a:moveTo>
                    <a:cubicBezTo>
                      <a:pt x="162" y="94"/>
                      <a:pt x="162" y="94"/>
                      <a:pt x="162" y="94"/>
                    </a:cubicBezTo>
                    <a:cubicBezTo>
                      <a:pt x="130" y="38"/>
                      <a:pt x="69" y="0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19" name="Freeform 12"/>
              <p:cNvSpPr/>
              <p:nvPr/>
            </p:nvSpPr>
            <p:spPr>
              <a:xfrm flipH="1">
                <a:off x="1728720" y="1954440"/>
                <a:ext cx="438480" cy="230400"/>
              </a:xfrm>
              <a:custGeom>
                <a:avLst/>
                <a:gdLst>
                  <a:gd name="textAreaLeft" fmla="*/ 360 w 438480"/>
                  <a:gd name="textAreaRight" fmla="*/ 439200 w 438480"/>
                  <a:gd name="textAreaTop" fmla="*/ 0 h 230400"/>
                  <a:gd name="textAreaBottom" fmla="*/ 230760 h 230400"/>
                  <a:gd name="GluePoint1X" fmla="*/ 0 w 162"/>
                  <a:gd name="GluePoint1Y" fmla="*/ 10656341 h 94"/>
                  <a:gd name="GluePoint2X" fmla="*/ 18095428 w 162"/>
                  <a:gd name="GluePoint2Y" fmla="*/ 0 h 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62" h="94">
                    <a:moveTo>
                      <a:pt x="0" y="94"/>
                    </a:moveTo>
                    <a:cubicBezTo>
                      <a:pt x="69" y="94"/>
                      <a:pt x="130" y="56"/>
                      <a:pt x="162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0" name="Line 13"/>
              <p:cNvSpPr/>
              <p:nvPr/>
            </p:nvSpPr>
            <p:spPr>
              <a:xfrm flipH="1">
                <a:off x="1728000" y="1954440"/>
                <a:ext cx="720" cy="720"/>
              </a:xfrm>
              <a:prstGeom prst="line">
                <a:avLst/>
              </a:prstGeom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080" bIns="-46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1" name="Line 14"/>
              <p:cNvSpPr/>
              <p:nvPr/>
            </p:nvSpPr>
            <p:spPr>
              <a:xfrm flipH="1">
                <a:off x="1728000" y="1954440"/>
                <a:ext cx="720" cy="720"/>
              </a:xfrm>
              <a:prstGeom prst="line">
                <a:avLst/>
              </a:prstGeom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080" bIns="-46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2" name="Freeform 15"/>
              <p:cNvSpPr/>
              <p:nvPr/>
            </p:nvSpPr>
            <p:spPr>
              <a:xfrm flipH="1">
                <a:off x="1647360" y="1861200"/>
                <a:ext cx="81000" cy="93240"/>
              </a:xfrm>
              <a:custGeom>
                <a:avLst/>
                <a:gdLst>
                  <a:gd name="textAreaLeft" fmla="*/ -360 w 81000"/>
                  <a:gd name="textAreaRight" fmla="*/ 81000 w 81000"/>
                  <a:gd name="textAreaTop" fmla="*/ 0 h 93240"/>
                  <a:gd name="textAreaBottom" fmla="*/ 93600 h 93240"/>
                  <a:gd name="GluePoint1X" fmla="*/ 0 w 30"/>
                  <a:gd name="GluePoint1Y" fmla="*/ 4426442 h 38"/>
                  <a:gd name="GluePoint2X" fmla="*/ 3373601 w 30"/>
                  <a:gd name="GluePoint2Y" fmla="*/ 0 h 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0" h="38">
                    <a:moveTo>
                      <a:pt x="0" y="38"/>
                    </a:moveTo>
                    <a:cubicBezTo>
                      <a:pt x="9" y="24"/>
                      <a:pt x="19" y="11"/>
                      <a:pt x="3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3" name="Freeform 16"/>
              <p:cNvSpPr/>
              <p:nvPr/>
            </p:nvSpPr>
            <p:spPr>
              <a:xfrm flipH="1">
                <a:off x="1647360" y="1861200"/>
                <a:ext cx="81000" cy="93240"/>
              </a:xfrm>
              <a:custGeom>
                <a:avLst/>
                <a:gdLst>
                  <a:gd name="textAreaLeft" fmla="*/ -360 w 81000"/>
                  <a:gd name="textAreaRight" fmla="*/ 81000 w 81000"/>
                  <a:gd name="textAreaTop" fmla="*/ 0 h 93240"/>
                  <a:gd name="textAreaBottom" fmla="*/ 93600 h 93240"/>
                  <a:gd name="GluePoint1X" fmla="*/ 0 w 30"/>
                  <a:gd name="GluePoint1Y" fmla="*/ 4426442 h 38"/>
                  <a:gd name="GluePoint2X" fmla="*/ 3373601 w 30"/>
                  <a:gd name="GluePoint2Y" fmla="*/ 0 h 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0" h="38">
                    <a:moveTo>
                      <a:pt x="0" y="38"/>
                    </a:moveTo>
                    <a:cubicBezTo>
                      <a:pt x="9" y="24"/>
                      <a:pt x="19" y="11"/>
                      <a:pt x="3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4" name="Freeform 17"/>
              <p:cNvSpPr/>
              <p:nvPr/>
            </p:nvSpPr>
            <p:spPr>
              <a:xfrm flipH="1">
                <a:off x="1542600" y="1787760"/>
                <a:ext cx="104760" cy="73080"/>
              </a:xfrm>
              <a:custGeom>
                <a:avLst/>
                <a:gdLst>
                  <a:gd name="textAreaLeft" fmla="*/ -360 w 104760"/>
                  <a:gd name="textAreaRight" fmla="*/ 104760 w 104760"/>
                  <a:gd name="textAreaTop" fmla="*/ 0 h 73080"/>
                  <a:gd name="textAreaBottom" fmla="*/ 73440 h 73080"/>
                  <a:gd name="GluePoint1X" fmla="*/ 0 w 39"/>
                  <a:gd name="GluePoint1Y" fmla="*/ 3373601 h 30"/>
                  <a:gd name="GluePoint2X" fmla="*/ 4115894 w 39"/>
                  <a:gd name="GluePoint2Y" fmla="*/ 0 h 3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30">
                    <a:moveTo>
                      <a:pt x="0" y="30"/>
                    </a:moveTo>
                    <a:cubicBezTo>
                      <a:pt x="12" y="18"/>
                      <a:pt x="25" y="8"/>
                      <a:pt x="39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6640" bIns="26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5" name="Freeform 18"/>
              <p:cNvSpPr/>
              <p:nvPr/>
            </p:nvSpPr>
            <p:spPr>
              <a:xfrm flipH="1">
                <a:off x="1542600" y="1787760"/>
                <a:ext cx="104760" cy="73080"/>
              </a:xfrm>
              <a:custGeom>
                <a:avLst/>
                <a:gdLst>
                  <a:gd name="textAreaLeft" fmla="*/ -360 w 104760"/>
                  <a:gd name="textAreaRight" fmla="*/ 104760 w 104760"/>
                  <a:gd name="textAreaTop" fmla="*/ 0 h 73080"/>
                  <a:gd name="textAreaBottom" fmla="*/ 73440 h 73080"/>
                  <a:gd name="GluePoint1X" fmla="*/ 0 w 39"/>
                  <a:gd name="GluePoint1Y" fmla="*/ 3373601 h 30"/>
                  <a:gd name="GluePoint2X" fmla="*/ 4115894 w 39"/>
                  <a:gd name="GluePoint2Y" fmla="*/ 0 h 3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30">
                    <a:moveTo>
                      <a:pt x="0" y="30"/>
                    </a:moveTo>
                    <a:cubicBezTo>
                      <a:pt x="12" y="18"/>
                      <a:pt x="25" y="8"/>
                      <a:pt x="39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6640" bIns="26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6" name="Freeform 19"/>
              <p:cNvSpPr/>
              <p:nvPr/>
            </p:nvSpPr>
            <p:spPr>
              <a:xfrm flipH="1">
                <a:off x="1420920" y="1740960"/>
                <a:ext cx="121680" cy="4644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6440"/>
                  <a:gd name="textAreaBottom" fmla="*/ 46800 h 46440"/>
                  <a:gd name="GluePoint1X" fmla="*/ 0 w 45"/>
                  <a:gd name="GluePoint1Y" fmla="*/ 2211038 h 19"/>
                  <a:gd name="GluePoint2X" fmla="*/ 5068093 w 45"/>
                  <a:gd name="GluePoint2Y" fmla="*/ 0 h 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9">
                    <a:moveTo>
                      <a:pt x="0" y="19"/>
                    </a:moveTo>
                    <a:cubicBezTo>
                      <a:pt x="14" y="11"/>
                      <a:pt x="30" y="5"/>
                      <a:pt x="45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7" name="Freeform 20"/>
              <p:cNvSpPr/>
              <p:nvPr/>
            </p:nvSpPr>
            <p:spPr>
              <a:xfrm flipH="1">
                <a:off x="1420920" y="1740960"/>
                <a:ext cx="121680" cy="4644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6440"/>
                  <a:gd name="textAreaBottom" fmla="*/ 46800 h 46440"/>
                  <a:gd name="GluePoint1X" fmla="*/ 0 w 45"/>
                  <a:gd name="GluePoint1Y" fmla="*/ 2211038 h 19"/>
                  <a:gd name="GluePoint2X" fmla="*/ 5068093 w 45"/>
                  <a:gd name="GluePoint2Y" fmla="*/ 0 h 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9">
                    <a:moveTo>
                      <a:pt x="0" y="19"/>
                    </a:moveTo>
                    <a:cubicBezTo>
                      <a:pt x="14" y="11"/>
                      <a:pt x="30" y="5"/>
                      <a:pt x="45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8" name="Freeform 21"/>
              <p:cNvSpPr/>
              <p:nvPr/>
            </p:nvSpPr>
            <p:spPr>
              <a:xfrm flipH="1">
                <a:off x="1287360" y="1726560"/>
                <a:ext cx="132840" cy="14400"/>
              </a:xfrm>
              <a:custGeom>
                <a:avLst/>
                <a:gdLst>
                  <a:gd name="textAreaLeft" fmla="*/ -360 w 132840"/>
                  <a:gd name="textAreaRight" fmla="*/ 132840 w 132840"/>
                  <a:gd name="textAreaTop" fmla="*/ 0 h 14400"/>
                  <a:gd name="textAreaBottom" fmla="*/ 14760 h 14400"/>
                  <a:gd name="GluePoint1X" fmla="*/ 0 w 49"/>
                  <a:gd name="GluePoint1Y" fmla="*/ 606961 h 6"/>
                  <a:gd name="GluePoint2X" fmla="*/ 5588383 w 49"/>
                  <a:gd name="GluePoint2Y" fmla="*/ 0 h 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9" h="6">
                    <a:moveTo>
                      <a:pt x="0" y="6"/>
                    </a:moveTo>
                    <a:cubicBezTo>
                      <a:pt x="16" y="2"/>
                      <a:pt x="32" y="0"/>
                      <a:pt x="49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040" bIns="-32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29" name="Freeform 22"/>
              <p:cNvSpPr/>
              <p:nvPr/>
            </p:nvSpPr>
            <p:spPr>
              <a:xfrm flipH="1">
                <a:off x="1287360" y="1726560"/>
                <a:ext cx="132840" cy="14400"/>
              </a:xfrm>
              <a:custGeom>
                <a:avLst/>
                <a:gdLst>
                  <a:gd name="textAreaLeft" fmla="*/ -360 w 132840"/>
                  <a:gd name="textAreaRight" fmla="*/ 132840 w 132840"/>
                  <a:gd name="textAreaTop" fmla="*/ 0 h 14400"/>
                  <a:gd name="textAreaBottom" fmla="*/ 14760 h 14400"/>
                  <a:gd name="GluePoint1X" fmla="*/ 0 w 49"/>
                  <a:gd name="GluePoint1Y" fmla="*/ 606961 h 6"/>
                  <a:gd name="GluePoint2X" fmla="*/ 5588383 w 49"/>
                  <a:gd name="GluePoint2Y" fmla="*/ 0 h 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9" h="6">
                    <a:moveTo>
                      <a:pt x="0" y="6"/>
                    </a:moveTo>
                    <a:cubicBezTo>
                      <a:pt x="16" y="2"/>
                      <a:pt x="32" y="0"/>
                      <a:pt x="49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040" bIns="-32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0" name="Freeform 23"/>
              <p:cNvSpPr/>
              <p:nvPr/>
            </p:nvSpPr>
            <p:spPr>
              <a:xfrm flipH="1">
                <a:off x="1158120" y="1726560"/>
                <a:ext cx="129600" cy="14400"/>
              </a:xfrm>
              <a:custGeom>
                <a:avLst/>
                <a:gdLst>
                  <a:gd name="textAreaLeft" fmla="*/ 360 w 129600"/>
                  <a:gd name="textAreaRight" fmla="*/ 130320 w 129600"/>
                  <a:gd name="textAreaTop" fmla="*/ 0 h 14400"/>
                  <a:gd name="textAreaBottom" fmla="*/ 14760 h 14400"/>
                  <a:gd name="GluePoint1X" fmla="*/ 0 w 48"/>
                  <a:gd name="GluePoint1Y" fmla="*/ 0 h 6"/>
                  <a:gd name="GluePoint2X" fmla="*/ 5198809 w 48"/>
                  <a:gd name="GluePoint2Y" fmla="*/ 606961 h 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8" h="6">
                    <a:moveTo>
                      <a:pt x="0" y="0"/>
                    </a:moveTo>
                    <a:cubicBezTo>
                      <a:pt x="16" y="0"/>
                      <a:pt x="33" y="1"/>
                      <a:pt x="48" y="6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040" bIns="-32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1" name="Freeform 24"/>
              <p:cNvSpPr/>
              <p:nvPr/>
            </p:nvSpPr>
            <p:spPr>
              <a:xfrm flipH="1">
                <a:off x="1158120" y="1726560"/>
                <a:ext cx="129600" cy="14400"/>
              </a:xfrm>
              <a:custGeom>
                <a:avLst/>
                <a:gdLst>
                  <a:gd name="textAreaLeft" fmla="*/ 360 w 129600"/>
                  <a:gd name="textAreaRight" fmla="*/ 130320 w 129600"/>
                  <a:gd name="textAreaTop" fmla="*/ 0 h 14400"/>
                  <a:gd name="textAreaBottom" fmla="*/ 14760 h 14400"/>
                  <a:gd name="GluePoint1X" fmla="*/ 0 w 48"/>
                  <a:gd name="GluePoint1Y" fmla="*/ 0 h 6"/>
                  <a:gd name="GluePoint2X" fmla="*/ 5198809 w 48"/>
                  <a:gd name="GluePoint2Y" fmla="*/ 606961 h 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8" h="6">
                    <a:moveTo>
                      <a:pt x="0" y="0"/>
                    </a:moveTo>
                    <a:cubicBezTo>
                      <a:pt x="16" y="0"/>
                      <a:pt x="33" y="1"/>
                      <a:pt x="48" y="6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040" bIns="-32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2" name="Freeform 25"/>
              <p:cNvSpPr/>
              <p:nvPr/>
            </p:nvSpPr>
            <p:spPr>
              <a:xfrm flipH="1">
                <a:off x="1036440" y="1740960"/>
                <a:ext cx="121680" cy="4644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6440"/>
                  <a:gd name="textAreaBottom" fmla="*/ 46800 h 46440"/>
                  <a:gd name="GluePoint1X" fmla="*/ 0 w 45"/>
                  <a:gd name="GluePoint1Y" fmla="*/ 0 h 19"/>
                  <a:gd name="GluePoint2X" fmla="*/ 5068093 w 45"/>
                  <a:gd name="GluePoint2Y" fmla="*/ 2211038 h 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9">
                    <a:moveTo>
                      <a:pt x="0" y="0"/>
                    </a:moveTo>
                    <a:cubicBezTo>
                      <a:pt x="16" y="4"/>
                      <a:pt x="31" y="11"/>
                      <a:pt x="45" y="1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3" name="Freeform 26"/>
              <p:cNvSpPr/>
              <p:nvPr/>
            </p:nvSpPr>
            <p:spPr>
              <a:xfrm flipH="1">
                <a:off x="1036440" y="1740960"/>
                <a:ext cx="121680" cy="4644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6440"/>
                  <a:gd name="textAreaBottom" fmla="*/ 46800 h 46440"/>
                  <a:gd name="GluePoint1X" fmla="*/ 0 w 45"/>
                  <a:gd name="GluePoint1Y" fmla="*/ 0 h 19"/>
                  <a:gd name="GluePoint2X" fmla="*/ 5068093 w 45"/>
                  <a:gd name="GluePoint2Y" fmla="*/ 2211038 h 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9">
                    <a:moveTo>
                      <a:pt x="0" y="0"/>
                    </a:moveTo>
                    <a:cubicBezTo>
                      <a:pt x="16" y="4"/>
                      <a:pt x="31" y="11"/>
                      <a:pt x="45" y="1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4" name="Freeform 27"/>
              <p:cNvSpPr/>
              <p:nvPr/>
            </p:nvSpPr>
            <p:spPr>
              <a:xfrm flipH="1">
                <a:off x="930240" y="1787760"/>
                <a:ext cx="105480" cy="73080"/>
              </a:xfrm>
              <a:custGeom>
                <a:avLst/>
                <a:gdLst>
                  <a:gd name="textAreaLeft" fmla="*/ -360 w 105480"/>
                  <a:gd name="textAreaRight" fmla="*/ 105480 w 105480"/>
                  <a:gd name="textAreaTop" fmla="*/ 0 h 73080"/>
                  <a:gd name="textAreaBottom" fmla="*/ 73440 h 73080"/>
                  <a:gd name="GluePoint1X" fmla="*/ 0 w 39"/>
                  <a:gd name="GluePoint1Y" fmla="*/ 0 h 30"/>
                  <a:gd name="GluePoint2X" fmla="*/ 4465461 w 39"/>
                  <a:gd name="GluePoint2Y" fmla="*/ 3373601 h 3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30">
                    <a:moveTo>
                      <a:pt x="0" y="0"/>
                    </a:moveTo>
                    <a:cubicBezTo>
                      <a:pt x="15" y="8"/>
                      <a:pt x="27" y="18"/>
                      <a:pt x="39" y="3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6640" bIns="26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5" name="Freeform 28"/>
              <p:cNvSpPr/>
              <p:nvPr/>
            </p:nvSpPr>
            <p:spPr>
              <a:xfrm flipH="1">
                <a:off x="930240" y="1787760"/>
                <a:ext cx="105480" cy="73080"/>
              </a:xfrm>
              <a:custGeom>
                <a:avLst/>
                <a:gdLst>
                  <a:gd name="textAreaLeft" fmla="*/ -360 w 105480"/>
                  <a:gd name="textAreaRight" fmla="*/ 105480 w 105480"/>
                  <a:gd name="textAreaTop" fmla="*/ 0 h 73080"/>
                  <a:gd name="textAreaBottom" fmla="*/ 73440 h 73080"/>
                  <a:gd name="GluePoint1X" fmla="*/ 0 w 39"/>
                  <a:gd name="GluePoint1Y" fmla="*/ 0 h 30"/>
                  <a:gd name="GluePoint2X" fmla="*/ 4465461 w 39"/>
                  <a:gd name="GluePoint2Y" fmla="*/ 3373601 h 3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30">
                    <a:moveTo>
                      <a:pt x="0" y="0"/>
                    </a:moveTo>
                    <a:cubicBezTo>
                      <a:pt x="15" y="8"/>
                      <a:pt x="27" y="18"/>
                      <a:pt x="39" y="3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6640" bIns="26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6" name="Freeform 29"/>
              <p:cNvSpPr/>
              <p:nvPr/>
            </p:nvSpPr>
            <p:spPr>
              <a:xfrm flipH="1">
                <a:off x="848880" y="1861200"/>
                <a:ext cx="81360" cy="93240"/>
              </a:xfrm>
              <a:custGeom>
                <a:avLst/>
                <a:gdLst>
                  <a:gd name="textAreaLeft" fmla="*/ 360 w 81360"/>
                  <a:gd name="textAreaRight" fmla="*/ 82080 w 81360"/>
                  <a:gd name="textAreaTop" fmla="*/ 0 h 93240"/>
                  <a:gd name="textAreaBottom" fmla="*/ 93600 h 93240"/>
                  <a:gd name="GluePoint1X" fmla="*/ 0 w 30"/>
                  <a:gd name="GluePoint1Y" fmla="*/ 0 h 38"/>
                  <a:gd name="GluePoint2X" fmla="*/ 3373601 w 30"/>
                  <a:gd name="GluePoint2Y" fmla="*/ 4426442 h 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0" h="38">
                    <a:moveTo>
                      <a:pt x="0" y="0"/>
                    </a:moveTo>
                    <a:cubicBezTo>
                      <a:pt x="11" y="12"/>
                      <a:pt x="22" y="24"/>
                      <a:pt x="30" y="38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7" name="Freeform 30"/>
              <p:cNvSpPr/>
              <p:nvPr/>
            </p:nvSpPr>
            <p:spPr>
              <a:xfrm flipH="1">
                <a:off x="848880" y="1861200"/>
                <a:ext cx="81360" cy="93240"/>
              </a:xfrm>
              <a:custGeom>
                <a:avLst/>
                <a:gdLst>
                  <a:gd name="textAreaLeft" fmla="*/ 360 w 81360"/>
                  <a:gd name="textAreaRight" fmla="*/ 82080 w 81360"/>
                  <a:gd name="textAreaTop" fmla="*/ 0 h 93240"/>
                  <a:gd name="textAreaBottom" fmla="*/ 93600 h 93240"/>
                  <a:gd name="GluePoint1X" fmla="*/ 0 w 30"/>
                  <a:gd name="GluePoint1Y" fmla="*/ 0 h 38"/>
                  <a:gd name="GluePoint2X" fmla="*/ 3373601 w 30"/>
                  <a:gd name="GluePoint2Y" fmla="*/ 4426442 h 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0" h="38">
                    <a:moveTo>
                      <a:pt x="0" y="0"/>
                    </a:moveTo>
                    <a:cubicBezTo>
                      <a:pt x="11" y="12"/>
                      <a:pt x="22" y="24"/>
                      <a:pt x="30" y="38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8" name="Freeform 31"/>
              <p:cNvSpPr/>
              <p:nvPr/>
            </p:nvSpPr>
            <p:spPr>
              <a:xfrm flipH="1">
                <a:off x="798480" y="1954440"/>
                <a:ext cx="50400" cy="112320"/>
              </a:xfrm>
              <a:custGeom>
                <a:avLst/>
                <a:gdLst>
                  <a:gd name="textAreaLeft" fmla="*/ 360 w 50400"/>
                  <a:gd name="textAreaRight" fmla="*/ 51120 w 50400"/>
                  <a:gd name="textAreaTop" fmla="*/ 0 h 112320"/>
                  <a:gd name="textAreaBottom" fmla="*/ 112680 h 112320"/>
                  <a:gd name="GluePoint1X" fmla="*/ 0 w 19"/>
                  <a:gd name="GluePoint1Y" fmla="*/ 0 h 46"/>
                  <a:gd name="GluePoint2X" fmla="*/ 1869486 w 19"/>
                  <a:gd name="GluePoint2Y" fmla="*/ 5112018 h 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9" h="46">
                    <a:moveTo>
                      <a:pt x="0" y="0"/>
                    </a:moveTo>
                    <a:cubicBezTo>
                      <a:pt x="8" y="15"/>
                      <a:pt x="15" y="30"/>
                      <a:pt x="19" y="46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39" name="Freeform 32"/>
              <p:cNvSpPr/>
              <p:nvPr/>
            </p:nvSpPr>
            <p:spPr>
              <a:xfrm flipH="1">
                <a:off x="798480" y="1954440"/>
                <a:ext cx="50400" cy="112320"/>
              </a:xfrm>
              <a:custGeom>
                <a:avLst/>
                <a:gdLst>
                  <a:gd name="textAreaLeft" fmla="*/ 360 w 50400"/>
                  <a:gd name="textAreaRight" fmla="*/ 51120 w 50400"/>
                  <a:gd name="textAreaTop" fmla="*/ 0 h 112320"/>
                  <a:gd name="textAreaBottom" fmla="*/ 112680 h 112320"/>
                  <a:gd name="GluePoint1X" fmla="*/ 0 w 19"/>
                  <a:gd name="GluePoint1Y" fmla="*/ 0 h 46"/>
                  <a:gd name="GluePoint2X" fmla="*/ 1869486 w 19"/>
                  <a:gd name="GluePoint2Y" fmla="*/ 5112018 h 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9" h="46">
                    <a:moveTo>
                      <a:pt x="0" y="0"/>
                    </a:moveTo>
                    <a:cubicBezTo>
                      <a:pt x="8" y="15"/>
                      <a:pt x="15" y="30"/>
                      <a:pt x="19" y="46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0" name="Freeform 33"/>
              <p:cNvSpPr/>
              <p:nvPr/>
            </p:nvSpPr>
            <p:spPr>
              <a:xfrm flipH="1">
                <a:off x="782280" y="2067120"/>
                <a:ext cx="15840" cy="117720"/>
              </a:xfrm>
              <a:custGeom>
                <a:avLst/>
                <a:gdLst>
                  <a:gd name="textAreaLeft" fmla="*/ 360 w 15840"/>
                  <a:gd name="textAreaRight" fmla="*/ 16560 w 15840"/>
                  <a:gd name="textAreaTop" fmla="*/ 0 h 117720"/>
                  <a:gd name="textAreaBottom" fmla="*/ 118080 h 117720"/>
                  <a:gd name="GluePoint1X" fmla="*/ 0 w 6"/>
                  <a:gd name="GluePoint1Y" fmla="*/ 0 h 48"/>
                  <a:gd name="GluePoint2X" fmla="*/ 606961 w 6"/>
                  <a:gd name="GluePoint2Y" fmla="*/ 5545736 h 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" h="48">
                    <a:moveTo>
                      <a:pt x="0" y="0"/>
                    </a:moveTo>
                    <a:cubicBezTo>
                      <a:pt x="4" y="15"/>
                      <a:pt x="6" y="32"/>
                      <a:pt x="6" y="48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1" name="Freeform 34"/>
              <p:cNvSpPr/>
              <p:nvPr/>
            </p:nvSpPr>
            <p:spPr>
              <a:xfrm flipH="1">
                <a:off x="782280" y="2067120"/>
                <a:ext cx="15840" cy="117720"/>
              </a:xfrm>
              <a:custGeom>
                <a:avLst/>
                <a:gdLst>
                  <a:gd name="textAreaLeft" fmla="*/ 360 w 15840"/>
                  <a:gd name="textAreaRight" fmla="*/ 16560 w 15840"/>
                  <a:gd name="textAreaTop" fmla="*/ 0 h 117720"/>
                  <a:gd name="textAreaBottom" fmla="*/ 118080 h 117720"/>
                  <a:gd name="GluePoint1X" fmla="*/ 0 w 6"/>
                  <a:gd name="GluePoint1Y" fmla="*/ 0 h 48"/>
                  <a:gd name="GluePoint2X" fmla="*/ 606961 w 6"/>
                  <a:gd name="GluePoint2Y" fmla="*/ 5545736 h 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" h="48">
                    <a:moveTo>
                      <a:pt x="0" y="0"/>
                    </a:moveTo>
                    <a:cubicBezTo>
                      <a:pt x="4" y="15"/>
                      <a:pt x="6" y="32"/>
                      <a:pt x="6" y="48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2" name="Freeform 35"/>
              <p:cNvSpPr/>
              <p:nvPr/>
            </p:nvSpPr>
            <p:spPr>
              <a:xfrm flipH="1">
                <a:off x="782280" y="2184840"/>
                <a:ext cx="15840" cy="119880"/>
              </a:xfrm>
              <a:custGeom>
                <a:avLst/>
                <a:gdLst>
                  <a:gd name="textAreaLeft" fmla="*/ 360 w 15840"/>
                  <a:gd name="textAreaRight" fmla="*/ 16560 w 15840"/>
                  <a:gd name="textAreaTop" fmla="*/ 0 h 119880"/>
                  <a:gd name="textAreaBottom" fmla="*/ 120240 h 119880"/>
                  <a:gd name="GluePoint1X" fmla="*/ 606961 w 6"/>
                  <a:gd name="GluePoint1Y" fmla="*/ 0 h 49"/>
                  <a:gd name="GluePoint2X" fmla="*/ 0 w 6"/>
                  <a:gd name="GluePoint2Y" fmla="*/ 5588383 h 4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" h="49">
                    <a:moveTo>
                      <a:pt x="6" y="0"/>
                    </a:moveTo>
                    <a:cubicBezTo>
                      <a:pt x="6" y="16"/>
                      <a:pt x="4" y="33"/>
                      <a:pt x="0" y="4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3" name="Freeform 36"/>
              <p:cNvSpPr/>
              <p:nvPr/>
            </p:nvSpPr>
            <p:spPr>
              <a:xfrm flipH="1">
                <a:off x="782280" y="2184840"/>
                <a:ext cx="15840" cy="119880"/>
              </a:xfrm>
              <a:custGeom>
                <a:avLst/>
                <a:gdLst>
                  <a:gd name="textAreaLeft" fmla="*/ 360 w 15840"/>
                  <a:gd name="textAreaRight" fmla="*/ 16560 w 15840"/>
                  <a:gd name="textAreaTop" fmla="*/ 0 h 119880"/>
                  <a:gd name="textAreaBottom" fmla="*/ 120240 h 119880"/>
                  <a:gd name="GluePoint1X" fmla="*/ 606961 w 6"/>
                  <a:gd name="GluePoint1Y" fmla="*/ 0 h 49"/>
                  <a:gd name="GluePoint2X" fmla="*/ 0 w 6"/>
                  <a:gd name="GluePoint2Y" fmla="*/ 5588383 h 4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" h="49">
                    <a:moveTo>
                      <a:pt x="6" y="0"/>
                    </a:moveTo>
                    <a:cubicBezTo>
                      <a:pt x="6" y="16"/>
                      <a:pt x="4" y="33"/>
                      <a:pt x="0" y="4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4" name="Freeform 37"/>
              <p:cNvSpPr/>
              <p:nvPr/>
            </p:nvSpPr>
            <p:spPr>
              <a:xfrm flipH="1">
                <a:off x="798480" y="2305080"/>
                <a:ext cx="50400" cy="110160"/>
              </a:xfrm>
              <a:custGeom>
                <a:avLst/>
                <a:gdLst>
                  <a:gd name="textAreaLeft" fmla="*/ 360 w 50400"/>
                  <a:gd name="textAreaRight" fmla="*/ 51120 w 50400"/>
                  <a:gd name="textAreaTop" fmla="*/ 0 h 110160"/>
                  <a:gd name="textAreaBottom" fmla="*/ 110520 h 110160"/>
                  <a:gd name="GluePoint1X" fmla="*/ 1869486 w 19"/>
                  <a:gd name="GluePoint1Y" fmla="*/ 0 h 45"/>
                  <a:gd name="GluePoint2X" fmla="*/ 0 w 19"/>
                  <a:gd name="GluePoint2Y" fmla="*/ 5068093 h 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9" h="45">
                    <a:moveTo>
                      <a:pt x="19" y="0"/>
                    </a:moveTo>
                    <a:cubicBezTo>
                      <a:pt x="15" y="15"/>
                      <a:pt x="8" y="31"/>
                      <a:pt x="0" y="45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5" name="Freeform 38"/>
              <p:cNvSpPr/>
              <p:nvPr/>
            </p:nvSpPr>
            <p:spPr>
              <a:xfrm flipH="1">
                <a:off x="798480" y="2305080"/>
                <a:ext cx="50400" cy="110160"/>
              </a:xfrm>
              <a:custGeom>
                <a:avLst/>
                <a:gdLst>
                  <a:gd name="textAreaLeft" fmla="*/ 360 w 50400"/>
                  <a:gd name="textAreaRight" fmla="*/ 51120 w 50400"/>
                  <a:gd name="textAreaTop" fmla="*/ 0 h 110160"/>
                  <a:gd name="textAreaBottom" fmla="*/ 110520 h 110160"/>
                  <a:gd name="GluePoint1X" fmla="*/ 1869486 w 19"/>
                  <a:gd name="GluePoint1Y" fmla="*/ 0 h 45"/>
                  <a:gd name="GluePoint2X" fmla="*/ 0 w 19"/>
                  <a:gd name="GluePoint2Y" fmla="*/ 5068093 h 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9" h="45">
                    <a:moveTo>
                      <a:pt x="19" y="0"/>
                    </a:moveTo>
                    <a:cubicBezTo>
                      <a:pt x="15" y="15"/>
                      <a:pt x="8" y="31"/>
                      <a:pt x="0" y="45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6" name="Freeform 39"/>
              <p:cNvSpPr/>
              <p:nvPr/>
            </p:nvSpPr>
            <p:spPr>
              <a:xfrm flipH="1">
                <a:off x="848880" y="2415240"/>
                <a:ext cx="81360" cy="94680"/>
              </a:xfrm>
              <a:custGeom>
                <a:avLst/>
                <a:gdLst>
                  <a:gd name="textAreaLeft" fmla="*/ 360 w 81360"/>
                  <a:gd name="textAreaRight" fmla="*/ 82080 w 81360"/>
                  <a:gd name="textAreaTop" fmla="*/ 0 h 94680"/>
                  <a:gd name="textAreaBottom" fmla="*/ 95040 h 94680"/>
                  <a:gd name="GluePoint1X" fmla="*/ 3373601 w 30"/>
                  <a:gd name="GluePoint1Y" fmla="*/ 0 h 39"/>
                  <a:gd name="GluePoint2X" fmla="*/ 0 w 30"/>
                  <a:gd name="GluePoint2Y" fmla="*/ 4115894 h 3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0" h="39">
                    <a:moveTo>
                      <a:pt x="30" y="0"/>
                    </a:moveTo>
                    <a:cubicBezTo>
                      <a:pt x="22" y="14"/>
                      <a:pt x="11" y="27"/>
                      <a:pt x="0" y="3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7" name="Freeform 40"/>
              <p:cNvSpPr/>
              <p:nvPr/>
            </p:nvSpPr>
            <p:spPr>
              <a:xfrm flipH="1">
                <a:off x="848880" y="2415240"/>
                <a:ext cx="81360" cy="94680"/>
              </a:xfrm>
              <a:custGeom>
                <a:avLst/>
                <a:gdLst>
                  <a:gd name="textAreaLeft" fmla="*/ 360 w 81360"/>
                  <a:gd name="textAreaRight" fmla="*/ 82080 w 81360"/>
                  <a:gd name="textAreaTop" fmla="*/ 0 h 94680"/>
                  <a:gd name="textAreaBottom" fmla="*/ 95040 h 94680"/>
                  <a:gd name="GluePoint1X" fmla="*/ 3373601 w 30"/>
                  <a:gd name="GluePoint1Y" fmla="*/ 0 h 39"/>
                  <a:gd name="GluePoint2X" fmla="*/ 0 w 30"/>
                  <a:gd name="GluePoint2Y" fmla="*/ 4115894 h 3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0" h="39">
                    <a:moveTo>
                      <a:pt x="30" y="0"/>
                    </a:moveTo>
                    <a:cubicBezTo>
                      <a:pt x="22" y="14"/>
                      <a:pt x="11" y="27"/>
                      <a:pt x="0" y="3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8" name="Freeform 41"/>
              <p:cNvSpPr/>
              <p:nvPr/>
            </p:nvSpPr>
            <p:spPr>
              <a:xfrm flipH="1">
                <a:off x="930240" y="2509920"/>
                <a:ext cx="105480" cy="70920"/>
              </a:xfrm>
              <a:custGeom>
                <a:avLst/>
                <a:gdLst>
                  <a:gd name="textAreaLeft" fmla="*/ -360 w 105480"/>
                  <a:gd name="textAreaRight" fmla="*/ 105480 w 105480"/>
                  <a:gd name="textAreaTop" fmla="*/ 0 h 70920"/>
                  <a:gd name="textAreaBottom" fmla="*/ 71280 h 70920"/>
                  <a:gd name="GluePoint1X" fmla="*/ 4465461 w 39"/>
                  <a:gd name="GluePoint1Y" fmla="*/ 0 h 29"/>
                  <a:gd name="GluePoint2X" fmla="*/ 0 w 39"/>
                  <a:gd name="GluePoint2Y" fmla="*/ 3334739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29">
                    <a:moveTo>
                      <a:pt x="39" y="0"/>
                    </a:moveTo>
                    <a:cubicBezTo>
                      <a:pt x="27" y="11"/>
                      <a:pt x="15" y="21"/>
                      <a:pt x="0" y="2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4480" bIns="244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49" name="Freeform 42"/>
              <p:cNvSpPr/>
              <p:nvPr/>
            </p:nvSpPr>
            <p:spPr>
              <a:xfrm flipH="1">
                <a:off x="930240" y="2509920"/>
                <a:ext cx="105480" cy="70920"/>
              </a:xfrm>
              <a:custGeom>
                <a:avLst/>
                <a:gdLst>
                  <a:gd name="textAreaLeft" fmla="*/ -360 w 105480"/>
                  <a:gd name="textAreaRight" fmla="*/ 105480 w 105480"/>
                  <a:gd name="textAreaTop" fmla="*/ 0 h 70920"/>
                  <a:gd name="textAreaBottom" fmla="*/ 71280 h 70920"/>
                  <a:gd name="GluePoint1X" fmla="*/ 4465461 w 39"/>
                  <a:gd name="GluePoint1Y" fmla="*/ 0 h 29"/>
                  <a:gd name="GluePoint2X" fmla="*/ 0 w 39"/>
                  <a:gd name="GluePoint2Y" fmla="*/ 3334739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29">
                    <a:moveTo>
                      <a:pt x="39" y="0"/>
                    </a:moveTo>
                    <a:cubicBezTo>
                      <a:pt x="27" y="11"/>
                      <a:pt x="15" y="21"/>
                      <a:pt x="0" y="2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4480" bIns="244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0" name="Freeform 43"/>
              <p:cNvSpPr/>
              <p:nvPr/>
            </p:nvSpPr>
            <p:spPr>
              <a:xfrm flipH="1">
                <a:off x="1036440" y="2581200"/>
                <a:ext cx="121680" cy="4644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6440"/>
                  <a:gd name="textAreaBottom" fmla="*/ 46800 h 46440"/>
                  <a:gd name="GluePoint1X" fmla="*/ 5068093 w 45"/>
                  <a:gd name="GluePoint1Y" fmla="*/ 0 h 19"/>
                  <a:gd name="GluePoint2X" fmla="*/ 0 w 45"/>
                  <a:gd name="GluePoint2Y" fmla="*/ 2211038 h 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9">
                    <a:moveTo>
                      <a:pt x="45" y="0"/>
                    </a:moveTo>
                    <a:cubicBezTo>
                      <a:pt x="31" y="9"/>
                      <a:pt x="16" y="15"/>
                      <a:pt x="0" y="1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1" name="Freeform 44"/>
              <p:cNvSpPr/>
              <p:nvPr/>
            </p:nvSpPr>
            <p:spPr>
              <a:xfrm flipH="1">
                <a:off x="1036440" y="2581200"/>
                <a:ext cx="121680" cy="4644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6440"/>
                  <a:gd name="textAreaBottom" fmla="*/ 46800 h 46440"/>
                  <a:gd name="GluePoint1X" fmla="*/ 5068093 w 45"/>
                  <a:gd name="GluePoint1Y" fmla="*/ 0 h 19"/>
                  <a:gd name="GluePoint2X" fmla="*/ 0 w 45"/>
                  <a:gd name="GluePoint2Y" fmla="*/ 2211038 h 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9">
                    <a:moveTo>
                      <a:pt x="45" y="0"/>
                    </a:moveTo>
                    <a:cubicBezTo>
                      <a:pt x="31" y="9"/>
                      <a:pt x="16" y="15"/>
                      <a:pt x="0" y="1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2" name="Freeform 45"/>
              <p:cNvSpPr/>
              <p:nvPr/>
            </p:nvSpPr>
            <p:spPr>
              <a:xfrm flipH="1">
                <a:off x="1158120" y="2628000"/>
                <a:ext cx="129600" cy="16560"/>
              </a:xfrm>
              <a:custGeom>
                <a:avLst/>
                <a:gdLst>
                  <a:gd name="textAreaLeft" fmla="*/ 360 w 129600"/>
                  <a:gd name="textAreaRight" fmla="*/ 130320 w 129600"/>
                  <a:gd name="textAreaTop" fmla="*/ 0 h 16560"/>
                  <a:gd name="textAreaBottom" fmla="*/ 16920 h 16560"/>
                  <a:gd name="GluePoint1X" fmla="*/ 5198809 w 48"/>
                  <a:gd name="GluePoint1Y" fmla="*/ 0 h 7"/>
                  <a:gd name="GluePoint2X" fmla="*/ 0 w 48"/>
                  <a:gd name="GluePoint2Y" fmla="*/ 657105 h 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8" h="7">
                    <a:moveTo>
                      <a:pt x="48" y="0"/>
                    </a:moveTo>
                    <a:cubicBezTo>
                      <a:pt x="33" y="5"/>
                      <a:pt x="16" y="6"/>
                      <a:pt x="0" y="7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880" bIns="-29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3" name="Freeform 46"/>
              <p:cNvSpPr/>
              <p:nvPr/>
            </p:nvSpPr>
            <p:spPr>
              <a:xfrm flipH="1">
                <a:off x="1158120" y="2628000"/>
                <a:ext cx="129600" cy="16560"/>
              </a:xfrm>
              <a:custGeom>
                <a:avLst/>
                <a:gdLst>
                  <a:gd name="textAreaLeft" fmla="*/ 360 w 129600"/>
                  <a:gd name="textAreaRight" fmla="*/ 130320 w 129600"/>
                  <a:gd name="textAreaTop" fmla="*/ 0 h 16560"/>
                  <a:gd name="textAreaBottom" fmla="*/ 16920 h 16560"/>
                  <a:gd name="GluePoint1X" fmla="*/ 5198809 w 48"/>
                  <a:gd name="GluePoint1Y" fmla="*/ 0 h 7"/>
                  <a:gd name="GluePoint2X" fmla="*/ 0 w 48"/>
                  <a:gd name="GluePoint2Y" fmla="*/ 657105 h 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8" h="7">
                    <a:moveTo>
                      <a:pt x="48" y="0"/>
                    </a:moveTo>
                    <a:cubicBezTo>
                      <a:pt x="33" y="5"/>
                      <a:pt x="16" y="6"/>
                      <a:pt x="0" y="7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880" bIns="-29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4" name="Freeform 47"/>
              <p:cNvSpPr/>
              <p:nvPr/>
            </p:nvSpPr>
            <p:spPr>
              <a:xfrm flipH="1">
                <a:off x="1287360" y="2628000"/>
                <a:ext cx="132840" cy="16560"/>
              </a:xfrm>
              <a:custGeom>
                <a:avLst/>
                <a:gdLst>
                  <a:gd name="textAreaLeft" fmla="*/ -360 w 132840"/>
                  <a:gd name="textAreaRight" fmla="*/ 132840 w 132840"/>
                  <a:gd name="textAreaTop" fmla="*/ 0 h 16560"/>
                  <a:gd name="textAreaBottom" fmla="*/ 16920 h 16560"/>
                  <a:gd name="GluePoint1X" fmla="*/ 5588383 w 49"/>
                  <a:gd name="GluePoint1Y" fmla="*/ 657105 h 7"/>
                  <a:gd name="GluePoint2X" fmla="*/ 0 w 49"/>
                  <a:gd name="GluePoint2Y" fmla="*/ 0 h 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9" h="7">
                    <a:moveTo>
                      <a:pt x="49" y="7"/>
                    </a:moveTo>
                    <a:cubicBezTo>
                      <a:pt x="32" y="6"/>
                      <a:pt x="16" y="4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880" bIns="-29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5" name="Freeform 48"/>
              <p:cNvSpPr/>
              <p:nvPr/>
            </p:nvSpPr>
            <p:spPr>
              <a:xfrm flipH="1">
                <a:off x="1287360" y="2628000"/>
                <a:ext cx="132840" cy="16560"/>
              </a:xfrm>
              <a:custGeom>
                <a:avLst/>
                <a:gdLst>
                  <a:gd name="textAreaLeft" fmla="*/ -360 w 132840"/>
                  <a:gd name="textAreaRight" fmla="*/ 132840 w 132840"/>
                  <a:gd name="textAreaTop" fmla="*/ 0 h 16560"/>
                  <a:gd name="textAreaBottom" fmla="*/ 16920 h 16560"/>
                  <a:gd name="GluePoint1X" fmla="*/ 5588383 w 49"/>
                  <a:gd name="GluePoint1Y" fmla="*/ 657105 h 7"/>
                  <a:gd name="GluePoint2X" fmla="*/ 0 w 49"/>
                  <a:gd name="GluePoint2Y" fmla="*/ 0 h 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9" h="7">
                    <a:moveTo>
                      <a:pt x="49" y="7"/>
                    </a:moveTo>
                    <a:cubicBezTo>
                      <a:pt x="32" y="6"/>
                      <a:pt x="16" y="4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880" bIns="-29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6" name="Freeform 49"/>
              <p:cNvSpPr/>
              <p:nvPr/>
            </p:nvSpPr>
            <p:spPr>
              <a:xfrm flipH="1">
                <a:off x="1420920" y="2581200"/>
                <a:ext cx="121680" cy="4644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6440"/>
                  <a:gd name="textAreaBottom" fmla="*/ 46800 h 46440"/>
                  <a:gd name="GluePoint1X" fmla="*/ 5068093 w 45"/>
                  <a:gd name="GluePoint1Y" fmla="*/ 2211038 h 19"/>
                  <a:gd name="GluePoint2X" fmla="*/ 0 w 45"/>
                  <a:gd name="GluePoint2Y" fmla="*/ 0 h 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9">
                    <a:moveTo>
                      <a:pt x="45" y="19"/>
                    </a:moveTo>
                    <a:cubicBezTo>
                      <a:pt x="30" y="15"/>
                      <a:pt x="14" y="8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7" name="Freeform 50"/>
              <p:cNvSpPr/>
              <p:nvPr/>
            </p:nvSpPr>
            <p:spPr>
              <a:xfrm flipH="1">
                <a:off x="1420920" y="2581200"/>
                <a:ext cx="121680" cy="4644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6440"/>
                  <a:gd name="textAreaBottom" fmla="*/ 46800 h 46440"/>
                  <a:gd name="GluePoint1X" fmla="*/ 5068093 w 45"/>
                  <a:gd name="GluePoint1Y" fmla="*/ 2211038 h 19"/>
                  <a:gd name="GluePoint2X" fmla="*/ 0 w 45"/>
                  <a:gd name="GluePoint2Y" fmla="*/ 0 h 1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9">
                    <a:moveTo>
                      <a:pt x="45" y="19"/>
                    </a:moveTo>
                    <a:cubicBezTo>
                      <a:pt x="30" y="15"/>
                      <a:pt x="14" y="8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0" bIns="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8" name="Freeform 51"/>
              <p:cNvSpPr/>
              <p:nvPr/>
            </p:nvSpPr>
            <p:spPr>
              <a:xfrm flipH="1">
                <a:off x="1542600" y="2509920"/>
                <a:ext cx="104760" cy="70920"/>
              </a:xfrm>
              <a:custGeom>
                <a:avLst/>
                <a:gdLst>
                  <a:gd name="textAreaLeft" fmla="*/ -360 w 104760"/>
                  <a:gd name="textAreaRight" fmla="*/ 104760 w 104760"/>
                  <a:gd name="textAreaTop" fmla="*/ 0 h 70920"/>
                  <a:gd name="textAreaBottom" fmla="*/ 71280 h 70920"/>
                  <a:gd name="GluePoint1X" fmla="*/ 4115894 w 39"/>
                  <a:gd name="GluePoint1Y" fmla="*/ 3334739 h 29"/>
                  <a:gd name="GluePoint2X" fmla="*/ 0 w 39"/>
                  <a:gd name="GluePoint2Y" fmla="*/ 0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29">
                    <a:moveTo>
                      <a:pt x="39" y="29"/>
                    </a:moveTo>
                    <a:cubicBezTo>
                      <a:pt x="25" y="21"/>
                      <a:pt x="12" y="11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4480" bIns="244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59" name="Freeform 52"/>
              <p:cNvSpPr/>
              <p:nvPr/>
            </p:nvSpPr>
            <p:spPr>
              <a:xfrm flipH="1">
                <a:off x="1542600" y="2509920"/>
                <a:ext cx="104760" cy="70920"/>
              </a:xfrm>
              <a:custGeom>
                <a:avLst/>
                <a:gdLst>
                  <a:gd name="textAreaLeft" fmla="*/ -360 w 104760"/>
                  <a:gd name="textAreaRight" fmla="*/ 104760 w 104760"/>
                  <a:gd name="textAreaTop" fmla="*/ 0 h 70920"/>
                  <a:gd name="textAreaBottom" fmla="*/ 71280 h 70920"/>
                  <a:gd name="GluePoint1X" fmla="*/ 4115894 w 39"/>
                  <a:gd name="GluePoint1Y" fmla="*/ 3334739 h 29"/>
                  <a:gd name="GluePoint2X" fmla="*/ 0 w 39"/>
                  <a:gd name="GluePoint2Y" fmla="*/ 0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29">
                    <a:moveTo>
                      <a:pt x="39" y="29"/>
                    </a:moveTo>
                    <a:cubicBezTo>
                      <a:pt x="25" y="21"/>
                      <a:pt x="12" y="11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4480" bIns="244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0" name="Freeform 53"/>
              <p:cNvSpPr/>
              <p:nvPr/>
            </p:nvSpPr>
            <p:spPr>
              <a:xfrm flipH="1">
                <a:off x="1647360" y="2415240"/>
                <a:ext cx="81000" cy="94680"/>
              </a:xfrm>
              <a:custGeom>
                <a:avLst/>
                <a:gdLst>
                  <a:gd name="textAreaLeft" fmla="*/ -360 w 81000"/>
                  <a:gd name="textAreaRight" fmla="*/ 81000 w 81000"/>
                  <a:gd name="textAreaTop" fmla="*/ 0 h 94680"/>
                  <a:gd name="textAreaBottom" fmla="*/ 95040 h 94680"/>
                  <a:gd name="GluePoint1X" fmla="*/ 3373601 w 30"/>
                  <a:gd name="GluePoint1Y" fmla="*/ 4115894 h 39"/>
                  <a:gd name="GluePoint2X" fmla="*/ 0 w 30"/>
                  <a:gd name="GluePoint2Y" fmla="*/ 0 h 3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0" h="39">
                    <a:moveTo>
                      <a:pt x="30" y="39"/>
                    </a:moveTo>
                    <a:cubicBezTo>
                      <a:pt x="19" y="27"/>
                      <a:pt x="9" y="14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1" name="Freeform 54"/>
              <p:cNvSpPr/>
              <p:nvPr/>
            </p:nvSpPr>
            <p:spPr>
              <a:xfrm flipH="1">
                <a:off x="1647360" y="2415240"/>
                <a:ext cx="81000" cy="94680"/>
              </a:xfrm>
              <a:custGeom>
                <a:avLst/>
                <a:gdLst>
                  <a:gd name="textAreaLeft" fmla="*/ -360 w 81000"/>
                  <a:gd name="textAreaRight" fmla="*/ 81000 w 81000"/>
                  <a:gd name="textAreaTop" fmla="*/ 0 h 94680"/>
                  <a:gd name="textAreaBottom" fmla="*/ 95040 h 94680"/>
                  <a:gd name="GluePoint1X" fmla="*/ 3373601 w 30"/>
                  <a:gd name="GluePoint1Y" fmla="*/ 4115894 h 39"/>
                  <a:gd name="GluePoint2X" fmla="*/ 0 w 30"/>
                  <a:gd name="GluePoint2Y" fmla="*/ 0 h 3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0" h="39">
                    <a:moveTo>
                      <a:pt x="30" y="39"/>
                    </a:moveTo>
                    <a:cubicBezTo>
                      <a:pt x="19" y="27"/>
                      <a:pt x="9" y="14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2" name="Line 55"/>
              <p:cNvSpPr/>
              <p:nvPr/>
            </p:nvSpPr>
            <p:spPr>
              <a:xfrm flipH="1">
                <a:off x="1874520" y="2032560"/>
                <a:ext cx="720" cy="720"/>
              </a:xfrm>
              <a:prstGeom prst="line">
                <a:avLst/>
              </a:prstGeom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080" bIns="-46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3" name="Line 56"/>
              <p:cNvSpPr/>
              <p:nvPr/>
            </p:nvSpPr>
            <p:spPr>
              <a:xfrm flipH="1">
                <a:off x="1874520" y="2032560"/>
                <a:ext cx="720" cy="720"/>
              </a:xfrm>
              <a:prstGeom prst="line">
                <a:avLst/>
              </a:prstGeom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080" bIns="-46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4" name="Freeform 57"/>
              <p:cNvSpPr/>
              <p:nvPr/>
            </p:nvSpPr>
            <p:spPr>
              <a:xfrm flipH="1">
                <a:off x="1791000" y="1944360"/>
                <a:ext cx="83880" cy="87840"/>
              </a:xfrm>
              <a:custGeom>
                <a:avLst/>
                <a:gdLst>
                  <a:gd name="textAreaLeft" fmla="*/ -360 w 83880"/>
                  <a:gd name="textAreaRight" fmla="*/ 83880 w 83880"/>
                  <a:gd name="textAreaTop" fmla="*/ 0 h 87840"/>
                  <a:gd name="textAreaBottom" fmla="*/ 88200 h 87840"/>
                  <a:gd name="GluePoint1X" fmla="*/ 0 w 31"/>
                  <a:gd name="GluePoint1Y" fmla="*/ 3978438 h 36"/>
                  <a:gd name="GluePoint2X" fmla="*/ 3418113 w 31"/>
                  <a:gd name="GluePoint2Y" fmla="*/ 0 h 3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6">
                    <a:moveTo>
                      <a:pt x="0" y="36"/>
                    </a:moveTo>
                    <a:cubicBezTo>
                      <a:pt x="8" y="22"/>
                      <a:pt x="18" y="10"/>
                      <a:pt x="31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1400" bIns="414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5" name="Freeform 58"/>
              <p:cNvSpPr/>
              <p:nvPr/>
            </p:nvSpPr>
            <p:spPr>
              <a:xfrm flipH="1">
                <a:off x="1791000" y="1944360"/>
                <a:ext cx="83880" cy="87840"/>
              </a:xfrm>
              <a:custGeom>
                <a:avLst/>
                <a:gdLst>
                  <a:gd name="textAreaLeft" fmla="*/ -360 w 83880"/>
                  <a:gd name="textAreaRight" fmla="*/ 83880 w 83880"/>
                  <a:gd name="textAreaTop" fmla="*/ 0 h 87840"/>
                  <a:gd name="textAreaBottom" fmla="*/ 88200 h 87840"/>
                  <a:gd name="GluePoint1X" fmla="*/ 0 w 31"/>
                  <a:gd name="GluePoint1Y" fmla="*/ 3978438 h 36"/>
                  <a:gd name="GluePoint2X" fmla="*/ 3418113 w 31"/>
                  <a:gd name="GluePoint2Y" fmla="*/ 0 h 3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6">
                    <a:moveTo>
                      <a:pt x="0" y="36"/>
                    </a:moveTo>
                    <a:cubicBezTo>
                      <a:pt x="8" y="22"/>
                      <a:pt x="18" y="10"/>
                      <a:pt x="31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1400" bIns="414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6" name="Freeform 59"/>
              <p:cNvSpPr/>
              <p:nvPr/>
            </p:nvSpPr>
            <p:spPr>
              <a:xfrm flipH="1">
                <a:off x="1680480" y="1893240"/>
                <a:ext cx="110520" cy="51120"/>
              </a:xfrm>
              <a:custGeom>
                <a:avLst/>
                <a:gdLst>
                  <a:gd name="textAreaLeft" fmla="*/ -360 w 110520"/>
                  <a:gd name="textAreaRight" fmla="*/ 110520 w 110520"/>
                  <a:gd name="textAreaTop" fmla="*/ 0 h 51120"/>
                  <a:gd name="textAreaBottom" fmla="*/ 51480 h 51120"/>
                  <a:gd name="GluePoint1X" fmla="*/ 0 w 41"/>
                  <a:gd name="GluePoint1Y" fmla="*/ 2298186 h 21"/>
                  <a:gd name="GluePoint2X" fmla="*/ 4551697 w 41"/>
                  <a:gd name="GluePoint2Y" fmla="*/ 0 h 2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1" h="21">
                    <a:moveTo>
                      <a:pt x="0" y="21"/>
                    </a:moveTo>
                    <a:cubicBezTo>
                      <a:pt x="12" y="12"/>
                      <a:pt x="26" y="4"/>
                      <a:pt x="41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" bIns="4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7" name="Freeform 60"/>
              <p:cNvSpPr/>
              <p:nvPr/>
            </p:nvSpPr>
            <p:spPr>
              <a:xfrm flipH="1">
                <a:off x="1680480" y="1893240"/>
                <a:ext cx="110520" cy="51120"/>
              </a:xfrm>
              <a:custGeom>
                <a:avLst/>
                <a:gdLst>
                  <a:gd name="textAreaLeft" fmla="*/ -360 w 110520"/>
                  <a:gd name="textAreaRight" fmla="*/ 110520 w 110520"/>
                  <a:gd name="textAreaTop" fmla="*/ 0 h 51120"/>
                  <a:gd name="textAreaBottom" fmla="*/ 51480 h 51120"/>
                  <a:gd name="GluePoint1X" fmla="*/ 0 w 41"/>
                  <a:gd name="GluePoint1Y" fmla="*/ 2298186 h 21"/>
                  <a:gd name="GluePoint2X" fmla="*/ 4551697 w 41"/>
                  <a:gd name="GluePoint2Y" fmla="*/ 0 h 2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1" h="21">
                    <a:moveTo>
                      <a:pt x="0" y="21"/>
                    </a:moveTo>
                    <a:cubicBezTo>
                      <a:pt x="12" y="12"/>
                      <a:pt x="26" y="4"/>
                      <a:pt x="41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" bIns="4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8" name="Freeform 61"/>
              <p:cNvSpPr/>
              <p:nvPr/>
            </p:nvSpPr>
            <p:spPr>
              <a:xfrm flipH="1">
                <a:off x="1555920" y="1875600"/>
                <a:ext cx="124200" cy="17640"/>
              </a:xfrm>
              <a:custGeom>
                <a:avLst/>
                <a:gdLst>
                  <a:gd name="textAreaLeft" fmla="*/ -360 w 124200"/>
                  <a:gd name="textAreaRight" fmla="*/ 124200 w 124200"/>
                  <a:gd name="textAreaTop" fmla="*/ 0 h 17640"/>
                  <a:gd name="textAreaBottom" fmla="*/ 18000 h 17640"/>
                  <a:gd name="GluePoint1X" fmla="*/ 0 w 46"/>
                  <a:gd name="GluePoint1Y" fmla="*/ 1033236 h 7"/>
                  <a:gd name="GluePoint2X" fmla="*/ 5112018 w 46"/>
                  <a:gd name="GluePoint2Y" fmla="*/ 314463 h 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7">
                    <a:moveTo>
                      <a:pt x="0" y="7"/>
                    </a:moveTo>
                    <a:cubicBezTo>
                      <a:pt x="15" y="2"/>
                      <a:pt x="30" y="0"/>
                      <a:pt x="46" y="2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800" bIns="-28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69" name="Freeform 62"/>
              <p:cNvSpPr/>
              <p:nvPr/>
            </p:nvSpPr>
            <p:spPr>
              <a:xfrm flipH="1">
                <a:off x="1555920" y="1875600"/>
                <a:ext cx="124200" cy="17640"/>
              </a:xfrm>
              <a:custGeom>
                <a:avLst/>
                <a:gdLst>
                  <a:gd name="textAreaLeft" fmla="*/ -360 w 124200"/>
                  <a:gd name="textAreaRight" fmla="*/ 124200 w 124200"/>
                  <a:gd name="textAreaTop" fmla="*/ 0 h 17640"/>
                  <a:gd name="textAreaBottom" fmla="*/ 18000 h 17640"/>
                  <a:gd name="GluePoint1X" fmla="*/ 0 w 46"/>
                  <a:gd name="GluePoint1Y" fmla="*/ 1033236 h 7"/>
                  <a:gd name="GluePoint2X" fmla="*/ 5112018 w 46"/>
                  <a:gd name="GluePoint2Y" fmla="*/ 314463 h 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7">
                    <a:moveTo>
                      <a:pt x="0" y="7"/>
                    </a:moveTo>
                    <a:cubicBezTo>
                      <a:pt x="15" y="2"/>
                      <a:pt x="30" y="0"/>
                      <a:pt x="46" y="2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800" bIns="-28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0" name="Freeform 63"/>
              <p:cNvSpPr/>
              <p:nvPr/>
            </p:nvSpPr>
            <p:spPr>
              <a:xfrm flipH="1">
                <a:off x="1434600" y="1881000"/>
                <a:ext cx="121680" cy="2880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28800"/>
                  <a:gd name="textAreaBottom" fmla="*/ 29160 h 28800"/>
                  <a:gd name="GluePoint1X" fmla="*/ 0 w 45"/>
                  <a:gd name="GluePoint1Y" fmla="*/ 0 h 12"/>
                  <a:gd name="GluePoint2X" fmla="*/ 5068093 w 45"/>
                  <a:gd name="GluePoint2Y" fmla="*/ 1213220 h 1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2">
                    <a:moveTo>
                      <a:pt x="0" y="0"/>
                    </a:moveTo>
                    <a:cubicBezTo>
                      <a:pt x="15" y="1"/>
                      <a:pt x="31" y="5"/>
                      <a:pt x="45" y="12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7640" bIns="-17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1" name="Freeform 64"/>
              <p:cNvSpPr/>
              <p:nvPr/>
            </p:nvSpPr>
            <p:spPr>
              <a:xfrm flipH="1">
                <a:off x="1434600" y="1881000"/>
                <a:ext cx="121680" cy="2880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28800"/>
                  <a:gd name="textAreaBottom" fmla="*/ 29160 h 28800"/>
                  <a:gd name="GluePoint1X" fmla="*/ 0 w 45"/>
                  <a:gd name="GluePoint1Y" fmla="*/ 0 h 12"/>
                  <a:gd name="GluePoint2X" fmla="*/ 5068093 w 45"/>
                  <a:gd name="GluePoint2Y" fmla="*/ 1213220 h 1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2">
                    <a:moveTo>
                      <a:pt x="0" y="0"/>
                    </a:moveTo>
                    <a:cubicBezTo>
                      <a:pt x="15" y="1"/>
                      <a:pt x="31" y="5"/>
                      <a:pt x="45" y="12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7640" bIns="-17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2" name="Freeform 65"/>
              <p:cNvSpPr/>
              <p:nvPr/>
            </p:nvSpPr>
            <p:spPr>
              <a:xfrm flipH="1">
                <a:off x="1334160" y="1910160"/>
                <a:ext cx="99720" cy="66240"/>
              </a:xfrm>
              <a:custGeom>
                <a:avLst/>
                <a:gdLst>
                  <a:gd name="textAreaLeft" fmla="*/ -360 w 99720"/>
                  <a:gd name="textAreaRight" fmla="*/ 99720 w 99720"/>
                  <a:gd name="textAreaTop" fmla="*/ 0 h 66240"/>
                  <a:gd name="textAreaBottom" fmla="*/ 66600 h 66240"/>
                  <a:gd name="GluePoint1X" fmla="*/ 0 w 37"/>
                  <a:gd name="GluePoint1Y" fmla="*/ 0 h 27"/>
                  <a:gd name="GluePoint2X" fmla="*/ 4023293 w 37"/>
                  <a:gd name="GluePoint2Y" fmla="*/ 3252666 h 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7" h="27">
                    <a:moveTo>
                      <a:pt x="0" y="0"/>
                    </a:moveTo>
                    <a:cubicBezTo>
                      <a:pt x="14" y="6"/>
                      <a:pt x="26" y="16"/>
                      <a:pt x="37" y="27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800" bIns="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3" name="Freeform 66"/>
              <p:cNvSpPr/>
              <p:nvPr/>
            </p:nvSpPr>
            <p:spPr>
              <a:xfrm flipH="1">
                <a:off x="1334160" y="1910160"/>
                <a:ext cx="99720" cy="66240"/>
              </a:xfrm>
              <a:custGeom>
                <a:avLst/>
                <a:gdLst>
                  <a:gd name="textAreaLeft" fmla="*/ -360 w 99720"/>
                  <a:gd name="textAreaRight" fmla="*/ 99720 w 99720"/>
                  <a:gd name="textAreaTop" fmla="*/ 0 h 66240"/>
                  <a:gd name="textAreaBottom" fmla="*/ 66600 h 66240"/>
                  <a:gd name="GluePoint1X" fmla="*/ 0 w 37"/>
                  <a:gd name="GluePoint1Y" fmla="*/ 0 h 27"/>
                  <a:gd name="GluePoint2X" fmla="*/ 4023293 w 37"/>
                  <a:gd name="GluePoint2Y" fmla="*/ 3252666 h 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7" h="27">
                    <a:moveTo>
                      <a:pt x="0" y="0"/>
                    </a:moveTo>
                    <a:cubicBezTo>
                      <a:pt x="14" y="6"/>
                      <a:pt x="26" y="16"/>
                      <a:pt x="37" y="27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800" bIns="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4" name="Freeform 67"/>
              <p:cNvSpPr/>
              <p:nvPr/>
            </p:nvSpPr>
            <p:spPr>
              <a:xfrm flipH="1">
                <a:off x="1266480" y="1976760"/>
                <a:ext cx="67680" cy="97920"/>
              </a:xfrm>
              <a:custGeom>
                <a:avLst/>
                <a:gdLst>
                  <a:gd name="textAreaLeft" fmla="*/ 360 w 67680"/>
                  <a:gd name="textAreaRight" fmla="*/ 68400 w 67680"/>
                  <a:gd name="textAreaTop" fmla="*/ 0 h 97920"/>
                  <a:gd name="textAreaBottom" fmla="*/ 98280 h 97920"/>
                  <a:gd name="GluePoint1X" fmla="*/ 0 w 25"/>
                  <a:gd name="GluePoint1Y" fmla="*/ 0 h 40"/>
                  <a:gd name="GluePoint2X" fmla="*/ 2814179 w 25"/>
                  <a:gd name="GluePoint2Y" fmla="*/ 4507728 h 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5" h="40">
                    <a:moveTo>
                      <a:pt x="0" y="0"/>
                    </a:moveTo>
                    <a:cubicBezTo>
                      <a:pt x="11" y="12"/>
                      <a:pt x="19" y="25"/>
                      <a:pt x="25" y="4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5" name="Freeform 68"/>
              <p:cNvSpPr/>
              <p:nvPr/>
            </p:nvSpPr>
            <p:spPr>
              <a:xfrm flipH="1">
                <a:off x="1266480" y="1976760"/>
                <a:ext cx="67680" cy="97920"/>
              </a:xfrm>
              <a:custGeom>
                <a:avLst/>
                <a:gdLst>
                  <a:gd name="textAreaLeft" fmla="*/ 360 w 67680"/>
                  <a:gd name="textAreaRight" fmla="*/ 68400 w 67680"/>
                  <a:gd name="textAreaTop" fmla="*/ 0 h 97920"/>
                  <a:gd name="textAreaBottom" fmla="*/ 98280 h 97920"/>
                  <a:gd name="GluePoint1X" fmla="*/ 0 w 25"/>
                  <a:gd name="GluePoint1Y" fmla="*/ 0 h 40"/>
                  <a:gd name="GluePoint2X" fmla="*/ 2814179 w 25"/>
                  <a:gd name="GluePoint2Y" fmla="*/ 4507728 h 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5" h="40">
                    <a:moveTo>
                      <a:pt x="0" y="0"/>
                    </a:moveTo>
                    <a:cubicBezTo>
                      <a:pt x="11" y="12"/>
                      <a:pt x="19" y="25"/>
                      <a:pt x="25" y="4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6" name="Freeform 69"/>
              <p:cNvSpPr/>
              <p:nvPr/>
            </p:nvSpPr>
            <p:spPr>
              <a:xfrm flipH="1">
                <a:off x="1244880" y="2074680"/>
                <a:ext cx="21600" cy="110160"/>
              </a:xfrm>
              <a:custGeom>
                <a:avLst/>
                <a:gdLst>
                  <a:gd name="textAreaLeft" fmla="*/ 360 w 21600"/>
                  <a:gd name="textAreaRight" fmla="*/ 22320 w 21600"/>
                  <a:gd name="textAreaTop" fmla="*/ 0 h 110160"/>
                  <a:gd name="textAreaBottom" fmla="*/ 110520 h 110160"/>
                  <a:gd name="GluePoint1X" fmla="*/ 0 w 8"/>
                  <a:gd name="GluePoint1Y" fmla="*/ 0 h 45"/>
                  <a:gd name="GluePoint2X" fmla="*/ 1045359 w 8"/>
                  <a:gd name="GluePoint2Y" fmla="*/ 5068093 h 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8" h="45">
                    <a:moveTo>
                      <a:pt x="0" y="0"/>
                    </a:moveTo>
                    <a:cubicBezTo>
                      <a:pt x="5" y="14"/>
                      <a:pt x="8" y="30"/>
                      <a:pt x="8" y="45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7" name="Freeform 70"/>
              <p:cNvSpPr/>
              <p:nvPr/>
            </p:nvSpPr>
            <p:spPr>
              <a:xfrm flipH="1">
                <a:off x="1244880" y="2074680"/>
                <a:ext cx="21600" cy="110160"/>
              </a:xfrm>
              <a:custGeom>
                <a:avLst/>
                <a:gdLst>
                  <a:gd name="textAreaLeft" fmla="*/ 360 w 21600"/>
                  <a:gd name="textAreaRight" fmla="*/ 22320 w 21600"/>
                  <a:gd name="textAreaTop" fmla="*/ 0 h 110160"/>
                  <a:gd name="textAreaBottom" fmla="*/ 110520 h 110160"/>
                  <a:gd name="GluePoint1X" fmla="*/ 0 w 8"/>
                  <a:gd name="GluePoint1Y" fmla="*/ 0 h 45"/>
                  <a:gd name="GluePoint2X" fmla="*/ 1045359 w 8"/>
                  <a:gd name="GluePoint2Y" fmla="*/ 5068093 h 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8" h="45">
                    <a:moveTo>
                      <a:pt x="0" y="0"/>
                    </a:moveTo>
                    <a:cubicBezTo>
                      <a:pt x="5" y="14"/>
                      <a:pt x="8" y="30"/>
                      <a:pt x="8" y="45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8" name="Freeform 71"/>
              <p:cNvSpPr/>
              <p:nvPr/>
            </p:nvSpPr>
            <p:spPr>
              <a:xfrm flipH="1">
                <a:off x="1244880" y="2184840"/>
                <a:ext cx="21600" cy="112320"/>
              </a:xfrm>
              <a:custGeom>
                <a:avLst/>
                <a:gdLst>
                  <a:gd name="textAreaLeft" fmla="*/ 360 w 21600"/>
                  <a:gd name="textAreaRight" fmla="*/ 22320 w 21600"/>
                  <a:gd name="textAreaTop" fmla="*/ 0 h 112320"/>
                  <a:gd name="textAreaBottom" fmla="*/ 112680 h 112320"/>
                  <a:gd name="GluePoint1X" fmla="*/ 1045359 w 8"/>
                  <a:gd name="GluePoint1Y" fmla="*/ 0 h 46"/>
                  <a:gd name="GluePoint2X" fmla="*/ 0 w 8"/>
                  <a:gd name="GluePoint2Y" fmla="*/ 5112018 h 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8" h="46">
                    <a:moveTo>
                      <a:pt x="8" y="0"/>
                    </a:moveTo>
                    <a:cubicBezTo>
                      <a:pt x="8" y="16"/>
                      <a:pt x="5" y="31"/>
                      <a:pt x="0" y="46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79" name="Freeform 72"/>
              <p:cNvSpPr/>
              <p:nvPr/>
            </p:nvSpPr>
            <p:spPr>
              <a:xfrm flipH="1">
                <a:off x="1244880" y="2184840"/>
                <a:ext cx="21600" cy="112320"/>
              </a:xfrm>
              <a:custGeom>
                <a:avLst/>
                <a:gdLst>
                  <a:gd name="textAreaLeft" fmla="*/ 360 w 21600"/>
                  <a:gd name="textAreaRight" fmla="*/ 22320 w 21600"/>
                  <a:gd name="textAreaTop" fmla="*/ 0 h 112320"/>
                  <a:gd name="textAreaBottom" fmla="*/ 112680 h 112320"/>
                  <a:gd name="GluePoint1X" fmla="*/ 1045359 w 8"/>
                  <a:gd name="GluePoint1Y" fmla="*/ 0 h 46"/>
                  <a:gd name="GluePoint2X" fmla="*/ 0 w 8"/>
                  <a:gd name="GluePoint2Y" fmla="*/ 5112018 h 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8" h="46">
                    <a:moveTo>
                      <a:pt x="8" y="0"/>
                    </a:moveTo>
                    <a:cubicBezTo>
                      <a:pt x="8" y="16"/>
                      <a:pt x="5" y="31"/>
                      <a:pt x="0" y="46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0" name="Freeform 73"/>
              <p:cNvSpPr/>
              <p:nvPr/>
            </p:nvSpPr>
            <p:spPr>
              <a:xfrm flipH="1">
                <a:off x="1266480" y="2297160"/>
                <a:ext cx="67680" cy="95400"/>
              </a:xfrm>
              <a:custGeom>
                <a:avLst/>
                <a:gdLst>
                  <a:gd name="textAreaLeft" fmla="*/ 360 w 67680"/>
                  <a:gd name="textAreaRight" fmla="*/ 68400 w 67680"/>
                  <a:gd name="textAreaTop" fmla="*/ 0 h 95400"/>
                  <a:gd name="textAreaBottom" fmla="*/ 95760 h 95400"/>
                  <a:gd name="GluePoint1X" fmla="*/ 2814179 w 25"/>
                  <a:gd name="GluePoint1Y" fmla="*/ 0 h 39"/>
                  <a:gd name="GluePoint2X" fmla="*/ 0 w 25"/>
                  <a:gd name="GluePoint2Y" fmla="*/ 4465461 h 3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5" h="39">
                    <a:moveTo>
                      <a:pt x="25" y="0"/>
                    </a:moveTo>
                    <a:cubicBezTo>
                      <a:pt x="19" y="14"/>
                      <a:pt x="11" y="28"/>
                      <a:pt x="0" y="3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1" name="Freeform 74"/>
              <p:cNvSpPr/>
              <p:nvPr/>
            </p:nvSpPr>
            <p:spPr>
              <a:xfrm flipH="1">
                <a:off x="1266480" y="2297160"/>
                <a:ext cx="67680" cy="95400"/>
              </a:xfrm>
              <a:custGeom>
                <a:avLst/>
                <a:gdLst>
                  <a:gd name="textAreaLeft" fmla="*/ 360 w 67680"/>
                  <a:gd name="textAreaRight" fmla="*/ 68400 w 67680"/>
                  <a:gd name="textAreaTop" fmla="*/ 0 h 95400"/>
                  <a:gd name="textAreaBottom" fmla="*/ 95760 h 95400"/>
                  <a:gd name="GluePoint1X" fmla="*/ 2814179 w 25"/>
                  <a:gd name="GluePoint1Y" fmla="*/ 0 h 39"/>
                  <a:gd name="GluePoint2X" fmla="*/ 0 w 25"/>
                  <a:gd name="GluePoint2Y" fmla="*/ 4465461 h 3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5" h="39">
                    <a:moveTo>
                      <a:pt x="25" y="0"/>
                    </a:moveTo>
                    <a:cubicBezTo>
                      <a:pt x="19" y="14"/>
                      <a:pt x="11" y="28"/>
                      <a:pt x="0" y="3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2" name="Freeform 75"/>
              <p:cNvSpPr/>
              <p:nvPr/>
            </p:nvSpPr>
            <p:spPr>
              <a:xfrm flipH="1">
                <a:off x="1334160" y="2392920"/>
                <a:ext cx="99720" cy="68040"/>
              </a:xfrm>
              <a:custGeom>
                <a:avLst/>
                <a:gdLst>
                  <a:gd name="textAreaLeft" fmla="*/ -360 w 99720"/>
                  <a:gd name="textAreaRight" fmla="*/ 99720 w 99720"/>
                  <a:gd name="textAreaTop" fmla="*/ 0 h 68040"/>
                  <a:gd name="textAreaBottom" fmla="*/ 68400 h 68040"/>
                  <a:gd name="GluePoint1X" fmla="*/ 4023293 w 37"/>
                  <a:gd name="GluePoint1Y" fmla="*/ 0 h 28"/>
                  <a:gd name="GluePoint2X" fmla="*/ 0 w 37"/>
                  <a:gd name="GluePoint2Y" fmla="*/ 2950642 h 2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7" h="28">
                    <a:moveTo>
                      <a:pt x="37" y="0"/>
                    </a:moveTo>
                    <a:cubicBezTo>
                      <a:pt x="26" y="11"/>
                      <a:pt x="14" y="21"/>
                      <a:pt x="0" y="28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0" bIns="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3" name="Freeform 76"/>
              <p:cNvSpPr/>
              <p:nvPr/>
            </p:nvSpPr>
            <p:spPr>
              <a:xfrm flipH="1">
                <a:off x="1334160" y="2392920"/>
                <a:ext cx="99720" cy="68040"/>
              </a:xfrm>
              <a:custGeom>
                <a:avLst/>
                <a:gdLst>
                  <a:gd name="textAreaLeft" fmla="*/ -360 w 99720"/>
                  <a:gd name="textAreaRight" fmla="*/ 99720 w 99720"/>
                  <a:gd name="textAreaTop" fmla="*/ 0 h 68040"/>
                  <a:gd name="textAreaBottom" fmla="*/ 68400 h 68040"/>
                  <a:gd name="GluePoint1X" fmla="*/ 4023293 w 37"/>
                  <a:gd name="GluePoint1Y" fmla="*/ 0 h 28"/>
                  <a:gd name="GluePoint2X" fmla="*/ 0 w 37"/>
                  <a:gd name="GluePoint2Y" fmla="*/ 2950642 h 2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7" h="28">
                    <a:moveTo>
                      <a:pt x="37" y="0"/>
                    </a:moveTo>
                    <a:cubicBezTo>
                      <a:pt x="26" y="11"/>
                      <a:pt x="14" y="21"/>
                      <a:pt x="0" y="28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0" bIns="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4" name="Freeform 77"/>
              <p:cNvSpPr/>
              <p:nvPr/>
            </p:nvSpPr>
            <p:spPr>
              <a:xfrm flipH="1">
                <a:off x="1434600" y="2460960"/>
                <a:ext cx="121680" cy="2952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29520"/>
                  <a:gd name="textAreaBottom" fmla="*/ 29880 h 29520"/>
                  <a:gd name="GluePoint1X" fmla="*/ 5068093 w 45"/>
                  <a:gd name="GluePoint1Y" fmla="*/ 0 h 12"/>
                  <a:gd name="GluePoint2X" fmla="*/ 0 w 45"/>
                  <a:gd name="GluePoint2Y" fmla="*/ 1581671 h 1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2">
                    <a:moveTo>
                      <a:pt x="45" y="0"/>
                    </a:moveTo>
                    <a:cubicBezTo>
                      <a:pt x="31" y="6"/>
                      <a:pt x="15" y="10"/>
                      <a:pt x="0" y="12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5" name="Freeform 78"/>
              <p:cNvSpPr/>
              <p:nvPr/>
            </p:nvSpPr>
            <p:spPr>
              <a:xfrm flipH="1">
                <a:off x="1434600" y="2460960"/>
                <a:ext cx="121680" cy="2952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29520"/>
                  <a:gd name="textAreaBottom" fmla="*/ 29880 h 29520"/>
                  <a:gd name="GluePoint1X" fmla="*/ 5068093 w 45"/>
                  <a:gd name="GluePoint1Y" fmla="*/ 0 h 12"/>
                  <a:gd name="GluePoint2X" fmla="*/ 0 w 45"/>
                  <a:gd name="GluePoint2Y" fmla="*/ 1581671 h 1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12">
                    <a:moveTo>
                      <a:pt x="45" y="0"/>
                    </a:moveTo>
                    <a:cubicBezTo>
                      <a:pt x="31" y="6"/>
                      <a:pt x="15" y="10"/>
                      <a:pt x="0" y="12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6" name="Freeform 79"/>
              <p:cNvSpPr/>
              <p:nvPr/>
            </p:nvSpPr>
            <p:spPr>
              <a:xfrm flipH="1">
                <a:off x="1555920" y="2476440"/>
                <a:ext cx="124200" cy="16560"/>
              </a:xfrm>
              <a:custGeom>
                <a:avLst/>
                <a:gdLst>
                  <a:gd name="textAreaLeft" fmla="*/ -360 w 124200"/>
                  <a:gd name="textAreaRight" fmla="*/ 124200 w 124200"/>
                  <a:gd name="textAreaTop" fmla="*/ 0 h 16560"/>
                  <a:gd name="textAreaBottom" fmla="*/ 16920 h 16560"/>
                  <a:gd name="GluePoint1X" fmla="*/ 5112018 w 46"/>
                  <a:gd name="GluePoint1Y" fmla="*/ 572512 h 7"/>
                  <a:gd name="GluePoint2X" fmla="*/ 0 w 46"/>
                  <a:gd name="GluePoint2Y" fmla="*/ 0 h 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7">
                    <a:moveTo>
                      <a:pt x="46" y="6"/>
                    </a:moveTo>
                    <a:cubicBezTo>
                      <a:pt x="30" y="7"/>
                      <a:pt x="15" y="5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880" bIns="-29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7" name="Freeform 80"/>
              <p:cNvSpPr/>
              <p:nvPr/>
            </p:nvSpPr>
            <p:spPr>
              <a:xfrm flipH="1">
                <a:off x="1555920" y="2476440"/>
                <a:ext cx="124200" cy="16560"/>
              </a:xfrm>
              <a:custGeom>
                <a:avLst/>
                <a:gdLst>
                  <a:gd name="textAreaLeft" fmla="*/ -360 w 124200"/>
                  <a:gd name="textAreaRight" fmla="*/ 124200 w 124200"/>
                  <a:gd name="textAreaTop" fmla="*/ 0 h 16560"/>
                  <a:gd name="textAreaBottom" fmla="*/ 16920 h 16560"/>
                  <a:gd name="GluePoint1X" fmla="*/ 5112018 w 46"/>
                  <a:gd name="GluePoint1Y" fmla="*/ 572512 h 7"/>
                  <a:gd name="GluePoint2X" fmla="*/ 0 w 46"/>
                  <a:gd name="GluePoint2Y" fmla="*/ 0 h 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7">
                    <a:moveTo>
                      <a:pt x="46" y="6"/>
                    </a:moveTo>
                    <a:cubicBezTo>
                      <a:pt x="30" y="7"/>
                      <a:pt x="15" y="5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9880" bIns="-29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8" name="Freeform 81"/>
              <p:cNvSpPr/>
              <p:nvPr/>
            </p:nvSpPr>
            <p:spPr>
              <a:xfrm flipH="1">
                <a:off x="1680480" y="2424240"/>
                <a:ext cx="110520" cy="51840"/>
              </a:xfrm>
              <a:custGeom>
                <a:avLst/>
                <a:gdLst>
                  <a:gd name="textAreaLeft" fmla="*/ -360 w 110520"/>
                  <a:gd name="textAreaRight" fmla="*/ 110520 w 110520"/>
                  <a:gd name="textAreaTop" fmla="*/ 0 h 51840"/>
                  <a:gd name="textAreaBottom" fmla="*/ 52200 h 51840"/>
                  <a:gd name="GluePoint1X" fmla="*/ 4551697 w 41"/>
                  <a:gd name="GluePoint1Y" fmla="*/ 2658256 h 21"/>
                  <a:gd name="GluePoint2X" fmla="*/ 0 w 41"/>
                  <a:gd name="GluePoint2Y" fmla="*/ 0 h 2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1" h="21">
                    <a:moveTo>
                      <a:pt x="41" y="21"/>
                    </a:moveTo>
                    <a:cubicBezTo>
                      <a:pt x="26" y="17"/>
                      <a:pt x="12" y="9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400" bIns="54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89" name="Freeform 82"/>
              <p:cNvSpPr/>
              <p:nvPr/>
            </p:nvSpPr>
            <p:spPr>
              <a:xfrm flipH="1">
                <a:off x="1680480" y="2424240"/>
                <a:ext cx="110520" cy="51840"/>
              </a:xfrm>
              <a:custGeom>
                <a:avLst/>
                <a:gdLst>
                  <a:gd name="textAreaLeft" fmla="*/ -360 w 110520"/>
                  <a:gd name="textAreaRight" fmla="*/ 110520 w 110520"/>
                  <a:gd name="textAreaTop" fmla="*/ 0 h 51840"/>
                  <a:gd name="textAreaBottom" fmla="*/ 52200 h 51840"/>
                  <a:gd name="GluePoint1X" fmla="*/ 4551697 w 41"/>
                  <a:gd name="GluePoint1Y" fmla="*/ 2658256 h 21"/>
                  <a:gd name="GluePoint2X" fmla="*/ 0 w 41"/>
                  <a:gd name="GluePoint2Y" fmla="*/ 0 h 2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1" h="21">
                    <a:moveTo>
                      <a:pt x="41" y="21"/>
                    </a:moveTo>
                    <a:cubicBezTo>
                      <a:pt x="26" y="17"/>
                      <a:pt x="12" y="9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5400" bIns="54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0" name="Freeform 83"/>
              <p:cNvSpPr/>
              <p:nvPr/>
            </p:nvSpPr>
            <p:spPr>
              <a:xfrm flipH="1">
                <a:off x="1791000" y="2338560"/>
                <a:ext cx="83880" cy="85680"/>
              </a:xfrm>
              <a:custGeom>
                <a:avLst/>
                <a:gdLst>
                  <a:gd name="textAreaLeft" fmla="*/ -360 w 83880"/>
                  <a:gd name="textAreaRight" fmla="*/ 83880 w 83880"/>
                  <a:gd name="textAreaTop" fmla="*/ 0 h 85680"/>
                  <a:gd name="textAreaBottom" fmla="*/ 86040 h 85680"/>
                  <a:gd name="GluePoint1X" fmla="*/ 3418113 w 31"/>
                  <a:gd name="GluePoint1Y" fmla="*/ 3937299 h 35"/>
                  <a:gd name="GluePoint2X" fmla="*/ 0 w 31"/>
                  <a:gd name="GluePoint2Y" fmla="*/ 0 h 3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5">
                    <a:moveTo>
                      <a:pt x="31" y="35"/>
                    </a:moveTo>
                    <a:cubicBezTo>
                      <a:pt x="18" y="25"/>
                      <a:pt x="8" y="13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1" name="Freeform 84"/>
              <p:cNvSpPr/>
              <p:nvPr/>
            </p:nvSpPr>
            <p:spPr>
              <a:xfrm flipH="1">
                <a:off x="1791000" y="2338560"/>
                <a:ext cx="83880" cy="85680"/>
              </a:xfrm>
              <a:custGeom>
                <a:avLst/>
                <a:gdLst>
                  <a:gd name="textAreaLeft" fmla="*/ -360 w 83880"/>
                  <a:gd name="textAreaRight" fmla="*/ 83880 w 83880"/>
                  <a:gd name="textAreaTop" fmla="*/ 0 h 85680"/>
                  <a:gd name="textAreaBottom" fmla="*/ 86040 h 85680"/>
                  <a:gd name="GluePoint1X" fmla="*/ 3418113 w 31"/>
                  <a:gd name="GluePoint1Y" fmla="*/ 3937299 h 35"/>
                  <a:gd name="GluePoint2X" fmla="*/ 0 w 31"/>
                  <a:gd name="GluePoint2Y" fmla="*/ 0 h 3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5">
                    <a:moveTo>
                      <a:pt x="31" y="35"/>
                    </a:moveTo>
                    <a:cubicBezTo>
                      <a:pt x="18" y="25"/>
                      <a:pt x="8" y="13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2" name="Line 85"/>
              <p:cNvSpPr/>
              <p:nvPr/>
            </p:nvSpPr>
            <p:spPr>
              <a:xfrm flipH="1" flipV="1">
                <a:off x="2020320" y="2108160"/>
                <a:ext cx="720" cy="2880"/>
              </a:xfrm>
              <a:prstGeom prst="line">
                <a:avLst/>
              </a:prstGeom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920" bIns="-43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3" name="Line 86"/>
              <p:cNvSpPr/>
              <p:nvPr/>
            </p:nvSpPr>
            <p:spPr>
              <a:xfrm flipH="1" flipV="1">
                <a:off x="2020320" y="2108160"/>
                <a:ext cx="720" cy="2880"/>
              </a:xfrm>
              <a:prstGeom prst="line">
                <a:avLst/>
              </a:prstGeom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3920" bIns="-43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4" name="Line 87"/>
              <p:cNvSpPr/>
              <p:nvPr/>
            </p:nvSpPr>
            <p:spPr>
              <a:xfrm flipH="1">
                <a:off x="2020320" y="2108160"/>
                <a:ext cx="720" cy="360"/>
              </a:xfrm>
              <a:prstGeom prst="line">
                <a:avLst/>
              </a:prstGeom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5" name="Line 88"/>
              <p:cNvSpPr/>
              <p:nvPr/>
            </p:nvSpPr>
            <p:spPr>
              <a:xfrm flipH="1">
                <a:off x="2020320" y="2108160"/>
                <a:ext cx="720" cy="360"/>
              </a:xfrm>
              <a:prstGeom prst="line">
                <a:avLst/>
              </a:prstGeom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6" name="Freeform 89"/>
              <p:cNvSpPr/>
              <p:nvPr/>
            </p:nvSpPr>
            <p:spPr>
              <a:xfrm flipH="1">
                <a:off x="1923840" y="2037960"/>
                <a:ext cx="97200" cy="70200"/>
              </a:xfrm>
              <a:custGeom>
                <a:avLst/>
                <a:gdLst>
                  <a:gd name="textAreaLeft" fmla="*/ 360 w 97200"/>
                  <a:gd name="textAreaRight" fmla="*/ 97920 w 97200"/>
                  <a:gd name="textAreaTop" fmla="*/ 0 h 70200"/>
                  <a:gd name="textAreaBottom" fmla="*/ 70560 h 70200"/>
                  <a:gd name="GluePoint1X" fmla="*/ 0 w 36"/>
                  <a:gd name="GluePoint1Y" fmla="*/ 2995089 h 29"/>
                  <a:gd name="GluePoint2X" fmla="*/ 3978438 w 36"/>
                  <a:gd name="GluePoint2Y" fmla="*/ 0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6" h="29">
                    <a:moveTo>
                      <a:pt x="0" y="29"/>
                    </a:moveTo>
                    <a:cubicBezTo>
                      <a:pt x="8" y="15"/>
                      <a:pt x="21" y="5"/>
                      <a:pt x="36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3760" bIns="237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7" name="Freeform 90"/>
              <p:cNvSpPr/>
              <p:nvPr/>
            </p:nvSpPr>
            <p:spPr>
              <a:xfrm flipH="1">
                <a:off x="1923840" y="2037960"/>
                <a:ext cx="97200" cy="70200"/>
              </a:xfrm>
              <a:custGeom>
                <a:avLst/>
                <a:gdLst>
                  <a:gd name="textAreaLeft" fmla="*/ 360 w 97200"/>
                  <a:gd name="textAreaRight" fmla="*/ 97920 w 97200"/>
                  <a:gd name="textAreaTop" fmla="*/ 0 h 70200"/>
                  <a:gd name="textAreaBottom" fmla="*/ 70560 h 70200"/>
                  <a:gd name="GluePoint1X" fmla="*/ 0 w 36"/>
                  <a:gd name="GluePoint1Y" fmla="*/ 2995089 h 29"/>
                  <a:gd name="GluePoint2X" fmla="*/ 3978438 w 36"/>
                  <a:gd name="GluePoint2Y" fmla="*/ 0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6" h="29">
                    <a:moveTo>
                      <a:pt x="0" y="29"/>
                    </a:moveTo>
                    <a:cubicBezTo>
                      <a:pt x="8" y="15"/>
                      <a:pt x="21" y="5"/>
                      <a:pt x="36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3760" bIns="237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8" name="Freeform 91"/>
              <p:cNvSpPr/>
              <p:nvPr/>
            </p:nvSpPr>
            <p:spPr>
              <a:xfrm flipH="1">
                <a:off x="1802520" y="2027880"/>
                <a:ext cx="120960" cy="19080"/>
              </a:xfrm>
              <a:custGeom>
                <a:avLst/>
                <a:gdLst>
                  <a:gd name="textAreaLeft" fmla="*/ 360 w 120960"/>
                  <a:gd name="textAreaRight" fmla="*/ 121680 w 120960"/>
                  <a:gd name="textAreaTop" fmla="*/ 0 h 19080"/>
                  <a:gd name="textAreaBottom" fmla="*/ 19440 h 19080"/>
                  <a:gd name="GluePoint1X" fmla="*/ 0 w 45"/>
                  <a:gd name="GluePoint1Y" fmla="*/ 372500 h 8"/>
                  <a:gd name="GluePoint2X" fmla="*/ 4722467 w 45"/>
                  <a:gd name="GluePoint2Y" fmla="*/ 709628 h 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8">
                    <a:moveTo>
                      <a:pt x="0" y="4"/>
                    </a:moveTo>
                    <a:cubicBezTo>
                      <a:pt x="15" y="0"/>
                      <a:pt x="31" y="1"/>
                      <a:pt x="45" y="8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699" name="Freeform 92"/>
              <p:cNvSpPr/>
              <p:nvPr/>
            </p:nvSpPr>
            <p:spPr>
              <a:xfrm flipH="1">
                <a:off x="1802520" y="2027880"/>
                <a:ext cx="120960" cy="19080"/>
              </a:xfrm>
              <a:custGeom>
                <a:avLst/>
                <a:gdLst>
                  <a:gd name="textAreaLeft" fmla="*/ 360 w 120960"/>
                  <a:gd name="textAreaRight" fmla="*/ 121680 w 120960"/>
                  <a:gd name="textAreaTop" fmla="*/ 0 h 19080"/>
                  <a:gd name="textAreaBottom" fmla="*/ 19440 h 19080"/>
                  <a:gd name="GluePoint1X" fmla="*/ 0 w 45"/>
                  <a:gd name="GluePoint1Y" fmla="*/ 372500 h 8"/>
                  <a:gd name="GluePoint2X" fmla="*/ 4722467 w 45"/>
                  <a:gd name="GluePoint2Y" fmla="*/ 709628 h 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8">
                    <a:moveTo>
                      <a:pt x="0" y="4"/>
                    </a:moveTo>
                    <a:cubicBezTo>
                      <a:pt x="15" y="0"/>
                      <a:pt x="31" y="1"/>
                      <a:pt x="45" y="8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360" bIns="-27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0" name="Freeform 93"/>
              <p:cNvSpPr/>
              <p:nvPr/>
            </p:nvSpPr>
            <p:spPr>
              <a:xfrm flipH="1">
                <a:off x="1717560" y="2046960"/>
                <a:ext cx="84600" cy="81000"/>
              </a:xfrm>
              <a:custGeom>
                <a:avLst/>
                <a:gdLst>
                  <a:gd name="textAreaLeft" fmla="*/ -360 w 84600"/>
                  <a:gd name="textAreaRight" fmla="*/ 84600 w 84600"/>
                  <a:gd name="textAreaTop" fmla="*/ 0 h 81000"/>
                  <a:gd name="textAreaBottom" fmla="*/ 81360 h 81000"/>
                  <a:gd name="GluePoint1X" fmla="*/ 0 w 31"/>
                  <a:gd name="GluePoint1Y" fmla="*/ 0 h 33"/>
                  <a:gd name="GluePoint2X" fmla="*/ 3787014 w 31"/>
                  <a:gd name="GluePoint2Y" fmla="*/ 3853061 h 3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3">
                    <a:moveTo>
                      <a:pt x="0" y="0"/>
                    </a:moveTo>
                    <a:cubicBezTo>
                      <a:pt x="14" y="7"/>
                      <a:pt x="26" y="19"/>
                      <a:pt x="31" y="33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4560" bIns="34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1" name="Freeform 94"/>
              <p:cNvSpPr/>
              <p:nvPr/>
            </p:nvSpPr>
            <p:spPr>
              <a:xfrm flipH="1">
                <a:off x="1717560" y="2046960"/>
                <a:ext cx="84600" cy="81000"/>
              </a:xfrm>
              <a:custGeom>
                <a:avLst/>
                <a:gdLst>
                  <a:gd name="textAreaLeft" fmla="*/ -360 w 84600"/>
                  <a:gd name="textAreaRight" fmla="*/ 84600 w 84600"/>
                  <a:gd name="textAreaTop" fmla="*/ 0 h 81000"/>
                  <a:gd name="textAreaBottom" fmla="*/ 81360 h 81000"/>
                  <a:gd name="GluePoint1X" fmla="*/ 0 w 31"/>
                  <a:gd name="GluePoint1Y" fmla="*/ 0 h 33"/>
                  <a:gd name="GluePoint2X" fmla="*/ 3787014 w 31"/>
                  <a:gd name="GluePoint2Y" fmla="*/ 3853061 h 3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3">
                    <a:moveTo>
                      <a:pt x="0" y="0"/>
                    </a:moveTo>
                    <a:cubicBezTo>
                      <a:pt x="14" y="7"/>
                      <a:pt x="26" y="19"/>
                      <a:pt x="31" y="33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4560" bIns="34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2" name="Freeform 95"/>
              <p:cNvSpPr/>
              <p:nvPr/>
            </p:nvSpPr>
            <p:spPr>
              <a:xfrm flipH="1">
                <a:off x="1702080" y="2127960"/>
                <a:ext cx="15840" cy="112320"/>
              </a:xfrm>
              <a:custGeom>
                <a:avLst/>
                <a:gdLst>
                  <a:gd name="textAreaLeft" fmla="*/ 360 w 15840"/>
                  <a:gd name="textAreaRight" fmla="*/ 16560 w 15840"/>
                  <a:gd name="textAreaTop" fmla="*/ 0 h 112320"/>
                  <a:gd name="textAreaBottom" fmla="*/ 112680 h 112320"/>
                  <a:gd name="GluePoint1X" fmla="*/ 0 w 6"/>
                  <a:gd name="GluePoint1Y" fmla="*/ 0 h 46"/>
                  <a:gd name="GluePoint2X" fmla="*/ 0 w 6"/>
                  <a:gd name="GluePoint2Y" fmla="*/ 5112018 h 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" h="46">
                    <a:moveTo>
                      <a:pt x="0" y="0"/>
                    </a:moveTo>
                    <a:cubicBezTo>
                      <a:pt x="6" y="15"/>
                      <a:pt x="6" y="32"/>
                      <a:pt x="0" y="46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3" name="Freeform 96"/>
              <p:cNvSpPr/>
              <p:nvPr/>
            </p:nvSpPr>
            <p:spPr>
              <a:xfrm flipH="1">
                <a:off x="1702080" y="2127960"/>
                <a:ext cx="15840" cy="112320"/>
              </a:xfrm>
              <a:custGeom>
                <a:avLst/>
                <a:gdLst>
                  <a:gd name="textAreaLeft" fmla="*/ 360 w 15840"/>
                  <a:gd name="textAreaRight" fmla="*/ 16560 w 15840"/>
                  <a:gd name="textAreaTop" fmla="*/ 0 h 112320"/>
                  <a:gd name="textAreaBottom" fmla="*/ 112680 h 112320"/>
                  <a:gd name="GluePoint1X" fmla="*/ 0 w 6"/>
                  <a:gd name="GluePoint1Y" fmla="*/ 0 h 46"/>
                  <a:gd name="GluePoint2X" fmla="*/ 0 w 6"/>
                  <a:gd name="GluePoint2Y" fmla="*/ 5112018 h 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" h="46">
                    <a:moveTo>
                      <a:pt x="0" y="0"/>
                    </a:moveTo>
                    <a:cubicBezTo>
                      <a:pt x="6" y="15"/>
                      <a:pt x="6" y="32"/>
                      <a:pt x="0" y="46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4" name="Freeform 97"/>
              <p:cNvSpPr/>
              <p:nvPr/>
            </p:nvSpPr>
            <p:spPr>
              <a:xfrm flipH="1">
                <a:off x="1717560" y="2240640"/>
                <a:ext cx="84600" cy="81000"/>
              </a:xfrm>
              <a:custGeom>
                <a:avLst/>
                <a:gdLst>
                  <a:gd name="textAreaLeft" fmla="*/ -360 w 84600"/>
                  <a:gd name="textAreaRight" fmla="*/ 84600 w 84600"/>
                  <a:gd name="textAreaTop" fmla="*/ 0 h 81000"/>
                  <a:gd name="textAreaBottom" fmla="*/ 81360 h 81000"/>
                  <a:gd name="GluePoint1X" fmla="*/ 3787014 w 31"/>
                  <a:gd name="GluePoint1Y" fmla="*/ 0 h 33"/>
                  <a:gd name="GluePoint2X" fmla="*/ 0 w 31"/>
                  <a:gd name="GluePoint2Y" fmla="*/ 3853061 h 3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3">
                    <a:moveTo>
                      <a:pt x="31" y="0"/>
                    </a:moveTo>
                    <a:cubicBezTo>
                      <a:pt x="26" y="14"/>
                      <a:pt x="14" y="27"/>
                      <a:pt x="0" y="33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4560" bIns="34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5" name="Freeform 98"/>
              <p:cNvSpPr/>
              <p:nvPr/>
            </p:nvSpPr>
            <p:spPr>
              <a:xfrm flipH="1">
                <a:off x="1717560" y="2240640"/>
                <a:ext cx="84600" cy="81000"/>
              </a:xfrm>
              <a:custGeom>
                <a:avLst/>
                <a:gdLst>
                  <a:gd name="textAreaLeft" fmla="*/ -360 w 84600"/>
                  <a:gd name="textAreaRight" fmla="*/ 84600 w 84600"/>
                  <a:gd name="textAreaTop" fmla="*/ 0 h 81000"/>
                  <a:gd name="textAreaBottom" fmla="*/ 81360 h 81000"/>
                  <a:gd name="GluePoint1X" fmla="*/ 3787014 w 31"/>
                  <a:gd name="GluePoint1Y" fmla="*/ 0 h 33"/>
                  <a:gd name="GluePoint2X" fmla="*/ 0 w 31"/>
                  <a:gd name="GluePoint2Y" fmla="*/ 3853061 h 3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3">
                    <a:moveTo>
                      <a:pt x="31" y="0"/>
                    </a:moveTo>
                    <a:cubicBezTo>
                      <a:pt x="26" y="14"/>
                      <a:pt x="14" y="27"/>
                      <a:pt x="0" y="33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4560" bIns="34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6" name="Freeform 99"/>
              <p:cNvSpPr/>
              <p:nvPr/>
            </p:nvSpPr>
            <p:spPr>
              <a:xfrm flipH="1">
                <a:off x="1802520" y="2321640"/>
                <a:ext cx="120960" cy="19800"/>
              </a:xfrm>
              <a:custGeom>
                <a:avLst/>
                <a:gdLst>
                  <a:gd name="textAreaLeft" fmla="*/ 360 w 120960"/>
                  <a:gd name="textAreaRight" fmla="*/ 121680 w 120960"/>
                  <a:gd name="textAreaTop" fmla="*/ 0 h 19800"/>
                  <a:gd name="textAreaBottom" fmla="*/ 20160 h 19800"/>
                  <a:gd name="GluePoint1X" fmla="*/ 4722467 w 45"/>
                  <a:gd name="GluePoint1Y" fmla="*/ 0 h 8"/>
                  <a:gd name="GluePoint2X" fmla="*/ 0 w 45"/>
                  <a:gd name="GluePoint2Y" fmla="*/ 520689 h 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8">
                    <a:moveTo>
                      <a:pt x="45" y="0"/>
                    </a:moveTo>
                    <a:cubicBezTo>
                      <a:pt x="31" y="7"/>
                      <a:pt x="15" y="8"/>
                      <a:pt x="0" y="4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6640" bIns="-26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7" name="Freeform 100"/>
              <p:cNvSpPr/>
              <p:nvPr/>
            </p:nvSpPr>
            <p:spPr>
              <a:xfrm flipH="1">
                <a:off x="1802520" y="2321640"/>
                <a:ext cx="120960" cy="19800"/>
              </a:xfrm>
              <a:custGeom>
                <a:avLst/>
                <a:gdLst>
                  <a:gd name="textAreaLeft" fmla="*/ 360 w 120960"/>
                  <a:gd name="textAreaRight" fmla="*/ 121680 w 120960"/>
                  <a:gd name="textAreaTop" fmla="*/ 0 h 19800"/>
                  <a:gd name="textAreaBottom" fmla="*/ 20160 h 19800"/>
                  <a:gd name="GluePoint1X" fmla="*/ 4722467 w 45"/>
                  <a:gd name="GluePoint1Y" fmla="*/ 0 h 8"/>
                  <a:gd name="GluePoint2X" fmla="*/ 0 w 45"/>
                  <a:gd name="GluePoint2Y" fmla="*/ 520689 h 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5" h="8">
                    <a:moveTo>
                      <a:pt x="45" y="0"/>
                    </a:moveTo>
                    <a:cubicBezTo>
                      <a:pt x="31" y="7"/>
                      <a:pt x="15" y="8"/>
                      <a:pt x="0" y="4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6640" bIns="-26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8" name="Freeform 101"/>
              <p:cNvSpPr/>
              <p:nvPr/>
            </p:nvSpPr>
            <p:spPr>
              <a:xfrm flipH="1">
                <a:off x="1923840" y="2260440"/>
                <a:ext cx="97200" cy="70920"/>
              </a:xfrm>
              <a:custGeom>
                <a:avLst/>
                <a:gdLst>
                  <a:gd name="textAreaLeft" fmla="*/ 360 w 97200"/>
                  <a:gd name="textAreaRight" fmla="*/ 97920 w 97200"/>
                  <a:gd name="textAreaTop" fmla="*/ 0 h 70920"/>
                  <a:gd name="textAreaBottom" fmla="*/ 71280 h 70920"/>
                  <a:gd name="GluePoint1X" fmla="*/ 3978438 w 36"/>
                  <a:gd name="GluePoint1Y" fmla="*/ 3334739 h 29"/>
                  <a:gd name="GluePoint2X" fmla="*/ 0 w 36"/>
                  <a:gd name="GluePoint2Y" fmla="*/ 0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6" h="29">
                    <a:moveTo>
                      <a:pt x="36" y="29"/>
                    </a:moveTo>
                    <a:cubicBezTo>
                      <a:pt x="21" y="24"/>
                      <a:pt x="8" y="14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4480" bIns="244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09" name="Freeform 102"/>
              <p:cNvSpPr/>
              <p:nvPr/>
            </p:nvSpPr>
            <p:spPr>
              <a:xfrm flipH="1">
                <a:off x="1923840" y="2260440"/>
                <a:ext cx="97200" cy="70920"/>
              </a:xfrm>
              <a:custGeom>
                <a:avLst/>
                <a:gdLst>
                  <a:gd name="textAreaLeft" fmla="*/ 360 w 97200"/>
                  <a:gd name="textAreaRight" fmla="*/ 97920 w 97200"/>
                  <a:gd name="textAreaTop" fmla="*/ 0 h 70920"/>
                  <a:gd name="textAreaBottom" fmla="*/ 71280 h 70920"/>
                  <a:gd name="GluePoint1X" fmla="*/ 3978438 w 36"/>
                  <a:gd name="GluePoint1Y" fmla="*/ 3334739 h 29"/>
                  <a:gd name="GluePoint2X" fmla="*/ 0 w 36"/>
                  <a:gd name="GluePoint2Y" fmla="*/ 0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6" h="29">
                    <a:moveTo>
                      <a:pt x="36" y="29"/>
                    </a:moveTo>
                    <a:cubicBezTo>
                      <a:pt x="21" y="24"/>
                      <a:pt x="8" y="14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4480" bIns="244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grpSp>
          <p:nvGrpSpPr>
            <p:cNvPr id="710" name="Group 103"/>
            <p:cNvGrpSpPr/>
            <p:nvPr/>
          </p:nvGrpSpPr>
          <p:grpSpPr>
            <a:xfrm>
              <a:off x="7152480" y="1665360"/>
              <a:ext cx="1498680" cy="1023120"/>
              <a:chOff x="7152480" y="1665360"/>
              <a:chExt cx="1498680" cy="1023120"/>
            </a:xfrm>
          </p:grpSpPr>
          <p:sp>
            <p:nvSpPr>
              <p:cNvPr id="711" name="Freeform 104"/>
              <p:cNvSpPr/>
              <p:nvPr/>
            </p:nvSpPr>
            <p:spPr>
              <a:xfrm flipH="1">
                <a:off x="7152480" y="2176920"/>
                <a:ext cx="68040" cy="37080"/>
              </a:xfrm>
              <a:custGeom>
                <a:avLst/>
                <a:gdLst>
                  <a:gd name="textAreaLeft" fmla="*/ -360 w 68040"/>
                  <a:gd name="textAreaRight" fmla="*/ 68040 w 68040"/>
                  <a:gd name="textAreaTop" fmla="*/ 0 h 37080"/>
                  <a:gd name="textAreaBottom" fmla="*/ 37440 h 37080"/>
                  <a:gd name="GluePoint1X" fmla="*/ 0 w 27"/>
                  <a:gd name="GluePoint1Y" fmla="*/ 1737965 h 16"/>
                  <a:gd name="GluePoint2X" fmla="*/ 0 w 27"/>
                  <a:gd name="GluePoint2Y" fmla="*/ 1737965 h 16"/>
                  <a:gd name="GluePoint3X" fmla="*/ 3252666 w 27"/>
                  <a:gd name="GluePoint3Y" fmla="*/ 0 h 1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27" h="16">
                    <a:moveTo>
                      <a:pt x="0" y="16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5" y="6"/>
                      <a:pt x="15" y="0"/>
                      <a:pt x="27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9360" bIns="-9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12" name="Freeform 105"/>
              <p:cNvSpPr/>
              <p:nvPr/>
            </p:nvSpPr>
            <p:spPr>
              <a:xfrm flipH="1">
                <a:off x="7152480" y="2142000"/>
                <a:ext cx="68040" cy="34920"/>
              </a:xfrm>
              <a:custGeom>
                <a:avLst/>
                <a:gdLst>
                  <a:gd name="textAreaLeft" fmla="*/ -360 w 68040"/>
                  <a:gd name="textAreaRight" fmla="*/ 68040 w 68040"/>
                  <a:gd name="textAreaTop" fmla="*/ 0 h 34920"/>
                  <a:gd name="textAreaBottom" fmla="*/ 35280 h 34920"/>
                  <a:gd name="GluePoint1X" fmla="*/ 3252666 w 27"/>
                  <a:gd name="GluePoint1Y" fmla="*/ 1694496 h 15"/>
                  <a:gd name="GluePoint2X" fmla="*/ 0 w 27"/>
                  <a:gd name="GluePoint2Y" fmla="*/ 0 h 1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7" h="15">
                    <a:moveTo>
                      <a:pt x="27" y="15"/>
                    </a:moveTo>
                    <a:cubicBezTo>
                      <a:pt x="15" y="15"/>
                      <a:pt x="5" y="9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1520" bIns="-115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13" name="Freeform 106"/>
              <p:cNvSpPr/>
              <p:nvPr/>
            </p:nvSpPr>
            <p:spPr>
              <a:xfrm flipH="1">
                <a:off x="7152480" y="2176920"/>
                <a:ext cx="202680" cy="109080"/>
              </a:xfrm>
              <a:custGeom>
                <a:avLst/>
                <a:gdLst>
                  <a:gd name="textAreaLeft" fmla="*/ -360 w 202680"/>
                  <a:gd name="textAreaRight" fmla="*/ 202680 w 202680"/>
                  <a:gd name="textAreaTop" fmla="*/ 0 h 109080"/>
                  <a:gd name="textAreaBottom" fmla="*/ 109440 h 109080"/>
                  <a:gd name="GluePoint1X" fmla="*/ 0 w 81"/>
                  <a:gd name="GluePoint1Y" fmla="*/ 5156623 h 47"/>
                  <a:gd name="GluePoint2X" fmla="*/ 0 w 81"/>
                  <a:gd name="GluePoint2Y" fmla="*/ 5156623 h 47"/>
                  <a:gd name="GluePoint3X" fmla="*/ 9049236 w 81"/>
                  <a:gd name="GluePoint3Y" fmla="*/ 0 h 4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81" h="47">
                    <a:moveTo>
                      <a:pt x="0" y="47"/>
                    </a:moveTo>
                    <a:cubicBezTo>
                      <a:pt x="0" y="47"/>
                      <a:pt x="0" y="47"/>
                      <a:pt x="0" y="47"/>
                    </a:cubicBezTo>
                    <a:cubicBezTo>
                      <a:pt x="16" y="19"/>
                      <a:pt x="46" y="0"/>
                      <a:pt x="81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14" name="Freeform 107"/>
              <p:cNvSpPr/>
              <p:nvPr/>
            </p:nvSpPr>
            <p:spPr>
              <a:xfrm flipH="1">
                <a:off x="7152480" y="2066760"/>
                <a:ext cx="202680" cy="110160"/>
              </a:xfrm>
              <a:custGeom>
                <a:avLst/>
                <a:gdLst>
                  <a:gd name="textAreaLeft" fmla="*/ -360 w 202680"/>
                  <a:gd name="textAreaRight" fmla="*/ 202680 w 202680"/>
                  <a:gd name="textAreaTop" fmla="*/ 0 h 110160"/>
                  <a:gd name="textAreaBottom" fmla="*/ 110520 h 110160"/>
                  <a:gd name="GluePoint1X" fmla="*/ 9049236 w 81"/>
                  <a:gd name="GluePoint1Y" fmla="*/ 5504021 h 47"/>
                  <a:gd name="GluePoint2X" fmla="*/ 0 w 81"/>
                  <a:gd name="GluePoint2Y" fmla="*/ 0 h 4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81" h="47">
                    <a:moveTo>
                      <a:pt x="81" y="47"/>
                    </a:moveTo>
                    <a:cubicBezTo>
                      <a:pt x="46" y="47"/>
                      <a:pt x="16" y="28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15" name="Freeform 108"/>
              <p:cNvSpPr/>
              <p:nvPr/>
            </p:nvSpPr>
            <p:spPr>
              <a:xfrm flipH="1">
                <a:off x="7152840" y="2176920"/>
                <a:ext cx="338400" cy="181440"/>
              </a:xfrm>
              <a:custGeom>
                <a:avLst/>
                <a:gdLst>
                  <a:gd name="textAreaLeft" fmla="*/ 360 w 338400"/>
                  <a:gd name="textAreaRight" fmla="*/ 339120 w 338400"/>
                  <a:gd name="textAreaTop" fmla="*/ 0 h 181440"/>
                  <a:gd name="textAreaBottom" fmla="*/ 181800 h 181440"/>
                  <a:gd name="GluePoint1X" fmla="*/ 0 w 135"/>
                  <a:gd name="GluePoint1Y" fmla="*/ 8574723 h 78"/>
                  <a:gd name="GluePoint2X" fmla="*/ 0 w 135"/>
                  <a:gd name="GluePoint2Y" fmla="*/ 8574723 h 78"/>
                  <a:gd name="GluePoint3X" fmla="*/ 15193433 w 135"/>
                  <a:gd name="GluePoint3Y" fmla="*/ 0 h 7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</a:cxnLst>
                <a:rect l="textAreaLeft" t="textAreaTop" r="textAreaRight" b="textAreaBottom"/>
                <a:pathLst>
                  <a:path w="135" h="78">
                    <a:moveTo>
                      <a:pt x="0" y="78"/>
                    </a:moveTo>
                    <a:cubicBezTo>
                      <a:pt x="0" y="78"/>
                      <a:pt x="0" y="78"/>
                      <a:pt x="0" y="78"/>
                    </a:cubicBezTo>
                    <a:cubicBezTo>
                      <a:pt x="27" y="32"/>
                      <a:pt x="77" y="0"/>
                      <a:pt x="135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16" name="Freeform 109"/>
              <p:cNvSpPr/>
              <p:nvPr/>
            </p:nvSpPr>
            <p:spPr>
              <a:xfrm flipH="1">
                <a:off x="7152840" y="1994400"/>
                <a:ext cx="338400" cy="182520"/>
              </a:xfrm>
              <a:custGeom>
                <a:avLst/>
                <a:gdLst>
                  <a:gd name="textAreaLeft" fmla="*/ 360 w 338400"/>
                  <a:gd name="textAreaRight" fmla="*/ 339120 w 338400"/>
                  <a:gd name="textAreaTop" fmla="*/ 0 h 182520"/>
                  <a:gd name="textAreaBottom" fmla="*/ 182880 h 182520"/>
                  <a:gd name="GluePoint1X" fmla="*/ 15193433 w 135"/>
                  <a:gd name="GluePoint1Y" fmla="*/ 8920154 h 78"/>
                  <a:gd name="GluePoint2X" fmla="*/ 0 w 135"/>
                  <a:gd name="GluePoint2Y" fmla="*/ 0 h 7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35" h="78">
                    <a:moveTo>
                      <a:pt x="135" y="78"/>
                    </a:moveTo>
                    <a:cubicBezTo>
                      <a:pt x="77" y="78"/>
                      <a:pt x="27" y="47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17" name="Freeform 110"/>
              <p:cNvSpPr/>
              <p:nvPr/>
            </p:nvSpPr>
            <p:spPr>
              <a:xfrm flipH="1">
                <a:off x="7152120" y="1665360"/>
                <a:ext cx="1498680" cy="1023120"/>
              </a:xfrm>
              <a:custGeom>
                <a:avLst/>
                <a:gdLst>
                  <a:gd name="textAreaLeft" fmla="*/ -360 w 1498680"/>
                  <a:gd name="textAreaRight" fmla="*/ 1498680 w 1498680"/>
                  <a:gd name="textAreaTop" fmla="*/ 0 h 1023120"/>
                  <a:gd name="textAreaBottom" fmla="*/ 1023480 h 1023120"/>
                  <a:gd name="GluePoint1X" fmla="*/ 66764225 w 598"/>
                  <a:gd name="GluePoint1Y" fmla="*/ 24729602 h 438"/>
                  <a:gd name="GluePoint2X" fmla="*/ 45673748 w 598"/>
                  <a:gd name="GluePoint2Y" fmla="*/ 12418724 h 438"/>
                  <a:gd name="GluePoint3X" fmla="*/ 45673748 w 598"/>
                  <a:gd name="GluePoint3Y" fmla="*/ 12418724 h 438"/>
                  <a:gd name="GluePoint4X" fmla="*/ 24444258 w 598"/>
                  <a:gd name="GluePoint4Y" fmla="*/ 0 h 438"/>
                  <a:gd name="GluePoint5X" fmla="*/ 0 w 598"/>
                  <a:gd name="GluePoint5Y" fmla="*/ 24729602 h 438"/>
                  <a:gd name="GluePoint6X" fmla="*/ 24444258 w 598"/>
                  <a:gd name="GluePoint6Y" fmla="*/ 49459640 h 438"/>
                  <a:gd name="GluePoint7X" fmla="*/ 45673748 w 598"/>
                  <a:gd name="GluePoint7Y" fmla="*/ 37037462 h 438"/>
                  <a:gd name="GluePoint8X" fmla="*/ 45673748 w 598"/>
                  <a:gd name="GluePoint8Y" fmla="*/ 37148419 h 438"/>
                  <a:gd name="GluePoint9X" fmla="*/ 66764225 w 598"/>
                  <a:gd name="GluePoint9Y" fmla="*/ 24729602 h 4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598" h="438">
                    <a:moveTo>
                      <a:pt x="598" y="219"/>
                    </a:moveTo>
                    <a:cubicBezTo>
                      <a:pt x="517" y="219"/>
                      <a:pt x="446" y="175"/>
                      <a:pt x="409" y="110"/>
                    </a:cubicBezTo>
                    <a:cubicBezTo>
                      <a:pt x="409" y="110"/>
                      <a:pt x="409" y="110"/>
                      <a:pt x="409" y="110"/>
                    </a:cubicBezTo>
                    <a:cubicBezTo>
                      <a:pt x="371" y="44"/>
                      <a:pt x="300" y="0"/>
                      <a:pt x="219" y="0"/>
                    </a:cubicBezTo>
                    <a:cubicBezTo>
                      <a:pt x="98" y="0"/>
                      <a:pt x="0" y="98"/>
                      <a:pt x="0" y="219"/>
                    </a:cubicBezTo>
                    <a:cubicBezTo>
                      <a:pt x="0" y="340"/>
                      <a:pt x="98" y="438"/>
                      <a:pt x="219" y="438"/>
                    </a:cubicBezTo>
                    <a:cubicBezTo>
                      <a:pt x="300" y="438"/>
                      <a:pt x="371" y="394"/>
                      <a:pt x="409" y="328"/>
                    </a:cubicBezTo>
                    <a:cubicBezTo>
                      <a:pt x="409" y="329"/>
                      <a:pt x="409" y="329"/>
                      <a:pt x="409" y="329"/>
                    </a:cubicBezTo>
                    <a:cubicBezTo>
                      <a:pt x="446" y="263"/>
                      <a:pt x="517" y="219"/>
                      <a:pt x="598" y="21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18" name="Line 111"/>
              <p:cNvSpPr/>
              <p:nvPr/>
            </p:nvSpPr>
            <p:spPr>
              <a:xfrm flipH="1">
                <a:off x="7490880" y="1994400"/>
                <a:ext cx="360" cy="720"/>
              </a:xfrm>
              <a:prstGeom prst="line">
                <a:avLst/>
              </a:prstGeom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080" bIns="-46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19" name="Line 112"/>
              <p:cNvSpPr/>
              <p:nvPr/>
            </p:nvSpPr>
            <p:spPr>
              <a:xfrm flipH="1">
                <a:off x="7490880" y="1994400"/>
                <a:ext cx="360" cy="720"/>
              </a:xfrm>
              <a:prstGeom prst="line">
                <a:avLst/>
              </a:prstGeom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080" bIns="-46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0" name="Freeform 113"/>
              <p:cNvSpPr/>
              <p:nvPr/>
            </p:nvSpPr>
            <p:spPr>
              <a:xfrm flipH="1">
                <a:off x="7490880" y="1908360"/>
                <a:ext cx="77400" cy="86040"/>
              </a:xfrm>
              <a:custGeom>
                <a:avLst/>
                <a:gdLst>
                  <a:gd name="textAreaLeft" fmla="*/ -360 w 77400"/>
                  <a:gd name="textAreaRight" fmla="*/ 77400 w 77400"/>
                  <a:gd name="textAreaTop" fmla="*/ 0 h 86040"/>
                  <a:gd name="textAreaBottom" fmla="*/ 86400 h 86040"/>
                  <a:gd name="GluePoint1X" fmla="*/ 3418113 w 31"/>
                  <a:gd name="GluePoint1Y" fmla="*/ 4023293 h 37"/>
                  <a:gd name="GluePoint2X" fmla="*/ 0 w 31"/>
                  <a:gd name="GluePoint2Y" fmla="*/ 0 h 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7">
                    <a:moveTo>
                      <a:pt x="31" y="37"/>
                    </a:moveTo>
                    <a:cubicBezTo>
                      <a:pt x="22" y="24"/>
                      <a:pt x="13" y="10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1" name="Freeform 114"/>
              <p:cNvSpPr/>
              <p:nvPr/>
            </p:nvSpPr>
            <p:spPr>
              <a:xfrm flipH="1">
                <a:off x="7490880" y="1908360"/>
                <a:ext cx="77400" cy="86040"/>
              </a:xfrm>
              <a:custGeom>
                <a:avLst/>
                <a:gdLst>
                  <a:gd name="textAreaLeft" fmla="*/ -360 w 77400"/>
                  <a:gd name="textAreaRight" fmla="*/ 77400 w 77400"/>
                  <a:gd name="textAreaTop" fmla="*/ 0 h 86040"/>
                  <a:gd name="textAreaBottom" fmla="*/ 86400 h 86040"/>
                  <a:gd name="GluePoint1X" fmla="*/ 3418113 w 31"/>
                  <a:gd name="GluePoint1Y" fmla="*/ 4023293 h 37"/>
                  <a:gd name="GluePoint2X" fmla="*/ 0 w 31"/>
                  <a:gd name="GluePoint2Y" fmla="*/ 0 h 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7">
                    <a:moveTo>
                      <a:pt x="31" y="37"/>
                    </a:moveTo>
                    <a:cubicBezTo>
                      <a:pt x="22" y="24"/>
                      <a:pt x="13" y="10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2" name="Freeform 115"/>
              <p:cNvSpPr/>
              <p:nvPr/>
            </p:nvSpPr>
            <p:spPr>
              <a:xfrm flipH="1">
                <a:off x="7568640" y="1844640"/>
                <a:ext cx="97920" cy="63360"/>
              </a:xfrm>
              <a:custGeom>
                <a:avLst/>
                <a:gdLst>
                  <a:gd name="textAreaLeft" fmla="*/ 360 w 97920"/>
                  <a:gd name="textAreaRight" fmla="*/ 98640 w 97920"/>
                  <a:gd name="textAreaTop" fmla="*/ 0 h 63360"/>
                  <a:gd name="textAreaBottom" fmla="*/ 63720 h 63360"/>
                  <a:gd name="GluePoint1X" fmla="*/ 4465461 w 39"/>
                  <a:gd name="GluePoint1Y" fmla="*/ 3252666 h 27"/>
                  <a:gd name="GluePoint2X" fmla="*/ 0 w 39"/>
                  <a:gd name="GluePoint2Y" fmla="*/ 0 h 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27">
                    <a:moveTo>
                      <a:pt x="39" y="27"/>
                    </a:moveTo>
                    <a:cubicBezTo>
                      <a:pt x="28" y="16"/>
                      <a:pt x="14" y="7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920" bIns="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3" name="Freeform 116"/>
              <p:cNvSpPr/>
              <p:nvPr/>
            </p:nvSpPr>
            <p:spPr>
              <a:xfrm flipH="1">
                <a:off x="7568640" y="1844640"/>
                <a:ext cx="97920" cy="63360"/>
              </a:xfrm>
              <a:custGeom>
                <a:avLst/>
                <a:gdLst>
                  <a:gd name="textAreaLeft" fmla="*/ 360 w 97920"/>
                  <a:gd name="textAreaRight" fmla="*/ 98640 w 97920"/>
                  <a:gd name="textAreaTop" fmla="*/ 0 h 63360"/>
                  <a:gd name="textAreaBottom" fmla="*/ 63720 h 63360"/>
                  <a:gd name="GluePoint1X" fmla="*/ 4465461 w 39"/>
                  <a:gd name="GluePoint1Y" fmla="*/ 3252666 h 27"/>
                  <a:gd name="GluePoint2X" fmla="*/ 0 w 39"/>
                  <a:gd name="GluePoint2Y" fmla="*/ 0 h 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27">
                    <a:moveTo>
                      <a:pt x="39" y="27"/>
                    </a:moveTo>
                    <a:cubicBezTo>
                      <a:pt x="28" y="16"/>
                      <a:pt x="14" y="7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920" bIns="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4" name="Freeform 117"/>
              <p:cNvSpPr/>
              <p:nvPr/>
            </p:nvSpPr>
            <p:spPr>
              <a:xfrm flipH="1">
                <a:off x="7666560" y="1814760"/>
                <a:ext cx="114840" cy="2988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29880"/>
                  <a:gd name="textAreaBottom" fmla="*/ 30240 h 29880"/>
                  <a:gd name="GluePoint1X" fmla="*/ 5112018 w 46"/>
                  <a:gd name="GluePoint1Y" fmla="*/ 1263734 h 13"/>
                  <a:gd name="GluePoint2X" fmla="*/ 0 w 46"/>
                  <a:gd name="GluePoint2Y" fmla="*/ 0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3">
                    <a:moveTo>
                      <a:pt x="46" y="13"/>
                    </a:moveTo>
                    <a:cubicBezTo>
                      <a:pt x="31" y="7"/>
                      <a:pt x="15" y="2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5" name="Freeform 118"/>
              <p:cNvSpPr/>
              <p:nvPr/>
            </p:nvSpPr>
            <p:spPr>
              <a:xfrm flipH="1">
                <a:off x="7666560" y="1814760"/>
                <a:ext cx="114840" cy="2988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29880"/>
                  <a:gd name="textAreaBottom" fmla="*/ 30240 h 29880"/>
                  <a:gd name="GluePoint1X" fmla="*/ 5112018 w 46"/>
                  <a:gd name="GluePoint1Y" fmla="*/ 1263734 h 13"/>
                  <a:gd name="GluePoint2X" fmla="*/ 0 w 46"/>
                  <a:gd name="GluePoint2Y" fmla="*/ 0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3">
                    <a:moveTo>
                      <a:pt x="46" y="13"/>
                    </a:moveTo>
                    <a:cubicBezTo>
                      <a:pt x="31" y="7"/>
                      <a:pt x="15" y="2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6" name="Freeform 119"/>
              <p:cNvSpPr/>
              <p:nvPr/>
            </p:nvSpPr>
            <p:spPr>
              <a:xfrm flipH="1">
                <a:off x="7781760" y="1809720"/>
                <a:ext cx="119880" cy="9360"/>
              </a:xfrm>
              <a:custGeom>
                <a:avLst/>
                <a:gdLst>
                  <a:gd name="textAreaLeft" fmla="*/ -360 w 119880"/>
                  <a:gd name="textAreaRight" fmla="*/ 119880 w 119880"/>
                  <a:gd name="textAreaTop" fmla="*/ 0 h 9360"/>
                  <a:gd name="textAreaBottom" fmla="*/ 9720 h 9360"/>
                  <a:gd name="GluePoint1X" fmla="*/ 5198809 w 48"/>
                  <a:gd name="GluePoint1Y" fmla="*/ 287501 h 4"/>
                  <a:gd name="GluePoint2X" fmla="*/ 0 w 48"/>
                  <a:gd name="GluePoint2Y" fmla="*/ 520689 h 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8" h="4">
                    <a:moveTo>
                      <a:pt x="48" y="2"/>
                    </a:moveTo>
                    <a:cubicBezTo>
                      <a:pt x="32" y="1"/>
                      <a:pt x="15" y="0"/>
                      <a:pt x="0" y="4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7080" bIns="-37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7" name="Freeform 120"/>
              <p:cNvSpPr/>
              <p:nvPr/>
            </p:nvSpPr>
            <p:spPr>
              <a:xfrm flipH="1">
                <a:off x="7781760" y="1809720"/>
                <a:ext cx="119880" cy="9360"/>
              </a:xfrm>
              <a:custGeom>
                <a:avLst/>
                <a:gdLst>
                  <a:gd name="textAreaLeft" fmla="*/ -360 w 119880"/>
                  <a:gd name="textAreaRight" fmla="*/ 119880 w 119880"/>
                  <a:gd name="textAreaTop" fmla="*/ 0 h 9360"/>
                  <a:gd name="textAreaBottom" fmla="*/ 9720 h 9360"/>
                  <a:gd name="GluePoint1X" fmla="*/ 5198809 w 48"/>
                  <a:gd name="GluePoint1Y" fmla="*/ 287501 h 4"/>
                  <a:gd name="GluePoint2X" fmla="*/ 0 w 48"/>
                  <a:gd name="GluePoint2Y" fmla="*/ 520689 h 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8" h="4">
                    <a:moveTo>
                      <a:pt x="48" y="2"/>
                    </a:moveTo>
                    <a:cubicBezTo>
                      <a:pt x="32" y="1"/>
                      <a:pt x="15" y="0"/>
                      <a:pt x="0" y="4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7080" bIns="-370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8" name="Freeform 121"/>
              <p:cNvSpPr/>
              <p:nvPr/>
            </p:nvSpPr>
            <p:spPr>
              <a:xfrm flipH="1">
                <a:off x="7902000" y="1819440"/>
                <a:ext cx="114840" cy="3492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34920"/>
                  <a:gd name="textAreaBottom" fmla="*/ 35280 h 34920"/>
                  <a:gd name="GluePoint1X" fmla="*/ 5112018 w 46"/>
                  <a:gd name="GluePoint1Y" fmla="*/ 0 h 15"/>
                  <a:gd name="GluePoint2X" fmla="*/ 0 w 46"/>
                  <a:gd name="GluePoint2Y" fmla="*/ 1694496 h 1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5">
                    <a:moveTo>
                      <a:pt x="46" y="0"/>
                    </a:moveTo>
                    <a:cubicBezTo>
                      <a:pt x="30" y="3"/>
                      <a:pt x="15" y="8"/>
                      <a:pt x="0" y="15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1520" bIns="-115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29" name="Freeform 122"/>
              <p:cNvSpPr/>
              <p:nvPr/>
            </p:nvSpPr>
            <p:spPr>
              <a:xfrm flipH="1">
                <a:off x="7902000" y="1819440"/>
                <a:ext cx="114840" cy="3492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34920"/>
                  <a:gd name="textAreaBottom" fmla="*/ 35280 h 34920"/>
                  <a:gd name="GluePoint1X" fmla="*/ 5112018 w 46"/>
                  <a:gd name="GluePoint1Y" fmla="*/ 0 h 15"/>
                  <a:gd name="GluePoint2X" fmla="*/ 0 w 46"/>
                  <a:gd name="GluePoint2Y" fmla="*/ 1694496 h 1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5">
                    <a:moveTo>
                      <a:pt x="46" y="0"/>
                    </a:moveTo>
                    <a:cubicBezTo>
                      <a:pt x="30" y="3"/>
                      <a:pt x="15" y="8"/>
                      <a:pt x="0" y="15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1520" bIns="-115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0" name="Freeform 123"/>
              <p:cNvSpPr/>
              <p:nvPr/>
            </p:nvSpPr>
            <p:spPr>
              <a:xfrm flipH="1">
                <a:off x="8016840" y="1854360"/>
                <a:ext cx="94680" cy="6768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67680"/>
                  <a:gd name="textAreaBottom" fmla="*/ 68040 h 67680"/>
                  <a:gd name="GluePoint1X" fmla="*/ 4069275 w 38"/>
                  <a:gd name="GluePoint1Y" fmla="*/ 0 h 29"/>
                  <a:gd name="GluePoint2X" fmla="*/ 0 w 38"/>
                  <a:gd name="GluePoint2Y" fmla="*/ 3334739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8" h="29">
                    <a:moveTo>
                      <a:pt x="38" y="0"/>
                    </a:moveTo>
                    <a:cubicBezTo>
                      <a:pt x="24" y="8"/>
                      <a:pt x="12" y="18"/>
                      <a:pt x="0" y="2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240" bIns="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1" name="Freeform 124"/>
              <p:cNvSpPr/>
              <p:nvPr/>
            </p:nvSpPr>
            <p:spPr>
              <a:xfrm flipH="1">
                <a:off x="8016840" y="1854360"/>
                <a:ext cx="94680" cy="6768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67680"/>
                  <a:gd name="textAreaBottom" fmla="*/ 68040 h 67680"/>
                  <a:gd name="GluePoint1X" fmla="*/ 4069275 w 38"/>
                  <a:gd name="GluePoint1Y" fmla="*/ 0 h 29"/>
                  <a:gd name="GluePoint2X" fmla="*/ 0 w 38"/>
                  <a:gd name="GluePoint2Y" fmla="*/ 3334739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8" h="29">
                    <a:moveTo>
                      <a:pt x="38" y="0"/>
                    </a:moveTo>
                    <a:cubicBezTo>
                      <a:pt x="24" y="8"/>
                      <a:pt x="12" y="18"/>
                      <a:pt x="0" y="2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240" bIns="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2" name="Freeform 125"/>
              <p:cNvSpPr/>
              <p:nvPr/>
            </p:nvSpPr>
            <p:spPr>
              <a:xfrm flipH="1">
                <a:off x="8111880" y="1922040"/>
                <a:ext cx="68040" cy="93240"/>
              </a:xfrm>
              <a:custGeom>
                <a:avLst/>
                <a:gdLst>
                  <a:gd name="textAreaLeft" fmla="*/ -360 w 68040"/>
                  <a:gd name="textAreaRight" fmla="*/ 68040 w 68040"/>
                  <a:gd name="textAreaTop" fmla="*/ 0 h 93240"/>
                  <a:gd name="textAreaBottom" fmla="*/ 93600 h 93240"/>
                  <a:gd name="GluePoint1X" fmla="*/ 3252666 w 27"/>
                  <a:gd name="GluePoint1Y" fmla="*/ 0 h 40"/>
                  <a:gd name="GluePoint2X" fmla="*/ 0 w 27"/>
                  <a:gd name="GluePoint2Y" fmla="*/ 4507728 h 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7" h="40">
                    <a:moveTo>
                      <a:pt x="27" y="0"/>
                    </a:moveTo>
                    <a:cubicBezTo>
                      <a:pt x="16" y="12"/>
                      <a:pt x="7" y="25"/>
                      <a:pt x="0" y="4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3" name="Freeform 126"/>
              <p:cNvSpPr/>
              <p:nvPr/>
            </p:nvSpPr>
            <p:spPr>
              <a:xfrm flipH="1">
                <a:off x="8111880" y="1922040"/>
                <a:ext cx="68040" cy="93240"/>
              </a:xfrm>
              <a:custGeom>
                <a:avLst/>
                <a:gdLst>
                  <a:gd name="textAreaLeft" fmla="*/ -360 w 68040"/>
                  <a:gd name="textAreaRight" fmla="*/ 68040 w 68040"/>
                  <a:gd name="textAreaTop" fmla="*/ 0 h 93240"/>
                  <a:gd name="textAreaBottom" fmla="*/ 93600 h 93240"/>
                  <a:gd name="GluePoint1X" fmla="*/ 3252666 w 27"/>
                  <a:gd name="GluePoint1Y" fmla="*/ 0 h 40"/>
                  <a:gd name="GluePoint2X" fmla="*/ 0 w 27"/>
                  <a:gd name="GluePoint2Y" fmla="*/ 4507728 h 4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7" h="40">
                    <a:moveTo>
                      <a:pt x="27" y="0"/>
                    </a:moveTo>
                    <a:cubicBezTo>
                      <a:pt x="16" y="12"/>
                      <a:pt x="7" y="25"/>
                      <a:pt x="0" y="4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4" name="Freeform 127"/>
              <p:cNvSpPr/>
              <p:nvPr/>
            </p:nvSpPr>
            <p:spPr>
              <a:xfrm flipH="1">
                <a:off x="8180280" y="2015640"/>
                <a:ext cx="37440" cy="104760"/>
              </a:xfrm>
              <a:custGeom>
                <a:avLst/>
                <a:gdLst>
                  <a:gd name="textAreaLeft" fmla="*/ 360 w 37440"/>
                  <a:gd name="textAreaRight" fmla="*/ 38160 w 37440"/>
                  <a:gd name="textAreaTop" fmla="*/ 0 h 104760"/>
                  <a:gd name="textAreaBottom" fmla="*/ 105120 h 104760"/>
                  <a:gd name="GluePoint1X" fmla="*/ 1694496 w 15"/>
                  <a:gd name="GluePoint1Y" fmla="*/ 0 h 45"/>
                  <a:gd name="GluePoint2X" fmla="*/ 0 w 15"/>
                  <a:gd name="GluePoint2Y" fmla="*/ 5068093 h 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5" h="45">
                    <a:moveTo>
                      <a:pt x="15" y="0"/>
                    </a:moveTo>
                    <a:cubicBezTo>
                      <a:pt x="7" y="14"/>
                      <a:pt x="3" y="29"/>
                      <a:pt x="0" y="45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5" name="Freeform 128"/>
              <p:cNvSpPr/>
              <p:nvPr/>
            </p:nvSpPr>
            <p:spPr>
              <a:xfrm flipH="1">
                <a:off x="8180280" y="2015640"/>
                <a:ext cx="37440" cy="104760"/>
              </a:xfrm>
              <a:custGeom>
                <a:avLst/>
                <a:gdLst>
                  <a:gd name="textAreaLeft" fmla="*/ 360 w 37440"/>
                  <a:gd name="textAreaRight" fmla="*/ 38160 w 37440"/>
                  <a:gd name="textAreaTop" fmla="*/ 0 h 104760"/>
                  <a:gd name="textAreaBottom" fmla="*/ 105120 h 104760"/>
                  <a:gd name="GluePoint1X" fmla="*/ 1694496 w 15"/>
                  <a:gd name="GluePoint1Y" fmla="*/ 0 h 45"/>
                  <a:gd name="GluePoint2X" fmla="*/ 0 w 15"/>
                  <a:gd name="GluePoint2Y" fmla="*/ 5068093 h 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5" h="45">
                    <a:moveTo>
                      <a:pt x="15" y="0"/>
                    </a:moveTo>
                    <a:cubicBezTo>
                      <a:pt x="7" y="14"/>
                      <a:pt x="3" y="29"/>
                      <a:pt x="0" y="45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6" name="Freeform 129"/>
              <p:cNvSpPr/>
              <p:nvPr/>
            </p:nvSpPr>
            <p:spPr>
              <a:xfrm flipH="1">
                <a:off x="8218080" y="2120760"/>
                <a:ext cx="4320" cy="111600"/>
              </a:xfrm>
              <a:custGeom>
                <a:avLst/>
                <a:gdLst>
                  <a:gd name="textAreaLeft" fmla="*/ 360 w 4320"/>
                  <a:gd name="textAreaRight" fmla="*/ 5040 w 4320"/>
                  <a:gd name="textAreaTop" fmla="*/ 0 h 111600"/>
                  <a:gd name="textAreaBottom" fmla="*/ 111960 h 111600"/>
                  <a:gd name="GluePoint1X" fmla="*/ 118098 w 2"/>
                  <a:gd name="GluePoint1Y" fmla="*/ 0 h 48"/>
                  <a:gd name="GluePoint2X" fmla="*/ 118098 w 2"/>
                  <a:gd name="GluePoint2Y" fmla="*/ 5198809 h 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" h="48">
                    <a:moveTo>
                      <a:pt x="2" y="0"/>
                    </a:moveTo>
                    <a:cubicBezTo>
                      <a:pt x="0" y="16"/>
                      <a:pt x="0" y="32"/>
                      <a:pt x="2" y="48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7" name="Freeform 130"/>
              <p:cNvSpPr/>
              <p:nvPr/>
            </p:nvSpPr>
            <p:spPr>
              <a:xfrm flipH="1">
                <a:off x="8218080" y="2120760"/>
                <a:ext cx="4320" cy="111600"/>
              </a:xfrm>
              <a:custGeom>
                <a:avLst/>
                <a:gdLst>
                  <a:gd name="textAreaLeft" fmla="*/ 360 w 4320"/>
                  <a:gd name="textAreaRight" fmla="*/ 5040 w 4320"/>
                  <a:gd name="textAreaTop" fmla="*/ 0 h 111600"/>
                  <a:gd name="textAreaBottom" fmla="*/ 111960 h 111600"/>
                  <a:gd name="GluePoint1X" fmla="*/ 118098 w 2"/>
                  <a:gd name="GluePoint1Y" fmla="*/ 0 h 48"/>
                  <a:gd name="GluePoint2X" fmla="*/ 118098 w 2"/>
                  <a:gd name="GluePoint2Y" fmla="*/ 5198809 h 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" h="48">
                    <a:moveTo>
                      <a:pt x="2" y="0"/>
                    </a:moveTo>
                    <a:cubicBezTo>
                      <a:pt x="0" y="16"/>
                      <a:pt x="0" y="32"/>
                      <a:pt x="2" y="48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8" name="Freeform 131"/>
              <p:cNvSpPr/>
              <p:nvPr/>
            </p:nvSpPr>
            <p:spPr>
              <a:xfrm flipH="1">
                <a:off x="8180280" y="2232360"/>
                <a:ext cx="37440" cy="107640"/>
              </a:xfrm>
              <a:custGeom>
                <a:avLst/>
                <a:gdLst>
                  <a:gd name="textAreaLeft" fmla="*/ 360 w 37440"/>
                  <a:gd name="textAreaRight" fmla="*/ 38160 w 37440"/>
                  <a:gd name="textAreaTop" fmla="*/ 0 h 107640"/>
                  <a:gd name="textAreaBottom" fmla="*/ 108000 h 107640"/>
                  <a:gd name="GluePoint1X" fmla="*/ 0 w 15"/>
                  <a:gd name="GluePoint1Y" fmla="*/ 0 h 46"/>
                  <a:gd name="GluePoint2X" fmla="*/ 1694496 w 15"/>
                  <a:gd name="GluePoint2Y" fmla="*/ 5464076 h 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5" h="46">
                    <a:moveTo>
                      <a:pt x="0" y="0"/>
                    </a:moveTo>
                    <a:cubicBezTo>
                      <a:pt x="3" y="16"/>
                      <a:pt x="7" y="31"/>
                      <a:pt x="15" y="46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39" name="Freeform 132"/>
              <p:cNvSpPr/>
              <p:nvPr/>
            </p:nvSpPr>
            <p:spPr>
              <a:xfrm flipH="1">
                <a:off x="8180280" y="2232360"/>
                <a:ext cx="37440" cy="107640"/>
              </a:xfrm>
              <a:custGeom>
                <a:avLst/>
                <a:gdLst>
                  <a:gd name="textAreaLeft" fmla="*/ 360 w 37440"/>
                  <a:gd name="textAreaRight" fmla="*/ 38160 w 37440"/>
                  <a:gd name="textAreaTop" fmla="*/ 0 h 107640"/>
                  <a:gd name="textAreaBottom" fmla="*/ 108000 h 107640"/>
                  <a:gd name="GluePoint1X" fmla="*/ 0 w 15"/>
                  <a:gd name="GluePoint1Y" fmla="*/ 0 h 46"/>
                  <a:gd name="GluePoint2X" fmla="*/ 1694496 w 15"/>
                  <a:gd name="GluePoint2Y" fmla="*/ 5464076 h 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5" h="46">
                    <a:moveTo>
                      <a:pt x="0" y="0"/>
                    </a:moveTo>
                    <a:cubicBezTo>
                      <a:pt x="3" y="16"/>
                      <a:pt x="7" y="31"/>
                      <a:pt x="15" y="46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0" name="Freeform 133"/>
              <p:cNvSpPr/>
              <p:nvPr/>
            </p:nvSpPr>
            <p:spPr>
              <a:xfrm flipH="1">
                <a:off x="8111880" y="2340360"/>
                <a:ext cx="68040" cy="91080"/>
              </a:xfrm>
              <a:custGeom>
                <a:avLst/>
                <a:gdLst>
                  <a:gd name="textAreaLeft" fmla="*/ -360 w 68040"/>
                  <a:gd name="textAreaRight" fmla="*/ 68040 w 68040"/>
                  <a:gd name="textAreaTop" fmla="*/ 0 h 91080"/>
                  <a:gd name="textAreaBottom" fmla="*/ 91440 h 91080"/>
                  <a:gd name="GluePoint1X" fmla="*/ 0 w 27"/>
                  <a:gd name="GluePoint1Y" fmla="*/ 0 h 39"/>
                  <a:gd name="GluePoint2X" fmla="*/ 3252666 w 27"/>
                  <a:gd name="GluePoint2Y" fmla="*/ 4465461 h 3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7" h="39">
                    <a:moveTo>
                      <a:pt x="0" y="0"/>
                    </a:moveTo>
                    <a:cubicBezTo>
                      <a:pt x="7" y="14"/>
                      <a:pt x="16" y="27"/>
                      <a:pt x="27" y="3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640" bIns="44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1" name="Freeform 134"/>
              <p:cNvSpPr/>
              <p:nvPr/>
            </p:nvSpPr>
            <p:spPr>
              <a:xfrm flipH="1">
                <a:off x="8111880" y="2340360"/>
                <a:ext cx="68040" cy="91080"/>
              </a:xfrm>
              <a:custGeom>
                <a:avLst/>
                <a:gdLst>
                  <a:gd name="textAreaLeft" fmla="*/ -360 w 68040"/>
                  <a:gd name="textAreaRight" fmla="*/ 68040 w 68040"/>
                  <a:gd name="textAreaTop" fmla="*/ 0 h 91080"/>
                  <a:gd name="textAreaBottom" fmla="*/ 91440 h 91080"/>
                  <a:gd name="GluePoint1X" fmla="*/ 0 w 27"/>
                  <a:gd name="GluePoint1Y" fmla="*/ 0 h 39"/>
                  <a:gd name="GluePoint2X" fmla="*/ 3252666 w 27"/>
                  <a:gd name="GluePoint2Y" fmla="*/ 4465461 h 3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7" h="39">
                    <a:moveTo>
                      <a:pt x="0" y="0"/>
                    </a:moveTo>
                    <a:cubicBezTo>
                      <a:pt x="7" y="14"/>
                      <a:pt x="16" y="27"/>
                      <a:pt x="27" y="3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4640" bIns="44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2" name="Freeform 135"/>
              <p:cNvSpPr/>
              <p:nvPr/>
            </p:nvSpPr>
            <p:spPr>
              <a:xfrm flipH="1">
                <a:off x="8016840" y="2431800"/>
                <a:ext cx="94680" cy="6696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66960"/>
                  <a:gd name="textAreaBottom" fmla="*/ 67320 h 66960"/>
                  <a:gd name="GluePoint1X" fmla="*/ 0 w 38"/>
                  <a:gd name="GluePoint1Y" fmla="*/ 0 h 29"/>
                  <a:gd name="GluePoint2X" fmla="*/ 4069275 w 38"/>
                  <a:gd name="GluePoint2Y" fmla="*/ 2995089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8" h="29">
                    <a:moveTo>
                      <a:pt x="0" y="0"/>
                    </a:moveTo>
                    <a:cubicBezTo>
                      <a:pt x="12" y="11"/>
                      <a:pt x="24" y="21"/>
                      <a:pt x="38" y="29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520" bIns="205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3" name="Freeform 136"/>
              <p:cNvSpPr/>
              <p:nvPr/>
            </p:nvSpPr>
            <p:spPr>
              <a:xfrm flipH="1">
                <a:off x="8016840" y="2431800"/>
                <a:ext cx="94680" cy="6696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66960"/>
                  <a:gd name="textAreaBottom" fmla="*/ 67320 h 66960"/>
                  <a:gd name="GluePoint1X" fmla="*/ 0 w 38"/>
                  <a:gd name="GluePoint1Y" fmla="*/ 0 h 29"/>
                  <a:gd name="GluePoint2X" fmla="*/ 4069275 w 38"/>
                  <a:gd name="GluePoint2Y" fmla="*/ 2995089 h 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8" h="29">
                    <a:moveTo>
                      <a:pt x="0" y="0"/>
                    </a:moveTo>
                    <a:cubicBezTo>
                      <a:pt x="12" y="11"/>
                      <a:pt x="24" y="21"/>
                      <a:pt x="38" y="2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520" bIns="205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4" name="Freeform 137"/>
              <p:cNvSpPr/>
              <p:nvPr/>
            </p:nvSpPr>
            <p:spPr>
              <a:xfrm flipH="1">
                <a:off x="7902000" y="2498760"/>
                <a:ext cx="114840" cy="3780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37800"/>
                  <a:gd name="textAreaBottom" fmla="*/ 38160 h 37800"/>
                  <a:gd name="GluePoint1X" fmla="*/ 0 w 46"/>
                  <a:gd name="GluePoint1Y" fmla="*/ 0 h 16"/>
                  <a:gd name="GluePoint2X" fmla="*/ 5112018 w 46"/>
                  <a:gd name="GluePoint2Y" fmla="*/ 2102253 h 1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6">
                    <a:moveTo>
                      <a:pt x="0" y="0"/>
                    </a:moveTo>
                    <a:cubicBezTo>
                      <a:pt x="15" y="7"/>
                      <a:pt x="30" y="13"/>
                      <a:pt x="46" y="16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5" name="Freeform 138"/>
              <p:cNvSpPr/>
              <p:nvPr/>
            </p:nvSpPr>
            <p:spPr>
              <a:xfrm flipH="1">
                <a:off x="7902000" y="2498760"/>
                <a:ext cx="114840" cy="3780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37800"/>
                  <a:gd name="textAreaBottom" fmla="*/ 38160 h 37800"/>
                  <a:gd name="GluePoint1X" fmla="*/ 0 w 46"/>
                  <a:gd name="GluePoint1Y" fmla="*/ 0 h 16"/>
                  <a:gd name="GluePoint2X" fmla="*/ 5112018 w 46"/>
                  <a:gd name="GluePoint2Y" fmla="*/ 2102253 h 1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6">
                    <a:moveTo>
                      <a:pt x="0" y="0"/>
                    </a:moveTo>
                    <a:cubicBezTo>
                      <a:pt x="15" y="7"/>
                      <a:pt x="30" y="13"/>
                      <a:pt x="46" y="16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8640" bIns="-8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6" name="Freeform 139"/>
              <p:cNvSpPr/>
              <p:nvPr/>
            </p:nvSpPr>
            <p:spPr>
              <a:xfrm flipH="1">
                <a:off x="7781760" y="2536560"/>
                <a:ext cx="119880" cy="6120"/>
              </a:xfrm>
              <a:custGeom>
                <a:avLst/>
                <a:gdLst>
                  <a:gd name="textAreaLeft" fmla="*/ -360 w 119880"/>
                  <a:gd name="textAreaRight" fmla="*/ 119880 w 119880"/>
                  <a:gd name="textAreaTop" fmla="*/ 0 h 6120"/>
                  <a:gd name="textAreaBottom" fmla="*/ 6480 h 6120"/>
                  <a:gd name="GluePoint1X" fmla="*/ 0 w 48"/>
                  <a:gd name="GluePoint1Y" fmla="*/ 0 h 3"/>
                  <a:gd name="GluePoint2X" fmla="*/ 5198809 w 48"/>
                  <a:gd name="GluePoint2Y" fmla="*/ 59049 h 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8" h="3">
                    <a:moveTo>
                      <a:pt x="0" y="0"/>
                    </a:moveTo>
                    <a:cubicBezTo>
                      <a:pt x="15" y="3"/>
                      <a:pt x="32" y="2"/>
                      <a:pt x="48" y="1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0320" bIns="-403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7" name="Freeform 140"/>
              <p:cNvSpPr/>
              <p:nvPr/>
            </p:nvSpPr>
            <p:spPr>
              <a:xfrm flipH="1">
                <a:off x="7781760" y="2536560"/>
                <a:ext cx="119880" cy="6120"/>
              </a:xfrm>
              <a:custGeom>
                <a:avLst/>
                <a:gdLst>
                  <a:gd name="textAreaLeft" fmla="*/ -360 w 119880"/>
                  <a:gd name="textAreaRight" fmla="*/ 119880 w 119880"/>
                  <a:gd name="textAreaTop" fmla="*/ 0 h 6120"/>
                  <a:gd name="textAreaBottom" fmla="*/ 6480 h 6120"/>
                  <a:gd name="GluePoint1X" fmla="*/ 0 w 48"/>
                  <a:gd name="GluePoint1Y" fmla="*/ 0 h 3"/>
                  <a:gd name="GluePoint2X" fmla="*/ 5198809 w 48"/>
                  <a:gd name="GluePoint2Y" fmla="*/ 59049 h 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8" h="3">
                    <a:moveTo>
                      <a:pt x="0" y="0"/>
                    </a:moveTo>
                    <a:cubicBezTo>
                      <a:pt x="15" y="3"/>
                      <a:pt x="32" y="2"/>
                      <a:pt x="48" y="1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0320" bIns="-403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8" name="Freeform 141"/>
              <p:cNvSpPr/>
              <p:nvPr/>
            </p:nvSpPr>
            <p:spPr>
              <a:xfrm flipH="1">
                <a:off x="7666560" y="2508120"/>
                <a:ext cx="114840" cy="3060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30600"/>
                  <a:gd name="textAreaBottom" fmla="*/ 30960 h 30600"/>
                  <a:gd name="GluePoint1X" fmla="*/ 0 w 46"/>
                  <a:gd name="GluePoint1Y" fmla="*/ 1612432 h 13"/>
                  <a:gd name="GluePoint2X" fmla="*/ 5112018 w 46"/>
                  <a:gd name="GluePoint2Y" fmla="*/ 0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3">
                    <a:moveTo>
                      <a:pt x="0" y="13"/>
                    </a:moveTo>
                    <a:cubicBezTo>
                      <a:pt x="15" y="11"/>
                      <a:pt x="31" y="7"/>
                      <a:pt x="46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49" name="Freeform 142"/>
              <p:cNvSpPr/>
              <p:nvPr/>
            </p:nvSpPr>
            <p:spPr>
              <a:xfrm flipH="1">
                <a:off x="7666560" y="2508120"/>
                <a:ext cx="114840" cy="3060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30600"/>
                  <a:gd name="textAreaBottom" fmla="*/ 30960 h 30600"/>
                  <a:gd name="GluePoint1X" fmla="*/ 0 w 46"/>
                  <a:gd name="GluePoint1Y" fmla="*/ 1612432 h 13"/>
                  <a:gd name="GluePoint2X" fmla="*/ 5112018 w 46"/>
                  <a:gd name="GluePoint2Y" fmla="*/ 0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3">
                    <a:moveTo>
                      <a:pt x="0" y="13"/>
                    </a:moveTo>
                    <a:cubicBezTo>
                      <a:pt x="15" y="11"/>
                      <a:pt x="31" y="7"/>
                      <a:pt x="46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0" name="Freeform 143"/>
              <p:cNvSpPr/>
              <p:nvPr/>
            </p:nvSpPr>
            <p:spPr>
              <a:xfrm flipH="1">
                <a:off x="7568640" y="2445480"/>
                <a:ext cx="97920" cy="62640"/>
              </a:xfrm>
              <a:custGeom>
                <a:avLst/>
                <a:gdLst>
                  <a:gd name="textAreaLeft" fmla="*/ 360 w 97920"/>
                  <a:gd name="textAreaRight" fmla="*/ 98640 w 97920"/>
                  <a:gd name="textAreaTop" fmla="*/ 0 h 62640"/>
                  <a:gd name="textAreaBottom" fmla="*/ 63000 h 62640"/>
                  <a:gd name="GluePoint1X" fmla="*/ 0 w 39"/>
                  <a:gd name="GluePoint1Y" fmla="*/ 2904051 h 27"/>
                  <a:gd name="GluePoint2X" fmla="*/ 4465461 w 39"/>
                  <a:gd name="GluePoint2Y" fmla="*/ 0 h 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27">
                    <a:moveTo>
                      <a:pt x="0" y="27"/>
                    </a:moveTo>
                    <a:cubicBezTo>
                      <a:pt x="14" y="20"/>
                      <a:pt x="28" y="12"/>
                      <a:pt x="39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200" bIns="162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1" name="Freeform 144"/>
              <p:cNvSpPr/>
              <p:nvPr/>
            </p:nvSpPr>
            <p:spPr>
              <a:xfrm flipH="1">
                <a:off x="7568640" y="2445480"/>
                <a:ext cx="97920" cy="62640"/>
              </a:xfrm>
              <a:custGeom>
                <a:avLst/>
                <a:gdLst>
                  <a:gd name="textAreaLeft" fmla="*/ 360 w 97920"/>
                  <a:gd name="textAreaRight" fmla="*/ 98640 w 97920"/>
                  <a:gd name="textAreaTop" fmla="*/ 0 h 62640"/>
                  <a:gd name="textAreaBottom" fmla="*/ 63000 h 62640"/>
                  <a:gd name="GluePoint1X" fmla="*/ 0 w 39"/>
                  <a:gd name="GluePoint1Y" fmla="*/ 2904051 h 27"/>
                  <a:gd name="GluePoint2X" fmla="*/ 4465461 w 39"/>
                  <a:gd name="GluePoint2Y" fmla="*/ 0 h 2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9" h="27">
                    <a:moveTo>
                      <a:pt x="0" y="27"/>
                    </a:moveTo>
                    <a:cubicBezTo>
                      <a:pt x="14" y="20"/>
                      <a:pt x="28" y="12"/>
                      <a:pt x="39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200" bIns="162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2" name="Freeform 145"/>
              <p:cNvSpPr/>
              <p:nvPr/>
            </p:nvSpPr>
            <p:spPr>
              <a:xfrm flipH="1">
                <a:off x="7490880" y="2358720"/>
                <a:ext cx="77400" cy="86400"/>
              </a:xfrm>
              <a:custGeom>
                <a:avLst/>
                <a:gdLst>
                  <a:gd name="textAreaLeft" fmla="*/ -360 w 77400"/>
                  <a:gd name="textAreaRight" fmla="*/ 77400 w 77400"/>
                  <a:gd name="textAreaTop" fmla="*/ 0 h 86400"/>
                  <a:gd name="textAreaBottom" fmla="*/ 86760 h 86400"/>
                  <a:gd name="GluePoint1X" fmla="*/ 0 w 31"/>
                  <a:gd name="GluePoint1Y" fmla="*/ 4385243 h 37"/>
                  <a:gd name="GluePoint2X" fmla="*/ 3418113 w 31"/>
                  <a:gd name="GluePoint2Y" fmla="*/ 0 h 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7">
                    <a:moveTo>
                      <a:pt x="0" y="37"/>
                    </a:moveTo>
                    <a:cubicBezTo>
                      <a:pt x="13" y="27"/>
                      <a:pt x="22" y="14"/>
                      <a:pt x="31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3" name="Freeform 146"/>
              <p:cNvSpPr/>
              <p:nvPr/>
            </p:nvSpPr>
            <p:spPr>
              <a:xfrm flipH="1">
                <a:off x="7490880" y="2358720"/>
                <a:ext cx="77400" cy="86400"/>
              </a:xfrm>
              <a:custGeom>
                <a:avLst/>
                <a:gdLst>
                  <a:gd name="textAreaLeft" fmla="*/ -360 w 77400"/>
                  <a:gd name="textAreaRight" fmla="*/ 77400 w 77400"/>
                  <a:gd name="textAreaTop" fmla="*/ 0 h 86400"/>
                  <a:gd name="textAreaBottom" fmla="*/ 86760 h 86400"/>
                  <a:gd name="GluePoint1X" fmla="*/ 0 w 31"/>
                  <a:gd name="GluePoint1Y" fmla="*/ 4385243 h 37"/>
                  <a:gd name="GluePoint2X" fmla="*/ 3418113 w 31"/>
                  <a:gd name="GluePoint2Y" fmla="*/ 0 h 3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1" h="37">
                    <a:moveTo>
                      <a:pt x="0" y="37"/>
                    </a:moveTo>
                    <a:cubicBezTo>
                      <a:pt x="13" y="27"/>
                      <a:pt x="22" y="14"/>
                      <a:pt x="31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4" name="Line 147"/>
              <p:cNvSpPr/>
              <p:nvPr/>
            </p:nvSpPr>
            <p:spPr>
              <a:xfrm flipH="1">
                <a:off x="7355160" y="2066760"/>
                <a:ext cx="360" cy="360"/>
              </a:xfrm>
              <a:prstGeom prst="line">
                <a:avLst/>
              </a:prstGeom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5" name="Line 148"/>
              <p:cNvSpPr/>
              <p:nvPr/>
            </p:nvSpPr>
            <p:spPr>
              <a:xfrm flipH="1">
                <a:off x="7355160" y="2066760"/>
                <a:ext cx="360" cy="360"/>
              </a:xfrm>
              <a:prstGeom prst="line">
                <a:avLst/>
              </a:prstGeom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6" name="Freeform 149"/>
              <p:cNvSpPr/>
              <p:nvPr/>
            </p:nvSpPr>
            <p:spPr>
              <a:xfrm flipH="1">
                <a:off x="7355520" y="1987200"/>
                <a:ext cx="87480" cy="795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79560"/>
                  <a:gd name="textAreaBottom" fmla="*/ 79920 h 79560"/>
                  <a:gd name="GluePoint1X" fmla="*/ 3937299 w 35"/>
                  <a:gd name="GluePoint1Y" fmla="*/ 3893986 h 34"/>
                  <a:gd name="GluePoint2X" fmla="*/ 0 w 35"/>
                  <a:gd name="GluePoint2Y" fmla="*/ 0 h 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5" h="34">
                    <a:moveTo>
                      <a:pt x="35" y="34"/>
                    </a:moveTo>
                    <a:cubicBezTo>
                      <a:pt x="27" y="20"/>
                      <a:pt x="15" y="8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120" bIns="331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7" name="Freeform 150"/>
              <p:cNvSpPr/>
              <p:nvPr/>
            </p:nvSpPr>
            <p:spPr>
              <a:xfrm flipH="1">
                <a:off x="7355520" y="1987200"/>
                <a:ext cx="87480" cy="795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79560"/>
                  <a:gd name="textAreaBottom" fmla="*/ 79920 h 79560"/>
                  <a:gd name="GluePoint1X" fmla="*/ 3937299 w 35"/>
                  <a:gd name="GluePoint1Y" fmla="*/ 3893986 h 34"/>
                  <a:gd name="GluePoint2X" fmla="*/ 0 w 35"/>
                  <a:gd name="GluePoint2Y" fmla="*/ 0 h 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5" h="34">
                    <a:moveTo>
                      <a:pt x="35" y="34"/>
                    </a:moveTo>
                    <a:cubicBezTo>
                      <a:pt x="27" y="20"/>
                      <a:pt x="15" y="8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120" bIns="331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8" name="Freeform 151"/>
              <p:cNvSpPr/>
              <p:nvPr/>
            </p:nvSpPr>
            <p:spPr>
              <a:xfrm flipH="1">
                <a:off x="7443360" y="1956960"/>
                <a:ext cx="114840" cy="2988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29880"/>
                  <a:gd name="textAreaBottom" fmla="*/ 30240 h 29880"/>
                  <a:gd name="GluePoint1X" fmla="*/ 5112018 w 46"/>
                  <a:gd name="GluePoint1Y" fmla="*/ 1263734 h 13"/>
                  <a:gd name="GluePoint2X" fmla="*/ 0 w 46"/>
                  <a:gd name="GluePoint2Y" fmla="*/ 0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3">
                    <a:moveTo>
                      <a:pt x="46" y="13"/>
                    </a:moveTo>
                    <a:cubicBezTo>
                      <a:pt x="32" y="5"/>
                      <a:pt x="16" y="0"/>
                      <a:pt x="0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59" name="Freeform 152"/>
              <p:cNvSpPr/>
              <p:nvPr/>
            </p:nvSpPr>
            <p:spPr>
              <a:xfrm flipH="1">
                <a:off x="7443360" y="1956960"/>
                <a:ext cx="114840" cy="2988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29880"/>
                  <a:gd name="textAreaBottom" fmla="*/ 30240 h 29880"/>
                  <a:gd name="GluePoint1X" fmla="*/ 5112018 w 46"/>
                  <a:gd name="GluePoint1Y" fmla="*/ 1263734 h 13"/>
                  <a:gd name="GluePoint2X" fmla="*/ 0 w 46"/>
                  <a:gd name="GluePoint2Y" fmla="*/ 0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3">
                    <a:moveTo>
                      <a:pt x="46" y="13"/>
                    </a:moveTo>
                    <a:cubicBezTo>
                      <a:pt x="32" y="5"/>
                      <a:pt x="16" y="0"/>
                      <a:pt x="0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0" name="Freeform 153"/>
              <p:cNvSpPr/>
              <p:nvPr/>
            </p:nvSpPr>
            <p:spPr>
              <a:xfrm flipH="1">
                <a:off x="7558920" y="1956960"/>
                <a:ext cx="117360" cy="2988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29880"/>
                  <a:gd name="textAreaBottom" fmla="*/ 30240 h 29880"/>
                  <a:gd name="GluePoint1X" fmla="*/ 5156623 w 47"/>
                  <a:gd name="GluePoint1Y" fmla="*/ 0 h 13"/>
                  <a:gd name="GluePoint2X" fmla="*/ 0 w 47"/>
                  <a:gd name="GluePoint2Y" fmla="*/ 1263734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7" h="13">
                    <a:moveTo>
                      <a:pt x="47" y="0"/>
                    </a:moveTo>
                    <a:cubicBezTo>
                      <a:pt x="30" y="1"/>
                      <a:pt x="14" y="5"/>
                      <a:pt x="0" y="13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1" name="Freeform 154"/>
              <p:cNvSpPr/>
              <p:nvPr/>
            </p:nvSpPr>
            <p:spPr>
              <a:xfrm flipH="1">
                <a:off x="7558920" y="1956960"/>
                <a:ext cx="117360" cy="2988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29880"/>
                  <a:gd name="textAreaBottom" fmla="*/ 30240 h 29880"/>
                  <a:gd name="GluePoint1X" fmla="*/ 5156623 w 47"/>
                  <a:gd name="GluePoint1Y" fmla="*/ 0 h 13"/>
                  <a:gd name="GluePoint2X" fmla="*/ 0 w 47"/>
                  <a:gd name="GluePoint2Y" fmla="*/ 1263734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7" h="13">
                    <a:moveTo>
                      <a:pt x="47" y="0"/>
                    </a:moveTo>
                    <a:cubicBezTo>
                      <a:pt x="30" y="1"/>
                      <a:pt x="14" y="5"/>
                      <a:pt x="0" y="13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2" name="Freeform 155"/>
              <p:cNvSpPr/>
              <p:nvPr/>
            </p:nvSpPr>
            <p:spPr>
              <a:xfrm flipH="1">
                <a:off x="7676280" y="1987200"/>
                <a:ext cx="87480" cy="795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79560"/>
                  <a:gd name="textAreaBottom" fmla="*/ 79920 h 79560"/>
                  <a:gd name="GluePoint1X" fmla="*/ 3937299 w 35"/>
                  <a:gd name="GluePoint1Y" fmla="*/ 0 h 34"/>
                  <a:gd name="GluePoint2X" fmla="*/ 0 w 35"/>
                  <a:gd name="GluePoint2Y" fmla="*/ 3893986 h 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5" h="34">
                    <a:moveTo>
                      <a:pt x="35" y="0"/>
                    </a:moveTo>
                    <a:cubicBezTo>
                      <a:pt x="21" y="8"/>
                      <a:pt x="9" y="20"/>
                      <a:pt x="0" y="34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120" bIns="331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3" name="Freeform 156"/>
              <p:cNvSpPr/>
              <p:nvPr/>
            </p:nvSpPr>
            <p:spPr>
              <a:xfrm flipH="1">
                <a:off x="7676280" y="1987200"/>
                <a:ext cx="87480" cy="795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79560"/>
                  <a:gd name="textAreaBottom" fmla="*/ 79920 h 79560"/>
                  <a:gd name="GluePoint1X" fmla="*/ 3937299 w 35"/>
                  <a:gd name="GluePoint1Y" fmla="*/ 0 h 34"/>
                  <a:gd name="GluePoint2X" fmla="*/ 0 w 35"/>
                  <a:gd name="GluePoint2Y" fmla="*/ 3893986 h 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5" h="34">
                    <a:moveTo>
                      <a:pt x="35" y="0"/>
                    </a:moveTo>
                    <a:cubicBezTo>
                      <a:pt x="21" y="8"/>
                      <a:pt x="9" y="20"/>
                      <a:pt x="0" y="34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120" bIns="331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4" name="Freeform 157"/>
              <p:cNvSpPr/>
              <p:nvPr/>
            </p:nvSpPr>
            <p:spPr>
              <a:xfrm flipH="1">
                <a:off x="7764480" y="2066760"/>
                <a:ext cx="30240" cy="110160"/>
              </a:xfrm>
              <a:custGeom>
                <a:avLst/>
                <a:gdLst>
                  <a:gd name="textAreaLeft" fmla="*/ 360 w 30240"/>
                  <a:gd name="textAreaRight" fmla="*/ 30960 w 30240"/>
                  <a:gd name="textAreaTop" fmla="*/ 0 h 110160"/>
                  <a:gd name="textAreaBottom" fmla="*/ 110520 h 110160"/>
                  <a:gd name="GluePoint1X" fmla="*/ 1581671 w 12"/>
                  <a:gd name="GluePoint1Y" fmla="*/ 0 h 47"/>
                  <a:gd name="GluePoint2X" fmla="*/ 0 w 12"/>
                  <a:gd name="GluePoint2Y" fmla="*/ 5504021 h 4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2" h="47">
                    <a:moveTo>
                      <a:pt x="12" y="0"/>
                    </a:moveTo>
                    <a:cubicBezTo>
                      <a:pt x="4" y="14"/>
                      <a:pt x="0" y="31"/>
                      <a:pt x="0" y="47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5" name="Freeform 158"/>
              <p:cNvSpPr/>
              <p:nvPr/>
            </p:nvSpPr>
            <p:spPr>
              <a:xfrm flipH="1">
                <a:off x="7764480" y="2066760"/>
                <a:ext cx="30240" cy="110160"/>
              </a:xfrm>
              <a:custGeom>
                <a:avLst/>
                <a:gdLst>
                  <a:gd name="textAreaLeft" fmla="*/ 360 w 30240"/>
                  <a:gd name="textAreaRight" fmla="*/ 30960 w 30240"/>
                  <a:gd name="textAreaTop" fmla="*/ 0 h 110160"/>
                  <a:gd name="textAreaBottom" fmla="*/ 110520 h 110160"/>
                  <a:gd name="GluePoint1X" fmla="*/ 1581671 w 12"/>
                  <a:gd name="GluePoint1Y" fmla="*/ 0 h 47"/>
                  <a:gd name="GluePoint2X" fmla="*/ 0 w 12"/>
                  <a:gd name="GluePoint2Y" fmla="*/ 5504021 h 4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2" h="47">
                    <a:moveTo>
                      <a:pt x="12" y="0"/>
                    </a:moveTo>
                    <a:cubicBezTo>
                      <a:pt x="4" y="14"/>
                      <a:pt x="0" y="31"/>
                      <a:pt x="0" y="47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6" name="Freeform 159"/>
              <p:cNvSpPr/>
              <p:nvPr/>
            </p:nvSpPr>
            <p:spPr>
              <a:xfrm flipH="1">
                <a:off x="7764480" y="2176920"/>
                <a:ext cx="30240" cy="109080"/>
              </a:xfrm>
              <a:custGeom>
                <a:avLst/>
                <a:gdLst>
                  <a:gd name="textAreaLeft" fmla="*/ 360 w 30240"/>
                  <a:gd name="textAreaRight" fmla="*/ 30960 w 30240"/>
                  <a:gd name="textAreaTop" fmla="*/ 0 h 109080"/>
                  <a:gd name="textAreaBottom" fmla="*/ 109440 h 109080"/>
                  <a:gd name="GluePoint1X" fmla="*/ 0 w 12"/>
                  <a:gd name="GluePoint1Y" fmla="*/ 0 h 47"/>
                  <a:gd name="GluePoint2X" fmla="*/ 1581671 w 12"/>
                  <a:gd name="GluePoint2Y" fmla="*/ 5156623 h 4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2" h="47">
                    <a:moveTo>
                      <a:pt x="0" y="0"/>
                    </a:moveTo>
                    <a:cubicBezTo>
                      <a:pt x="0" y="16"/>
                      <a:pt x="4" y="33"/>
                      <a:pt x="12" y="47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7" name="Freeform 160"/>
              <p:cNvSpPr/>
              <p:nvPr/>
            </p:nvSpPr>
            <p:spPr>
              <a:xfrm flipH="1">
                <a:off x="7764480" y="2176920"/>
                <a:ext cx="30240" cy="109080"/>
              </a:xfrm>
              <a:custGeom>
                <a:avLst/>
                <a:gdLst>
                  <a:gd name="textAreaLeft" fmla="*/ 360 w 30240"/>
                  <a:gd name="textAreaRight" fmla="*/ 30960 w 30240"/>
                  <a:gd name="textAreaTop" fmla="*/ 0 h 109080"/>
                  <a:gd name="textAreaBottom" fmla="*/ 109440 h 109080"/>
                  <a:gd name="GluePoint1X" fmla="*/ 0 w 12"/>
                  <a:gd name="GluePoint1Y" fmla="*/ 0 h 47"/>
                  <a:gd name="GluePoint2X" fmla="*/ 1581671 w 12"/>
                  <a:gd name="GluePoint2Y" fmla="*/ 5156623 h 4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2" h="47">
                    <a:moveTo>
                      <a:pt x="0" y="0"/>
                    </a:moveTo>
                    <a:cubicBezTo>
                      <a:pt x="0" y="16"/>
                      <a:pt x="4" y="33"/>
                      <a:pt x="12" y="47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8" name="Freeform 161"/>
              <p:cNvSpPr/>
              <p:nvPr/>
            </p:nvSpPr>
            <p:spPr>
              <a:xfrm flipH="1">
                <a:off x="7676280" y="2286360"/>
                <a:ext cx="87480" cy="795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79560"/>
                  <a:gd name="textAreaBottom" fmla="*/ 79920 h 79560"/>
                  <a:gd name="GluePoint1X" fmla="*/ 0 w 35"/>
                  <a:gd name="GluePoint1Y" fmla="*/ 0 h 34"/>
                  <a:gd name="GluePoint2X" fmla="*/ 3937299 w 35"/>
                  <a:gd name="GluePoint2Y" fmla="*/ 3893986 h 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5" h="34">
                    <a:moveTo>
                      <a:pt x="0" y="0"/>
                    </a:moveTo>
                    <a:cubicBezTo>
                      <a:pt x="9" y="14"/>
                      <a:pt x="21" y="26"/>
                      <a:pt x="35" y="34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120" bIns="331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69" name="Freeform 162"/>
              <p:cNvSpPr/>
              <p:nvPr/>
            </p:nvSpPr>
            <p:spPr>
              <a:xfrm flipH="1">
                <a:off x="7676280" y="2286360"/>
                <a:ext cx="87480" cy="795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79560"/>
                  <a:gd name="textAreaBottom" fmla="*/ 79920 h 79560"/>
                  <a:gd name="GluePoint1X" fmla="*/ 0 w 35"/>
                  <a:gd name="GluePoint1Y" fmla="*/ 0 h 34"/>
                  <a:gd name="GluePoint2X" fmla="*/ 3937299 w 35"/>
                  <a:gd name="GluePoint2Y" fmla="*/ 3893986 h 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5" h="34">
                    <a:moveTo>
                      <a:pt x="0" y="0"/>
                    </a:moveTo>
                    <a:cubicBezTo>
                      <a:pt x="9" y="14"/>
                      <a:pt x="21" y="26"/>
                      <a:pt x="35" y="34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120" bIns="331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0" name="Freeform 163"/>
              <p:cNvSpPr/>
              <p:nvPr/>
            </p:nvSpPr>
            <p:spPr>
              <a:xfrm flipH="1">
                <a:off x="7558920" y="2365920"/>
                <a:ext cx="117360" cy="3060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30600"/>
                  <a:gd name="textAreaBottom" fmla="*/ 30960 h 30600"/>
                  <a:gd name="GluePoint1X" fmla="*/ 0 w 47"/>
                  <a:gd name="GluePoint1Y" fmla="*/ 0 h 13"/>
                  <a:gd name="GluePoint2X" fmla="*/ 5156623 w 47"/>
                  <a:gd name="GluePoint2Y" fmla="*/ 1612432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7" h="13">
                    <a:moveTo>
                      <a:pt x="0" y="0"/>
                    </a:moveTo>
                    <a:cubicBezTo>
                      <a:pt x="14" y="9"/>
                      <a:pt x="30" y="13"/>
                      <a:pt x="47" y="13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1" name="Freeform 164"/>
              <p:cNvSpPr/>
              <p:nvPr/>
            </p:nvSpPr>
            <p:spPr>
              <a:xfrm flipH="1">
                <a:off x="7558920" y="2365920"/>
                <a:ext cx="117360" cy="3060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30600"/>
                  <a:gd name="textAreaBottom" fmla="*/ 30960 h 30600"/>
                  <a:gd name="GluePoint1X" fmla="*/ 0 w 47"/>
                  <a:gd name="GluePoint1Y" fmla="*/ 0 h 13"/>
                  <a:gd name="GluePoint2X" fmla="*/ 5156623 w 47"/>
                  <a:gd name="GluePoint2Y" fmla="*/ 1612432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7" h="13">
                    <a:moveTo>
                      <a:pt x="0" y="0"/>
                    </a:moveTo>
                    <a:cubicBezTo>
                      <a:pt x="14" y="9"/>
                      <a:pt x="30" y="13"/>
                      <a:pt x="47" y="13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2" name="Freeform 165"/>
              <p:cNvSpPr/>
              <p:nvPr/>
            </p:nvSpPr>
            <p:spPr>
              <a:xfrm flipH="1">
                <a:off x="7443360" y="2365920"/>
                <a:ext cx="114840" cy="3060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30600"/>
                  <a:gd name="textAreaBottom" fmla="*/ 30960 h 30600"/>
                  <a:gd name="GluePoint1X" fmla="*/ 0 w 46"/>
                  <a:gd name="GluePoint1Y" fmla="*/ 1612432 h 13"/>
                  <a:gd name="GluePoint2X" fmla="*/ 5112018 w 46"/>
                  <a:gd name="GluePoint2Y" fmla="*/ 0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3">
                    <a:moveTo>
                      <a:pt x="0" y="13"/>
                    </a:moveTo>
                    <a:cubicBezTo>
                      <a:pt x="16" y="13"/>
                      <a:pt x="32" y="9"/>
                      <a:pt x="46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3" name="Freeform 166"/>
              <p:cNvSpPr/>
              <p:nvPr/>
            </p:nvSpPr>
            <p:spPr>
              <a:xfrm flipH="1">
                <a:off x="7443360" y="2365920"/>
                <a:ext cx="114840" cy="3060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30600"/>
                  <a:gd name="textAreaBottom" fmla="*/ 30960 h 30600"/>
                  <a:gd name="GluePoint1X" fmla="*/ 0 w 46"/>
                  <a:gd name="GluePoint1Y" fmla="*/ 1612432 h 13"/>
                  <a:gd name="GluePoint2X" fmla="*/ 5112018 w 46"/>
                  <a:gd name="GluePoint2Y" fmla="*/ 0 h 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6" h="13">
                    <a:moveTo>
                      <a:pt x="0" y="13"/>
                    </a:moveTo>
                    <a:cubicBezTo>
                      <a:pt x="16" y="13"/>
                      <a:pt x="32" y="9"/>
                      <a:pt x="46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4" name="Freeform 167"/>
              <p:cNvSpPr/>
              <p:nvPr/>
            </p:nvSpPr>
            <p:spPr>
              <a:xfrm flipH="1">
                <a:off x="7355520" y="2286360"/>
                <a:ext cx="87480" cy="795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79560"/>
                  <a:gd name="textAreaBottom" fmla="*/ 79920 h 79560"/>
                  <a:gd name="GluePoint1X" fmla="*/ 0 w 35"/>
                  <a:gd name="GluePoint1Y" fmla="*/ 3893986 h 34"/>
                  <a:gd name="GluePoint2X" fmla="*/ 3937299 w 35"/>
                  <a:gd name="GluePoint2Y" fmla="*/ 0 h 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5" h="34">
                    <a:moveTo>
                      <a:pt x="0" y="34"/>
                    </a:moveTo>
                    <a:cubicBezTo>
                      <a:pt x="15" y="26"/>
                      <a:pt x="27" y="14"/>
                      <a:pt x="35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120" bIns="331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5" name="Freeform 168"/>
              <p:cNvSpPr/>
              <p:nvPr/>
            </p:nvSpPr>
            <p:spPr>
              <a:xfrm flipH="1">
                <a:off x="7355520" y="2286360"/>
                <a:ext cx="87480" cy="7956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79560"/>
                  <a:gd name="textAreaBottom" fmla="*/ 79920 h 79560"/>
                  <a:gd name="GluePoint1X" fmla="*/ 0 w 35"/>
                  <a:gd name="GluePoint1Y" fmla="*/ 3893986 h 34"/>
                  <a:gd name="GluePoint2X" fmla="*/ 3937299 w 35"/>
                  <a:gd name="GluePoint2Y" fmla="*/ 0 h 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35" h="34">
                    <a:moveTo>
                      <a:pt x="0" y="34"/>
                    </a:moveTo>
                    <a:cubicBezTo>
                      <a:pt x="15" y="26"/>
                      <a:pt x="27" y="14"/>
                      <a:pt x="35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3120" bIns="331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6" name="Line 169"/>
              <p:cNvSpPr/>
              <p:nvPr/>
            </p:nvSpPr>
            <p:spPr>
              <a:xfrm flipH="1">
                <a:off x="7220160" y="2142000"/>
                <a:ext cx="720" cy="360"/>
              </a:xfrm>
              <a:prstGeom prst="line">
                <a:avLst/>
              </a:prstGeom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7" name="Line 170"/>
              <p:cNvSpPr/>
              <p:nvPr/>
            </p:nvSpPr>
            <p:spPr>
              <a:xfrm flipH="1">
                <a:off x="7220160" y="2142000"/>
                <a:ext cx="720" cy="360"/>
              </a:xfrm>
              <a:prstGeom prst="line">
                <a:avLst/>
              </a:prstGeom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8" name="Freeform 171"/>
              <p:cNvSpPr/>
              <p:nvPr/>
            </p:nvSpPr>
            <p:spPr>
              <a:xfrm flipH="1">
                <a:off x="7220880" y="2092320"/>
                <a:ext cx="117360" cy="4932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49320"/>
                  <a:gd name="textAreaBottom" fmla="*/ 49680 h 49320"/>
                  <a:gd name="GluePoint1X" fmla="*/ 5156623 w 47"/>
                  <a:gd name="GluePoint1Y" fmla="*/ 2658256 h 21"/>
                  <a:gd name="GluePoint2X" fmla="*/ 0 w 47"/>
                  <a:gd name="GluePoint2Y" fmla="*/ 1522996 h 2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7" h="21">
                    <a:moveTo>
                      <a:pt x="47" y="21"/>
                    </a:moveTo>
                    <a:cubicBezTo>
                      <a:pt x="38" y="4"/>
                      <a:pt x="14" y="0"/>
                      <a:pt x="0" y="12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80" bIns="2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79" name="Freeform 172"/>
              <p:cNvSpPr/>
              <p:nvPr/>
            </p:nvSpPr>
            <p:spPr>
              <a:xfrm flipH="1">
                <a:off x="7220880" y="2092320"/>
                <a:ext cx="117360" cy="4932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49320"/>
                  <a:gd name="textAreaBottom" fmla="*/ 49680 h 49320"/>
                  <a:gd name="GluePoint1X" fmla="*/ 5156623 w 47"/>
                  <a:gd name="GluePoint1Y" fmla="*/ 2658256 h 21"/>
                  <a:gd name="GluePoint2X" fmla="*/ 0 w 47"/>
                  <a:gd name="GluePoint2Y" fmla="*/ 1522996 h 2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7" h="21">
                    <a:moveTo>
                      <a:pt x="47" y="21"/>
                    </a:moveTo>
                    <a:cubicBezTo>
                      <a:pt x="38" y="4"/>
                      <a:pt x="14" y="0"/>
                      <a:pt x="0" y="12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80" bIns="2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80" name="Freeform 173"/>
              <p:cNvSpPr/>
              <p:nvPr/>
            </p:nvSpPr>
            <p:spPr>
              <a:xfrm flipH="1">
                <a:off x="7338600" y="2120760"/>
                <a:ext cx="37440" cy="111600"/>
              </a:xfrm>
              <a:custGeom>
                <a:avLst/>
                <a:gdLst>
                  <a:gd name="textAreaLeft" fmla="*/ 360 w 37440"/>
                  <a:gd name="textAreaRight" fmla="*/ 38160 w 37440"/>
                  <a:gd name="textAreaTop" fmla="*/ 0 h 111600"/>
                  <a:gd name="textAreaBottom" fmla="*/ 111960 h 111600"/>
                  <a:gd name="GluePoint1X" fmla="*/ 1694496 w 15"/>
                  <a:gd name="GluePoint1Y" fmla="*/ 0 h 48"/>
                  <a:gd name="GluePoint2X" fmla="*/ 1694496 w 15"/>
                  <a:gd name="GluePoint2Y" fmla="*/ 5198809 h 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5" h="48">
                    <a:moveTo>
                      <a:pt x="15" y="0"/>
                    </a:moveTo>
                    <a:cubicBezTo>
                      <a:pt x="0" y="12"/>
                      <a:pt x="0" y="37"/>
                      <a:pt x="15" y="48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81" name="Freeform 174"/>
              <p:cNvSpPr/>
              <p:nvPr/>
            </p:nvSpPr>
            <p:spPr>
              <a:xfrm flipH="1">
                <a:off x="7338600" y="2120760"/>
                <a:ext cx="37440" cy="111600"/>
              </a:xfrm>
              <a:custGeom>
                <a:avLst/>
                <a:gdLst>
                  <a:gd name="textAreaLeft" fmla="*/ 360 w 37440"/>
                  <a:gd name="textAreaRight" fmla="*/ 38160 w 37440"/>
                  <a:gd name="textAreaTop" fmla="*/ 0 h 111600"/>
                  <a:gd name="textAreaBottom" fmla="*/ 111960 h 111600"/>
                  <a:gd name="GluePoint1X" fmla="*/ 1694496 w 15"/>
                  <a:gd name="GluePoint1Y" fmla="*/ 0 h 48"/>
                  <a:gd name="GluePoint2X" fmla="*/ 1694496 w 15"/>
                  <a:gd name="GluePoint2Y" fmla="*/ 5198809 h 4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15" h="48">
                    <a:moveTo>
                      <a:pt x="15" y="0"/>
                    </a:moveTo>
                    <a:cubicBezTo>
                      <a:pt x="0" y="12"/>
                      <a:pt x="0" y="37"/>
                      <a:pt x="15" y="48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82" name="Freeform 175"/>
              <p:cNvSpPr/>
              <p:nvPr/>
            </p:nvSpPr>
            <p:spPr>
              <a:xfrm flipH="1">
                <a:off x="7220880" y="2214000"/>
                <a:ext cx="117360" cy="4860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48600"/>
                  <a:gd name="textAreaBottom" fmla="*/ 48960 h 48600"/>
                  <a:gd name="GluePoint1X" fmla="*/ 0 w 47"/>
                  <a:gd name="GluePoint1Y" fmla="*/ 891276 h 21"/>
                  <a:gd name="GluePoint2X" fmla="*/ 5156623 w 47"/>
                  <a:gd name="GluePoint2Y" fmla="*/ 0 h 2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7" h="21">
                    <a:moveTo>
                      <a:pt x="0" y="8"/>
                    </a:moveTo>
                    <a:cubicBezTo>
                      <a:pt x="14" y="21"/>
                      <a:pt x="38" y="16"/>
                      <a:pt x="47" y="0"/>
                    </a:cubicBezTo>
                  </a:path>
                </a:pathLst>
              </a:custGeom>
              <a:noFill/>
              <a:ln w="12240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83" name="Freeform 176"/>
              <p:cNvSpPr/>
              <p:nvPr/>
            </p:nvSpPr>
            <p:spPr>
              <a:xfrm flipH="1">
                <a:off x="7220880" y="2214000"/>
                <a:ext cx="117360" cy="4860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48600"/>
                  <a:gd name="textAreaBottom" fmla="*/ 48960 h 48600"/>
                  <a:gd name="GluePoint1X" fmla="*/ 0 w 47"/>
                  <a:gd name="GluePoint1Y" fmla="*/ 891276 h 21"/>
                  <a:gd name="GluePoint2X" fmla="*/ 5156623 w 47"/>
                  <a:gd name="GluePoint2Y" fmla="*/ 0 h 2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47" h="21">
                    <a:moveTo>
                      <a:pt x="0" y="8"/>
                    </a:moveTo>
                    <a:cubicBezTo>
                      <a:pt x="14" y="21"/>
                      <a:pt x="38" y="16"/>
                      <a:pt x="47" y="0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160" bIns="21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784" name="Line 177"/>
            <p:cNvSpPr/>
            <p:nvPr/>
          </p:nvSpPr>
          <p:spPr>
            <a:xfrm>
              <a:off x="4513320" y="1847520"/>
              <a:ext cx="7200" cy="263160"/>
            </a:xfrm>
            <a:prstGeom prst="line">
              <a:avLst/>
            </a:prstGeom>
            <a:ln w="2844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785" name="Line 178"/>
            <p:cNvSpPr/>
            <p:nvPr/>
          </p:nvSpPr>
          <p:spPr>
            <a:xfrm>
              <a:off x="7285680" y="2181960"/>
              <a:ext cx="494280" cy="0"/>
            </a:xfrm>
            <a:prstGeom prst="line">
              <a:avLst/>
            </a:prstGeom>
            <a:ln w="2844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-44280" bIns="-442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786" name="Text Box 180"/>
            <p:cNvSpPr/>
            <p:nvPr/>
          </p:nvSpPr>
          <p:spPr>
            <a:xfrm>
              <a:off x="4174560" y="1571760"/>
              <a:ext cx="705960" cy="3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3 GeV</a:t>
              </a:r>
              <a:endParaRPr b="0" lang="en-IN" sz="14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787" name="Line 182"/>
            <p:cNvSpPr/>
            <p:nvPr/>
          </p:nvSpPr>
          <p:spPr>
            <a:xfrm>
              <a:off x="2152080" y="2189520"/>
              <a:ext cx="5032080" cy="1080"/>
            </a:xfrm>
            <a:prstGeom prst="line">
              <a:avLst/>
            </a:prstGeom>
            <a:ln w="122400">
              <a:solidFill>
                <a:srgbClr val="00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788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789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5C13AD-4D86-4EDA-B60C-F10F691C9125}" type="slidenum"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roup 37"/>
          <p:cNvGrpSpPr/>
          <p:nvPr/>
        </p:nvGrpSpPr>
        <p:grpSpPr>
          <a:xfrm>
            <a:off x="173160" y="1293840"/>
            <a:ext cx="8804160" cy="2054160"/>
            <a:chOff x="173160" y="1293840"/>
            <a:chExt cx="8804160" cy="2054160"/>
          </a:xfrm>
        </p:grpSpPr>
        <p:sp>
          <p:nvSpPr>
            <p:cNvPr id="791" name="AutoShape 36"/>
            <p:cNvSpPr/>
            <p:nvPr/>
          </p:nvSpPr>
          <p:spPr>
            <a:xfrm>
              <a:off x="174600" y="1293840"/>
              <a:ext cx="8802720" cy="205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792" name="Group 238"/>
            <p:cNvGrpSpPr/>
            <p:nvPr/>
          </p:nvGrpSpPr>
          <p:grpSpPr>
            <a:xfrm>
              <a:off x="173160" y="1293840"/>
              <a:ext cx="8804160" cy="2054160"/>
              <a:chOff x="173160" y="1293840"/>
              <a:chExt cx="8804160" cy="2054160"/>
            </a:xfrm>
          </p:grpSpPr>
          <p:sp>
            <p:nvSpPr>
              <p:cNvPr id="793" name="Rectangle 38"/>
              <p:cNvSpPr/>
              <p:nvPr/>
            </p:nvSpPr>
            <p:spPr>
              <a:xfrm>
                <a:off x="174600" y="1293840"/>
                <a:ext cx="8802720" cy="205416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94" name="Rectangle 39"/>
              <p:cNvSpPr/>
              <p:nvPr/>
            </p:nvSpPr>
            <p:spPr>
              <a:xfrm>
                <a:off x="379440" y="1492200"/>
                <a:ext cx="8393040" cy="1649520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95" name="Rectangle 40"/>
              <p:cNvSpPr/>
              <p:nvPr/>
            </p:nvSpPr>
            <p:spPr>
              <a:xfrm>
                <a:off x="8058960" y="3157560"/>
                <a:ext cx="36972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254.651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96" name="Rectangle 41"/>
              <p:cNvSpPr/>
              <p:nvPr/>
            </p:nvSpPr>
            <p:spPr>
              <a:xfrm>
                <a:off x="379440" y="315756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97" name="Rectangle 43"/>
              <p:cNvSpPr/>
              <p:nvPr/>
            </p:nvSpPr>
            <p:spPr>
              <a:xfrm>
                <a:off x="899280" y="1401840"/>
                <a:ext cx="61452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                        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98" name="Rectangle 44"/>
              <p:cNvSpPr/>
              <p:nvPr/>
            </p:nvSpPr>
            <p:spPr>
              <a:xfrm rot="16200000">
                <a:off x="156600" y="1347480"/>
                <a:ext cx="1710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100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799" name="Rectangle 45"/>
              <p:cNvSpPr/>
              <p:nvPr/>
            </p:nvSpPr>
            <p:spPr>
              <a:xfrm rot="16200000">
                <a:off x="213120" y="297684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0" name="Rectangle 46"/>
              <p:cNvSpPr/>
              <p:nvPr/>
            </p:nvSpPr>
            <p:spPr>
              <a:xfrm rot="16200000">
                <a:off x="8830080" y="136692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1" name="Rectangle 47"/>
              <p:cNvSpPr/>
              <p:nvPr/>
            </p:nvSpPr>
            <p:spPr>
              <a:xfrm rot="16200000">
                <a:off x="8830080" y="297504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2" name="Rectangle 48"/>
              <p:cNvSpPr/>
              <p:nvPr/>
            </p:nvSpPr>
            <p:spPr>
              <a:xfrm rot="16200000">
                <a:off x="-78120" y="1759320"/>
                <a:ext cx="60984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BETA_X&amp;Y[m]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3" name="Rectangle 49"/>
              <p:cNvSpPr/>
              <p:nvPr/>
            </p:nvSpPr>
            <p:spPr>
              <a:xfrm rot="16200000">
                <a:off x="8557200" y="2201760"/>
                <a:ext cx="66024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DISP_X&amp;Y[m</a:t>
                </a: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]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4" name="Line 50"/>
              <p:cNvSpPr/>
              <p:nvPr/>
            </p:nvSpPr>
            <p:spPr>
              <a:xfrm flipH="1">
                <a:off x="8704080" y="165744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5" name="Line 51"/>
              <p:cNvSpPr/>
              <p:nvPr/>
            </p:nvSpPr>
            <p:spPr>
              <a:xfrm>
                <a:off x="379440" y="165744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6" name="Line 52"/>
              <p:cNvSpPr/>
              <p:nvPr/>
            </p:nvSpPr>
            <p:spPr>
              <a:xfrm flipV="1">
                <a:off x="1216080" y="3115800"/>
                <a:ext cx="144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7" name="Line 53"/>
              <p:cNvSpPr/>
              <p:nvPr/>
            </p:nvSpPr>
            <p:spPr>
              <a:xfrm>
                <a:off x="1216080" y="1492200"/>
                <a:ext cx="144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8" name="Line 54"/>
              <p:cNvSpPr/>
              <p:nvPr/>
            </p:nvSpPr>
            <p:spPr>
              <a:xfrm flipH="1">
                <a:off x="8704080" y="182232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09" name="Line 55"/>
              <p:cNvSpPr/>
              <p:nvPr/>
            </p:nvSpPr>
            <p:spPr>
              <a:xfrm>
                <a:off x="379440" y="182232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0" name="Line 56"/>
              <p:cNvSpPr/>
              <p:nvPr/>
            </p:nvSpPr>
            <p:spPr>
              <a:xfrm flipV="1">
                <a:off x="2050920" y="3115800"/>
                <a:ext cx="180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1" name="Line 57"/>
              <p:cNvSpPr/>
              <p:nvPr/>
            </p:nvSpPr>
            <p:spPr>
              <a:xfrm>
                <a:off x="2050920" y="1492200"/>
                <a:ext cx="180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2" name="Line 58"/>
              <p:cNvSpPr/>
              <p:nvPr/>
            </p:nvSpPr>
            <p:spPr>
              <a:xfrm flipH="1">
                <a:off x="8704080" y="198756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3" name="Line 59"/>
              <p:cNvSpPr/>
              <p:nvPr/>
            </p:nvSpPr>
            <p:spPr>
              <a:xfrm>
                <a:off x="379440" y="198756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4" name="Line 60"/>
              <p:cNvSpPr/>
              <p:nvPr/>
            </p:nvSpPr>
            <p:spPr>
              <a:xfrm flipV="1">
                <a:off x="2887560" y="3115800"/>
                <a:ext cx="180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5" name="Line 61"/>
              <p:cNvSpPr/>
              <p:nvPr/>
            </p:nvSpPr>
            <p:spPr>
              <a:xfrm>
                <a:off x="2887560" y="1492200"/>
                <a:ext cx="180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6" name="Line 62"/>
              <p:cNvSpPr/>
              <p:nvPr/>
            </p:nvSpPr>
            <p:spPr>
              <a:xfrm flipH="1">
                <a:off x="8704080" y="215100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7" name="Line 63"/>
              <p:cNvSpPr/>
              <p:nvPr/>
            </p:nvSpPr>
            <p:spPr>
              <a:xfrm>
                <a:off x="379440" y="215100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8" name="Line 64"/>
              <p:cNvSpPr/>
              <p:nvPr/>
            </p:nvSpPr>
            <p:spPr>
              <a:xfrm flipV="1">
                <a:off x="3722760" y="3115800"/>
                <a:ext cx="144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19" name="Line 65"/>
              <p:cNvSpPr/>
              <p:nvPr/>
            </p:nvSpPr>
            <p:spPr>
              <a:xfrm>
                <a:off x="3722760" y="1492200"/>
                <a:ext cx="144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0" name="Line 66"/>
              <p:cNvSpPr/>
              <p:nvPr/>
            </p:nvSpPr>
            <p:spPr>
              <a:xfrm flipH="1">
                <a:off x="8704080" y="231624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1" name="Line 67"/>
              <p:cNvSpPr/>
              <p:nvPr/>
            </p:nvSpPr>
            <p:spPr>
              <a:xfrm>
                <a:off x="379440" y="231624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2" name="Line 68"/>
              <p:cNvSpPr/>
              <p:nvPr/>
            </p:nvSpPr>
            <p:spPr>
              <a:xfrm flipV="1">
                <a:off x="4576680" y="3115800"/>
                <a:ext cx="180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3" name="Line 69"/>
              <p:cNvSpPr/>
              <p:nvPr/>
            </p:nvSpPr>
            <p:spPr>
              <a:xfrm>
                <a:off x="4576680" y="1492200"/>
                <a:ext cx="180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4" name="Line 70"/>
              <p:cNvSpPr/>
              <p:nvPr/>
            </p:nvSpPr>
            <p:spPr>
              <a:xfrm flipH="1">
                <a:off x="8704080" y="248112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5" name="Line 71"/>
              <p:cNvSpPr/>
              <p:nvPr/>
            </p:nvSpPr>
            <p:spPr>
              <a:xfrm>
                <a:off x="379440" y="248112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6" name="Line 72"/>
              <p:cNvSpPr/>
              <p:nvPr/>
            </p:nvSpPr>
            <p:spPr>
              <a:xfrm flipV="1">
                <a:off x="5411880" y="3115800"/>
                <a:ext cx="144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7" name="Line 73"/>
              <p:cNvSpPr/>
              <p:nvPr/>
            </p:nvSpPr>
            <p:spPr>
              <a:xfrm>
                <a:off x="5411880" y="1492200"/>
                <a:ext cx="144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8" name="Line 74"/>
              <p:cNvSpPr/>
              <p:nvPr/>
            </p:nvSpPr>
            <p:spPr>
              <a:xfrm flipH="1">
                <a:off x="8704080" y="264636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29" name="Line 75"/>
              <p:cNvSpPr/>
              <p:nvPr/>
            </p:nvSpPr>
            <p:spPr>
              <a:xfrm>
                <a:off x="379440" y="264636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0" name="Line 76"/>
              <p:cNvSpPr/>
              <p:nvPr/>
            </p:nvSpPr>
            <p:spPr>
              <a:xfrm flipV="1">
                <a:off x="6248520" y="3115800"/>
                <a:ext cx="144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1" name="Line 77"/>
              <p:cNvSpPr/>
              <p:nvPr/>
            </p:nvSpPr>
            <p:spPr>
              <a:xfrm>
                <a:off x="6248520" y="1492200"/>
                <a:ext cx="144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2" name="Line 78"/>
              <p:cNvSpPr/>
              <p:nvPr/>
            </p:nvSpPr>
            <p:spPr>
              <a:xfrm flipH="1">
                <a:off x="8704080" y="281160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3" name="Line 79"/>
              <p:cNvSpPr/>
              <p:nvPr/>
            </p:nvSpPr>
            <p:spPr>
              <a:xfrm>
                <a:off x="379440" y="281160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4" name="Line 80"/>
              <p:cNvSpPr/>
              <p:nvPr/>
            </p:nvSpPr>
            <p:spPr>
              <a:xfrm flipV="1">
                <a:off x="7083360" y="3115800"/>
                <a:ext cx="180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5" name="Line 81"/>
              <p:cNvSpPr/>
              <p:nvPr/>
            </p:nvSpPr>
            <p:spPr>
              <a:xfrm>
                <a:off x="7083360" y="1492200"/>
                <a:ext cx="180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6" name="Line 82"/>
              <p:cNvSpPr/>
              <p:nvPr/>
            </p:nvSpPr>
            <p:spPr>
              <a:xfrm flipH="1">
                <a:off x="8704080" y="297648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7" name="Line 83"/>
              <p:cNvSpPr/>
              <p:nvPr/>
            </p:nvSpPr>
            <p:spPr>
              <a:xfrm>
                <a:off x="379440" y="297648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8" name="Line 84"/>
              <p:cNvSpPr/>
              <p:nvPr/>
            </p:nvSpPr>
            <p:spPr>
              <a:xfrm flipV="1">
                <a:off x="7920000" y="3115800"/>
                <a:ext cx="1800" cy="255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240" bIns="-212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39" name="Line 85"/>
              <p:cNvSpPr/>
              <p:nvPr/>
            </p:nvSpPr>
            <p:spPr>
              <a:xfrm>
                <a:off x="7920000" y="1492200"/>
                <a:ext cx="1800" cy="237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040" bIns="-230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0" name="Freeform 86"/>
              <p:cNvSpPr/>
              <p:nvPr/>
            </p:nvSpPr>
            <p:spPr>
              <a:xfrm>
                <a:off x="379440" y="2243160"/>
                <a:ext cx="8393040" cy="700200"/>
              </a:xfrm>
              <a:custGeom>
                <a:avLst/>
                <a:gdLst>
                  <a:gd name="textAreaLeft" fmla="*/ 0 w 8393040"/>
                  <a:gd name="textAreaRight" fmla="*/ 8393040 w 8393040"/>
                  <a:gd name="textAreaTop" fmla="*/ 0 h 700200"/>
                  <a:gd name="textAreaBottom" fmla="*/ 700560 h 700200"/>
                  <a:gd name="GluePoint1X" fmla="*/ 43 w 5287"/>
                  <a:gd name="GluePoint1Y" fmla="*/ 369 h 441"/>
                  <a:gd name="GluePoint2X" fmla="*/ 150 w 5287"/>
                  <a:gd name="GluePoint2Y" fmla="*/ 436 h 441"/>
                  <a:gd name="GluePoint3X" fmla="*/ 258 w 5287"/>
                  <a:gd name="GluePoint3Y" fmla="*/ 322 h 441"/>
                  <a:gd name="GluePoint4X" fmla="*/ 301 w 5287"/>
                  <a:gd name="GluePoint4Y" fmla="*/ 327 h 441"/>
                  <a:gd name="GluePoint5X" fmla="*/ 408 w 5287"/>
                  <a:gd name="GluePoint5Y" fmla="*/ 379 h 441"/>
                  <a:gd name="GluePoint6X" fmla="*/ 505 w 5287"/>
                  <a:gd name="GluePoint6Y" fmla="*/ 218 h 441"/>
                  <a:gd name="GluePoint7X" fmla="*/ 612 w 5287"/>
                  <a:gd name="GluePoint7Y" fmla="*/ 311 h 441"/>
                  <a:gd name="GluePoint8X" fmla="*/ 666 w 5287"/>
                  <a:gd name="GluePoint8Y" fmla="*/ 317 h 441"/>
                  <a:gd name="GluePoint9X" fmla="*/ 763 w 5287"/>
                  <a:gd name="GluePoint9Y" fmla="*/ 156 h 441"/>
                  <a:gd name="GluePoint10X" fmla="*/ 870 w 5287"/>
                  <a:gd name="GluePoint10Y" fmla="*/ 296 h 441"/>
                  <a:gd name="GluePoint11X" fmla="*/ 913 w 5287"/>
                  <a:gd name="GluePoint11Y" fmla="*/ 301 h 441"/>
                  <a:gd name="GluePoint12X" fmla="*/ 1021 w 5287"/>
                  <a:gd name="GluePoint12Y" fmla="*/ 187 h 441"/>
                  <a:gd name="GluePoint13X" fmla="*/ 1128 w 5287"/>
                  <a:gd name="GluePoint13Y" fmla="*/ 332 h 441"/>
                  <a:gd name="GluePoint14X" fmla="*/ 1171 w 5287"/>
                  <a:gd name="GluePoint14Y" fmla="*/ 337 h 441"/>
                  <a:gd name="GluePoint15X" fmla="*/ 1279 w 5287"/>
                  <a:gd name="GluePoint15Y" fmla="*/ 265 h 441"/>
                  <a:gd name="GluePoint16X" fmla="*/ 1375 w 5287"/>
                  <a:gd name="GluePoint16Y" fmla="*/ 379 h 441"/>
                  <a:gd name="GluePoint17X" fmla="*/ 1451 w 5287"/>
                  <a:gd name="GluePoint17Y" fmla="*/ 348 h 441"/>
                  <a:gd name="GluePoint18X" fmla="*/ 1526 w 5287"/>
                  <a:gd name="GluePoint18Y" fmla="*/ 306 h 441"/>
                  <a:gd name="GluePoint19X" fmla="*/ 1633 w 5287"/>
                  <a:gd name="GluePoint19Y" fmla="*/ 384 h 441"/>
                  <a:gd name="GluePoint20X" fmla="*/ 1741 w 5287"/>
                  <a:gd name="GluePoint20Y" fmla="*/ 291 h 441"/>
                  <a:gd name="GluePoint21X" fmla="*/ 1784 w 5287"/>
                  <a:gd name="GluePoint21Y" fmla="*/ 270 h 441"/>
                  <a:gd name="GluePoint22X" fmla="*/ 1891 w 5287"/>
                  <a:gd name="GluePoint22Y" fmla="*/ 332 h 441"/>
                  <a:gd name="GluePoint23X" fmla="*/ 1988 w 5287"/>
                  <a:gd name="GluePoint23Y" fmla="*/ 202 h 441"/>
                  <a:gd name="GluePoint24X" fmla="*/ 2042 w 5287"/>
                  <a:gd name="GluePoint24Y" fmla="*/ 187 h 441"/>
                  <a:gd name="GluePoint25X" fmla="*/ 2149 w 5287"/>
                  <a:gd name="GluePoint25Y" fmla="*/ 254 h 441"/>
                  <a:gd name="GluePoint26X" fmla="*/ 2246 w 5287"/>
                  <a:gd name="GluePoint26Y" fmla="*/ 93 h 441"/>
                  <a:gd name="GluePoint27X" fmla="*/ 2289 w 5287"/>
                  <a:gd name="GluePoint27Y" fmla="*/ 98 h 441"/>
                  <a:gd name="GluePoint28X" fmla="*/ 2396 w 5287"/>
                  <a:gd name="GluePoint28Y" fmla="*/ 187 h 441"/>
                  <a:gd name="GluePoint29X" fmla="*/ 2504 w 5287"/>
                  <a:gd name="GluePoint29Y" fmla="*/ 20 h 441"/>
                  <a:gd name="GluePoint30X" fmla="*/ 2558 w 5287"/>
                  <a:gd name="GluePoint30Y" fmla="*/ 62 h 441"/>
                  <a:gd name="GluePoint31X" fmla="*/ 2601 w 5287"/>
                  <a:gd name="GluePoint31Y" fmla="*/ 130 h 441"/>
                  <a:gd name="GluePoint32X" fmla="*/ 2654 w 5287"/>
                  <a:gd name="GluePoint32Y" fmla="*/ 150 h 441"/>
                  <a:gd name="GluePoint33X" fmla="*/ 2708 w 5287"/>
                  <a:gd name="GluePoint33Y" fmla="*/ 83 h 441"/>
                  <a:gd name="GluePoint34X" fmla="*/ 2751 w 5287"/>
                  <a:gd name="GluePoint34Y" fmla="*/ 5 h 441"/>
                  <a:gd name="GluePoint35X" fmla="*/ 2858 w 5287"/>
                  <a:gd name="GluePoint35Y" fmla="*/ 140 h 441"/>
                  <a:gd name="GluePoint36X" fmla="*/ 2901 w 5287"/>
                  <a:gd name="GluePoint36Y" fmla="*/ 161 h 441"/>
                  <a:gd name="GluePoint37X" fmla="*/ 3009 w 5287"/>
                  <a:gd name="GluePoint37Y" fmla="*/ 36 h 441"/>
                  <a:gd name="GluePoint38X" fmla="*/ 3116 w 5287"/>
                  <a:gd name="GluePoint38Y" fmla="*/ 197 h 441"/>
                  <a:gd name="GluePoint39X" fmla="*/ 3159 w 5287"/>
                  <a:gd name="GluePoint39Y" fmla="*/ 213 h 441"/>
                  <a:gd name="GluePoint40X" fmla="*/ 3267 w 5287"/>
                  <a:gd name="GluePoint40Y" fmla="*/ 130 h 441"/>
                  <a:gd name="GluePoint41X" fmla="*/ 3363 w 5287"/>
                  <a:gd name="GluePoint41Y" fmla="*/ 285 h 441"/>
                  <a:gd name="GluePoint42X" fmla="*/ 3417 w 5287"/>
                  <a:gd name="GluePoint42Y" fmla="*/ 291 h 441"/>
                  <a:gd name="GluePoint43X" fmla="*/ 3525 w 5287"/>
                  <a:gd name="GluePoint43Y" fmla="*/ 233 h 441"/>
                  <a:gd name="GluePoint44X" fmla="*/ 3621 w 5287"/>
                  <a:gd name="GluePoint44Y" fmla="*/ 353 h 441"/>
                  <a:gd name="GluePoint45X" fmla="*/ 3697 w 5287"/>
                  <a:gd name="GluePoint45Y" fmla="*/ 327 h 441"/>
                  <a:gd name="GluePoint46X" fmla="*/ 3772 w 5287"/>
                  <a:gd name="GluePoint46Y" fmla="*/ 296 h 441"/>
                  <a:gd name="GluePoint47X" fmla="*/ 3879 w 5287"/>
                  <a:gd name="GluePoint47Y" fmla="*/ 374 h 441"/>
                  <a:gd name="GluePoint48X" fmla="*/ 3976 w 5287"/>
                  <a:gd name="GluePoint48Y" fmla="*/ 291 h 441"/>
                  <a:gd name="GluePoint49X" fmla="*/ 4030 w 5287"/>
                  <a:gd name="GluePoint49Y" fmla="*/ 280 h 441"/>
                  <a:gd name="GluePoint50X" fmla="*/ 4137 w 5287"/>
                  <a:gd name="GluePoint50Y" fmla="*/ 348 h 441"/>
                  <a:gd name="GluePoint51X" fmla="*/ 4234 w 5287"/>
                  <a:gd name="GluePoint51Y" fmla="*/ 218 h 441"/>
                  <a:gd name="GluePoint52X" fmla="*/ 4288 w 5287"/>
                  <a:gd name="GluePoint52Y" fmla="*/ 213 h 441"/>
                  <a:gd name="GluePoint53X" fmla="*/ 4384 w 5287"/>
                  <a:gd name="GluePoint53Y" fmla="*/ 291 h 441"/>
                  <a:gd name="GluePoint54X" fmla="*/ 4492 w 5287"/>
                  <a:gd name="GluePoint54Y" fmla="*/ 130 h 441"/>
                  <a:gd name="GluePoint55X" fmla="*/ 4567 w 5287"/>
                  <a:gd name="GluePoint55Y" fmla="*/ 187 h 441"/>
                  <a:gd name="GluePoint56X" fmla="*/ 4642 w 5287"/>
                  <a:gd name="GluePoint56Y" fmla="*/ 249 h 441"/>
                  <a:gd name="GluePoint57X" fmla="*/ 4750 w 5287"/>
                  <a:gd name="GluePoint57Y" fmla="*/ 93 h 441"/>
                  <a:gd name="GluePoint58X" fmla="*/ 4846 w 5287"/>
                  <a:gd name="GluePoint58Y" fmla="*/ 239 h 441"/>
                  <a:gd name="GluePoint59X" fmla="*/ 4900 w 5287"/>
                  <a:gd name="GluePoint59Y" fmla="*/ 259 h 441"/>
                  <a:gd name="GluePoint60X" fmla="*/ 5008 w 5287"/>
                  <a:gd name="GluePoint60Y" fmla="*/ 145 h 441"/>
                  <a:gd name="GluePoint61X" fmla="*/ 5104 w 5287"/>
                  <a:gd name="GluePoint61Y" fmla="*/ 306 h 441"/>
                  <a:gd name="GluePoint62X" fmla="*/ 5158 w 5287"/>
                  <a:gd name="GluePoint62Y" fmla="*/ 322 h 441"/>
                  <a:gd name="GluePoint63X" fmla="*/ 5255 w 5287"/>
                  <a:gd name="GluePoint63Y" fmla="*/ 249 h 4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287" h="441">
                    <a:moveTo>
                      <a:pt x="0" y="369"/>
                    </a:moveTo>
                    <a:lnTo>
                      <a:pt x="0" y="369"/>
                    </a:lnTo>
                    <a:lnTo>
                      <a:pt x="0" y="363"/>
                    </a:lnTo>
                    <a:lnTo>
                      <a:pt x="0" y="358"/>
                    </a:lnTo>
                    <a:lnTo>
                      <a:pt x="11" y="358"/>
                    </a:lnTo>
                    <a:lnTo>
                      <a:pt x="11" y="353"/>
                    </a:lnTo>
                    <a:lnTo>
                      <a:pt x="21" y="353"/>
                    </a:lnTo>
                    <a:lnTo>
                      <a:pt x="21" y="348"/>
                    </a:lnTo>
                    <a:lnTo>
                      <a:pt x="21" y="353"/>
                    </a:lnTo>
                    <a:lnTo>
                      <a:pt x="32" y="353"/>
                    </a:lnTo>
                    <a:lnTo>
                      <a:pt x="32" y="358"/>
                    </a:lnTo>
                    <a:lnTo>
                      <a:pt x="43" y="358"/>
                    </a:lnTo>
                    <a:lnTo>
                      <a:pt x="43" y="363"/>
                    </a:lnTo>
                    <a:lnTo>
                      <a:pt x="43" y="369"/>
                    </a:lnTo>
                    <a:lnTo>
                      <a:pt x="54" y="369"/>
                    </a:lnTo>
                    <a:lnTo>
                      <a:pt x="54" y="374"/>
                    </a:lnTo>
                    <a:lnTo>
                      <a:pt x="86" y="400"/>
                    </a:lnTo>
                    <a:lnTo>
                      <a:pt x="86" y="405"/>
                    </a:lnTo>
                    <a:lnTo>
                      <a:pt x="118" y="426"/>
                    </a:lnTo>
                    <a:lnTo>
                      <a:pt x="118" y="431"/>
                    </a:lnTo>
                    <a:lnTo>
                      <a:pt x="129" y="431"/>
                    </a:lnTo>
                    <a:lnTo>
                      <a:pt x="129" y="436"/>
                    </a:lnTo>
                    <a:lnTo>
                      <a:pt x="140" y="436"/>
                    </a:lnTo>
                    <a:lnTo>
                      <a:pt x="140" y="441"/>
                    </a:lnTo>
                    <a:lnTo>
                      <a:pt x="150" y="441"/>
                    </a:lnTo>
                    <a:lnTo>
                      <a:pt x="150" y="436"/>
                    </a:lnTo>
                    <a:lnTo>
                      <a:pt x="161" y="436"/>
                    </a:lnTo>
                    <a:lnTo>
                      <a:pt x="161" y="431"/>
                    </a:lnTo>
                    <a:lnTo>
                      <a:pt x="161" y="426"/>
                    </a:lnTo>
                    <a:lnTo>
                      <a:pt x="172" y="426"/>
                    </a:lnTo>
                    <a:lnTo>
                      <a:pt x="172" y="421"/>
                    </a:lnTo>
                    <a:lnTo>
                      <a:pt x="204" y="384"/>
                    </a:lnTo>
                    <a:lnTo>
                      <a:pt x="215" y="384"/>
                    </a:lnTo>
                    <a:lnTo>
                      <a:pt x="215" y="379"/>
                    </a:lnTo>
                    <a:lnTo>
                      <a:pt x="247" y="343"/>
                    </a:lnTo>
                    <a:lnTo>
                      <a:pt x="247" y="337"/>
                    </a:lnTo>
                    <a:lnTo>
                      <a:pt x="247" y="332"/>
                    </a:lnTo>
                    <a:lnTo>
                      <a:pt x="247" y="327"/>
                    </a:lnTo>
                    <a:lnTo>
                      <a:pt x="258" y="327"/>
                    </a:lnTo>
                    <a:lnTo>
                      <a:pt x="258" y="322"/>
                    </a:lnTo>
                    <a:lnTo>
                      <a:pt x="258" y="317"/>
                    </a:lnTo>
                    <a:lnTo>
                      <a:pt x="258" y="311"/>
                    </a:lnTo>
                    <a:lnTo>
                      <a:pt x="269" y="311"/>
                    </a:lnTo>
                    <a:lnTo>
                      <a:pt x="269" y="306"/>
                    </a:lnTo>
                    <a:lnTo>
                      <a:pt x="279" y="306"/>
                    </a:lnTo>
                    <a:lnTo>
                      <a:pt x="279" y="311"/>
                    </a:lnTo>
                    <a:lnTo>
                      <a:pt x="290" y="311"/>
                    </a:lnTo>
                    <a:lnTo>
                      <a:pt x="290" y="317"/>
                    </a:lnTo>
                    <a:lnTo>
                      <a:pt x="290" y="322"/>
                    </a:lnTo>
                    <a:lnTo>
                      <a:pt x="301" y="322"/>
                    </a:lnTo>
                    <a:lnTo>
                      <a:pt x="301" y="327"/>
                    </a:lnTo>
                    <a:lnTo>
                      <a:pt x="333" y="353"/>
                    </a:lnTo>
                    <a:lnTo>
                      <a:pt x="365" y="374"/>
                    </a:lnTo>
                    <a:lnTo>
                      <a:pt x="365" y="379"/>
                    </a:lnTo>
                    <a:lnTo>
                      <a:pt x="376" y="379"/>
                    </a:lnTo>
                    <a:lnTo>
                      <a:pt x="376" y="384"/>
                    </a:lnTo>
                    <a:lnTo>
                      <a:pt x="387" y="384"/>
                    </a:lnTo>
                    <a:lnTo>
                      <a:pt x="387" y="389"/>
                    </a:lnTo>
                    <a:lnTo>
                      <a:pt x="398" y="389"/>
                    </a:lnTo>
                    <a:lnTo>
                      <a:pt x="398" y="384"/>
                    </a:lnTo>
                    <a:lnTo>
                      <a:pt x="408" y="384"/>
                    </a:lnTo>
                    <a:lnTo>
                      <a:pt x="408" y="379"/>
                    </a:lnTo>
                    <a:lnTo>
                      <a:pt x="408" y="374"/>
                    </a:lnTo>
                    <a:lnTo>
                      <a:pt x="419" y="369"/>
                    </a:lnTo>
                    <a:lnTo>
                      <a:pt x="419" y="363"/>
                    </a:lnTo>
                    <a:lnTo>
                      <a:pt x="419" y="358"/>
                    </a:lnTo>
                    <a:lnTo>
                      <a:pt x="430" y="358"/>
                    </a:lnTo>
                    <a:lnTo>
                      <a:pt x="451" y="311"/>
                    </a:lnTo>
                    <a:lnTo>
                      <a:pt x="462" y="306"/>
                    </a:lnTo>
                    <a:lnTo>
                      <a:pt x="462" y="301"/>
                    </a:lnTo>
                    <a:lnTo>
                      <a:pt x="494" y="249"/>
                    </a:lnTo>
                    <a:lnTo>
                      <a:pt x="494" y="244"/>
                    </a:lnTo>
                    <a:lnTo>
                      <a:pt x="494" y="239"/>
                    </a:lnTo>
                    <a:lnTo>
                      <a:pt x="494" y="233"/>
                    </a:lnTo>
                    <a:lnTo>
                      <a:pt x="505" y="233"/>
                    </a:lnTo>
                    <a:lnTo>
                      <a:pt x="505" y="228"/>
                    </a:lnTo>
                    <a:lnTo>
                      <a:pt x="505" y="223"/>
                    </a:lnTo>
                    <a:lnTo>
                      <a:pt x="505" y="218"/>
                    </a:lnTo>
                    <a:lnTo>
                      <a:pt x="516" y="213"/>
                    </a:lnTo>
                    <a:lnTo>
                      <a:pt x="516" y="208"/>
                    </a:lnTo>
                    <a:lnTo>
                      <a:pt x="516" y="202"/>
                    </a:lnTo>
                    <a:lnTo>
                      <a:pt x="527" y="202"/>
                    </a:lnTo>
                    <a:lnTo>
                      <a:pt x="527" y="208"/>
                    </a:lnTo>
                    <a:lnTo>
                      <a:pt x="537" y="208"/>
                    </a:lnTo>
                    <a:lnTo>
                      <a:pt x="537" y="213"/>
                    </a:lnTo>
                    <a:lnTo>
                      <a:pt x="537" y="218"/>
                    </a:lnTo>
                    <a:lnTo>
                      <a:pt x="537" y="223"/>
                    </a:lnTo>
                    <a:lnTo>
                      <a:pt x="548" y="223"/>
                    </a:lnTo>
                    <a:lnTo>
                      <a:pt x="548" y="228"/>
                    </a:lnTo>
                    <a:lnTo>
                      <a:pt x="548" y="233"/>
                    </a:lnTo>
                    <a:lnTo>
                      <a:pt x="580" y="270"/>
                    </a:lnTo>
                    <a:lnTo>
                      <a:pt x="580" y="275"/>
                    </a:lnTo>
                    <a:lnTo>
                      <a:pt x="612" y="311"/>
                    </a:lnTo>
                    <a:lnTo>
                      <a:pt x="623" y="311"/>
                    </a:lnTo>
                    <a:lnTo>
                      <a:pt x="623" y="317"/>
                    </a:lnTo>
                    <a:lnTo>
                      <a:pt x="623" y="322"/>
                    </a:lnTo>
                    <a:lnTo>
                      <a:pt x="634" y="322"/>
                    </a:lnTo>
                    <a:lnTo>
                      <a:pt x="634" y="327"/>
                    </a:lnTo>
                    <a:lnTo>
                      <a:pt x="634" y="332"/>
                    </a:lnTo>
                    <a:lnTo>
                      <a:pt x="645" y="332"/>
                    </a:lnTo>
                    <a:lnTo>
                      <a:pt x="645" y="327"/>
                    </a:lnTo>
                    <a:lnTo>
                      <a:pt x="655" y="327"/>
                    </a:lnTo>
                    <a:lnTo>
                      <a:pt x="655" y="322"/>
                    </a:lnTo>
                    <a:lnTo>
                      <a:pt x="655" y="317"/>
                    </a:lnTo>
                    <a:lnTo>
                      <a:pt x="666" y="317"/>
                    </a:lnTo>
                    <a:lnTo>
                      <a:pt x="666" y="311"/>
                    </a:lnTo>
                    <a:lnTo>
                      <a:pt x="666" y="306"/>
                    </a:lnTo>
                    <a:lnTo>
                      <a:pt x="666" y="301"/>
                    </a:lnTo>
                    <a:lnTo>
                      <a:pt x="677" y="301"/>
                    </a:lnTo>
                    <a:lnTo>
                      <a:pt x="709" y="254"/>
                    </a:lnTo>
                    <a:lnTo>
                      <a:pt x="709" y="249"/>
                    </a:lnTo>
                    <a:lnTo>
                      <a:pt x="709" y="244"/>
                    </a:lnTo>
                    <a:lnTo>
                      <a:pt x="741" y="192"/>
                    </a:lnTo>
                    <a:lnTo>
                      <a:pt x="741" y="187"/>
                    </a:lnTo>
                    <a:lnTo>
                      <a:pt x="741" y="182"/>
                    </a:lnTo>
                    <a:lnTo>
                      <a:pt x="752" y="182"/>
                    </a:lnTo>
                    <a:lnTo>
                      <a:pt x="752" y="176"/>
                    </a:lnTo>
                    <a:lnTo>
                      <a:pt x="752" y="171"/>
                    </a:lnTo>
                    <a:lnTo>
                      <a:pt x="752" y="166"/>
                    </a:lnTo>
                    <a:lnTo>
                      <a:pt x="763" y="161"/>
                    </a:lnTo>
                    <a:lnTo>
                      <a:pt x="763" y="156"/>
                    </a:lnTo>
                    <a:lnTo>
                      <a:pt x="763" y="150"/>
                    </a:lnTo>
                    <a:lnTo>
                      <a:pt x="774" y="150"/>
                    </a:lnTo>
                    <a:lnTo>
                      <a:pt x="774" y="156"/>
                    </a:lnTo>
                    <a:lnTo>
                      <a:pt x="784" y="156"/>
                    </a:lnTo>
                    <a:lnTo>
                      <a:pt x="784" y="161"/>
                    </a:lnTo>
                    <a:lnTo>
                      <a:pt x="784" y="166"/>
                    </a:lnTo>
                    <a:lnTo>
                      <a:pt x="784" y="171"/>
                    </a:lnTo>
                    <a:lnTo>
                      <a:pt x="784" y="176"/>
                    </a:lnTo>
                    <a:lnTo>
                      <a:pt x="795" y="176"/>
                    </a:lnTo>
                    <a:lnTo>
                      <a:pt x="795" y="182"/>
                    </a:lnTo>
                    <a:lnTo>
                      <a:pt x="795" y="187"/>
                    </a:lnTo>
                    <a:lnTo>
                      <a:pt x="795" y="192"/>
                    </a:lnTo>
                    <a:lnTo>
                      <a:pt x="827" y="239"/>
                    </a:lnTo>
                    <a:lnTo>
                      <a:pt x="827" y="244"/>
                    </a:lnTo>
                    <a:lnTo>
                      <a:pt x="838" y="244"/>
                    </a:lnTo>
                    <a:lnTo>
                      <a:pt x="860" y="291"/>
                    </a:lnTo>
                    <a:lnTo>
                      <a:pt x="870" y="291"/>
                    </a:lnTo>
                    <a:lnTo>
                      <a:pt x="870" y="296"/>
                    </a:lnTo>
                    <a:lnTo>
                      <a:pt x="870" y="301"/>
                    </a:lnTo>
                    <a:lnTo>
                      <a:pt x="881" y="306"/>
                    </a:lnTo>
                    <a:lnTo>
                      <a:pt x="881" y="311"/>
                    </a:lnTo>
                    <a:lnTo>
                      <a:pt x="881" y="317"/>
                    </a:lnTo>
                    <a:lnTo>
                      <a:pt x="892" y="317"/>
                    </a:lnTo>
                    <a:lnTo>
                      <a:pt x="892" y="322"/>
                    </a:lnTo>
                    <a:lnTo>
                      <a:pt x="903" y="322"/>
                    </a:lnTo>
                    <a:lnTo>
                      <a:pt x="903" y="317"/>
                    </a:lnTo>
                    <a:lnTo>
                      <a:pt x="903" y="311"/>
                    </a:lnTo>
                    <a:lnTo>
                      <a:pt x="913" y="311"/>
                    </a:lnTo>
                    <a:lnTo>
                      <a:pt x="913" y="306"/>
                    </a:lnTo>
                    <a:lnTo>
                      <a:pt x="913" y="301"/>
                    </a:lnTo>
                    <a:lnTo>
                      <a:pt x="924" y="301"/>
                    </a:lnTo>
                    <a:lnTo>
                      <a:pt x="924" y="296"/>
                    </a:lnTo>
                    <a:lnTo>
                      <a:pt x="956" y="259"/>
                    </a:lnTo>
                    <a:lnTo>
                      <a:pt x="956" y="254"/>
                    </a:lnTo>
                    <a:lnTo>
                      <a:pt x="989" y="218"/>
                    </a:lnTo>
                    <a:lnTo>
                      <a:pt x="989" y="213"/>
                    </a:lnTo>
                    <a:lnTo>
                      <a:pt x="999" y="213"/>
                    </a:lnTo>
                    <a:lnTo>
                      <a:pt x="999" y="208"/>
                    </a:lnTo>
                    <a:lnTo>
                      <a:pt x="999" y="202"/>
                    </a:lnTo>
                    <a:lnTo>
                      <a:pt x="999" y="197"/>
                    </a:lnTo>
                    <a:lnTo>
                      <a:pt x="1010" y="192"/>
                    </a:lnTo>
                    <a:lnTo>
                      <a:pt x="1010" y="187"/>
                    </a:lnTo>
                    <a:lnTo>
                      <a:pt x="1021" y="187"/>
                    </a:lnTo>
                    <a:lnTo>
                      <a:pt x="1021" y="192"/>
                    </a:lnTo>
                    <a:lnTo>
                      <a:pt x="1032" y="192"/>
                    </a:lnTo>
                    <a:lnTo>
                      <a:pt x="1032" y="197"/>
                    </a:lnTo>
                    <a:lnTo>
                      <a:pt x="1032" y="202"/>
                    </a:lnTo>
                    <a:lnTo>
                      <a:pt x="1032" y="208"/>
                    </a:lnTo>
                    <a:lnTo>
                      <a:pt x="1042" y="208"/>
                    </a:lnTo>
                    <a:lnTo>
                      <a:pt x="1042" y="213"/>
                    </a:lnTo>
                    <a:lnTo>
                      <a:pt x="1042" y="218"/>
                    </a:lnTo>
                    <a:lnTo>
                      <a:pt x="1042" y="223"/>
                    </a:lnTo>
                    <a:lnTo>
                      <a:pt x="1053" y="228"/>
                    </a:lnTo>
                    <a:lnTo>
                      <a:pt x="1075" y="275"/>
                    </a:lnTo>
                    <a:lnTo>
                      <a:pt x="1085" y="280"/>
                    </a:lnTo>
                    <a:lnTo>
                      <a:pt x="1118" y="322"/>
                    </a:lnTo>
                    <a:lnTo>
                      <a:pt x="1118" y="327"/>
                    </a:lnTo>
                    <a:lnTo>
                      <a:pt x="1118" y="332"/>
                    </a:lnTo>
                    <a:lnTo>
                      <a:pt x="1128" y="332"/>
                    </a:lnTo>
                    <a:lnTo>
                      <a:pt x="1128" y="337"/>
                    </a:lnTo>
                    <a:lnTo>
                      <a:pt x="1128" y="343"/>
                    </a:lnTo>
                    <a:lnTo>
                      <a:pt x="1128" y="348"/>
                    </a:lnTo>
                    <a:lnTo>
                      <a:pt x="1139" y="348"/>
                    </a:lnTo>
                    <a:lnTo>
                      <a:pt x="1139" y="353"/>
                    </a:lnTo>
                    <a:lnTo>
                      <a:pt x="1150" y="353"/>
                    </a:lnTo>
                    <a:lnTo>
                      <a:pt x="1161" y="353"/>
                    </a:lnTo>
                    <a:lnTo>
                      <a:pt x="1161" y="348"/>
                    </a:lnTo>
                    <a:lnTo>
                      <a:pt x="1161" y="343"/>
                    </a:lnTo>
                    <a:lnTo>
                      <a:pt x="1171" y="343"/>
                    </a:lnTo>
                    <a:lnTo>
                      <a:pt x="1171" y="337"/>
                    </a:lnTo>
                    <a:lnTo>
                      <a:pt x="1204" y="311"/>
                    </a:lnTo>
                    <a:lnTo>
                      <a:pt x="1236" y="280"/>
                    </a:lnTo>
                    <a:lnTo>
                      <a:pt x="1247" y="280"/>
                    </a:lnTo>
                    <a:lnTo>
                      <a:pt x="1247" y="275"/>
                    </a:lnTo>
                    <a:lnTo>
                      <a:pt x="1247" y="270"/>
                    </a:lnTo>
                    <a:lnTo>
                      <a:pt x="1257" y="270"/>
                    </a:lnTo>
                    <a:lnTo>
                      <a:pt x="1257" y="265"/>
                    </a:lnTo>
                    <a:lnTo>
                      <a:pt x="1257" y="259"/>
                    </a:lnTo>
                    <a:lnTo>
                      <a:pt x="1268" y="259"/>
                    </a:lnTo>
                    <a:lnTo>
                      <a:pt x="1268" y="265"/>
                    </a:lnTo>
                    <a:lnTo>
                      <a:pt x="1279" y="265"/>
                    </a:lnTo>
                    <a:lnTo>
                      <a:pt x="1279" y="270"/>
                    </a:lnTo>
                    <a:lnTo>
                      <a:pt x="1279" y="275"/>
                    </a:lnTo>
                    <a:lnTo>
                      <a:pt x="1289" y="275"/>
                    </a:lnTo>
                    <a:lnTo>
                      <a:pt x="1289" y="280"/>
                    </a:lnTo>
                    <a:lnTo>
                      <a:pt x="1289" y="285"/>
                    </a:lnTo>
                    <a:lnTo>
                      <a:pt x="1289" y="291"/>
                    </a:lnTo>
                    <a:lnTo>
                      <a:pt x="1300" y="291"/>
                    </a:lnTo>
                    <a:lnTo>
                      <a:pt x="1332" y="332"/>
                    </a:lnTo>
                    <a:lnTo>
                      <a:pt x="1365" y="369"/>
                    </a:lnTo>
                    <a:lnTo>
                      <a:pt x="1365" y="374"/>
                    </a:lnTo>
                    <a:lnTo>
                      <a:pt x="1375" y="374"/>
                    </a:lnTo>
                    <a:lnTo>
                      <a:pt x="1375" y="379"/>
                    </a:lnTo>
                    <a:lnTo>
                      <a:pt x="1375" y="384"/>
                    </a:lnTo>
                    <a:lnTo>
                      <a:pt x="1386" y="384"/>
                    </a:lnTo>
                    <a:lnTo>
                      <a:pt x="1386" y="389"/>
                    </a:lnTo>
                    <a:lnTo>
                      <a:pt x="1397" y="389"/>
                    </a:lnTo>
                    <a:lnTo>
                      <a:pt x="1397" y="384"/>
                    </a:lnTo>
                    <a:lnTo>
                      <a:pt x="1408" y="384"/>
                    </a:lnTo>
                    <a:lnTo>
                      <a:pt x="1408" y="379"/>
                    </a:lnTo>
                    <a:lnTo>
                      <a:pt x="1418" y="379"/>
                    </a:lnTo>
                    <a:lnTo>
                      <a:pt x="1418" y="374"/>
                    </a:lnTo>
                    <a:lnTo>
                      <a:pt x="1451" y="353"/>
                    </a:lnTo>
                    <a:lnTo>
                      <a:pt x="1451" y="348"/>
                    </a:lnTo>
                    <a:lnTo>
                      <a:pt x="1461" y="348"/>
                    </a:lnTo>
                    <a:lnTo>
                      <a:pt x="1483" y="322"/>
                    </a:lnTo>
                    <a:lnTo>
                      <a:pt x="1494" y="322"/>
                    </a:lnTo>
                    <a:lnTo>
                      <a:pt x="1494" y="317"/>
                    </a:lnTo>
                    <a:lnTo>
                      <a:pt x="1494" y="311"/>
                    </a:lnTo>
                    <a:lnTo>
                      <a:pt x="1504" y="311"/>
                    </a:lnTo>
                    <a:lnTo>
                      <a:pt x="1504" y="306"/>
                    </a:lnTo>
                    <a:lnTo>
                      <a:pt x="1504" y="301"/>
                    </a:lnTo>
                    <a:lnTo>
                      <a:pt x="1515" y="301"/>
                    </a:lnTo>
                    <a:lnTo>
                      <a:pt x="1526" y="301"/>
                    </a:lnTo>
                    <a:lnTo>
                      <a:pt x="1526" y="306"/>
                    </a:lnTo>
                    <a:lnTo>
                      <a:pt x="1537" y="306"/>
                    </a:lnTo>
                    <a:lnTo>
                      <a:pt x="1537" y="311"/>
                    </a:lnTo>
                    <a:lnTo>
                      <a:pt x="1537" y="317"/>
                    </a:lnTo>
                    <a:lnTo>
                      <a:pt x="1547" y="317"/>
                    </a:lnTo>
                    <a:lnTo>
                      <a:pt x="1547" y="322"/>
                    </a:lnTo>
                    <a:lnTo>
                      <a:pt x="1580" y="348"/>
                    </a:lnTo>
                    <a:lnTo>
                      <a:pt x="1612" y="374"/>
                    </a:lnTo>
                    <a:lnTo>
                      <a:pt x="1623" y="374"/>
                    </a:lnTo>
                    <a:lnTo>
                      <a:pt x="1623" y="379"/>
                    </a:lnTo>
                    <a:lnTo>
                      <a:pt x="1633" y="384"/>
                    </a:lnTo>
                    <a:lnTo>
                      <a:pt x="1644" y="384"/>
                    </a:lnTo>
                    <a:lnTo>
                      <a:pt x="1655" y="384"/>
                    </a:lnTo>
                    <a:lnTo>
                      <a:pt x="1655" y="379"/>
                    </a:lnTo>
                    <a:lnTo>
                      <a:pt x="1655" y="374"/>
                    </a:lnTo>
                    <a:lnTo>
                      <a:pt x="1666" y="374"/>
                    </a:lnTo>
                    <a:lnTo>
                      <a:pt x="1666" y="369"/>
                    </a:lnTo>
                    <a:lnTo>
                      <a:pt x="1666" y="363"/>
                    </a:lnTo>
                    <a:lnTo>
                      <a:pt x="1698" y="332"/>
                    </a:lnTo>
                    <a:lnTo>
                      <a:pt x="1709" y="332"/>
                    </a:lnTo>
                    <a:lnTo>
                      <a:pt x="1709" y="327"/>
                    </a:lnTo>
                    <a:lnTo>
                      <a:pt x="1741" y="291"/>
                    </a:lnTo>
                    <a:lnTo>
                      <a:pt x="1741" y="285"/>
                    </a:lnTo>
                    <a:lnTo>
                      <a:pt x="1741" y="280"/>
                    </a:lnTo>
                    <a:lnTo>
                      <a:pt x="1752" y="280"/>
                    </a:lnTo>
                    <a:lnTo>
                      <a:pt x="1752" y="275"/>
                    </a:lnTo>
                    <a:lnTo>
                      <a:pt x="1752" y="270"/>
                    </a:lnTo>
                    <a:lnTo>
                      <a:pt x="1762" y="270"/>
                    </a:lnTo>
                    <a:lnTo>
                      <a:pt x="1762" y="265"/>
                    </a:lnTo>
                    <a:lnTo>
                      <a:pt x="1762" y="259"/>
                    </a:lnTo>
                    <a:lnTo>
                      <a:pt x="1773" y="259"/>
                    </a:lnTo>
                    <a:lnTo>
                      <a:pt x="1773" y="265"/>
                    </a:lnTo>
                    <a:lnTo>
                      <a:pt x="1784" y="265"/>
                    </a:lnTo>
                    <a:lnTo>
                      <a:pt x="1784" y="270"/>
                    </a:lnTo>
                    <a:lnTo>
                      <a:pt x="1784" y="275"/>
                    </a:lnTo>
                    <a:lnTo>
                      <a:pt x="1795" y="275"/>
                    </a:lnTo>
                    <a:lnTo>
                      <a:pt x="1795" y="280"/>
                    </a:lnTo>
                    <a:lnTo>
                      <a:pt x="1827" y="301"/>
                    </a:lnTo>
                    <a:lnTo>
                      <a:pt x="1827" y="306"/>
                    </a:lnTo>
                    <a:lnTo>
                      <a:pt x="1859" y="322"/>
                    </a:lnTo>
                    <a:lnTo>
                      <a:pt x="1859" y="327"/>
                    </a:lnTo>
                    <a:lnTo>
                      <a:pt x="1870" y="327"/>
                    </a:lnTo>
                    <a:lnTo>
                      <a:pt x="1870" y="332"/>
                    </a:lnTo>
                    <a:lnTo>
                      <a:pt x="1881" y="332"/>
                    </a:lnTo>
                    <a:lnTo>
                      <a:pt x="1891" y="332"/>
                    </a:lnTo>
                    <a:lnTo>
                      <a:pt x="1902" y="332"/>
                    </a:lnTo>
                    <a:lnTo>
                      <a:pt x="1902" y="327"/>
                    </a:lnTo>
                    <a:lnTo>
                      <a:pt x="1902" y="322"/>
                    </a:lnTo>
                    <a:lnTo>
                      <a:pt x="1913" y="322"/>
                    </a:lnTo>
                    <a:lnTo>
                      <a:pt x="1913" y="317"/>
                    </a:lnTo>
                    <a:lnTo>
                      <a:pt x="1913" y="311"/>
                    </a:lnTo>
                    <a:lnTo>
                      <a:pt x="1913" y="306"/>
                    </a:lnTo>
                    <a:lnTo>
                      <a:pt x="1924" y="306"/>
                    </a:lnTo>
                    <a:lnTo>
                      <a:pt x="1956" y="265"/>
                    </a:lnTo>
                    <a:lnTo>
                      <a:pt x="1956" y="259"/>
                    </a:lnTo>
                    <a:lnTo>
                      <a:pt x="1988" y="213"/>
                    </a:lnTo>
                    <a:lnTo>
                      <a:pt x="1988" y="208"/>
                    </a:lnTo>
                    <a:lnTo>
                      <a:pt x="1988" y="202"/>
                    </a:lnTo>
                    <a:lnTo>
                      <a:pt x="1988" y="197"/>
                    </a:lnTo>
                    <a:lnTo>
                      <a:pt x="1999" y="197"/>
                    </a:lnTo>
                    <a:lnTo>
                      <a:pt x="1999" y="192"/>
                    </a:lnTo>
                    <a:lnTo>
                      <a:pt x="1999" y="187"/>
                    </a:lnTo>
                    <a:lnTo>
                      <a:pt x="1999" y="182"/>
                    </a:lnTo>
                    <a:lnTo>
                      <a:pt x="2009" y="182"/>
                    </a:lnTo>
                    <a:lnTo>
                      <a:pt x="2009" y="176"/>
                    </a:lnTo>
                    <a:lnTo>
                      <a:pt x="2009" y="171"/>
                    </a:lnTo>
                    <a:lnTo>
                      <a:pt x="2020" y="171"/>
                    </a:lnTo>
                    <a:lnTo>
                      <a:pt x="2031" y="171"/>
                    </a:lnTo>
                    <a:lnTo>
                      <a:pt x="2031" y="176"/>
                    </a:lnTo>
                    <a:lnTo>
                      <a:pt x="2031" y="182"/>
                    </a:lnTo>
                    <a:lnTo>
                      <a:pt x="2042" y="182"/>
                    </a:lnTo>
                    <a:lnTo>
                      <a:pt x="2042" y="187"/>
                    </a:lnTo>
                    <a:lnTo>
                      <a:pt x="2074" y="218"/>
                    </a:lnTo>
                    <a:lnTo>
                      <a:pt x="2085" y="218"/>
                    </a:lnTo>
                    <a:lnTo>
                      <a:pt x="2106" y="244"/>
                    </a:lnTo>
                    <a:lnTo>
                      <a:pt x="2117" y="244"/>
                    </a:lnTo>
                    <a:lnTo>
                      <a:pt x="2117" y="249"/>
                    </a:lnTo>
                    <a:lnTo>
                      <a:pt x="2117" y="254"/>
                    </a:lnTo>
                    <a:lnTo>
                      <a:pt x="2128" y="254"/>
                    </a:lnTo>
                    <a:lnTo>
                      <a:pt x="2128" y="259"/>
                    </a:lnTo>
                    <a:lnTo>
                      <a:pt x="2138" y="259"/>
                    </a:lnTo>
                    <a:lnTo>
                      <a:pt x="2149" y="254"/>
                    </a:lnTo>
                    <a:lnTo>
                      <a:pt x="2149" y="249"/>
                    </a:lnTo>
                    <a:lnTo>
                      <a:pt x="2149" y="244"/>
                    </a:lnTo>
                    <a:lnTo>
                      <a:pt x="2160" y="244"/>
                    </a:lnTo>
                    <a:lnTo>
                      <a:pt x="2160" y="239"/>
                    </a:lnTo>
                    <a:lnTo>
                      <a:pt x="2160" y="233"/>
                    </a:lnTo>
                    <a:lnTo>
                      <a:pt x="2160" y="228"/>
                    </a:lnTo>
                    <a:lnTo>
                      <a:pt x="2171" y="228"/>
                    </a:lnTo>
                    <a:lnTo>
                      <a:pt x="2171" y="223"/>
                    </a:lnTo>
                    <a:lnTo>
                      <a:pt x="2203" y="176"/>
                    </a:lnTo>
                    <a:lnTo>
                      <a:pt x="2203" y="171"/>
                    </a:lnTo>
                    <a:lnTo>
                      <a:pt x="2235" y="114"/>
                    </a:lnTo>
                    <a:lnTo>
                      <a:pt x="2235" y="109"/>
                    </a:lnTo>
                    <a:lnTo>
                      <a:pt x="2246" y="104"/>
                    </a:lnTo>
                    <a:lnTo>
                      <a:pt x="2246" y="98"/>
                    </a:lnTo>
                    <a:lnTo>
                      <a:pt x="2246" y="93"/>
                    </a:lnTo>
                    <a:lnTo>
                      <a:pt x="2246" y="88"/>
                    </a:lnTo>
                    <a:lnTo>
                      <a:pt x="2257" y="88"/>
                    </a:lnTo>
                    <a:lnTo>
                      <a:pt x="2257" y="83"/>
                    </a:lnTo>
                    <a:lnTo>
                      <a:pt x="2257" y="78"/>
                    </a:lnTo>
                    <a:lnTo>
                      <a:pt x="2257" y="72"/>
                    </a:lnTo>
                    <a:lnTo>
                      <a:pt x="2267" y="72"/>
                    </a:lnTo>
                    <a:lnTo>
                      <a:pt x="2278" y="72"/>
                    </a:lnTo>
                    <a:lnTo>
                      <a:pt x="2278" y="78"/>
                    </a:lnTo>
                    <a:lnTo>
                      <a:pt x="2278" y="83"/>
                    </a:lnTo>
                    <a:lnTo>
                      <a:pt x="2289" y="88"/>
                    </a:lnTo>
                    <a:lnTo>
                      <a:pt x="2289" y="93"/>
                    </a:lnTo>
                    <a:lnTo>
                      <a:pt x="2289" y="98"/>
                    </a:lnTo>
                    <a:lnTo>
                      <a:pt x="2321" y="135"/>
                    </a:lnTo>
                    <a:lnTo>
                      <a:pt x="2332" y="135"/>
                    </a:lnTo>
                    <a:lnTo>
                      <a:pt x="2332" y="140"/>
                    </a:lnTo>
                    <a:lnTo>
                      <a:pt x="2364" y="171"/>
                    </a:lnTo>
                    <a:lnTo>
                      <a:pt x="2364" y="176"/>
                    </a:lnTo>
                    <a:lnTo>
                      <a:pt x="2364" y="182"/>
                    </a:lnTo>
                    <a:lnTo>
                      <a:pt x="2375" y="182"/>
                    </a:lnTo>
                    <a:lnTo>
                      <a:pt x="2375" y="187"/>
                    </a:lnTo>
                    <a:lnTo>
                      <a:pt x="2375" y="192"/>
                    </a:lnTo>
                    <a:lnTo>
                      <a:pt x="2386" y="192"/>
                    </a:lnTo>
                    <a:lnTo>
                      <a:pt x="2396" y="192"/>
                    </a:lnTo>
                    <a:lnTo>
                      <a:pt x="2396" y="187"/>
                    </a:lnTo>
                    <a:lnTo>
                      <a:pt x="2407" y="182"/>
                    </a:lnTo>
                    <a:lnTo>
                      <a:pt x="2407" y="176"/>
                    </a:lnTo>
                    <a:lnTo>
                      <a:pt x="2407" y="171"/>
                    </a:lnTo>
                    <a:lnTo>
                      <a:pt x="2418" y="166"/>
                    </a:lnTo>
                    <a:lnTo>
                      <a:pt x="2418" y="161"/>
                    </a:lnTo>
                    <a:lnTo>
                      <a:pt x="2450" y="114"/>
                    </a:lnTo>
                    <a:lnTo>
                      <a:pt x="2450" y="109"/>
                    </a:lnTo>
                    <a:lnTo>
                      <a:pt x="2450" y="104"/>
                    </a:lnTo>
                    <a:lnTo>
                      <a:pt x="2482" y="57"/>
                    </a:lnTo>
                    <a:lnTo>
                      <a:pt x="2482" y="52"/>
                    </a:lnTo>
                    <a:lnTo>
                      <a:pt x="2493" y="46"/>
                    </a:lnTo>
                    <a:lnTo>
                      <a:pt x="2493" y="41"/>
                    </a:lnTo>
                    <a:lnTo>
                      <a:pt x="2493" y="36"/>
                    </a:lnTo>
                    <a:lnTo>
                      <a:pt x="2493" y="31"/>
                    </a:lnTo>
                    <a:lnTo>
                      <a:pt x="2504" y="31"/>
                    </a:lnTo>
                    <a:lnTo>
                      <a:pt x="2504" y="26"/>
                    </a:lnTo>
                    <a:lnTo>
                      <a:pt x="2504" y="20"/>
                    </a:lnTo>
                    <a:lnTo>
                      <a:pt x="2504" y="15"/>
                    </a:lnTo>
                    <a:lnTo>
                      <a:pt x="2515" y="15"/>
                    </a:lnTo>
                    <a:lnTo>
                      <a:pt x="2525" y="15"/>
                    </a:lnTo>
                    <a:lnTo>
                      <a:pt x="2525" y="20"/>
                    </a:lnTo>
                    <a:lnTo>
                      <a:pt x="2525" y="26"/>
                    </a:lnTo>
                    <a:lnTo>
                      <a:pt x="2536" y="26"/>
                    </a:lnTo>
                    <a:lnTo>
                      <a:pt x="2536" y="31"/>
                    </a:lnTo>
                    <a:lnTo>
                      <a:pt x="2536" y="36"/>
                    </a:lnTo>
                    <a:lnTo>
                      <a:pt x="2536" y="41"/>
                    </a:lnTo>
                    <a:lnTo>
                      <a:pt x="2547" y="46"/>
                    </a:lnTo>
                    <a:lnTo>
                      <a:pt x="2547" y="52"/>
                    </a:lnTo>
                    <a:lnTo>
                      <a:pt x="2547" y="57"/>
                    </a:lnTo>
                    <a:lnTo>
                      <a:pt x="2558" y="62"/>
                    </a:lnTo>
                    <a:lnTo>
                      <a:pt x="2558" y="67"/>
                    </a:lnTo>
                    <a:lnTo>
                      <a:pt x="2558" y="72"/>
                    </a:lnTo>
                    <a:lnTo>
                      <a:pt x="2568" y="72"/>
                    </a:lnTo>
                    <a:lnTo>
                      <a:pt x="2568" y="78"/>
                    </a:lnTo>
                    <a:lnTo>
                      <a:pt x="2568" y="83"/>
                    </a:lnTo>
                    <a:lnTo>
                      <a:pt x="2568" y="88"/>
                    </a:lnTo>
                    <a:lnTo>
                      <a:pt x="2579" y="88"/>
                    </a:lnTo>
                    <a:lnTo>
                      <a:pt x="2579" y="93"/>
                    </a:lnTo>
                    <a:lnTo>
                      <a:pt x="2579" y="98"/>
                    </a:lnTo>
                    <a:lnTo>
                      <a:pt x="2579" y="104"/>
                    </a:lnTo>
                    <a:lnTo>
                      <a:pt x="2590" y="104"/>
                    </a:lnTo>
                    <a:lnTo>
                      <a:pt x="2590" y="109"/>
                    </a:lnTo>
                    <a:lnTo>
                      <a:pt x="2590" y="114"/>
                    </a:lnTo>
                    <a:lnTo>
                      <a:pt x="2590" y="119"/>
                    </a:lnTo>
                    <a:lnTo>
                      <a:pt x="2601" y="119"/>
                    </a:lnTo>
                    <a:lnTo>
                      <a:pt x="2601" y="124"/>
                    </a:lnTo>
                    <a:lnTo>
                      <a:pt x="2601" y="130"/>
                    </a:lnTo>
                    <a:lnTo>
                      <a:pt x="2611" y="130"/>
                    </a:lnTo>
                    <a:lnTo>
                      <a:pt x="2611" y="135"/>
                    </a:lnTo>
                    <a:lnTo>
                      <a:pt x="2611" y="140"/>
                    </a:lnTo>
                    <a:lnTo>
                      <a:pt x="2611" y="145"/>
                    </a:lnTo>
                    <a:lnTo>
                      <a:pt x="2622" y="145"/>
                    </a:lnTo>
                    <a:lnTo>
                      <a:pt x="2622" y="150"/>
                    </a:lnTo>
                    <a:lnTo>
                      <a:pt x="2622" y="156"/>
                    </a:lnTo>
                    <a:lnTo>
                      <a:pt x="2633" y="161"/>
                    </a:lnTo>
                    <a:lnTo>
                      <a:pt x="2644" y="161"/>
                    </a:lnTo>
                    <a:lnTo>
                      <a:pt x="2644" y="156"/>
                    </a:lnTo>
                    <a:lnTo>
                      <a:pt x="2654" y="156"/>
                    </a:lnTo>
                    <a:lnTo>
                      <a:pt x="2654" y="150"/>
                    </a:lnTo>
                    <a:lnTo>
                      <a:pt x="2654" y="145"/>
                    </a:lnTo>
                    <a:lnTo>
                      <a:pt x="2665" y="140"/>
                    </a:lnTo>
                    <a:lnTo>
                      <a:pt x="2665" y="135"/>
                    </a:lnTo>
                    <a:lnTo>
                      <a:pt x="2665" y="130"/>
                    </a:lnTo>
                    <a:lnTo>
                      <a:pt x="2676" y="130"/>
                    </a:lnTo>
                    <a:lnTo>
                      <a:pt x="2676" y="124"/>
                    </a:lnTo>
                    <a:lnTo>
                      <a:pt x="2676" y="119"/>
                    </a:lnTo>
                    <a:lnTo>
                      <a:pt x="2676" y="114"/>
                    </a:lnTo>
                    <a:lnTo>
                      <a:pt x="2686" y="114"/>
                    </a:lnTo>
                    <a:lnTo>
                      <a:pt x="2686" y="109"/>
                    </a:lnTo>
                    <a:lnTo>
                      <a:pt x="2686" y="104"/>
                    </a:lnTo>
                    <a:lnTo>
                      <a:pt x="2686" y="98"/>
                    </a:lnTo>
                    <a:lnTo>
                      <a:pt x="2697" y="98"/>
                    </a:lnTo>
                    <a:lnTo>
                      <a:pt x="2697" y="93"/>
                    </a:lnTo>
                    <a:lnTo>
                      <a:pt x="2697" y="88"/>
                    </a:lnTo>
                    <a:lnTo>
                      <a:pt x="2697" y="83"/>
                    </a:lnTo>
                    <a:lnTo>
                      <a:pt x="2708" y="83"/>
                    </a:lnTo>
                    <a:lnTo>
                      <a:pt x="2708" y="78"/>
                    </a:lnTo>
                    <a:lnTo>
                      <a:pt x="2708" y="72"/>
                    </a:lnTo>
                    <a:lnTo>
                      <a:pt x="2708" y="67"/>
                    </a:lnTo>
                    <a:lnTo>
                      <a:pt x="2719" y="62"/>
                    </a:lnTo>
                    <a:lnTo>
                      <a:pt x="2719" y="57"/>
                    </a:lnTo>
                    <a:lnTo>
                      <a:pt x="2719" y="52"/>
                    </a:lnTo>
                    <a:lnTo>
                      <a:pt x="2729" y="46"/>
                    </a:lnTo>
                    <a:lnTo>
                      <a:pt x="2729" y="41"/>
                    </a:lnTo>
                    <a:lnTo>
                      <a:pt x="2729" y="36"/>
                    </a:lnTo>
                    <a:lnTo>
                      <a:pt x="2740" y="31"/>
                    </a:lnTo>
                    <a:lnTo>
                      <a:pt x="2740" y="26"/>
                    </a:lnTo>
                    <a:lnTo>
                      <a:pt x="2740" y="20"/>
                    </a:lnTo>
                    <a:lnTo>
                      <a:pt x="2740" y="15"/>
                    </a:lnTo>
                    <a:lnTo>
                      <a:pt x="2751" y="15"/>
                    </a:lnTo>
                    <a:lnTo>
                      <a:pt x="2751" y="10"/>
                    </a:lnTo>
                    <a:lnTo>
                      <a:pt x="2751" y="5"/>
                    </a:lnTo>
                    <a:lnTo>
                      <a:pt x="2751" y="0"/>
                    </a:lnTo>
                    <a:lnTo>
                      <a:pt x="2762" y="0"/>
                    </a:lnTo>
                    <a:lnTo>
                      <a:pt x="2772" y="0"/>
                    </a:lnTo>
                    <a:lnTo>
                      <a:pt x="2772" y="5"/>
                    </a:lnTo>
                    <a:lnTo>
                      <a:pt x="2772" y="10"/>
                    </a:lnTo>
                    <a:lnTo>
                      <a:pt x="2772" y="15"/>
                    </a:lnTo>
                    <a:lnTo>
                      <a:pt x="2783" y="15"/>
                    </a:lnTo>
                    <a:lnTo>
                      <a:pt x="2783" y="20"/>
                    </a:lnTo>
                    <a:lnTo>
                      <a:pt x="2783" y="26"/>
                    </a:lnTo>
                    <a:lnTo>
                      <a:pt x="2783" y="31"/>
                    </a:lnTo>
                    <a:lnTo>
                      <a:pt x="2794" y="31"/>
                    </a:lnTo>
                    <a:lnTo>
                      <a:pt x="2794" y="36"/>
                    </a:lnTo>
                    <a:lnTo>
                      <a:pt x="2826" y="88"/>
                    </a:lnTo>
                    <a:lnTo>
                      <a:pt x="2826" y="93"/>
                    </a:lnTo>
                    <a:lnTo>
                      <a:pt x="2858" y="140"/>
                    </a:lnTo>
                    <a:lnTo>
                      <a:pt x="2858" y="145"/>
                    </a:lnTo>
                    <a:lnTo>
                      <a:pt x="2858" y="150"/>
                    </a:lnTo>
                    <a:lnTo>
                      <a:pt x="2869" y="150"/>
                    </a:lnTo>
                    <a:lnTo>
                      <a:pt x="2869" y="156"/>
                    </a:lnTo>
                    <a:lnTo>
                      <a:pt x="2869" y="161"/>
                    </a:lnTo>
                    <a:lnTo>
                      <a:pt x="2869" y="166"/>
                    </a:lnTo>
                    <a:lnTo>
                      <a:pt x="2880" y="166"/>
                    </a:lnTo>
                    <a:lnTo>
                      <a:pt x="2880" y="171"/>
                    </a:lnTo>
                    <a:lnTo>
                      <a:pt x="2891" y="176"/>
                    </a:lnTo>
                    <a:lnTo>
                      <a:pt x="2891" y="171"/>
                    </a:lnTo>
                    <a:lnTo>
                      <a:pt x="2901" y="171"/>
                    </a:lnTo>
                    <a:lnTo>
                      <a:pt x="2901" y="166"/>
                    </a:lnTo>
                    <a:lnTo>
                      <a:pt x="2901" y="161"/>
                    </a:lnTo>
                    <a:lnTo>
                      <a:pt x="2912" y="161"/>
                    </a:lnTo>
                    <a:lnTo>
                      <a:pt x="2912" y="156"/>
                    </a:lnTo>
                    <a:lnTo>
                      <a:pt x="2912" y="150"/>
                    </a:lnTo>
                    <a:lnTo>
                      <a:pt x="2944" y="114"/>
                    </a:lnTo>
                    <a:lnTo>
                      <a:pt x="2944" y="109"/>
                    </a:lnTo>
                    <a:lnTo>
                      <a:pt x="2955" y="109"/>
                    </a:lnTo>
                    <a:lnTo>
                      <a:pt x="2987" y="67"/>
                    </a:lnTo>
                    <a:lnTo>
                      <a:pt x="2987" y="62"/>
                    </a:lnTo>
                    <a:lnTo>
                      <a:pt x="2987" y="57"/>
                    </a:lnTo>
                    <a:lnTo>
                      <a:pt x="2998" y="52"/>
                    </a:lnTo>
                    <a:lnTo>
                      <a:pt x="2998" y="46"/>
                    </a:lnTo>
                    <a:lnTo>
                      <a:pt x="2998" y="41"/>
                    </a:lnTo>
                    <a:lnTo>
                      <a:pt x="3009" y="41"/>
                    </a:lnTo>
                    <a:lnTo>
                      <a:pt x="3009" y="36"/>
                    </a:lnTo>
                    <a:lnTo>
                      <a:pt x="3009" y="41"/>
                    </a:lnTo>
                    <a:lnTo>
                      <a:pt x="3020" y="41"/>
                    </a:lnTo>
                    <a:lnTo>
                      <a:pt x="3020" y="46"/>
                    </a:lnTo>
                    <a:lnTo>
                      <a:pt x="3020" y="52"/>
                    </a:lnTo>
                    <a:lnTo>
                      <a:pt x="3030" y="57"/>
                    </a:lnTo>
                    <a:lnTo>
                      <a:pt x="3030" y="62"/>
                    </a:lnTo>
                    <a:lnTo>
                      <a:pt x="3030" y="67"/>
                    </a:lnTo>
                    <a:lnTo>
                      <a:pt x="3030" y="72"/>
                    </a:lnTo>
                    <a:lnTo>
                      <a:pt x="3041" y="72"/>
                    </a:lnTo>
                    <a:lnTo>
                      <a:pt x="3041" y="78"/>
                    </a:lnTo>
                    <a:lnTo>
                      <a:pt x="3041" y="83"/>
                    </a:lnTo>
                    <a:lnTo>
                      <a:pt x="3073" y="135"/>
                    </a:lnTo>
                    <a:lnTo>
                      <a:pt x="3073" y="140"/>
                    </a:lnTo>
                    <a:lnTo>
                      <a:pt x="3073" y="145"/>
                    </a:lnTo>
                    <a:lnTo>
                      <a:pt x="3106" y="192"/>
                    </a:lnTo>
                    <a:lnTo>
                      <a:pt x="3106" y="197"/>
                    </a:lnTo>
                    <a:lnTo>
                      <a:pt x="3116" y="197"/>
                    </a:lnTo>
                    <a:lnTo>
                      <a:pt x="3116" y="202"/>
                    </a:lnTo>
                    <a:lnTo>
                      <a:pt x="3116" y="208"/>
                    </a:lnTo>
                    <a:lnTo>
                      <a:pt x="3116" y="213"/>
                    </a:lnTo>
                    <a:lnTo>
                      <a:pt x="3127" y="213"/>
                    </a:lnTo>
                    <a:lnTo>
                      <a:pt x="3127" y="218"/>
                    </a:lnTo>
                    <a:lnTo>
                      <a:pt x="3127" y="223"/>
                    </a:lnTo>
                    <a:lnTo>
                      <a:pt x="3138" y="223"/>
                    </a:lnTo>
                    <a:lnTo>
                      <a:pt x="3138" y="228"/>
                    </a:lnTo>
                    <a:lnTo>
                      <a:pt x="3149" y="228"/>
                    </a:lnTo>
                    <a:lnTo>
                      <a:pt x="3149" y="223"/>
                    </a:lnTo>
                    <a:lnTo>
                      <a:pt x="3159" y="218"/>
                    </a:lnTo>
                    <a:lnTo>
                      <a:pt x="3159" y="213"/>
                    </a:lnTo>
                    <a:lnTo>
                      <a:pt x="3170" y="213"/>
                    </a:lnTo>
                    <a:lnTo>
                      <a:pt x="3192" y="182"/>
                    </a:lnTo>
                    <a:lnTo>
                      <a:pt x="3202" y="182"/>
                    </a:lnTo>
                    <a:lnTo>
                      <a:pt x="3235" y="150"/>
                    </a:lnTo>
                    <a:lnTo>
                      <a:pt x="3235" y="145"/>
                    </a:lnTo>
                    <a:lnTo>
                      <a:pt x="3235" y="140"/>
                    </a:lnTo>
                    <a:lnTo>
                      <a:pt x="3245" y="140"/>
                    </a:lnTo>
                    <a:lnTo>
                      <a:pt x="3245" y="135"/>
                    </a:lnTo>
                    <a:lnTo>
                      <a:pt x="3245" y="130"/>
                    </a:lnTo>
                    <a:lnTo>
                      <a:pt x="3256" y="130"/>
                    </a:lnTo>
                    <a:lnTo>
                      <a:pt x="3267" y="130"/>
                    </a:lnTo>
                    <a:lnTo>
                      <a:pt x="3267" y="135"/>
                    </a:lnTo>
                    <a:lnTo>
                      <a:pt x="3267" y="140"/>
                    </a:lnTo>
                    <a:lnTo>
                      <a:pt x="3278" y="140"/>
                    </a:lnTo>
                    <a:lnTo>
                      <a:pt x="3278" y="145"/>
                    </a:lnTo>
                    <a:lnTo>
                      <a:pt x="3278" y="150"/>
                    </a:lnTo>
                    <a:lnTo>
                      <a:pt x="3278" y="156"/>
                    </a:lnTo>
                    <a:lnTo>
                      <a:pt x="3288" y="161"/>
                    </a:lnTo>
                    <a:lnTo>
                      <a:pt x="3288" y="166"/>
                    </a:lnTo>
                    <a:lnTo>
                      <a:pt x="3288" y="171"/>
                    </a:lnTo>
                    <a:lnTo>
                      <a:pt x="3321" y="218"/>
                    </a:lnTo>
                    <a:lnTo>
                      <a:pt x="3321" y="223"/>
                    </a:lnTo>
                    <a:lnTo>
                      <a:pt x="3353" y="270"/>
                    </a:lnTo>
                    <a:lnTo>
                      <a:pt x="3363" y="275"/>
                    </a:lnTo>
                    <a:lnTo>
                      <a:pt x="3363" y="280"/>
                    </a:lnTo>
                    <a:lnTo>
                      <a:pt x="3363" y="285"/>
                    </a:lnTo>
                    <a:lnTo>
                      <a:pt x="3374" y="285"/>
                    </a:lnTo>
                    <a:lnTo>
                      <a:pt x="3374" y="291"/>
                    </a:lnTo>
                    <a:lnTo>
                      <a:pt x="3374" y="296"/>
                    </a:lnTo>
                    <a:lnTo>
                      <a:pt x="3385" y="296"/>
                    </a:lnTo>
                    <a:lnTo>
                      <a:pt x="3385" y="301"/>
                    </a:lnTo>
                    <a:lnTo>
                      <a:pt x="3396" y="301"/>
                    </a:lnTo>
                    <a:lnTo>
                      <a:pt x="3396" y="296"/>
                    </a:lnTo>
                    <a:lnTo>
                      <a:pt x="3406" y="296"/>
                    </a:lnTo>
                    <a:lnTo>
                      <a:pt x="3406" y="291"/>
                    </a:lnTo>
                    <a:lnTo>
                      <a:pt x="3417" y="291"/>
                    </a:lnTo>
                    <a:lnTo>
                      <a:pt x="3449" y="270"/>
                    </a:lnTo>
                    <a:lnTo>
                      <a:pt x="3449" y="265"/>
                    </a:lnTo>
                    <a:lnTo>
                      <a:pt x="3482" y="244"/>
                    </a:lnTo>
                    <a:lnTo>
                      <a:pt x="3482" y="239"/>
                    </a:lnTo>
                    <a:lnTo>
                      <a:pt x="3492" y="239"/>
                    </a:lnTo>
                    <a:lnTo>
                      <a:pt x="3492" y="233"/>
                    </a:lnTo>
                    <a:lnTo>
                      <a:pt x="3492" y="228"/>
                    </a:lnTo>
                    <a:lnTo>
                      <a:pt x="3503" y="228"/>
                    </a:lnTo>
                    <a:lnTo>
                      <a:pt x="3514" y="228"/>
                    </a:lnTo>
                    <a:lnTo>
                      <a:pt x="3514" y="233"/>
                    </a:lnTo>
                    <a:lnTo>
                      <a:pt x="3525" y="233"/>
                    </a:lnTo>
                    <a:lnTo>
                      <a:pt x="3525" y="239"/>
                    </a:lnTo>
                    <a:lnTo>
                      <a:pt x="3525" y="244"/>
                    </a:lnTo>
                    <a:lnTo>
                      <a:pt x="3525" y="249"/>
                    </a:lnTo>
                    <a:lnTo>
                      <a:pt x="3535" y="249"/>
                    </a:lnTo>
                    <a:lnTo>
                      <a:pt x="3535" y="254"/>
                    </a:lnTo>
                    <a:lnTo>
                      <a:pt x="3535" y="259"/>
                    </a:lnTo>
                    <a:lnTo>
                      <a:pt x="3568" y="296"/>
                    </a:lnTo>
                    <a:lnTo>
                      <a:pt x="3568" y="301"/>
                    </a:lnTo>
                    <a:lnTo>
                      <a:pt x="3578" y="301"/>
                    </a:lnTo>
                    <a:lnTo>
                      <a:pt x="3611" y="337"/>
                    </a:lnTo>
                    <a:lnTo>
                      <a:pt x="3611" y="343"/>
                    </a:lnTo>
                    <a:lnTo>
                      <a:pt x="3611" y="348"/>
                    </a:lnTo>
                    <a:lnTo>
                      <a:pt x="3621" y="348"/>
                    </a:lnTo>
                    <a:lnTo>
                      <a:pt x="3621" y="353"/>
                    </a:lnTo>
                    <a:lnTo>
                      <a:pt x="3621" y="358"/>
                    </a:lnTo>
                    <a:lnTo>
                      <a:pt x="3632" y="358"/>
                    </a:lnTo>
                    <a:lnTo>
                      <a:pt x="3643" y="358"/>
                    </a:lnTo>
                    <a:lnTo>
                      <a:pt x="3654" y="358"/>
                    </a:lnTo>
                    <a:lnTo>
                      <a:pt x="3654" y="353"/>
                    </a:lnTo>
                    <a:lnTo>
                      <a:pt x="3664" y="353"/>
                    </a:lnTo>
                    <a:lnTo>
                      <a:pt x="3664" y="348"/>
                    </a:lnTo>
                    <a:lnTo>
                      <a:pt x="3697" y="327"/>
                    </a:lnTo>
                    <a:lnTo>
                      <a:pt x="3729" y="301"/>
                    </a:lnTo>
                    <a:lnTo>
                      <a:pt x="3740" y="296"/>
                    </a:lnTo>
                    <a:lnTo>
                      <a:pt x="3740" y="291"/>
                    </a:lnTo>
                    <a:lnTo>
                      <a:pt x="3750" y="291"/>
                    </a:lnTo>
                    <a:lnTo>
                      <a:pt x="3750" y="285"/>
                    </a:lnTo>
                    <a:lnTo>
                      <a:pt x="3761" y="285"/>
                    </a:lnTo>
                    <a:lnTo>
                      <a:pt x="3772" y="285"/>
                    </a:lnTo>
                    <a:lnTo>
                      <a:pt x="3772" y="291"/>
                    </a:lnTo>
                    <a:lnTo>
                      <a:pt x="3772" y="296"/>
                    </a:lnTo>
                    <a:lnTo>
                      <a:pt x="3783" y="296"/>
                    </a:lnTo>
                    <a:lnTo>
                      <a:pt x="3783" y="301"/>
                    </a:lnTo>
                    <a:lnTo>
                      <a:pt x="3783" y="306"/>
                    </a:lnTo>
                    <a:lnTo>
                      <a:pt x="3793" y="306"/>
                    </a:lnTo>
                    <a:lnTo>
                      <a:pt x="3815" y="332"/>
                    </a:lnTo>
                    <a:lnTo>
                      <a:pt x="3826" y="337"/>
                    </a:lnTo>
                    <a:lnTo>
                      <a:pt x="3858" y="363"/>
                    </a:lnTo>
                    <a:lnTo>
                      <a:pt x="3858" y="369"/>
                    </a:lnTo>
                    <a:lnTo>
                      <a:pt x="3869" y="369"/>
                    </a:lnTo>
                    <a:lnTo>
                      <a:pt x="3869" y="374"/>
                    </a:lnTo>
                    <a:lnTo>
                      <a:pt x="3879" y="374"/>
                    </a:lnTo>
                    <a:lnTo>
                      <a:pt x="3879" y="379"/>
                    </a:lnTo>
                    <a:lnTo>
                      <a:pt x="3890" y="379"/>
                    </a:lnTo>
                    <a:lnTo>
                      <a:pt x="3890" y="374"/>
                    </a:lnTo>
                    <a:lnTo>
                      <a:pt x="3901" y="374"/>
                    </a:lnTo>
                    <a:lnTo>
                      <a:pt x="3901" y="369"/>
                    </a:lnTo>
                    <a:lnTo>
                      <a:pt x="3901" y="363"/>
                    </a:lnTo>
                    <a:lnTo>
                      <a:pt x="3912" y="363"/>
                    </a:lnTo>
                    <a:lnTo>
                      <a:pt x="3912" y="358"/>
                    </a:lnTo>
                    <a:lnTo>
                      <a:pt x="3944" y="332"/>
                    </a:lnTo>
                    <a:lnTo>
                      <a:pt x="3944" y="327"/>
                    </a:lnTo>
                    <a:lnTo>
                      <a:pt x="3976" y="296"/>
                    </a:lnTo>
                    <a:lnTo>
                      <a:pt x="3976" y="291"/>
                    </a:lnTo>
                    <a:lnTo>
                      <a:pt x="3987" y="291"/>
                    </a:lnTo>
                    <a:lnTo>
                      <a:pt x="3987" y="285"/>
                    </a:lnTo>
                    <a:lnTo>
                      <a:pt x="3987" y="280"/>
                    </a:lnTo>
                    <a:lnTo>
                      <a:pt x="3998" y="280"/>
                    </a:lnTo>
                    <a:lnTo>
                      <a:pt x="3998" y="275"/>
                    </a:lnTo>
                    <a:lnTo>
                      <a:pt x="3998" y="270"/>
                    </a:lnTo>
                    <a:lnTo>
                      <a:pt x="4008" y="270"/>
                    </a:lnTo>
                    <a:lnTo>
                      <a:pt x="4008" y="265"/>
                    </a:lnTo>
                    <a:lnTo>
                      <a:pt x="4019" y="265"/>
                    </a:lnTo>
                    <a:lnTo>
                      <a:pt x="4019" y="270"/>
                    </a:lnTo>
                    <a:lnTo>
                      <a:pt x="4019" y="275"/>
                    </a:lnTo>
                    <a:lnTo>
                      <a:pt x="4030" y="275"/>
                    </a:lnTo>
                    <a:lnTo>
                      <a:pt x="4030" y="280"/>
                    </a:lnTo>
                    <a:lnTo>
                      <a:pt x="4030" y="285"/>
                    </a:lnTo>
                    <a:lnTo>
                      <a:pt x="4040" y="285"/>
                    </a:lnTo>
                    <a:lnTo>
                      <a:pt x="4073" y="311"/>
                    </a:lnTo>
                    <a:lnTo>
                      <a:pt x="4105" y="332"/>
                    </a:lnTo>
                    <a:lnTo>
                      <a:pt x="4105" y="337"/>
                    </a:lnTo>
                    <a:lnTo>
                      <a:pt x="4116" y="337"/>
                    </a:lnTo>
                    <a:lnTo>
                      <a:pt x="4116" y="343"/>
                    </a:lnTo>
                    <a:lnTo>
                      <a:pt x="4126" y="343"/>
                    </a:lnTo>
                    <a:lnTo>
                      <a:pt x="4126" y="348"/>
                    </a:lnTo>
                    <a:lnTo>
                      <a:pt x="4137" y="348"/>
                    </a:lnTo>
                    <a:lnTo>
                      <a:pt x="4137" y="343"/>
                    </a:lnTo>
                    <a:lnTo>
                      <a:pt x="4148" y="337"/>
                    </a:lnTo>
                    <a:lnTo>
                      <a:pt x="4148" y="332"/>
                    </a:lnTo>
                    <a:lnTo>
                      <a:pt x="4148" y="327"/>
                    </a:lnTo>
                    <a:lnTo>
                      <a:pt x="4159" y="327"/>
                    </a:lnTo>
                    <a:lnTo>
                      <a:pt x="4159" y="322"/>
                    </a:lnTo>
                    <a:lnTo>
                      <a:pt x="4159" y="317"/>
                    </a:lnTo>
                    <a:lnTo>
                      <a:pt x="4191" y="280"/>
                    </a:lnTo>
                    <a:lnTo>
                      <a:pt x="4191" y="275"/>
                    </a:lnTo>
                    <a:lnTo>
                      <a:pt x="4202" y="275"/>
                    </a:lnTo>
                    <a:lnTo>
                      <a:pt x="4223" y="228"/>
                    </a:lnTo>
                    <a:lnTo>
                      <a:pt x="4234" y="228"/>
                    </a:lnTo>
                    <a:lnTo>
                      <a:pt x="4234" y="223"/>
                    </a:lnTo>
                    <a:lnTo>
                      <a:pt x="4234" y="218"/>
                    </a:lnTo>
                    <a:lnTo>
                      <a:pt x="4234" y="213"/>
                    </a:lnTo>
                    <a:lnTo>
                      <a:pt x="4245" y="213"/>
                    </a:lnTo>
                    <a:lnTo>
                      <a:pt x="4245" y="208"/>
                    </a:lnTo>
                    <a:lnTo>
                      <a:pt x="4245" y="202"/>
                    </a:lnTo>
                    <a:lnTo>
                      <a:pt x="4245" y="197"/>
                    </a:lnTo>
                    <a:lnTo>
                      <a:pt x="4255" y="197"/>
                    </a:lnTo>
                    <a:lnTo>
                      <a:pt x="4255" y="192"/>
                    </a:lnTo>
                    <a:lnTo>
                      <a:pt x="4266" y="192"/>
                    </a:lnTo>
                    <a:lnTo>
                      <a:pt x="4266" y="197"/>
                    </a:lnTo>
                    <a:lnTo>
                      <a:pt x="4277" y="197"/>
                    </a:lnTo>
                    <a:lnTo>
                      <a:pt x="4277" y="202"/>
                    </a:lnTo>
                    <a:lnTo>
                      <a:pt x="4277" y="208"/>
                    </a:lnTo>
                    <a:lnTo>
                      <a:pt x="4288" y="208"/>
                    </a:lnTo>
                    <a:lnTo>
                      <a:pt x="4288" y="213"/>
                    </a:lnTo>
                    <a:lnTo>
                      <a:pt x="4320" y="244"/>
                    </a:lnTo>
                    <a:lnTo>
                      <a:pt x="4320" y="249"/>
                    </a:lnTo>
                    <a:lnTo>
                      <a:pt x="4352" y="275"/>
                    </a:lnTo>
                    <a:lnTo>
                      <a:pt x="4352" y="280"/>
                    </a:lnTo>
                    <a:lnTo>
                      <a:pt x="4363" y="280"/>
                    </a:lnTo>
                    <a:lnTo>
                      <a:pt x="4363" y="285"/>
                    </a:lnTo>
                    <a:lnTo>
                      <a:pt x="4374" y="291"/>
                    </a:lnTo>
                    <a:lnTo>
                      <a:pt x="4384" y="291"/>
                    </a:lnTo>
                    <a:lnTo>
                      <a:pt x="4395" y="285"/>
                    </a:lnTo>
                    <a:lnTo>
                      <a:pt x="4395" y="280"/>
                    </a:lnTo>
                    <a:lnTo>
                      <a:pt x="4395" y="275"/>
                    </a:lnTo>
                    <a:lnTo>
                      <a:pt x="4406" y="275"/>
                    </a:lnTo>
                    <a:lnTo>
                      <a:pt x="4406" y="270"/>
                    </a:lnTo>
                    <a:lnTo>
                      <a:pt x="4406" y="265"/>
                    </a:lnTo>
                    <a:lnTo>
                      <a:pt x="4406" y="259"/>
                    </a:lnTo>
                    <a:lnTo>
                      <a:pt x="4417" y="259"/>
                    </a:lnTo>
                    <a:lnTo>
                      <a:pt x="4438" y="213"/>
                    </a:lnTo>
                    <a:lnTo>
                      <a:pt x="4449" y="208"/>
                    </a:lnTo>
                    <a:lnTo>
                      <a:pt x="4481" y="156"/>
                    </a:lnTo>
                    <a:lnTo>
                      <a:pt x="4481" y="150"/>
                    </a:lnTo>
                    <a:lnTo>
                      <a:pt x="4481" y="145"/>
                    </a:lnTo>
                    <a:lnTo>
                      <a:pt x="4481" y="140"/>
                    </a:lnTo>
                    <a:lnTo>
                      <a:pt x="4492" y="140"/>
                    </a:lnTo>
                    <a:lnTo>
                      <a:pt x="4492" y="135"/>
                    </a:lnTo>
                    <a:lnTo>
                      <a:pt x="4492" y="130"/>
                    </a:lnTo>
                    <a:lnTo>
                      <a:pt x="4492" y="124"/>
                    </a:lnTo>
                    <a:lnTo>
                      <a:pt x="4492" y="119"/>
                    </a:lnTo>
                    <a:lnTo>
                      <a:pt x="4503" y="119"/>
                    </a:lnTo>
                    <a:lnTo>
                      <a:pt x="4503" y="114"/>
                    </a:lnTo>
                    <a:lnTo>
                      <a:pt x="4513" y="114"/>
                    </a:lnTo>
                    <a:lnTo>
                      <a:pt x="4513" y="119"/>
                    </a:lnTo>
                    <a:lnTo>
                      <a:pt x="4524" y="119"/>
                    </a:lnTo>
                    <a:lnTo>
                      <a:pt x="4524" y="124"/>
                    </a:lnTo>
                    <a:lnTo>
                      <a:pt x="4524" y="130"/>
                    </a:lnTo>
                    <a:lnTo>
                      <a:pt x="4524" y="135"/>
                    </a:lnTo>
                    <a:lnTo>
                      <a:pt x="4535" y="135"/>
                    </a:lnTo>
                    <a:lnTo>
                      <a:pt x="4535" y="140"/>
                    </a:lnTo>
                    <a:lnTo>
                      <a:pt x="4535" y="145"/>
                    </a:lnTo>
                    <a:lnTo>
                      <a:pt x="4567" y="187"/>
                    </a:lnTo>
                    <a:lnTo>
                      <a:pt x="4567" y="192"/>
                    </a:lnTo>
                    <a:lnTo>
                      <a:pt x="4599" y="233"/>
                    </a:lnTo>
                    <a:lnTo>
                      <a:pt x="4610" y="233"/>
                    </a:lnTo>
                    <a:lnTo>
                      <a:pt x="4610" y="239"/>
                    </a:lnTo>
                    <a:lnTo>
                      <a:pt x="4610" y="244"/>
                    </a:lnTo>
                    <a:lnTo>
                      <a:pt x="4610" y="249"/>
                    </a:lnTo>
                    <a:lnTo>
                      <a:pt x="4621" y="249"/>
                    </a:lnTo>
                    <a:lnTo>
                      <a:pt x="4621" y="254"/>
                    </a:lnTo>
                    <a:lnTo>
                      <a:pt x="4621" y="259"/>
                    </a:lnTo>
                    <a:lnTo>
                      <a:pt x="4632" y="259"/>
                    </a:lnTo>
                    <a:lnTo>
                      <a:pt x="4632" y="254"/>
                    </a:lnTo>
                    <a:lnTo>
                      <a:pt x="4642" y="254"/>
                    </a:lnTo>
                    <a:lnTo>
                      <a:pt x="4642" y="249"/>
                    </a:lnTo>
                    <a:lnTo>
                      <a:pt x="4642" y="244"/>
                    </a:lnTo>
                    <a:lnTo>
                      <a:pt x="4653" y="244"/>
                    </a:lnTo>
                    <a:lnTo>
                      <a:pt x="4653" y="239"/>
                    </a:lnTo>
                    <a:lnTo>
                      <a:pt x="4653" y="233"/>
                    </a:lnTo>
                    <a:lnTo>
                      <a:pt x="4664" y="228"/>
                    </a:lnTo>
                    <a:lnTo>
                      <a:pt x="4696" y="182"/>
                    </a:lnTo>
                    <a:lnTo>
                      <a:pt x="4696" y="176"/>
                    </a:lnTo>
                    <a:lnTo>
                      <a:pt x="4728" y="130"/>
                    </a:lnTo>
                    <a:lnTo>
                      <a:pt x="4728" y="124"/>
                    </a:lnTo>
                    <a:lnTo>
                      <a:pt x="4728" y="119"/>
                    </a:lnTo>
                    <a:lnTo>
                      <a:pt x="4728" y="114"/>
                    </a:lnTo>
                    <a:lnTo>
                      <a:pt x="4739" y="114"/>
                    </a:lnTo>
                    <a:lnTo>
                      <a:pt x="4739" y="109"/>
                    </a:lnTo>
                    <a:lnTo>
                      <a:pt x="4739" y="104"/>
                    </a:lnTo>
                    <a:lnTo>
                      <a:pt x="4739" y="98"/>
                    </a:lnTo>
                    <a:lnTo>
                      <a:pt x="4750" y="98"/>
                    </a:lnTo>
                    <a:lnTo>
                      <a:pt x="4750" y="93"/>
                    </a:lnTo>
                    <a:lnTo>
                      <a:pt x="4750" y="88"/>
                    </a:lnTo>
                    <a:lnTo>
                      <a:pt x="4760" y="88"/>
                    </a:lnTo>
                    <a:lnTo>
                      <a:pt x="4760" y="93"/>
                    </a:lnTo>
                    <a:lnTo>
                      <a:pt x="4760" y="98"/>
                    </a:lnTo>
                    <a:lnTo>
                      <a:pt x="4771" y="98"/>
                    </a:lnTo>
                    <a:lnTo>
                      <a:pt x="4771" y="104"/>
                    </a:lnTo>
                    <a:lnTo>
                      <a:pt x="4771" y="109"/>
                    </a:lnTo>
                    <a:lnTo>
                      <a:pt x="4771" y="114"/>
                    </a:lnTo>
                    <a:lnTo>
                      <a:pt x="4782" y="119"/>
                    </a:lnTo>
                    <a:lnTo>
                      <a:pt x="4782" y="124"/>
                    </a:lnTo>
                    <a:lnTo>
                      <a:pt x="4782" y="130"/>
                    </a:lnTo>
                    <a:lnTo>
                      <a:pt x="4814" y="187"/>
                    </a:lnTo>
                    <a:lnTo>
                      <a:pt x="4814" y="192"/>
                    </a:lnTo>
                    <a:lnTo>
                      <a:pt x="4825" y="192"/>
                    </a:lnTo>
                    <a:lnTo>
                      <a:pt x="4846" y="239"/>
                    </a:lnTo>
                    <a:lnTo>
                      <a:pt x="4857" y="239"/>
                    </a:lnTo>
                    <a:lnTo>
                      <a:pt x="4857" y="244"/>
                    </a:lnTo>
                    <a:lnTo>
                      <a:pt x="4857" y="249"/>
                    </a:lnTo>
                    <a:lnTo>
                      <a:pt x="4857" y="254"/>
                    </a:lnTo>
                    <a:lnTo>
                      <a:pt x="4868" y="259"/>
                    </a:lnTo>
                    <a:lnTo>
                      <a:pt x="4868" y="265"/>
                    </a:lnTo>
                    <a:lnTo>
                      <a:pt x="4868" y="270"/>
                    </a:lnTo>
                    <a:lnTo>
                      <a:pt x="4879" y="270"/>
                    </a:lnTo>
                    <a:lnTo>
                      <a:pt x="4879" y="275"/>
                    </a:lnTo>
                    <a:lnTo>
                      <a:pt x="4889" y="275"/>
                    </a:lnTo>
                    <a:lnTo>
                      <a:pt x="4889" y="270"/>
                    </a:lnTo>
                    <a:lnTo>
                      <a:pt x="4889" y="265"/>
                    </a:lnTo>
                    <a:lnTo>
                      <a:pt x="4900" y="265"/>
                    </a:lnTo>
                    <a:lnTo>
                      <a:pt x="4900" y="259"/>
                    </a:lnTo>
                    <a:lnTo>
                      <a:pt x="4900" y="254"/>
                    </a:lnTo>
                    <a:lnTo>
                      <a:pt x="4911" y="254"/>
                    </a:lnTo>
                    <a:lnTo>
                      <a:pt x="4911" y="249"/>
                    </a:lnTo>
                    <a:lnTo>
                      <a:pt x="4943" y="218"/>
                    </a:lnTo>
                    <a:lnTo>
                      <a:pt x="4943" y="213"/>
                    </a:lnTo>
                    <a:lnTo>
                      <a:pt x="4975" y="176"/>
                    </a:lnTo>
                    <a:lnTo>
                      <a:pt x="4975" y="171"/>
                    </a:lnTo>
                    <a:lnTo>
                      <a:pt x="4986" y="166"/>
                    </a:lnTo>
                    <a:lnTo>
                      <a:pt x="4986" y="161"/>
                    </a:lnTo>
                    <a:lnTo>
                      <a:pt x="4986" y="156"/>
                    </a:lnTo>
                    <a:lnTo>
                      <a:pt x="4997" y="156"/>
                    </a:lnTo>
                    <a:lnTo>
                      <a:pt x="4997" y="150"/>
                    </a:lnTo>
                    <a:lnTo>
                      <a:pt x="4997" y="145"/>
                    </a:lnTo>
                    <a:lnTo>
                      <a:pt x="5008" y="145"/>
                    </a:lnTo>
                    <a:lnTo>
                      <a:pt x="5008" y="150"/>
                    </a:lnTo>
                    <a:lnTo>
                      <a:pt x="5008" y="156"/>
                    </a:lnTo>
                    <a:lnTo>
                      <a:pt x="5018" y="156"/>
                    </a:lnTo>
                    <a:lnTo>
                      <a:pt x="5018" y="161"/>
                    </a:lnTo>
                    <a:lnTo>
                      <a:pt x="5018" y="166"/>
                    </a:lnTo>
                    <a:lnTo>
                      <a:pt x="5018" y="171"/>
                    </a:lnTo>
                    <a:lnTo>
                      <a:pt x="5029" y="171"/>
                    </a:lnTo>
                    <a:lnTo>
                      <a:pt x="5029" y="176"/>
                    </a:lnTo>
                    <a:lnTo>
                      <a:pt x="5029" y="182"/>
                    </a:lnTo>
                    <a:lnTo>
                      <a:pt x="5029" y="187"/>
                    </a:lnTo>
                    <a:lnTo>
                      <a:pt x="5029" y="192"/>
                    </a:lnTo>
                    <a:lnTo>
                      <a:pt x="5061" y="244"/>
                    </a:lnTo>
                    <a:lnTo>
                      <a:pt x="5061" y="249"/>
                    </a:lnTo>
                    <a:lnTo>
                      <a:pt x="5072" y="249"/>
                    </a:lnTo>
                    <a:lnTo>
                      <a:pt x="5104" y="301"/>
                    </a:lnTo>
                    <a:lnTo>
                      <a:pt x="5104" y="306"/>
                    </a:lnTo>
                    <a:lnTo>
                      <a:pt x="5104" y="311"/>
                    </a:lnTo>
                    <a:lnTo>
                      <a:pt x="5115" y="311"/>
                    </a:lnTo>
                    <a:lnTo>
                      <a:pt x="5115" y="317"/>
                    </a:lnTo>
                    <a:lnTo>
                      <a:pt x="5115" y="322"/>
                    </a:lnTo>
                    <a:lnTo>
                      <a:pt x="5115" y="327"/>
                    </a:lnTo>
                    <a:lnTo>
                      <a:pt x="5126" y="327"/>
                    </a:lnTo>
                    <a:lnTo>
                      <a:pt x="5126" y="332"/>
                    </a:lnTo>
                    <a:lnTo>
                      <a:pt x="5137" y="332"/>
                    </a:lnTo>
                    <a:lnTo>
                      <a:pt x="5147" y="332"/>
                    </a:lnTo>
                    <a:lnTo>
                      <a:pt x="5147" y="327"/>
                    </a:lnTo>
                    <a:lnTo>
                      <a:pt x="5147" y="322"/>
                    </a:lnTo>
                    <a:lnTo>
                      <a:pt x="5158" y="322"/>
                    </a:lnTo>
                    <a:lnTo>
                      <a:pt x="5158" y="317"/>
                    </a:lnTo>
                    <a:lnTo>
                      <a:pt x="5190" y="296"/>
                    </a:lnTo>
                    <a:lnTo>
                      <a:pt x="5190" y="291"/>
                    </a:lnTo>
                    <a:lnTo>
                      <a:pt x="5223" y="265"/>
                    </a:lnTo>
                    <a:lnTo>
                      <a:pt x="5233" y="265"/>
                    </a:lnTo>
                    <a:lnTo>
                      <a:pt x="5233" y="259"/>
                    </a:lnTo>
                    <a:lnTo>
                      <a:pt x="5233" y="254"/>
                    </a:lnTo>
                    <a:lnTo>
                      <a:pt x="5244" y="254"/>
                    </a:lnTo>
                    <a:lnTo>
                      <a:pt x="5244" y="249"/>
                    </a:lnTo>
                    <a:lnTo>
                      <a:pt x="5255" y="249"/>
                    </a:lnTo>
                    <a:lnTo>
                      <a:pt x="5266" y="249"/>
                    </a:lnTo>
                    <a:lnTo>
                      <a:pt x="5266" y="254"/>
                    </a:lnTo>
                    <a:lnTo>
                      <a:pt x="5266" y="259"/>
                    </a:lnTo>
                    <a:lnTo>
                      <a:pt x="5266" y="265"/>
                    </a:lnTo>
                    <a:lnTo>
                      <a:pt x="5276" y="265"/>
                    </a:lnTo>
                    <a:lnTo>
                      <a:pt x="5276" y="270"/>
                    </a:lnTo>
                    <a:lnTo>
                      <a:pt x="5276" y="275"/>
                    </a:lnTo>
                    <a:lnTo>
                      <a:pt x="5276" y="280"/>
                    </a:lnTo>
                    <a:lnTo>
                      <a:pt x="5287" y="280"/>
                    </a:lnTo>
                  </a:path>
                </a:pathLst>
              </a:custGeom>
              <a:noFill/>
              <a:ln w="1584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1" name="Rectangle 87"/>
              <p:cNvSpPr/>
              <p:nvPr/>
            </p:nvSpPr>
            <p:spPr>
              <a:xfrm>
                <a:off x="1321200" y="3157560"/>
                <a:ext cx="34956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ff0000"/>
                    </a:solidFill>
                    <a:effectLst/>
                    <a:uFillTx/>
                    <a:latin typeface="Arial"/>
                  </a:rPr>
                  <a:t>BETA_X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2" name="Freeform 88"/>
              <p:cNvSpPr/>
              <p:nvPr/>
            </p:nvSpPr>
            <p:spPr>
              <a:xfrm>
                <a:off x="379440" y="2374920"/>
                <a:ext cx="8393040" cy="544320"/>
              </a:xfrm>
              <a:custGeom>
                <a:avLst/>
                <a:gdLst>
                  <a:gd name="GluePoint1X" fmla="*/ 43 w 5287"/>
                  <a:gd name="GluePoint1Y" fmla="*/ 332 h 343"/>
                  <a:gd name="GluePoint2X" fmla="*/ 150 w 5287"/>
                  <a:gd name="GluePoint2Y" fmla="*/ 228 h 343"/>
                  <a:gd name="GluePoint3X" fmla="*/ 258 w 5287"/>
                  <a:gd name="GluePoint3Y" fmla="*/ 327 h 343"/>
                  <a:gd name="GluePoint4X" fmla="*/ 301 w 5287"/>
                  <a:gd name="GluePoint4Y" fmla="*/ 312 h 343"/>
                  <a:gd name="GluePoint5X" fmla="*/ 408 w 5287"/>
                  <a:gd name="GluePoint5Y" fmla="*/ 208 h 343"/>
                  <a:gd name="GluePoint6X" fmla="*/ 505 w 5287"/>
                  <a:gd name="GluePoint6Y" fmla="*/ 306 h 343"/>
                  <a:gd name="GluePoint7X" fmla="*/ 612 w 5287"/>
                  <a:gd name="GluePoint7Y" fmla="*/ 197 h 343"/>
                  <a:gd name="GluePoint8X" fmla="*/ 666 w 5287"/>
                  <a:gd name="GluePoint8Y" fmla="*/ 171 h 343"/>
                  <a:gd name="GluePoint9X" fmla="*/ 763 w 5287"/>
                  <a:gd name="GluePoint9Y" fmla="*/ 280 h 343"/>
                  <a:gd name="GluePoint10X" fmla="*/ 870 w 5287"/>
                  <a:gd name="GluePoint10Y" fmla="*/ 166 h 343"/>
                  <a:gd name="GluePoint11X" fmla="*/ 913 w 5287"/>
                  <a:gd name="GluePoint11Y" fmla="*/ 161 h 343"/>
                  <a:gd name="GluePoint12X" fmla="*/ 1021 w 5287"/>
                  <a:gd name="GluePoint12Y" fmla="*/ 270 h 343"/>
                  <a:gd name="GluePoint13X" fmla="*/ 1128 w 5287"/>
                  <a:gd name="GluePoint13Y" fmla="*/ 166 h 343"/>
                  <a:gd name="GluePoint14X" fmla="*/ 1171 w 5287"/>
                  <a:gd name="GluePoint14Y" fmla="*/ 176 h 343"/>
                  <a:gd name="GluePoint15X" fmla="*/ 1279 w 5287"/>
                  <a:gd name="GluePoint15Y" fmla="*/ 275 h 343"/>
                  <a:gd name="GluePoint16X" fmla="*/ 1375 w 5287"/>
                  <a:gd name="GluePoint16Y" fmla="*/ 176 h 343"/>
                  <a:gd name="GluePoint17X" fmla="*/ 1451 w 5287"/>
                  <a:gd name="GluePoint17Y" fmla="*/ 228 h 343"/>
                  <a:gd name="GluePoint18X" fmla="*/ 1526 w 5287"/>
                  <a:gd name="GluePoint18Y" fmla="*/ 275 h 343"/>
                  <a:gd name="GluePoint19X" fmla="*/ 1633 w 5287"/>
                  <a:gd name="GluePoint19Y" fmla="*/ 166 h 343"/>
                  <a:gd name="GluePoint20X" fmla="*/ 1741 w 5287"/>
                  <a:gd name="GluePoint20Y" fmla="*/ 249 h 343"/>
                  <a:gd name="GluePoint21X" fmla="*/ 1784 w 5287"/>
                  <a:gd name="GluePoint21Y" fmla="*/ 249 h 343"/>
                  <a:gd name="GluePoint22X" fmla="*/ 1891 w 5287"/>
                  <a:gd name="GluePoint22Y" fmla="*/ 135 h 343"/>
                  <a:gd name="GluePoint23X" fmla="*/ 1988 w 5287"/>
                  <a:gd name="GluePoint23Y" fmla="*/ 218 h 343"/>
                  <a:gd name="GluePoint24X" fmla="*/ 2042 w 5287"/>
                  <a:gd name="GluePoint24Y" fmla="*/ 208 h 343"/>
                  <a:gd name="GluePoint25X" fmla="*/ 2149 w 5287"/>
                  <a:gd name="GluePoint25Y" fmla="*/ 88 h 343"/>
                  <a:gd name="GluePoint26X" fmla="*/ 2246 w 5287"/>
                  <a:gd name="GluePoint26Y" fmla="*/ 182 h 343"/>
                  <a:gd name="GluePoint27X" fmla="*/ 2289 w 5287"/>
                  <a:gd name="GluePoint27Y" fmla="*/ 161 h 343"/>
                  <a:gd name="GluePoint28X" fmla="*/ 2396 w 5287"/>
                  <a:gd name="GluePoint28Y" fmla="*/ 41 h 343"/>
                  <a:gd name="GluePoint29X" fmla="*/ 2504 w 5287"/>
                  <a:gd name="GluePoint29Y" fmla="*/ 150 h 343"/>
                  <a:gd name="GluePoint30X" fmla="*/ 2558 w 5287"/>
                  <a:gd name="GluePoint30Y" fmla="*/ 114 h 343"/>
                  <a:gd name="GluePoint31X" fmla="*/ 2601 w 5287"/>
                  <a:gd name="GluePoint31Y" fmla="*/ 47 h 343"/>
                  <a:gd name="GluePoint32X" fmla="*/ 2654 w 5287"/>
                  <a:gd name="GluePoint32Y" fmla="*/ 15 h 343"/>
                  <a:gd name="GluePoint33X" fmla="*/ 2708 w 5287"/>
                  <a:gd name="GluePoint33Y" fmla="*/ 83 h 343"/>
                  <a:gd name="GluePoint34X" fmla="*/ 2751 w 5287"/>
                  <a:gd name="GluePoint34Y" fmla="*/ 135 h 343"/>
                  <a:gd name="GluePoint35X" fmla="*/ 2858 w 5287"/>
                  <a:gd name="GluePoint35Y" fmla="*/ 31 h 343"/>
                  <a:gd name="GluePoint36X" fmla="*/ 2901 w 5287"/>
                  <a:gd name="GluePoint36Y" fmla="*/ 15 h 343"/>
                  <a:gd name="GluePoint37X" fmla="*/ 3009 w 5287"/>
                  <a:gd name="GluePoint37Y" fmla="*/ 145 h 343"/>
                  <a:gd name="GluePoint38X" fmla="*/ 3116 w 5287"/>
                  <a:gd name="GluePoint38Y" fmla="*/ 41 h 343"/>
                  <a:gd name="GluePoint39X" fmla="*/ 3159 w 5287"/>
                  <a:gd name="GluePoint39Y" fmla="*/ 52 h 343"/>
                  <a:gd name="GluePoint40X" fmla="*/ 3267 w 5287"/>
                  <a:gd name="GluePoint40Y" fmla="*/ 182 h 343"/>
                  <a:gd name="GluePoint41X" fmla="*/ 3363 w 5287"/>
                  <a:gd name="GluePoint41Y" fmla="*/ 88 h 343"/>
                  <a:gd name="GluePoint42X" fmla="*/ 3417 w 5287"/>
                  <a:gd name="GluePoint42Y" fmla="*/ 109 h 343"/>
                  <a:gd name="GluePoint43X" fmla="*/ 3525 w 5287"/>
                  <a:gd name="GluePoint43Y" fmla="*/ 223 h 343"/>
                  <a:gd name="GluePoint44X" fmla="*/ 3621 w 5287"/>
                  <a:gd name="GluePoint44Y" fmla="*/ 135 h 343"/>
                  <a:gd name="GluePoint45X" fmla="*/ 3697 w 5287"/>
                  <a:gd name="GluePoint45Y" fmla="*/ 208 h 343"/>
                  <a:gd name="GluePoint46X" fmla="*/ 3772 w 5287"/>
                  <a:gd name="GluePoint46Y" fmla="*/ 254 h 343"/>
                  <a:gd name="GluePoint47X" fmla="*/ 3879 w 5287"/>
                  <a:gd name="GluePoint47Y" fmla="*/ 171 h 343"/>
                  <a:gd name="GluePoint48X" fmla="*/ 3976 w 5287"/>
                  <a:gd name="GluePoint48Y" fmla="*/ 260 h 343"/>
                  <a:gd name="GluePoint49X" fmla="*/ 4030 w 5287"/>
                  <a:gd name="GluePoint49Y" fmla="*/ 265 h 343"/>
                  <a:gd name="GluePoint50X" fmla="*/ 4137 w 5287"/>
                  <a:gd name="GluePoint50Y" fmla="*/ 166 h 343"/>
                  <a:gd name="GluePoint51X" fmla="*/ 4234 w 5287"/>
                  <a:gd name="GluePoint51Y" fmla="*/ 254 h 343"/>
                  <a:gd name="GluePoint52X" fmla="*/ 4288 w 5287"/>
                  <a:gd name="GluePoint52Y" fmla="*/ 239 h 343"/>
                  <a:gd name="GluePoint53X" fmla="*/ 4384 w 5287"/>
                  <a:gd name="GluePoint53Y" fmla="*/ 130 h 343"/>
                  <a:gd name="GluePoint54X" fmla="*/ 4492 w 5287"/>
                  <a:gd name="GluePoint54Y" fmla="*/ 234 h 343"/>
                  <a:gd name="GluePoint55X" fmla="*/ 4567 w 5287"/>
                  <a:gd name="GluePoint55Y" fmla="*/ 171 h 343"/>
                  <a:gd name="GluePoint56X" fmla="*/ 4642 w 5287"/>
                  <a:gd name="GluePoint56Y" fmla="*/ 99 h 343"/>
                  <a:gd name="GluePoint57X" fmla="*/ 4750 w 5287"/>
                  <a:gd name="GluePoint57Y" fmla="*/ 223 h 343"/>
                  <a:gd name="GluePoint58X" fmla="*/ 4846 w 5287"/>
                  <a:gd name="GluePoint58Y" fmla="*/ 119 h 343"/>
                  <a:gd name="GluePoint59X" fmla="*/ 4900 w 5287"/>
                  <a:gd name="GluePoint59Y" fmla="*/ 109 h 343"/>
                  <a:gd name="GluePoint60X" fmla="*/ 5008 w 5287"/>
                  <a:gd name="GluePoint60Y" fmla="*/ 239 h 343"/>
                  <a:gd name="GluePoint61X" fmla="*/ 5104 w 5287"/>
                  <a:gd name="GluePoint61Y" fmla="*/ 145 h 343"/>
                  <a:gd name="GluePoint62X" fmla="*/ 5158 w 5287"/>
                  <a:gd name="GluePoint62Y" fmla="*/ 156 h 343"/>
                  <a:gd name="GluePoint63X" fmla="*/ 5255 w 5287"/>
                  <a:gd name="GluePoint63Y" fmla="*/ 275 h 34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l" t="t" r="r" b="b"/>
                <a:pathLst>
                  <a:path w="5287" h="343">
                    <a:moveTo>
                      <a:pt x="0" y="327"/>
                    </a:moveTo>
                    <a:lnTo>
                      <a:pt x="0" y="327"/>
                    </a:lnTo>
                    <a:lnTo>
                      <a:pt x="0" y="332"/>
                    </a:lnTo>
                    <a:lnTo>
                      <a:pt x="0" y="338"/>
                    </a:lnTo>
                    <a:lnTo>
                      <a:pt x="11" y="338"/>
                    </a:lnTo>
                    <a:lnTo>
                      <a:pt x="11" y="343"/>
                    </a:lnTo>
                    <a:lnTo>
                      <a:pt x="21" y="343"/>
                    </a:lnTo>
                    <a:lnTo>
                      <a:pt x="32" y="343"/>
                    </a:lnTo>
                    <a:lnTo>
                      <a:pt x="32" y="338"/>
                    </a:lnTo>
                    <a:lnTo>
                      <a:pt x="43" y="338"/>
                    </a:lnTo>
                    <a:lnTo>
                      <a:pt x="43" y="332"/>
                    </a:lnTo>
                    <a:lnTo>
                      <a:pt x="43" y="327"/>
                    </a:lnTo>
                    <a:lnTo>
                      <a:pt x="54" y="327"/>
                    </a:lnTo>
                    <a:lnTo>
                      <a:pt x="86" y="296"/>
                    </a:lnTo>
                    <a:lnTo>
                      <a:pt x="118" y="260"/>
                    </a:lnTo>
                    <a:lnTo>
                      <a:pt x="118" y="254"/>
                    </a:lnTo>
                    <a:lnTo>
                      <a:pt x="129" y="249"/>
                    </a:lnTo>
                    <a:lnTo>
                      <a:pt x="129" y="244"/>
                    </a:lnTo>
                    <a:lnTo>
                      <a:pt x="129" y="239"/>
                    </a:lnTo>
                    <a:lnTo>
                      <a:pt x="140" y="239"/>
                    </a:lnTo>
                    <a:lnTo>
                      <a:pt x="140" y="234"/>
                    </a:lnTo>
                    <a:lnTo>
                      <a:pt x="140" y="228"/>
                    </a:lnTo>
                    <a:lnTo>
                      <a:pt x="150" y="228"/>
                    </a:lnTo>
                    <a:lnTo>
                      <a:pt x="150" y="234"/>
                    </a:lnTo>
                    <a:lnTo>
                      <a:pt x="161" y="234"/>
                    </a:lnTo>
                    <a:lnTo>
                      <a:pt x="161" y="239"/>
                    </a:lnTo>
                    <a:lnTo>
                      <a:pt x="161" y="244"/>
                    </a:lnTo>
                    <a:lnTo>
                      <a:pt x="172" y="244"/>
                    </a:lnTo>
                    <a:lnTo>
                      <a:pt x="172" y="249"/>
                    </a:lnTo>
                    <a:lnTo>
                      <a:pt x="172" y="254"/>
                    </a:lnTo>
                    <a:lnTo>
                      <a:pt x="204" y="286"/>
                    </a:lnTo>
                    <a:lnTo>
                      <a:pt x="204" y="291"/>
                    </a:lnTo>
                    <a:lnTo>
                      <a:pt x="215" y="291"/>
                    </a:lnTo>
                    <a:lnTo>
                      <a:pt x="247" y="317"/>
                    </a:lnTo>
                    <a:lnTo>
                      <a:pt x="247" y="322"/>
                    </a:lnTo>
                    <a:lnTo>
                      <a:pt x="247" y="327"/>
                    </a:lnTo>
                    <a:lnTo>
                      <a:pt x="258" y="327"/>
                    </a:lnTo>
                    <a:lnTo>
                      <a:pt x="258" y="332"/>
                    </a:lnTo>
                    <a:lnTo>
                      <a:pt x="269" y="332"/>
                    </a:lnTo>
                    <a:lnTo>
                      <a:pt x="279" y="332"/>
                    </a:lnTo>
                    <a:lnTo>
                      <a:pt x="279" y="327"/>
                    </a:lnTo>
                    <a:lnTo>
                      <a:pt x="290" y="327"/>
                    </a:lnTo>
                    <a:lnTo>
                      <a:pt x="290" y="322"/>
                    </a:lnTo>
                    <a:lnTo>
                      <a:pt x="290" y="317"/>
                    </a:lnTo>
                    <a:lnTo>
                      <a:pt x="301" y="317"/>
                    </a:lnTo>
                    <a:lnTo>
                      <a:pt x="301" y="312"/>
                    </a:lnTo>
                    <a:lnTo>
                      <a:pt x="333" y="280"/>
                    </a:lnTo>
                    <a:lnTo>
                      <a:pt x="333" y="275"/>
                    </a:lnTo>
                    <a:lnTo>
                      <a:pt x="365" y="234"/>
                    </a:lnTo>
                    <a:lnTo>
                      <a:pt x="365" y="228"/>
                    </a:lnTo>
                    <a:lnTo>
                      <a:pt x="376" y="228"/>
                    </a:lnTo>
                    <a:lnTo>
                      <a:pt x="376" y="223"/>
                    </a:lnTo>
                    <a:lnTo>
                      <a:pt x="376" y="218"/>
                    </a:lnTo>
                    <a:lnTo>
                      <a:pt x="387" y="213"/>
                    </a:lnTo>
                    <a:lnTo>
                      <a:pt x="387" y="208"/>
                    </a:lnTo>
                    <a:lnTo>
                      <a:pt x="387" y="202"/>
                    </a:lnTo>
                    <a:lnTo>
                      <a:pt x="398" y="202"/>
                    </a:lnTo>
                    <a:lnTo>
                      <a:pt x="408" y="202"/>
                    </a:lnTo>
                    <a:lnTo>
                      <a:pt x="408" y="208"/>
                    </a:lnTo>
                    <a:lnTo>
                      <a:pt x="408" y="213"/>
                    </a:lnTo>
                    <a:lnTo>
                      <a:pt x="419" y="213"/>
                    </a:lnTo>
                    <a:lnTo>
                      <a:pt x="419" y="218"/>
                    </a:lnTo>
                    <a:lnTo>
                      <a:pt x="419" y="223"/>
                    </a:lnTo>
                    <a:lnTo>
                      <a:pt x="419" y="228"/>
                    </a:lnTo>
                    <a:lnTo>
                      <a:pt x="430" y="228"/>
                    </a:lnTo>
                    <a:lnTo>
                      <a:pt x="451" y="260"/>
                    </a:lnTo>
                    <a:lnTo>
                      <a:pt x="462" y="260"/>
                    </a:lnTo>
                    <a:lnTo>
                      <a:pt x="462" y="265"/>
                    </a:lnTo>
                    <a:lnTo>
                      <a:pt x="494" y="291"/>
                    </a:lnTo>
                    <a:lnTo>
                      <a:pt x="494" y="296"/>
                    </a:lnTo>
                    <a:lnTo>
                      <a:pt x="505" y="296"/>
                    </a:lnTo>
                    <a:lnTo>
                      <a:pt x="505" y="301"/>
                    </a:lnTo>
                    <a:lnTo>
                      <a:pt x="505" y="306"/>
                    </a:lnTo>
                    <a:lnTo>
                      <a:pt x="516" y="306"/>
                    </a:lnTo>
                    <a:lnTo>
                      <a:pt x="527" y="306"/>
                    </a:lnTo>
                    <a:lnTo>
                      <a:pt x="527" y="301"/>
                    </a:lnTo>
                    <a:lnTo>
                      <a:pt x="537" y="301"/>
                    </a:lnTo>
                    <a:lnTo>
                      <a:pt x="537" y="296"/>
                    </a:lnTo>
                    <a:lnTo>
                      <a:pt x="537" y="291"/>
                    </a:lnTo>
                    <a:lnTo>
                      <a:pt x="548" y="291"/>
                    </a:lnTo>
                    <a:lnTo>
                      <a:pt x="548" y="286"/>
                    </a:lnTo>
                    <a:lnTo>
                      <a:pt x="548" y="280"/>
                    </a:lnTo>
                    <a:lnTo>
                      <a:pt x="580" y="244"/>
                    </a:lnTo>
                    <a:lnTo>
                      <a:pt x="580" y="239"/>
                    </a:lnTo>
                    <a:lnTo>
                      <a:pt x="612" y="197"/>
                    </a:lnTo>
                    <a:lnTo>
                      <a:pt x="612" y="192"/>
                    </a:lnTo>
                    <a:lnTo>
                      <a:pt x="623" y="192"/>
                    </a:lnTo>
                    <a:lnTo>
                      <a:pt x="623" y="187"/>
                    </a:lnTo>
                    <a:lnTo>
                      <a:pt x="623" y="182"/>
                    </a:lnTo>
                    <a:lnTo>
                      <a:pt x="623" y="176"/>
                    </a:lnTo>
                    <a:lnTo>
                      <a:pt x="634" y="176"/>
                    </a:lnTo>
                    <a:lnTo>
                      <a:pt x="634" y="171"/>
                    </a:lnTo>
                    <a:lnTo>
                      <a:pt x="634" y="166"/>
                    </a:lnTo>
                    <a:lnTo>
                      <a:pt x="634" y="161"/>
                    </a:lnTo>
                    <a:lnTo>
                      <a:pt x="645" y="161"/>
                    </a:lnTo>
                    <a:lnTo>
                      <a:pt x="655" y="161"/>
                    </a:lnTo>
                    <a:lnTo>
                      <a:pt x="655" y="166"/>
                    </a:lnTo>
                    <a:lnTo>
                      <a:pt x="655" y="171"/>
                    </a:lnTo>
                    <a:lnTo>
                      <a:pt x="666" y="171"/>
                    </a:lnTo>
                    <a:lnTo>
                      <a:pt x="666" y="176"/>
                    </a:lnTo>
                    <a:lnTo>
                      <a:pt x="666" y="182"/>
                    </a:lnTo>
                    <a:lnTo>
                      <a:pt x="677" y="187"/>
                    </a:lnTo>
                    <a:lnTo>
                      <a:pt x="709" y="223"/>
                    </a:lnTo>
                    <a:lnTo>
                      <a:pt x="709" y="228"/>
                    </a:lnTo>
                    <a:lnTo>
                      <a:pt x="741" y="260"/>
                    </a:lnTo>
                    <a:lnTo>
                      <a:pt x="741" y="265"/>
                    </a:lnTo>
                    <a:lnTo>
                      <a:pt x="752" y="265"/>
                    </a:lnTo>
                    <a:lnTo>
                      <a:pt x="752" y="270"/>
                    </a:lnTo>
                    <a:lnTo>
                      <a:pt x="752" y="275"/>
                    </a:lnTo>
                    <a:lnTo>
                      <a:pt x="763" y="275"/>
                    </a:lnTo>
                    <a:lnTo>
                      <a:pt x="763" y="280"/>
                    </a:lnTo>
                    <a:lnTo>
                      <a:pt x="774" y="280"/>
                    </a:lnTo>
                    <a:lnTo>
                      <a:pt x="774" y="275"/>
                    </a:lnTo>
                    <a:lnTo>
                      <a:pt x="784" y="275"/>
                    </a:lnTo>
                    <a:lnTo>
                      <a:pt x="784" y="270"/>
                    </a:lnTo>
                    <a:lnTo>
                      <a:pt x="784" y="265"/>
                    </a:lnTo>
                    <a:lnTo>
                      <a:pt x="795" y="265"/>
                    </a:lnTo>
                    <a:lnTo>
                      <a:pt x="795" y="260"/>
                    </a:lnTo>
                    <a:lnTo>
                      <a:pt x="795" y="254"/>
                    </a:lnTo>
                    <a:lnTo>
                      <a:pt x="827" y="218"/>
                    </a:lnTo>
                    <a:lnTo>
                      <a:pt x="838" y="218"/>
                    </a:lnTo>
                    <a:lnTo>
                      <a:pt x="838" y="213"/>
                    </a:lnTo>
                    <a:lnTo>
                      <a:pt x="860" y="171"/>
                    </a:lnTo>
                    <a:lnTo>
                      <a:pt x="870" y="171"/>
                    </a:lnTo>
                    <a:lnTo>
                      <a:pt x="870" y="166"/>
                    </a:lnTo>
                    <a:lnTo>
                      <a:pt x="870" y="161"/>
                    </a:lnTo>
                    <a:lnTo>
                      <a:pt x="870" y="156"/>
                    </a:lnTo>
                    <a:lnTo>
                      <a:pt x="881" y="156"/>
                    </a:lnTo>
                    <a:lnTo>
                      <a:pt x="881" y="150"/>
                    </a:lnTo>
                    <a:lnTo>
                      <a:pt x="881" y="145"/>
                    </a:lnTo>
                    <a:lnTo>
                      <a:pt x="881" y="140"/>
                    </a:lnTo>
                    <a:lnTo>
                      <a:pt x="892" y="140"/>
                    </a:lnTo>
                    <a:lnTo>
                      <a:pt x="903" y="140"/>
                    </a:lnTo>
                    <a:lnTo>
                      <a:pt x="903" y="145"/>
                    </a:lnTo>
                    <a:lnTo>
                      <a:pt x="913" y="150"/>
                    </a:lnTo>
                    <a:lnTo>
                      <a:pt x="913" y="156"/>
                    </a:lnTo>
                    <a:lnTo>
                      <a:pt x="913" y="161"/>
                    </a:lnTo>
                    <a:lnTo>
                      <a:pt x="924" y="166"/>
                    </a:lnTo>
                    <a:lnTo>
                      <a:pt x="924" y="171"/>
                    </a:lnTo>
                    <a:lnTo>
                      <a:pt x="956" y="208"/>
                    </a:lnTo>
                    <a:lnTo>
                      <a:pt x="956" y="213"/>
                    </a:lnTo>
                    <a:lnTo>
                      <a:pt x="989" y="249"/>
                    </a:lnTo>
                    <a:lnTo>
                      <a:pt x="989" y="254"/>
                    </a:lnTo>
                    <a:lnTo>
                      <a:pt x="999" y="254"/>
                    </a:lnTo>
                    <a:lnTo>
                      <a:pt x="999" y="260"/>
                    </a:lnTo>
                    <a:lnTo>
                      <a:pt x="999" y="265"/>
                    </a:lnTo>
                    <a:lnTo>
                      <a:pt x="1010" y="265"/>
                    </a:lnTo>
                    <a:lnTo>
                      <a:pt x="1010" y="270"/>
                    </a:lnTo>
                    <a:lnTo>
                      <a:pt x="1021" y="270"/>
                    </a:lnTo>
                    <a:lnTo>
                      <a:pt x="1032" y="270"/>
                    </a:lnTo>
                    <a:lnTo>
                      <a:pt x="1032" y="265"/>
                    </a:lnTo>
                    <a:lnTo>
                      <a:pt x="1032" y="260"/>
                    </a:lnTo>
                    <a:lnTo>
                      <a:pt x="1042" y="260"/>
                    </a:lnTo>
                    <a:lnTo>
                      <a:pt x="1042" y="254"/>
                    </a:lnTo>
                    <a:lnTo>
                      <a:pt x="1053" y="249"/>
                    </a:lnTo>
                    <a:lnTo>
                      <a:pt x="1075" y="218"/>
                    </a:lnTo>
                    <a:lnTo>
                      <a:pt x="1085" y="218"/>
                    </a:lnTo>
                    <a:lnTo>
                      <a:pt x="1085" y="213"/>
                    </a:lnTo>
                    <a:lnTo>
                      <a:pt x="1118" y="176"/>
                    </a:lnTo>
                    <a:lnTo>
                      <a:pt x="1118" y="171"/>
                    </a:lnTo>
                    <a:lnTo>
                      <a:pt x="1118" y="166"/>
                    </a:lnTo>
                    <a:lnTo>
                      <a:pt x="1128" y="166"/>
                    </a:lnTo>
                    <a:lnTo>
                      <a:pt x="1128" y="161"/>
                    </a:lnTo>
                    <a:lnTo>
                      <a:pt x="1128" y="156"/>
                    </a:lnTo>
                    <a:lnTo>
                      <a:pt x="1128" y="150"/>
                    </a:lnTo>
                    <a:lnTo>
                      <a:pt x="1139" y="150"/>
                    </a:lnTo>
                    <a:lnTo>
                      <a:pt x="1139" y="145"/>
                    </a:lnTo>
                    <a:lnTo>
                      <a:pt x="1150" y="145"/>
                    </a:lnTo>
                    <a:lnTo>
                      <a:pt x="1150" y="150"/>
                    </a:lnTo>
                    <a:lnTo>
                      <a:pt x="1150" y="156"/>
                    </a:lnTo>
                    <a:lnTo>
                      <a:pt x="1161" y="156"/>
                    </a:lnTo>
                    <a:lnTo>
                      <a:pt x="1161" y="161"/>
                    </a:lnTo>
                    <a:lnTo>
                      <a:pt x="1161" y="166"/>
                    </a:lnTo>
                    <a:lnTo>
                      <a:pt x="1161" y="171"/>
                    </a:lnTo>
                    <a:lnTo>
                      <a:pt x="1171" y="171"/>
                    </a:lnTo>
                    <a:lnTo>
                      <a:pt x="1171" y="176"/>
                    </a:lnTo>
                    <a:lnTo>
                      <a:pt x="1204" y="218"/>
                    </a:lnTo>
                    <a:lnTo>
                      <a:pt x="1204" y="223"/>
                    </a:lnTo>
                    <a:lnTo>
                      <a:pt x="1236" y="254"/>
                    </a:lnTo>
                    <a:lnTo>
                      <a:pt x="1236" y="260"/>
                    </a:lnTo>
                    <a:lnTo>
                      <a:pt x="1247" y="260"/>
                    </a:lnTo>
                    <a:lnTo>
                      <a:pt x="1247" y="265"/>
                    </a:lnTo>
                    <a:lnTo>
                      <a:pt x="1247" y="270"/>
                    </a:lnTo>
                    <a:lnTo>
                      <a:pt x="1257" y="270"/>
                    </a:lnTo>
                    <a:lnTo>
                      <a:pt x="1257" y="275"/>
                    </a:lnTo>
                    <a:lnTo>
                      <a:pt x="1268" y="275"/>
                    </a:lnTo>
                    <a:lnTo>
                      <a:pt x="1279" y="275"/>
                    </a:lnTo>
                    <a:lnTo>
                      <a:pt x="1279" y="270"/>
                    </a:lnTo>
                    <a:lnTo>
                      <a:pt x="1289" y="270"/>
                    </a:lnTo>
                    <a:lnTo>
                      <a:pt x="1289" y="265"/>
                    </a:lnTo>
                    <a:lnTo>
                      <a:pt x="1289" y="260"/>
                    </a:lnTo>
                    <a:lnTo>
                      <a:pt x="1300" y="260"/>
                    </a:lnTo>
                    <a:lnTo>
                      <a:pt x="1332" y="228"/>
                    </a:lnTo>
                    <a:lnTo>
                      <a:pt x="1332" y="223"/>
                    </a:lnTo>
                    <a:lnTo>
                      <a:pt x="1365" y="192"/>
                    </a:lnTo>
                    <a:lnTo>
                      <a:pt x="1365" y="187"/>
                    </a:lnTo>
                    <a:lnTo>
                      <a:pt x="1375" y="182"/>
                    </a:lnTo>
                    <a:lnTo>
                      <a:pt x="1375" y="176"/>
                    </a:lnTo>
                    <a:lnTo>
                      <a:pt x="1375" y="171"/>
                    </a:lnTo>
                    <a:lnTo>
                      <a:pt x="1386" y="171"/>
                    </a:lnTo>
                    <a:lnTo>
                      <a:pt x="1386" y="166"/>
                    </a:lnTo>
                    <a:lnTo>
                      <a:pt x="1397" y="166"/>
                    </a:lnTo>
                    <a:lnTo>
                      <a:pt x="1397" y="171"/>
                    </a:lnTo>
                    <a:lnTo>
                      <a:pt x="1408" y="171"/>
                    </a:lnTo>
                    <a:lnTo>
                      <a:pt x="1408" y="176"/>
                    </a:lnTo>
                    <a:lnTo>
                      <a:pt x="1408" y="182"/>
                    </a:lnTo>
                    <a:lnTo>
                      <a:pt x="1418" y="182"/>
                    </a:lnTo>
                    <a:lnTo>
                      <a:pt x="1418" y="187"/>
                    </a:lnTo>
                    <a:lnTo>
                      <a:pt x="1418" y="192"/>
                    </a:lnTo>
                    <a:lnTo>
                      <a:pt x="1451" y="228"/>
                    </a:lnTo>
                    <a:lnTo>
                      <a:pt x="1461" y="228"/>
                    </a:lnTo>
                    <a:lnTo>
                      <a:pt x="1483" y="260"/>
                    </a:lnTo>
                    <a:lnTo>
                      <a:pt x="1494" y="260"/>
                    </a:lnTo>
                    <a:lnTo>
                      <a:pt x="1494" y="265"/>
                    </a:lnTo>
                    <a:lnTo>
                      <a:pt x="1494" y="270"/>
                    </a:lnTo>
                    <a:lnTo>
                      <a:pt x="1504" y="270"/>
                    </a:lnTo>
                    <a:lnTo>
                      <a:pt x="1504" y="275"/>
                    </a:lnTo>
                    <a:lnTo>
                      <a:pt x="1515" y="280"/>
                    </a:lnTo>
                    <a:lnTo>
                      <a:pt x="1526" y="280"/>
                    </a:lnTo>
                    <a:lnTo>
                      <a:pt x="1526" y="275"/>
                    </a:lnTo>
                    <a:lnTo>
                      <a:pt x="1537" y="270"/>
                    </a:lnTo>
                    <a:lnTo>
                      <a:pt x="1537" y="265"/>
                    </a:lnTo>
                    <a:lnTo>
                      <a:pt x="1547" y="265"/>
                    </a:lnTo>
                    <a:lnTo>
                      <a:pt x="1547" y="260"/>
                    </a:lnTo>
                    <a:lnTo>
                      <a:pt x="1580" y="228"/>
                    </a:lnTo>
                    <a:lnTo>
                      <a:pt x="1612" y="192"/>
                    </a:lnTo>
                    <a:lnTo>
                      <a:pt x="1612" y="187"/>
                    </a:lnTo>
                    <a:lnTo>
                      <a:pt x="1623" y="187"/>
                    </a:lnTo>
                    <a:lnTo>
                      <a:pt x="1623" y="182"/>
                    </a:lnTo>
                    <a:lnTo>
                      <a:pt x="1623" y="176"/>
                    </a:lnTo>
                    <a:lnTo>
                      <a:pt x="1633" y="171"/>
                    </a:lnTo>
                    <a:lnTo>
                      <a:pt x="1633" y="166"/>
                    </a:lnTo>
                    <a:lnTo>
                      <a:pt x="1644" y="166"/>
                    </a:lnTo>
                    <a:lnTo>
                      <a:pt x="1655" y="166"/>
                    </a:lnTo>
                    <a:lnTo>
                      <a:pt x="1655" y="171"/>
                    </a:lnTo>
                    <a:lnTo>
                      <a:pt x="1655" y="176"/>
                    </a:lnTo>
                    <a:lnTo>
                      <a:pt x="1666" y="176"/>
                    </a:lnTo>
                    <a:lnTo>
                      <a:pt x="1666" y="182"/>
                    </a:lnTo>
                    <a:lnTo>
                      <a:pt x="1666" y="187"/>
                    </a:lnTo>
                    <a:lnTo>
                      <a:pt x="1698" y="218"/>
                    </a:lnTo>
                    <a:lnTo>
                      <a:pt x="1709" y="218"/>
                    </a:lnTo>
                    <a:lnTo>
                      <a:pt x="1709" y="223"/>
                    </a:lnTo>
                    <a:lnTo>
                      <a:pt x="1741" y="249"/>
                    </a:lnTo>
                    <a:lnTo>
                      <a:pt x="1741" y="254"/>
                    </a:lnTo>
                    <a:lnTo>
                      <a:pt x="1752" y="254"/>
                    </a:lnTo>
                    <a:lnTo>
                      <a:pt x="1752" y="260"/>
                    </a:lnTo>
                    <a:lnTo>
                      <a:pt x="1752" y="265"/>
                    </a:lnTo>
                    <a:lnTo>
                      <a:pt x="1762" y="265"/>
                    </a:lnTo>
                    <a:lnTo>
                      <a:pt x="1773" y="265"/>
                    </a:lnTo>
                    <a:lnTo>
                      <a:pt x="1773" y="260"/>
                    </a:lnTo>
                    <a:lnTo>
                      <a:pt x="1784" y="260"/>
                    </a:lnTo>
                    <a:lnTo>
                      <a:pt x="1784" y="254"/>
                    </a:lnTo>
                    <a:lnTo>
                      <a:pt x="1784" y="249"/>
                    </a:lnTo>
                    <a:lnTo>
                      <a:pt x="1795" y="249"/>
                    </a:lnTo>
                    <a:lnTo>
                      <a:pt x="1795" y="244"/>
                    </a:lnTo>
                    <a:lnTo>
                      <a:pt x="1827" y="208"/>
                    </a:lnTo>
                    <a:lnTo>
                      <a:pt x="1827" y="202"/>
                    </a:lnTo>
                    <a:lnTo>
                      <a:pt x="1859" y="166"/>
                    </a:lnTo>
                    <a:lnTo>
                      <a:pt x="1859" y="161"/>
                    </a:lnTo>
                    <a:lnTo>
                      <a:pt x="1870" y="161"/>
                    </a:lnTo>
                    <a:lnTo>
                      <a:pt x="1870" y="156"/>
                    </a:lnTo>
                    <a:lnTo>
                      <a:pt x="1870" y="150"/>
                    </a:lnTo>
                    <a:lnTo>
                      <a:pt x="1881" y="150"/>
                    </a:lnTo>
                    <a:lnTo>
                      <a:pt x="1881" y="145"/>
                    </a:lnTo>
                    <a:lnTo>
                      <a:pt x="1881" y="140"/>
                    </a:lnTo>
                    <a:lnTo>
                      <a:pt x="1891" y="135"/>
                    </a:lnTo>
                    <a:lnTo>
                      <a:pt x="1902" y="135"/>
                    </a:lnTo>
                    <a:lnTo>
                      <a:pt x="1902" y="140"/>
                    </a:lnTo>
                    <a:lnTo>
                      <a:pt x="1902" y="145"/>
                    </a:lnTo>
                    <a:lnTo>
                      <a:pt x="1913" y="145"/>
                    </a:lnTo>
                    <a:lnTo>
                      <a:pt x="1913" y="150"/>
                    </a:lnTo>
                    <a:lnTo>
                      <a:pt x="1913" y="156"/>
                    </a:lnTo>
                    <a:lnTo>
                      <a:pt x="1924" y="156"/>
                    </a:lnTo>
                    <a:lnTo>
                      <a:pt x="1956" y="187"/>
                    </a:lnTo>
                    <a:lnTo>
                      <a:pt x="1956" y="192"/>
                    </a:lnTo>
                    <a:lnTo>
                      <a:pt x="1988" y="218"/>
                    </a:lnTo>
                    <a:lnTo>
                      <a:pt x="1988" y="223"/>
                    </a:lnTo>
                    <a:lnTo>
                      <a:pt x="1999" y="223"/>
                    </a:lnTo>
                    <a:lnTo>
                      <a:pt x="1999" y="228"/>
                    </a:lnTo>
                    <a:lnTo>
                      <a:pt x="2009" y="228"/>
                    </a:lnTo>
                    <a:lnTo>
                      <a:pt x="2009" y="234"/>
                    </a:lnTo>
                    <a:lnTo>
                      <a:pt x="2020" y="234"/>
                    </a:lnTo>
                    <a:lnTo>
                      <a:pt x="2020" y="228"/>
                    </a:lnTo>
                    <a:lnTo>
                      <a:pt x="2031" y="223"/>
                    </a:lnTo>
                    <a:lnTo>
                      <a:pt x="2031" y="218"/>
                    </a:lnTo>
                    <a:lnTo>
                      <a:pt x="2042" y="213"/>
                    </a:lnTo>
                    <a:lnTo>
                      <a:pt x="2042" y="208"/>
                    </a:lnTo>
                    <a:lnTo>
                      <a:pt x="2074" y="171"/>
                    </a:lnTo>
                    <a:lnTo>
                      <a:pt x="2074" y="166"/>
                    </a:lnTo>
                    <a:lnTo>
                      <a:pt x="2085" y="161"/>
                    </a:lnTo>
                    <a:lnTo>
                      <a:pt x="2106" y="119"/>
                    </a:lnTo>
                    <a:lnTo>
                      <a:pt x="2117" y="119"/>
                    </a:lnTo>
                    <a:lnTo>
                      <a:pt x="2117" y="114"/>
                    </a:lnTo>
                    <a:lnTo>
                      <a:pt x="2117" y="109"/>
                    </a:lnTo>
                    <a:lnTo>
                      <a:pt x="2117" y="104"/>
                    </a:lnTo>
                    <a:lnTo>
                      <a:pt x="2128" y="104"/>
                    </a:lnTo>
                    <a:lnTo>
                      <a:pt x="2128" y="99"/>
                    </a:lnTo>
                    <a:lnTo>
                      <a:pt x="2128" y="93"/>
                    </a:lnTo>
                    <a:lnTo>
                      <a:pt x="2138" y="93"/>
                    </a:lnTo>
                    <a:lnTo>
                      <a:pt x="2138" y="88"/>
                    </a:lnTo>
                    <a:lnTo>
                      <a:pt x="2149" y="88"/>
                    </a:lnTo>
                    <a:lnTo>
                      <a:pt x="2149" y="93"/>
                    </a:lnTo>
                    <a:lnTo>
                      <a:pt x="2160" y="93"/>
                    </a:lnTo>
                    <a:lnTo>
                      <a:pt x="2160" y="99"/>
                    </a:lnTo>
                    <a:lnTo>
                      <a:pt x="2160" y="104"/>
                    </a:lnTo>
                    <a:lnTo>
                      <a:pt x="2160" y="109"/>
                    </a:lnTo>
                    <a:lnTo>
                      <a:pt x="2171" y="109"/>
                    </a:lnTo>
                    <a:lnTo>
                      <a:pt x="2203" y="140"/>
                    </a:lnTo>
                    <a:lnTo>
                      <a:pt x="2203" y="145"/>
                    </a:lnTo>
                    <a:lnTo>
                      <a:pt x="2235" y="171"/>
                    </a:lnTo>
                    <a:lnTo>
                      <a:pt x="2235" y="176"/>
                    </a:lnTo>
                    <a:lnTo>
                      <a:pt x="2246" y="176"/>
                    </a:lnTo>
                    <a:lnTo>
                      <a:pt x="2246" y="182"/>
                    </a:lnTo>
                    <a:lnTo>
                      <a:pt x="2246" y="187"/>
                    </a:lnTo>
                    <a:lnTo>
                      <a:pt x="2257" y="187"/>
                    </a:lnTo>
                    <a:lnTo>
                      <a:pt x="2257" y="192"/>
                    </a:lnTo>
                    <a:lnTo>
                      <a:pt x="2267" y="192"/>
                    </a:lnTo>
                    <a:lnTo>
                      <a:pt x="2267" y="187"/>
                    </a:lnTo>
                    <a:lnTo>
                      <a:pt x="2278" y="187"/>
                    </a:lnTo>
                    <a:lnTo>
                      <a:pt x="2278" y="182"/>
                    </a:lnTo>
                    <a:lnTo>
                      <a:pt x="2278" y="176"/>
                    </a:lnTo>
                    <a:lnTo>
                      <a:pt x="2289" y="176"/>
                    </a:lnTo>
                    <a:lnTo>
                      <a:pt x="2289" y="171"/>
                    </a:lnTo>
                    <a:lnTo>
                      <a:pt x="2289" y="166"/>
                    </a:lnTo>
                    <a:lnTo>
                      <a:pt x="2289" y="161"/>
                    </a:lnTo>
                    <a:lnTo>
                      <a:pt x="2321" y="125"/>
                    </a:lnTo>
                    <a:lnTo>
                      <a:pt x="2332" y="119"/>
                    </a:lnTo>
                    <a:lnTo>
                      <a:pt x="2364" y="73"/>
                    </a:lnTo>
                    <a:lnTo>
                      <a:pt x="2364" y="67"/>
                    </a:lnTo>
                    <a:lnTo>
                      <a:pt x="2364" y="62"/>
                    </a:lnTo>
                    <a:lnTo>
                      <a:pt x="2375" y="62"/>
                    </a:lnTo>
                    <a:lnTo>
                      <a:pt x="2375" y="57"/>
                    </a:lnTo>
                    <a:lnTo>
                      <a:pt x="2375" y="52"/>
                    </a:lnTo>
                    <a:lnTo>
                      <a:pt x="2375" y="47"/>
                    </a:lnTo>
                    <a:lnTo>
                      <a:pt x="2386" y="47"/>
                    </a:lnTo>
                    <a:lnTo>
                      <a:pt x="2386" y="41"/>
                    </a:lnTo>
                    <a:lnTo>
                      <a:pt x="2396" y="41"/>
                    </a:lnTo>
                    <a:lnTo>
                      <a:pt x="2396" y="47"/>
                    </a:lnTo>
                    <a:lnTo>
                      <a:pt x="2407" y="47"/>
                    </a:lnTo>
                    <a:lnTo>
                      <a:pt x="2407" y="52"/>
                    </a:lnTo>
                    <a:lnTo>
                      <a:pt x="2407" y="57"/>
                    </a:lnTo>
                    <a:lnTo>
                      <a:pt x="2418" y="57"/>
                    </a:lnTo>
                    <a:lnTo>
                      <a:pt x="2418" y="62"/>
                    </a:lnTo>
                    <a:lnTo>
                      <a:pt x="2418" y="67"/>
                    </a:lnTo>
                    <a:lnTo>
                      <a:pt x="2450" y="99"/>
                    </a:lnTo>
                    <a:lnTo>
                      <a:pt x="2450" y="104"/>
                    </a:lnTo>
                    <a:lnTo>
                      <a:pt x="2482" y="135"/>
                    </a:lnTo>
                    <a:lnTo>
                      <a:pt x="2493" y="140"/>
                    </a:lnTo>
                    <a:lnTo>
                      <a:pt x="2493" y="145"/>
                    </a:lnTo>
                    <a:lnTo>
                      <a:pt x="2504" y="145"/>
                    </a:lnTo>
                    <a:lnTo>
                      <a:pt x="2504" y="150"/>
                    </a:lnTo>
                    <a:lnTo>
                      <a:pt x="2504" y="156"/>
                    </a:lnTo>
                    <a:lnTo>
                      <a:pt x="2515" y="156"/>
                    </a:lnTo>
                    <a:lnTo>
                      <a:pt x="2515" y="150"/>
                    </a:lnTo>
                    <a:lnTo>
                      <a:pt x="2525" y="150"/>
                    </a:lnTo>
                    <a:lnTo>
                      <a:pt x="2525" y="145"/>
                    </a:lnTo>
                    <a:lnTo>
                      <a:pt x="2525" y="140"/>
                    </a:lnTo>
                    <a:lnTo>
                      <a:pt x="2536" y="140"/>
                    </a:lnTo>
                    <a:lnTo>
                      <a:pt x="2536" y="135"/>
                    </a:lnTo>
                    <a:lnTo>
                      <a:pt x="2536" y="130"/>
                    </a:lnTo>
                    <a:lnTo>
                      <a:pt x="2547" y="130"/>
                    </a:lnTo>
                    <a:lnTo>
                      <a:pt x="2547" y="125"/>
                    </a:lnTo>
                    <a:lnTo>
                      <a:pt x="2547" y="119"/>
                    </a:lnTo>
                    <a:lnTo>
                      <a:pt x="2547" y="114"/>
                    </a:lnTo>
                    <a:lnTo>
                      <a:pt x="2558" y="114"/>
                    </a:lnTo>
                    <a:lnTo>
                      <a:pt x="2558" y="109"/>
                    </a:lnTo>
                    <a:lnTo>
                      <a:pt x="2558" y="104"/>
                    </a:lnTo>
                    <a:lnTo>
                      <a:pt x="2568" y="104"/>
                    </a:lnTo>
                    <a:lnTo>
                      <a:pt x="2568" y="99"/>
                    </a:lnTo>
                    <a:lnTo>
                      <a:pt x="2568" y="93"/>
                    </a:lnTo>
                    <a:lnTo>
                      <a:pt x="2568" y="88"/>
                    </a:lnTo>
                    <a:lnTo>
                      <a:pt x="2579" y="88"/>
                    </a:lnTo>
                    <a:lnTo>
                      <a:pt x="2579" y="83"/>
                    </a:lnTo>
                    <a:lnTo>
                      <a:pt x="2579" y="78"/>
                    </a:lnTo>
                    <a:lnTo>
                      <a:pt x="2579" y="73"/>
                    </a:lnTo>
                    <a:lnTo>
                      <a:pt x="2590" y="73"/>
                    </a:lnTo>
                    <a:lnTo>
                      <a:pt x="2590" y="67"/>
                    </a:lnTo>
                    <a:lnTo>
                      <a:pt x="2590" y="62"/>
                    </a:lnTo>
                    <a:lnTo>
                      <a:pt x="2601" y="57"/>
                    </a:lnTo>
                    <a:lnTo>
                      <a:pt x="2601" y="52"/>
                    </a:lnTo>
                    <a:lnTo>
                      <a:pt x="2601" y="47"/>
                    </a:lnTo>
                    <a:lnTo>
                      <a:pt x="2611" y="41"/>
                    </a:lnTo>
                    <a:lnTo>
                      <a:pt x="2611" y="36"/>
                    </a:lnTo>
                    <a:lnTo>
                      <a:pt x="2611" y="31"/>
                    </a:lnTo>
                    <a:lnTo>
                      <a:pt x="2622" y="26"/>
                    </a:lnTo>
                    <a:lnTo>
                      <a:pt x="2622" y="21"/>
                    </a:lnTo>
                    <a:lnTo>
                      <a:pt x="2622" y="15"/>
                    </a:lnTo>
                    <a:lnTo>
                      <a:pt x="2633" y="10"/>
                    </a:lnTo>
                    <a:lnTo>
                      <a:pt x="2633" y="5"/>
                    </a:lnTo>
                    <a:lnTo>
                      <a:pt x="2644" y="5"/>
                    </a:lnTo>
                    <a:lnTo>
                      <a:pt x="2644" y="10"/>
                    </a:lnTo>
                    <a:lnTo>
                      <a:pt x="2654" y="10"/>
                    </a:lnTo>
                    <a:lnTo>
                      <a:pt x="2654" y="15"/>
                    </a:lnTo>
                    <a:lnTo>
                      <a:pt x="2654" y="21"/>
                    </a:lnTo>
                    <a:lnTo>
                      <a:pt x="2654" y="26"/>
                    </a:lnTo>
                    <a:lnTo>
                      <a:pt x="2665" y="26"/>
                    </a:lnTo>
                    <a:lnTo>
                      <a:pt x="2665" y="31"/>
                    </a:lnTo>
                    <a:lnTo>
                      <a:pt x="2665" y="36"/>
                    </a:lnTo>
                    <a:lnTo>
                      <a:pt x="2665" y="41"/>
                    </a:lnTo>
                    <a:lnTo>
                      <a:pt x="2676" y="41"/>
                    </a:lnTo>
                    <a:lnTo>
                      <a:pt x="2676" y="47"/>
                    </a:lnTo>
                    <a:lnTo>
                      <a:pt x="2676" y="52"/>
                    </a:lnTo>
                    <a:lnTo>
                      <a:pt x="2686" y="52"/>
                    </a:lnTo>
                    <a:lnTo>
                      <a:pt x="2686" y="57"/>
                    </a:lnTo>
                    <a:lnTo>
                      <a:pt x="2686" y="62"/>
                    </a:lnTo>
                    <a:lnTo>
                      <a:pt x="2686" y="67"/>
                    </a:lnTo>
                    <a:lnTo>
                      <a:pt x="2697" y="67"/>
                    </a:lnTo>
                    <a:lnTo>
                      <a:pt x="2697" y="73"/>
                    </a:lnTo>
                    <a:lnTo>
                      <a:pt x="2697" y="78"/>
                    </a:lnTo>
                    <a:lnTo>
                      <a:pt x="2708" y="83"/>
                    </a:lnTo>
                    <a:lnTo>
                      <a:pt x="2708" y="88"/>
                    </a:lnTo>
                    <a:lnTo>
                      <a:pt x="2708" y="93"/>
                    </a:lnTo>
                    <a:lnTo>
                      <a:pt x="2719" y="93"/>
                    </a:lnTo>
                    <a:lnTo>
                      <a:pt x="2719" y="99"/>
                    </a:lnTo>
                    <a:lnTo>
                      <a:pt x="2719" y="104"/>
                    </a:lnTo>
                    <a:lnTo>
                      <a:pt x="2729" y="104"/>
                    </a:lnTo>
                    <a:lnTo>
                      <a:pt x="2729" y="109"/>
                    </a:lnTo>
                    <a:lnTo>
                      <a:pt x="2729" y="114"/>
                    </a:lnTo>
                    <a:lnTo>
                      <a:pt x="2740" y="114"/>
                    </a:lnTo>
                    <a:lnTo>
                      <a:pt x="2740" y="119"/>
                    </a:lnTo>
                    <a:lnTo>
                      <a:pt x="2740" y="125"/>
                    </a:lnTo>
                    <a:lnTo>
                      <a:pt x="2740" y="130"/>
                    </a:lnTo>
                    <a:lnTo>
                      <a:pt x="2751" y="130"/>
                    </a:lnTo>
                    <a:lnTo>
                      <a:pt x="2751" y="135"/>
                    </a:lnTo>
                    <a:lnTo>
                      <a:pt x="2762" y="135"/>
                    </a:lnTo>
                    <a:lnTo>
                      <a:pt x="2762" y="140"/>
                    </a:lnTo>
                    <a:lnTo>
                      <a:pt x="2772" y="135"/>
                    </a:lnTo>
                    <a:lnTo>
                      <a:pt x="2772" y="130"/>
                    </a:lnTo>
                    <a:lnTo>
                      <a:pt x="2783" y="130"/>
                    </a:lnTo>
                    <a:lnTo>
                      <a:pt x="2783" y="125"/>
                    </a:lnTo>
                    <a:lnTo>
                      <a:pt x="2783" y="119"/>
                    </a:lnTo>
                    <a:lnTo>
                      <a:pt x="2794" y="114"/>
                    </a:lnTo>
                    <a:lnTo>
                      <a:pt x="2826" y="78"/>
                    </a:lnTo>
                    <a:lnTo>
                      <a:pt x="2826" y="73"/>
                    </a:lnTo>
                    <a:lnTo>
                      <a:pt x="2826" y="67"/>
                    </a:lnTo>
                    <a:lnTo>
                      <a:pt x="2858" y="31"/>
                    </a:lnTo>
                    <a:lnTo>
                      <a:pt x="2858" y="26"/>
                    </a:lnTo>
                    <a:lnTo>
                      <a:pt x="2858" y="21"/>
                    </a:lnTo>
                    <a:lnTo>
                      <a:pt x="2869" y="21"/>
                    </a:lnTo>
                    <a:lnTo>
                      <a:pt x="2869" y="15"/>
                    </a:lnTo>
                    <a:lnTo>
                      <a:pt x="2869" y="10"/>
                    </a:lnTo>
                    <a:lnTo>
                      <a:pt x="2869" y="5"/>
                    </a:lnTo>
                    <a:lnTo>
                      <a:pt x="2880" y="5"/>
                    </a:lnTo>
                    <a:lnTo>
                      <a:pt x="2880" y="0"/>
                    </a:lnTo>
                    <a:lnTo>
                      <a:pt x="2891" y="0"/>
                    </a:lnTo>
                    <a:lnTo>
                      <a:pt x="2901" y="0"/>
                    </a:lnTo>
                    <a:lnTo>
                      <a:pt x="2901" y="5"/>
                    </a:lnTo>
                    <a:lnTo>
                      <a:pt x="2901" y="10"/>
                    </a:lnTo>
                    <a:lnTo>
                      <a:pt x="2901" y="15"/>
                    </a:lnTo>
                    <a:lnTo>
                      <a:pt x="2912" y="21"/>
                    </a:lnTo>
                    <a:lnTo>
                      <a:pt x="2912" y="26"/>
                    </a:lnTo>
                    <a:lnTo>
                      <a:pt x="2912" y="31"/>
                    </a:lnTo>
                    <a:lnTo>
                      <a:pt x="2944" y="78"/>
                    </a:lnTo>
                    <a:lnTo>
                      <a:pt x="2955" y="78"/>
                    </a:lnTo>
                    <a:lnTo>
                      <a:pt x="2955" y="83"/>
                    </a:lnTo>
                    <a:lnTo>
                      <a:pt x="2987" y="119"/>
                    </a:lnTo>
                    <a:lnTo>
                      <a:pt x="2987" y="125"/>
                    </a:lnTo>
                    <a:lnTo>
                      <a:pt x="2987" y="130"/>
                    </a:lnTo>
                    <a:lnTo>
                      <a:pt x="2987" y="135"/>
                    </a:lnTo>
                    <a:lnTo>
                      <a:pt x="2998" y="135"/>
                    </a:lnTo>
                    <a:lnTo>
                      <a:pt x="2998" y="140"/>
                    </a:lnTo>
                    <a:lnTo>
                      <a:pt x="2998" y="145"/>
                    </a:lnTo>
                    <a:lnTo>
                      <a:pt x="3009" y="145"/>
                    </a:lnTo>
                    <a:lnTo>
                      <a:pt x="3009" y="150"/>
                    </a:lnTo>
                    <a:lnTo>
                      <a:pt x="3020" y="150"/>
                    </a:lnTo>
                    <a:lnTo>
                      <a:pt x="3020" y="145"/>
                    </a:lnTo>
                    <a:lnTo>
                      <a:pt x="3020" y="140"/>
                    </a:lnTo>
                    <a:lnTo>
                      <a:pt x="3030" y="140"/>
                    </a:lnTo>
                    <a:lnTo>
                      <a:pt x="3030" y="135"/>
                    </a:lnTo>
                    <a:lnTo>
                      <a:pt x="3030" y="130"/>
                    </a:lnTo>
                    <a:lnTo>
                      <a:pt x="3041" y="130"/>
                    </a:lnTo>
                    <a:lnTo>
                      <a:pt x="3041" y="125"/>
                    </a:lnTo>
                    <a:lnTo>
                      <a:pt x="3073" y="93"/>
                    </a:lnTo>
                    <a:lnTo>
                      <a:pt x="3073" y="88"/>
                    </a:lnTo>
                    <a:lnTo>
                      <a:pt x="3106" y="52"/>
                    </a:lnTo>
                    <a:lnTo>
                      <a:pt x="3106" y="47"/>
                    </a:lnTo>
                    <a:lnTo>
                      <a:pt x="3116" y="47"/>
                    </a:lnTo>
                    <a:lnTo>
                      <a:pt x="3116" y="41"/>
                    </a:lnTo>
                    <a:lnTo>
                      <a:pt x="3116" y="36"/>
                    </a:lnTo>
                    <a:lnTo>
                      <a:pt x="3116" y="31"/>
                    </a:lnTo>
                    <a:lnTo>
                      <a:pt x="3127" y="31"/>
                    </a:lnTo>
                    <a:lnTo>
                      <a:pt x="3127" y="26"/>
                    </a:lnTo>
                    <a:lnTo>
                      <a:pt x="3127" y="21"/>
                    </a:lnTo>
                    <a:lnTo>
                      <a:pt x="3138" y="21"/>
                    </a:lnTo>
                    <a:lnTo>
                      <a:pt x="3138" y="26"/>
                    </a:lnTo>
                    <a:lnTo>
                      <a:pt x="3149" y="26"/>
                    </a:lnTo>
                    <a:lnTo>
                      <a:pt x="3149" y="31"/>
                    </a:lnTo>
                    <a:lnTo>
                      <a:pt x="3149" y="36"/>
                    </a:lnTo>
                    <a:lnTo>
                      <a:pt x="3149" y="41"/>
                    </a:lnTo>
                    <a:lnTo>
                      <a:pt x="3159" y="41"/>
                    </a:lnTo>
                    <a:lnTo>
                      <a:pt x="3159" y="47"/>
                    </a:lnTo>
                    <a:lnTo>
                      <a:pt x="3159" y="52"/>
                    </a:lnTo>
                    <a:lnTo>
                      <a:pt x="3159" y="57"/>
                    </a:lnTo>
                    <a:lnTo>
                      <a:pt x="3170" y="57"/>
                    </a:lnTo>
                    <a:lnTo>
                      <a:pt x="3192" y="104"/>
                    </a:lnTo>
                    <a:lnTo>
                      <a:pt x="3202" y="104"/>
                    </a:lnTo>
                    <a:lnTo>
                      <a:pt x="3202" y="109"/>
                    </a:lnTo>
                    <a:lnTo>
                      <a:pt x="3235" y="150"/>
                    </a:lnTo>
                    <a:lnTo>
                      <a:pt x="3235" y="156"/>
                    </a:lnTo>
                    <a:lnTo>
                      <a:pt x="3235" y="161"/>
                    </a:lnTo>
                    <a:lnTo>
                      <a:pt x="3245" y="161"/>
                    </a:lnTo>
                    <a:lnTo>
                      <a:pt x="3245" y="166"/>
                    </a:lnTo>
                    <a:lnTo>
                      <a:pt x="3245" y="171"/>
                    </a:lnTo>
                    <a:lnTo>
                      <a:pt x="3256" y="176"/>
                    </a:lnTo>
                    <a:lnTo>
                      <a:pt x="3256" y="182"/>
                    </a:lnTo>
                    <a:lnTo>
                      <a:pt x="3267" y="182"/>
                    </a:lnTo>
                    <a:lnTo>
                      <a:pt x="3267" y="176"/>
                    </a:lnTo>
                    <a:lnTo>
                      <a:pt x="3278" y="176"/>
                    </a:lnTo>
                    <a:lnTo>
                      <a:pt x="3278" y="171"/>
                    </a:lnTo>
                    <a:lnTo>
                      <a:pt x="3288" y="166"/>
                    </a:lnTo>
                    <a:lnTo>
                      <a:pt x="3288" y="161"/>
                    </a:lnTo>
                    <a:lnTo>
                      <a:pt x="3321" y="135"/>
                    </a:lnTo>
                    <a:lnTo>
                      <a:pt x="3321" y="130"/>
                    </a:lnTo>
                    <a:lnTo>
                      <a:pt x="3353" y="99"/>
                    </a:lnTo>
                    <a:lnTo>
                      <a:pt x="3353" y="93"/>
                    </a:lnTo>
                    <a:lnTo>
                      <a:pt x="3363" y="93"/>
                    </a:lnTo>
                    <a:lnTo>
                      <a:pt x="3363" y="88"/>
                    </a:lnTo>
                    <a:lnTo>
                      <a:pt x="3363" y="83"/>
                    </a:lnTo>
                    <a:lnTo>
                      <a:pt x="3374" y="83"/>
                    </a:lnTo>
                    <a:lnTo>
                      <a:pt x="3374" y="78"/>
                    </a:lnTo>
                    <a:lnTo>
                      <a:pt x="3374" y="73"/>
                    </a:lnTo>
                    <a:lnTo>
                      <a:pt x="3385" y="73"/>
                    </a:lnTo>
                    <a:lnTo>
                      <a:pt x="3385" y="78"/>
                    </a:lnTo>
                    <a:lnTo>
                      <a:pt x="3396" y="78"/>
                    </a:lnTo>
                    <a:lnTo>
                      <a:pt x="3396" y="83"/>
                    </a:lnTo>
                    <a:lnTo>
                      <a:pt x="3396" y="88"/>
                    </a:lnTo>
                    <a:lnTo>
                      <a:pt x="3406" y="88"/>
                    </a:lnTo>
                    <a:lnTo>
                      <a:pt x="3406" y="93"/>
                    </a:lnTo>
                    <a:lnTo>
                      <a:pt x="3406" y="99"/>
                    </a:lnTo>
                    <a:lnTo>
                      <a:pt x="3406" y="104"/>
                    </a:lnTo>
                    <a:lnTo>
                      <a:pt x="3417" y="104"/>
                    </a:lnTo>
                    <a:lnTo>
                      <a:pt x="3417" y="109"/>
                    </a:lnTo>
                    <a:lnTo>
                      <a:pt x="3449" y="156"/>
                    </a:lnTo>
                    <a:lnTo>
                      <a:pt x="3449" y="161"/>
                    </a:lnTo>
                    <a:lnTo>
                      <a:pt x="3482" y="197"/>
                    </a:lnTo>
                    <a:lnTo>
                      <a:pt x="3482" y="202"/>
                    </a:lnTo>
                    <a:lnTo>
                      <a:pt x="3492" y="208"/>
                    </a:lnTo>
                    <a:lnTo>
                      <a:pt x="3492" y="213"/>
                    </a:lnTo>
                    <a:lnTo>
                      <a:pt x="3492" y="218"/>
                    </a:lnTo>
                    <a:lnTo>
                      <a:pt x="3503" y="218"/>
                    </a:lnTo>
                    <a:lnTo>
                      <a:pt x="3503" y="223"/>
                    </a:lnTo>
                    <a:lnTo>
                      <a:pt x="3514" y="223"/>
                    </a:lnTo>
                    <a:lnTo>
                      <a:pt x="3525" y="223"/>
                    </a:lnTo>
                    <a:lnTo>
                      <a:pt x="3525" y="218"/>
                    </a:lnTo>
                    <a:lnTo>
                      <a:pt x="3535" y="218"/>
                    </a:lnTo>
                    <a:lnTo>
                      <a:pt x="3535" y="213"/>
                    </a:lnTo>
                    <a:lnTo>
                      <a:pt x="3535" y="208"/>
                    </a:lnTo>
                    <a:lnTo>
                      <a:pt x="3568" y="187"/>
                    </a:lnTo>
                    <a:lnTo>
                      <a:pt x="3568" y="182"/>
                    </a:lnTo>
                    <a:lnTo>
                      <a:pt x="3578" y="182"/>
                    </a:lnTo>
                    <a:lnTo>
                      <a:pt x="3611" y="156"/>
                    </a:lnTo>
                    <a:lnTo>
                      <a:pt x="3611" y="150"/>
                    </a:lnTo>
                    <a:lnTo>
                      <a:pt x="3611" y="145"/>
                    </a:lnTo>
                    <a:lnTo>
                      <a:pt x="3621" y="145"/>
                    </a:lnTo>
                    <a:lnTo>
                      <a:pt x="3621" y="140"/>
                    </a:lnTo>
                    <a:lnTo>
                      <a:pt x="3621" y="135"/>
                    </a:lnTo>
                    <a:lnTo>
                      <a:pt x="3632" y="135"/>
                    </a:lnTo>
                    <a:lnTo>
                      <a:pt x="3643" y="135"/>
                    </a:lnTo>
                    <a:lnTo>
                      <a:pt x="3643" y="140"/>
                    </a:lnTo>
                    <a:lnTo>
                      <a:pt x="3643" y="145"/>
                    </a:lnTo>
                    <a:lnTo>
                      <a:pt x="3654" y="145"/>
                    </a:lnTo>
                    <a:lnTo>
                      <a:pt x="3654" y="150"/>
                    </a:lnTo>
                    <a:lnTo>
                      <a:pt x="3654" y="156"/>
                    </a:lnTo>
                    <a:lnTo>
                      <a:pt x="3664" y="156"/>
                    </a:lnTo>
                    <a:lnTo>
                      <a:pt x="3664" y="161"/>
                    </a:lnTo>
                    <a:lnTo>
                      <a:pt x="3664" y="166"/>
                    </a:lnTo>
                    <a:lnTo>
                      <a:pt x="3697" y="202"/>
                    </a:lnTo>
                    <a:lnTo>
                      <a:pt x="3697" y="208"/>
                    </a:lnTo>
                    <a:lnTo>
                      <a:pt x="3729" y="239"/>
                    </a:lnTo>
                    <a:lnTo>
                      <a:pt x="3729" y="244"/>
                    </a:lnTo>
                    <a:lnTo>
                      <a:pt x="3740" y="244"/>
                    </a:lnTo>
                    <a:lnTo>
                      <a:pt x="3740" y="249"/>
                    </a:lnTo>
                    <a:lnTo>
                      <a:pt x="3740" y="254"/>
                    </a:lnTo>
                    <a:lnTo>
                      <a:pt x="3750" y="254"/>
                    </a:lnTo>
                    <a:lnTo>
                      <a:pt x="3750" y="260"/>
                    </a:lnTo>
                    <a:lnTo>
                      <a:pt x="3761" y="260"/>
                    </a:lnTo>
                    <a:lnTo>
                      <a:pt x="3772" y="260"/>
                    </a:lnTo>
                    <a:lnTo>
                      <a:pt x="3772" y="254"/>
                    </a:lnTo>
                    <a:lnTo>
                      <a:pt x="3783" y="254"/>
                    </a:lnTo>
                    <a:lnTo>
                      <a:pt x="3783" y="249"/>
                    </a:lnTo>
                    <a:lnTo>
                      <a:pt x="3793" y="249"/>
                    </a:lnTo>
                    <a:lnTo>
                      <a:pt x="3815" y="223"/>
                    </a:lnTo>
                    <a:lnTo>
                      <a:pt x="3826" y="223"/>
                    </a:lnTo>
                    <a:lnTo>
                      <a:pt x="3826" y="218"/>
                    </a:lnTo>
                    <a:lnTo>
                      <a:pt x="3858" y="192"/>
                    </a:lnTo>
                    <a:lnTo>
                      <a:pt x="3858" y="187"/>
                    </a:lnTo>
                    <a:lnTo>
                      <a:pt x="3858" y="182"/>
                    </a:lnTo>
                    <a:lnTo>
                      <a:pt x="3869" y="182"/>
                    </a:lnTo>
                    <a:lnTo>
                      <a:pt x="3869" y="176"/>
                    </a:lnTo>
                    <a:lnTo>
                      <a:pt x="3869" y="171"/>
                    </a:lnTo>
                    <a:lnTo>
                      <a:pt x="3879" y="171"/>
                    </a:lnTo>
                    <a:lnTo>
                      <a:pt x="3890" y="171"/>
                    </a:lnTo>
                    <a:lnTo>
                      <a:pt x="3890" y="176"/>
                    </a:lnTo>
                    <a:lnTo>
                      <a:pt x="3901" y="176"/>
                    </a:lnTo>
                    <a:lnTo>
                      <a:pt x="3901" y="182"/>
                    </a:lnTo>
                    <a:lnTo>
                      <a:pt x="3901" y="187"/>
                    </a:lnTo>
                    <a:lnTo>
                      <a:pt x="3912" y="187"/>
                    </a:lnTo>
                    <a:lnTo>
                      <a:pt x="3912" y="192"/>
                    </a:lnTo>
                    <a:lnTo>
                      <a:pt x="3912" y="197"/>
                    </a:lnTo>
                    <a:lnTo>
                      <a:pt x="3944" y="228"/>
                    </a:lnTo>
                    <a:lnTo>
                      <a:pt x="3976" y="260"/>
                    </a:lnTo>
                    <a:lnTo>
                      <a:pt x="3987" y="260"/>
                    </a:lnTo>
                    <a:lnTo>
                      <a:pt x="3987" y="265"/>
                    </a:lnTo>
                    <a:lnTo>
                      <a:pt x="3987" y="270"/>
                    </a:lnTo>
                    <a:lnTo>
                      <a:pt x="3998" y="270"/>
                    </a:lnTo>
                    <a:lnTo>
                      <a:pt x="3998" y="275"/>
                    </a:lnTo>
                    <a:lnTo>
                      <a:pt x="4008" y="275"/>
                    </a:lnTo>
                    <a:lnTo>
                      <a:pt x="4019" y="275"/>
                    </a:lnTo>
                    <a:lnTo>
                      <a:pt x="4019" y="270"/>
                    </a:lnTo>
                    <a:lnTo>
                      <a:pt x="4030" y="270"/>
                    </a:lnTo>
                    <a:lnTo>
                      <a:pt x="4030" y="265"/>
                    </a:lnTo>
                    <a:lnTo>
                      <a:pt x="4030" y="260"/>
                    </a:lnTo>
                    <a:lnTo>
                      <a:pt x="4040" y="260"/>
                    </a:lnTo>
                    <a:lnTo>
                      <a:pt x="4040" y="254"/>
                    </a:lnTo>
                    <a:lnTo>
                      <a:pt x="4073" y="228"/>
                    </a:lnTo>
                    <a:lnTo>
                      <a:pt x="4073" y="223"/>
                    </a:lnTo>
                    <a:lnTo>
                      <a:pt x="4105" y="192"/>
                    </a:lnTo>
                    <a:lnTo>
                      <a:pt x="4105" y="187"/>
                    </a:lnTo>
                    <a:lnTo>
                      <a:pt x="4116" y="182"/>
                    </a:lnTo>
                    <a:lnTo>
                      <a:pt x="4116" y="176"/>
                    </a:lnTo>
                    <a:lnTo>
                      <a:pt x="4116" y="171"/>
                    </a:lnTo>
                    <a:lnTo>
                      <a:pt x="4126" y="171"/>
                    </a:lnTo>
                    <a:lnTo>
                      <a:pt x="4126" y="166"/>
                    </a:lnTo>
                    <a:lnTo>
                      <a:pt x="4137" y="166"/>
                    </a:lnTo>
                    <a:lnTo>
                      <a:pt x="4148" y="166"/>
                    </a:lnTo>
                    <a:lnTo>
                      <a:pt x="4148" y="171"/>
                    </a:lnTo>
                    <a:lnTo>
                      <a:pt x="4148" y="176"/>
                    </a:lnTo>
                    <a:lnTo>
                      <a:pt x="4159" y="182"/>
                    </a:lnTo>
                    <a:lnTo>
                      <a:pt x="4159" y="187"/>
                    </a:lnTo>
                    <a:lnTo>
                      <a:pt x="4191" y="218"/>
                    </a:lnTo>
                    <a:lnTo>
                      <a:pt x="4202" y="218"/>
                    </a:lnTo>
                    <a:lnTo>
                      <a:pt x="4202" y="223"/>
                    </a:lnTo>
                    <a:lnTo>
                      <a:pt x="4223" y="244"/>
                    </a:lnTo>
                    <a:lnTo>
                      <a:pt x="4234" y="249"/>
                    </a:lnTo>
                    <a:lnTo>
                      <a:pt x="4234" y="254"/>
                    </a:lnTo>
                    <a:lnTo>
                      <a:pt x="4245" y="254"/>
                    </a:lnTo>
                    <a:lnTo>
                      <a:pt x="4245" y="260"/>
                    </a:lnTo>
                    <a:lnTo>
                      <a:pt x="4255" y="260"/>
                    </a:lnTo>
                    <a:lnTo>
                      <a:pt x="4255" y="265"/>
                    </a:lnTo>
                    <a:lnTo>
                      <a:pt x="4255" y="260"/>
                    </a:lnTo>
                    <a:lnTo>
                      <a:pt x="4266" y="260"/>
                    </a:lnTo>
                    <a:lnTo>
                      <a:pt x="4266" y="254"/>
                    </a:lnTo>
                    <a:lnTo>
                      <a:pt x="4277" y="254"/>
                    </a:lnTo>
                    <a:lnTo>
                      <a:pt x="4277" y="249"/>
                    </a:lnTo>
                    <a:lnTo>
                      <a:pt x="4277" y="244"/>
                    </a:lnTo>
                    <a:lnTo>
                      <a:pt x="4288" y="244"/>
                    </a:lnTo>
                    <a:lnTo>
                      <a:pt x="4288" y="239"/>
                    </a:lnTo>
                    <a:lnTo>
                      <a:pt x="4320" y="202"/>
                    </a:lnTo>
                    <a:lnTo>
                      <a:pt x="4320" y="197"/>
                    </a:lnTo>
                    <a:lnTo>
                      <a:pt x="4352" y="161"/>
                    </a:lnTo>
                    <a:lnTo>
                      <a:pt x="4352" y="156"/>
                    </a:lnTo>
                    <a:lnTo>
                      <a:pt x="4363" y="156"/>
                    </a:lnTo>
                    <a:lnTo>
                      <a:pt x="4363" y="150"/>
                    </a:lnTo>
                    <a:lnTo>
                      <a:pt x="4363" y="145"/>
                    </a:lnTo>
                    <a:lnTo>
                      <a:pt x="4363" y="140"/>
                    </a:lnTo>
                    <a:lnTo>
                      <a:pt x="4374" y="135"/>
                    </a:lnTo>
                    <a:lnTo>
                      <a:pt x="4374" y="130"/>
                    </a:lnTo>
                    <a:lnTo>
                      <a:pt x="4384" y="130"/>
                    </a:lnTo>
                    <a:lnTo>
                      <a:pt x="4395" y="130"/>
                    </a:lnTo>
                    <a:lnTo>
                      <a:pt x="4395" y="135"/>
                    </a:lnTo>
                    <a:lnTo>
                      <a:pt x="4395" y="140"/>
                    </a:lnTo>
                    <a:lnTo>
                      <a:pt x="4406" y="140"/>
                    </a:lnTo>
                    <a:lnTo>
                      <a:pt x="4406" y="145"/>
                    </a:lnTo>
                    <a:lnTo>
                      <a:pt x="4406" y="150"/>
                    </a:lnTo>
                    <a:lnTo>
                      <a:pt x="4417" y="150"/>
                    </a:lnTo>
                    <a:lnTo>
                      <a:pt x="4438" y="187"/>
                    </a:lnTo>
                    <a:lnTo>
                      <a:pt x="4449" y="187"/>
                    </a:lnTo>
                    <a:lnTo>
                      <a:pt x="4449" y="192"/>
                    </a:lnTo>
                    <a:lnTo>
                      <a:pt x="4481" y="218"/>
                    </a:lnTo>
                    <a:lnTo>
                      <a:pt x="4481" y="223"/>
                    </a:lnTo>
                    <a:lnTo>
                      <a:pt x="4481" y="228"/>
                    </a:lnTo>
                    <a:lnTo>
                      <a:pt x="4492" y="228"/>
                    </a:lnTo>
                    <a:lnTo>
                      <a:pt x="4492" y="234"/>
                    </a:lnTo>
                    <a:lnTo>
                      <a:pt x="4503" y="234"/>
                    </a:lnTo>
                    <a:lnTo>
                      <a:pt x="4503" y="239"/>
                    </a:lnTo>
                    <a:lnTo>
                      <a:pt x="4513" y="239"/>
                    </a:lnTo>
                    <a:lnTo>
                      <a:pt x="4513" y="234"/>
                    </a:lnTo>
                    <a:lnTo>
                      <a:pt x="4513" y="228"/>
                    </a:lnTo>
                    <a:lnTo>
                      <a:pt x="4524" y="228"/>
                    </a:lnTo>
                    <a:lnTo>
                      <a:pt x="4524" y="223"/>
                    </a:lnTo>
                    <a:lnTo>
                      <a:pt x="4524" y="218"/>
                    </a:lnTo>
                    <a:lnTo>
                      <a:pt x="4535" y="218"/>
                    </a:lnTo>
                    <a:lnTo>
                      <a:pt x="4535" y="213"/>
                    </a:lnTo>
                    <a:lnTo>
                      <a:pt x="4567" y="171"/>
                    </a:lnTo>
                    <a:lnTo>
                      <a:pt x="4567" y="166"/>
                    </a:lnTo>
                    <a:lnTo>
                      <a:pt x="4599" y="125"/>
                    </a:lnTo>
                    <a:lnTo>
                      <a:pt x="4599" y="119"/>
                    </a:lnTo>
                    <a:lnTo>
                      <a:pt x="4610" y="119"/>
                    </a:lnTo>
                    <a:lnTo>
                      <a:pt x="4610" y="114"/>
                    </a:lnTo>
                    <a:lnTo>
                      <a:pt x="4610" y="109"/>
                    </a:lnTo>
                    <a:lnTo>
                      <a:pt x="4610" y="104"/>
                    </a:lnTo>
                    <a:lnTo>
                      <a:pt x="4621" y="104"/>
                    </a:lnTo>
                    <a:lnTo>
                      <a:pt x="4621" y="99"/>
                    </a:lnTo>
                    <a:lnTo>
                      <a:pt x="4621" y="93"/>
                    </a:lnTo>
                    <a:lnTo>
                      <a:pt x="4632" y="93"/>
                    </a:lnTo>
                    <a:lnTo>
                      <a:pt x="4632" y="88"/>
                    </a:lnTo>
                    <a:lnTo>
                      <a:pt x="4642" y="93"/>
                    </a:lnTo>
                    <a:lnTo>
                      <a:pt x="4642" y="99"/>
                    </a:lnTo>
                    <a:lnTo>
                      <a:pt x="4642" y="104"/>
                    </a:lnTo>
                    <a:lnTo>
                      <a:pt x="4653" y="104"/>
                    </a:lnTo>
                    <a:lnTo>
                      <a:pt x="4653" y="109"/>
                    </a:lnTo>
                    <a:lnTo>
                      <a:pt x="4653" y="114"/>
                    </a:lnTo>
                    <a:lnTo>
                      <a:pt x="4653" y="119"/>
                    </a:lnTo>
                    <a:lnTo>
                      <a:pt x="4664" y="119"/>
                    </a:lnTo>
                    <a:lnTo>
                      <a:pt x="4696" y="161"/>
                    </a:lnTo>
                    <a:lnTo>
                      <a:pt x="4696" y="166"/>
                    </a:lnTo>
                    <a:lnTo>
                      <a:pt x="4728" y="202"/>
                    </a:lnTo>
                    <a:lnTo>
                      <a:pt x="4728" y="208"/>
                    </a:lnTo>
                    <a:lnTo>
                      <a:pt x="4739" y="208"/>
                    </a:lnTo>
                    <a:lnTo>
                      <a:pt x="4739" y="213"/>
                    </a:lnTo>
                    <a:lnTo>
                      <a:pt x="4739" y="218"/>
                    </a:lnTo>
                    <a:lnTo>
                      <a:pt x="4750" y="218"/>
                    </a:lnTo>
                    <a:lnTo>
                      <a:pt x="4750" y="223"/>
                    </a:lnTo>
                    <a:lnTo>
                      <a:pt x="4760" y="223"/>
                    </a:lnTo>
                    <a:lnTo>
                      <a:pt x="4771" y="218"/>
                    </a:lnTo>
                    <a:lnTo>
                      <a:pt x="4771" y="213"/>
                    </a:lnTo>
                    <a:lnTo>
                      <a:pt x="4771" y="208"/>
                    </a:lnTo>
                    <a:lnTo>
                      <a:pt x="4782" y="208"/>
                    </a:lnTo>
                    <a:lnTo>
                      <a:pt x="4782" y="202"/>
                    </a:lnTo>
                    <a:lnTo>
                      <a:pt x="4814" y="166"/>
                    </a:lnTo>
                    <a:lnTo>
                      <a:pt x="4814" y="161"/>
                    </a:lnTo>
                    <a:lnTo>
                      <a:pt x="4825" y="161"/>
                    </a:lnTo>
                    <a:lnTo>
                      <a:pt x="4846" y="119"/>
                    </a:lnTo>
                    <a:lnTo>
                      <a:pt x="4857" y="114"/>
                    </a:lnTo>
                    <a:lnTo>
                      <a:pt x="4857" y="109"/>
                    </a:lnTo>
                    <a:lnTo>
                      <a:pt x="4857" y="104"/>
                    </a:lnTo>
                    <a:lnTo>
                      <a:pt x="4868" y="99"/>
                    </a:lnTo>
                    <a:lnTo>
                      <a:pt x="4868" y="93"/>
                    </a:lnTo>
                    <a:lnTo>
                      <a:pt x="4868" y="88"/>
                    </a:lnTo>
                    <a:lnTo>
                      <a:pt x="4879" y="88"/>
                    </a:lnTo>
                    <a:lnTo>
                      <a:pt x="4889" y="88"/>
                    </a:lnTo>
                    <a:lnTo>
                      <a:pt x="4889" y="93"/>
                    </a:lnTo>
                    <a:lnTo>
                      <a:pt x="4889" y="99"/>
                    </a:lnTo>
                    <a:lnTo>
                      <a:pt x="4900" y="99"/>
                    </a:lnTo>
                    <a:lnTo>
                      <a:pt x="4900" y="104"/>
                    </a:lnTo>
                    <a:lnTo>
                      <a:pt x="4900" y="109"/>
                    </a:lnTo>
                    <a:lnTo>
                      <a:pt x="4900" y="114"/>
                    </a:lnTo>
                    <a:lnTo>
                      <a:pt x="4911" y="114"/>
                    </a:lnTo>
                    <a:lnTo>
                      <a:pt x="4911" y="119"/>
                    </a:lnTo>
                    <a:lnTo>
                      <a:pt x="4911" y="125"/>
                    </a:lnTo>
                    <a:lnTo>
                      <a:pt x="4943" y="166"/>
                    </a:lnTo>
                    <a:lnTo>
                      <a:pt x="4943" y="171"/>
                    </a:lnTo>
                    <a:lnTo>
                      <a:pt x="4975" y="213"/>
                    </a:lnTo>
                    <a:lnTo>
                      <a:pt x="4975" y="218"/>
                    </a:lnTo>
                    <a:lnTo>
                      <a:pt x="4986" y="218"/>
                    </a:lnTo>
                    <a:lnTo>
                      <a:pt x="4986" y="223"/>
                    </a:lnTo>
                    <a:lnTo>
                      <a:pt x="4986" y="228"/>
                    </a:lnTo>
                    <a:lnTo>
                      <a:pt x="4997" y="234"/>
                    </a:lnTo>
                    <a:lnTo>
                      <a:pt x="4997" y="239"/>
                    </a:lnTo>
                    <a:lnTo>
                      <a:pt x="5008" y="239"/>
                    </a:lnTo>
                    <a:lnTo>
                      <a:pt x="5018" y="239"/>
                    </a:lnTo>
                    <a:lnTo>
                      <a:pt x="5018" y="234"/>
                    </a:lnTo>
                    <a:lnTo>
                      <a:pt x="5018" y="228"/>
                    </a:lnTo>
                    <a:lnTo>
                      <a:pt x="5029" y="228"/>
                    </a:lnTo>
                    <a:lnTo>
                      <a:pt x="5029" y="223"/>
                    </a:lnTo>
                    <a:lnTo>
                      <a:pt x="5061" y="192"/>
                    </a:lnTo>
                    <a:lnTo>
                      <a:pt x="5061" y="187"/>
                    </a:lnTo>
                    <a:lnTo>
                      <a:pt x="5072" y="187"/>
                    </a:lnTo>
                    <a:lnTo>
                      <a:pt x="5104" y="150"/>
                    </a:lnTo>
                    <a:lnTo>
                      <a:pt x="5104" y="145"/>
                    </a:lnTo>
                    <a:lnTo>
                      <a:pt x="5104" y="140"/>
                    </a:lnTo>
                    <a:lnTo>
                      <a:pt x="5115" y="140"/>
                    </a:lnTo>
                    <a:lnTo>
                      <a:pt x="5115" y="135"/>
                    </a:lnTo>
                    <a:lnTo>
                      <a:pt x="5115" y="130"/>
                    </a:lnTo>
                    <a:lnTo>
                      <a:pt x="5126" y="130"/>
                    </a:lnTo>
                    <a:lnTo>
                      <a:pt x="5126" y="125"/>
                    </a:lnTo>
                    <a:lnTo>
                      <a:pt x="5137" y="125"/>
                    </a:lnTo>
                    <a:lnTo>
                      <a:pt x="5137" y="130"/>
                    </a:lnTo>
                    <a:lnTo>
                      <a:pt x="5137" y="135"/>
                    </a:lnTo>
                    <a:lnTo>
                      <a:pt x="5147" y="140"/>
                    </a:lnTo>
                    <a:lnTo>
                      <a:pt x="5147" y="145"/>
                    </a:lnTo>
                    <a:lnTo>
                      <a:pt x="5147" y="150"/>
                    </a:lnTo>
                    <a:lnTo>
                      <a:pt x="5158" y="156"/>
                    </a:lnTo>
                    <a:lnTo>
                      <a:pt x="5158" y="161"/>
                    </a:lnTo>
                    <a:lnTo>
                      <a:pt x="5190" y="208"/>
                    </a:lnTo>
                    <a:lnTo>
                      <a:pt x="5190" y="213"/>
                    </a:lnTo>
                    <a:lnTo>
                      <a:pt x="5223" y="249"/>
                    </a:lnTo>
                    <a:lnTo>
                      <a:pt x="5223" y="254"/>
                    </a:lnTo>
                    <a:lnTo>
                      <a:pt x="5233" y="254"/>
                    </a:lnTo>
                    <a:lnTo>
                      <a:pt x="5233" y="260"/>
                    </a:lnTo>
                    <a:lnTo>
                      <a:pt x="5233" y="265"/>
                    </a:lnTo>
                    <a:lnTo>
                      <a:pt x="5244" y="265"/>
                    </a:lnTo>
                    <a:lnTo>
                      <a:pt x="5244" y="270"/>
                    </a:lnTo>
                    <a:lnTo>
                      <a:pt x="5244" y="275"/>
                    </a:lnTo>
                    <a:lnTo>
                      <a:pt x="5255" y="275"/>
                    </a:lnTo>
                    <a:lnTo>
                      <a:pt x="5266" y="275"/>
                    </a:lnTo>
                    <a:lnTo>
                      <a:pt x="5266" y="270"/>
                    </a:lnTo>
                    <a:lnTo>
                      <a:pt x="5276" y="270"/>
                    </a:lnTo>
                    <a:lnTo>
                      <a:pt x="5276" y="265"/>
                    </a:lnTo>
                    <a:lnTo>
                      <a:pt x="5287" y="265"/>
                    </a:lnTo>
                  </a:path>
                </a:pathLst>
              </a:custGeom>
              <a:noFill/>
              <a:ln w="15840">
                <a:solidFill>
                  <a:srgbClr val="00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3" name="Rectangle 89"/>
              <p:cNvSpPr/>
              <p:nvPr/>
            </p:nvSpPr>
            <p:spPr>
              <a:xfrm>
                <a:off x="2516760" y="3157560"/>
                <a:ext cx="34956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ff00"/>
                    </a:solidFill>
                    <a:effectLst/>
                    <a:uFillTx/>
                    <a:latin typeface="Arial"/>
                  </a:rPr>
                  <a:t>BETA_Y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4" name="Freeform 90"/>
              <p:cNvSpPr/>
              <p:nvPr/>
            </p:nvSpPr>
            <p:spPr>
              <a:xfrm>
                <a:off x="379440" y="3141720"/>
                <a:ext cx="8393040" cy="1440"/>
              </a:xfrm>
              <a:custGeom>
                <a:avLst/>
                <a:gdLst>
                  <a:gd name="textAreaLeft" fmla="*/ 0 w 8393040"/>
                  <a:gd name="textAreaRight" fmla="*/ 8393040 w 8393040"/>
                  <a:gd name="textAreaTop" fmla="*/ 0 h 1440"/>
                  <a:gd name="textAreaBottom" fmla="*/ 1800 h 1440"/>
                  <a:gd name="GluePoint1X" fmla="*/ 43 w 5287"/>
                  <a:gd name="GluePoint1Y" fmla="*/ 0 h 1"/>
                  <a:gd name="GluePoint2X" fmla="*/ 150 w 5287"/>
                  <a:gd name="GluePoint2Y" fmla="*/ 0 h 1"/>
                  <a:gd name="GluePoint3X" fmla="*/ 258 w 5287"/>
                  <a:gd name="GluePoint3Y" fmla="*/ 0 h 1"/>
                  <a:gd name="GluePoint4X" fmla="*/ 301 w 5287"/>
                  <a:gd name="GluePoint4Y" fmla="*/ 0 h 1"/>
                  <a:gd name="GluePoint5X" fmla="*/ 408 w 5287"/>
                  <a:gd name="GluePoint5Y" fmla="*/ 0 h 1"/>
                  <a:gd name="GluePoint6X" fmla="*/ 505 w 5287"/>
                  <a:gd name="GluePoint6Y" fmla="*/ 0 h 1"/>
                  <a:gd name="GluePoint7X" fmla="*/ 612 w 5287"/>
                  <a:gd name="GluePoint7Y" fmla="*/ 0 h 1"/>
                  <a:gd name="GluePoint8X" fmla="*/ 666 w 5287"/>
                  <a:gd name="GluePoint8Y" fmla="*/ 0 h 1"/>
                  <a:gd name="GluePoint9X" fmla="*/ 763 w 5287"/>
                  <a:gd name="GluePoint9Y" fmla="*/ 0 h 1"/>
                  <a:gd name="GluePoint10X" fmla="*/ 870 w 5287"/>
                  <a:gd name="GluePoint10Y" fmla="*/ 0 h 1"/>
                  <a:gd name="GluePoint11X" fmla="*/ 913 w 5287"/>
                  <a:gd name="GluePoint11Y" fmla="*/ 0 h 1"/>
                  <a:gd name="GluePoint12X" fmla="*/ 1021 w 5287"/>
                  <a:gd name="GluePoint12Y" fmla="*/ 0 h 1"/>
                  <a:gd name="GluePoint13X" fmla="*/ 1128 w 5287"/>
                  <a:gd name="GluePoint13Y" fmla="*/ 0 h 1"/>
                  <a:gd name="GluePoint14X" fmla="*/ 1171 w 5287"/>
                  <a:gd name="GluePoint14Y" fmla="*/ 0 h 1"/>
                  <a:gd name="GluePoint15X" fmla="*/ 1279 w 5287"/>
                  <a:gd name="GluePoint15Y" fmla="*/ 0 h 1"/>
                  <a:gd name="GluePoint16X" fmla="*/ 1375 w 5287"/>
                  <a:gd name="GluePoint16Y" fmla="*/ 0 h 1"/>
                  <a:gd name="GluePoint17X" fmla="*/ 1451 w 5287"/>
                  <a:gd name="GluePoint17Y" fmla="*/ 0 h 1"/>
                  <a:gd name="GluePoint18X" fmla="*/ 1526 w 5287"/>
                  <a:gd name="GluePoint18Y" fmla="*/ 0 h 1"/>
                  <a:gd name="GluePoint19X" fmla="*/ 1633 w 5287"/>
                  <a:gd name="GluePoint19Y" fmla="*/ 0 h 1"/>
                  <a:gd name="GluePoint20X" fmla="*/ 1741 w 5287"/>
                  <a:gd name="GluePoint20Y" fmla="*/ 0 h 1"/>
                  <a:gd name="GluePoint21X" fmla="*/ 1784 w 5287"/>
                  <a:gd name="GluePoint21Y" fmla="*/ 0 h 1"/>
                  <a:gd name="GluePoint22X" fmla="*/ 1891 w 5287"/>
                  <a:gd name="GluePoint22Y" fmla="*/ 0 h 1"/>
                  <a:gd name="GluePoint23X" fmla="*/ 1988 w 5287"/>
                  <a:gd name="GluePoint23Y" fmla="*/ 0 h 1"/>
                  <a:gd name="GluePoint24X" fmla="*/ 2042 w 5287"/>
                  <a:gd name="GluePoint24Y" fmla="*/ 0 h 1"/>
                  <a:gd name="GluePoint25X" fmla="*/ 2149 w 5287"/>
                  <a:gd name="GluePoint25Y" fmla="*/ 0 h 1"/>
                  <a:gd name="GluePoint26X" fmla="*/ 2246 w 5287"/>
                  <a:gd name="GluePoint26Y" fmla="*/ 0 h 1"/>
                  <a:gd name="GluePoint27X" fmla="*/ 2289 w 5287"/>
                  <a:gd name="GluePoint27Y" fmla="*/ 0 h 1"/>
                  <a:gd name="GluePoint28X" fmla="*/ 2396 w 5287"/>
                  <a:gd name="GluePoint28Y" fmla="*/ 0 h 1"/>
                  <a:gd name="GluePoint29X" fmla="*/ 2504 w 5287"/>
                  <a:gd name="GluePoint29Y" fmla="*/ 0 h 1"/>
                  <a:gd name="GluePoint30X" fmla="*/ 2558 w 5287"/>
                  <a:gd name="GluePoint30Y" fmla="*/ 0 h 1"/>
                  <a:gd name="GluePoint31X" fmla="*/ 2601 w 5287"/>
                  <a:gd name="GluePoint31Y" fmla="*/ 0 h 1"/>
                  <a:gd name="GluePoint32X" fmla="*/ 2654 w 5287"/>
                  <a:gd name="GluePoint32Y" fmla="*/ 0 h 1"/>
                  <a:gd name="GluePoint33X" fmla="*/ 2708 w 5287"/>
                  <a:gd name="GluePoint33Y" fmla="*/ 0 h 1"/>
                  <a:gd name="GluePoint34X" fmla="*/ 2751 w 5287"/>
                  <a:gd name="GluePoint34Y" fmla="*/ 0 h 1"/>
                  <a:gd name="GluePoint35X" fmla="*/ 2858 w 5287"/>
                  <a:gd name="GluePoint35Y" fmla="*/ 0 h 1"/>
                  <a:gd name="GluePoint36X" fmla="*/ 2901 w 5287"/>
                  <a:gd name="GluePoint36Y" fmla="*/ 0 h 1"/>
                  <a:gd name="GluePoint37X" fmla="*/ 3009 w 5287"/>
                  <a:gd name="GluePoint37Y" fmla="*/ 0 h 1"/>
                  <a:gd name="GluePoint38X" fmla="*/ 3116 w 5287"/>
                  <a:gd name="GluePoint38Y" fmla="*/ 0 h 1"/>
                  <a:gd name="GluePoint39X" fmla="*/ 3159 w 5287"/>
                  <a:gd name="GluePoint39Y" fmla="*/ 0 h 1"/>
                  <a:gd name="GluePoint40X" fmla="*/ 3267 w 5287"/>
                  <a:gd name="GluePoint40Y" fmla="*/ 0 h 1"/>
                  <a:gd name="GluePoint41X" fmla="*/ 3363 w 5287"/>
                  <a:gd name="GluePoint41Y" fmla="*/ 0 h 1"/>
                  <a:gd name="GluePoint42X" fmla="*/ 3417 w 5287"/>
                  <a:gd name="GluePoint42Y" fmla="*/ 0 h 1"/>
                  <a:gd name="GluePoint43X" fmla="*/ 3525 w 5287"/>
                  <a:gd name="GluePoint43Y" fmla="*/ 0 h 1"/>
                  <a:gd name="GluePoint44X" fmla="*/ 3621 w 5287"/>
                  <a:gd name="GluePoint44Y" fmla="*/ 0 h 1"/>
                  <a:gd name="GluePoint45X" fmla="*/ 3697 w 5287"/>
                  <a:gd name="GluePoint45Y" fmla="*/ 0 h 1"/>
                  <a:gd name="GluePoint46X" fmla="*/ 3772 w 5287"/>
                  <a:gd name="GluePoint46Y" fmla="*/ 0 h 1"/>
                  <a:gd name="GluePoint47X" fmla="*/ 3879 w 5287"/>
                  <a:gd name="GluePoint47Y" fmla="*/ 0 h 1"/>
                  <a:gd name="GluePoint48X" fmla="*/ 3976 w 5287"/>
                  <a:gd name="GluePoint48Y" fmla="*/ 0 h 1"/>
                  <a:gd name="GluePoint49X" fmla="*/ 4030 w 5287"/>
                  <a:gd name="GluePoint49Y" fmla="*/ 0 h 1"/>
                  <a:gd name="GluePoint50X" fmla="*/ 4137 w 5287"/>
                  <a:gd name="GluePoint50Y" fmla="*/ 0 h 1"/>
                  <a:gd name="GluePoint51X" fmla="*/ 4234 w 5287"/>
                  <a:gd name="GluePoint51Y" fmla="*/ 0 h 1"/>
                  <a:gd name="GluePoint52X" fmla="*/ 4288 w 5287"/>
                  <a:gd name="GluePoint52Y" fmla="*/ 0 h 1"/>
                  <a:gd name="GluePoint53X" fmla="*/ 4384 w 5287"/>
                  <a:gd name="GluePoint53Y" fmla="*/ 0 h 1"/>
                  <a:gd name="GluePoint54X" fmla="*/ 4492 w 5287"/>
                  <a:gd name="GluePoint54Y" fmla="*/ 0 h 1"/>
                  <a:gd name="GluePoint55X" fmla="*/ 4567 w 5287"/>
                  <a:gd name="GluePoint55Y" fmla="*/ 0 h 1"/>
                  <a:gd name="GluePoint56X" fmla="*/ 4642 w 5287"/>
                  <a:gd name="GluePoint56Y" fmla="*/ 0 h 1"/>
                  <a:gd name="GluePoint57X" fmla="*/ 4750 w 5287"/>
                  <a:gd name="GluePoint57Y" fmla="*/ 0 h 1"/>
                  <a:gd name="GluePoint58X" fmla="*/ 4846 w 5287"/>
                  <a:gd name="GluePoint58Y" fmla="*/ 0 h 1"/>
                  <a:gd name="GluePoint59X" fmla="*/ 4900 w 5287"/>
                  <a:gd name="GluePoint59Y" fmla="*/ 0 h 1"/>
                  <a:gd name="GluePoint60X" fmla="*/ 5008 w 5287"/>
                  <a:gd name="GluePoint60Y" fmla="*/ 0 h 1"/>
                  <a:gd name="GluePoint61X" fmla="*/ 5104 w 5287"/>
                  <a:gd name="GluePoint61Y" fmla="*/ 0 h 1"/>
                  <a:gd name="GluePoint62X" fmla="*/ 5158 w 5287"/>
                  <a:gd name="GluePoint62Y" fmla="*/ 0 h 1"/>
                  <a:gd name="GluePoint63X" fmla="*/ 5255 w 5287"/>
                  <a:gd name="GluePoint63Y" fmla="*/ 0 h 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287" h="1">
                    <a:moveTo>
                      <a:pt x="0" y="0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1" y="0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0"/>
                    </a:lnTo>
                    <a:lnTo>
                      <a:pt x="86" y="0"/>
                    </a:lnTo>
                    <a:lnTo>
                      <a:pt x="118" y="0"/>
                    </a:lnTo>
                    <a:lnTo>
                      <a:pt x="129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0"/>
                    </a:lnTo>
                    <a:lnTo>
                      <a:pt x="172" y="0"/>
                    </a:lnTo>
                    <a:lnTo>
                      <a:pt x="204" y="0"/>
                    </a:lnTo>
                    <a:lnTo>
                      <a:pt x="215" y="0"/>
                    </a:lnTo>
                    <a:lnTo>
                      <a:pt x="247" y="0"/>
                    </a:lnTo>
                    <a:lnTo>
                      <a:pt x="258" y="0"/>
                    </a:lnTo>
                    <a:lnTo>
                      <a:pt x="269" y="0"/>
                    </a:lnTo>
                    <a:lnTo>
                      <a:pt x="279" y="0"/>
                    </a:lnTo>
                    <a:lnTo>
                      <a:pt x="290" y="0"/>
                    </a:lnTo>
                    <a:lnTo>
                      <a:pt x="301" y="0"/>
                    </a:lnTo>
                    <a:lnTo>
                      <a:pt x="333" y="0"/>
                    </a:lnTo>
                    <a:lnTo>
                      <a:pt x="365" y="0"/>
                    </a:lnTo>
                    <a:lnTo>
                      <a:pt x="376" y="0"/>
                    </a:lnTo>
                    <a:lnTo>
                      <a:pt x="387" y="0"/>
                    </a:lnTo>
                    <a:lnTo>
                      <a:pt x="398" y="0"/>
                    </a:lnTo>
                    <a:lnTo>
                      <a:pt x="408" y="0"/>
                    </a:lnTo>
                    <a:lnTo>
                      <a:pt x="419" y="0"/>
                    </a:lnTo>
                    <a:lnTo>
                      <a:pt x="430" y="0"/>
                    </a:lnTo>
                    <a:lnTo>
                      <a:pt x="451" y="0"/>
                    </a:lnTo>
                    <a:lnTo>
                      <a:pt x="462" y="0"/>
                    </a:lnTo>
                    <a:lnTo>
                      <a:pt x="494" y="0"/>
                    </a:lnTo>
                    <a:lnTo>
                      <a:pt x="505" y="0"/>
                    </a:lnTo>
                    <a:lnTo>
                      <a:pt x="516" y="0"/>
                    </a:lnTo>
                    <a:lnTo>
                      <a:pt x="527" y="0"/>
                    </a:lnTo>
                    <a:lnTo>
                      <a:pt x="537" y="0"/>
                    </a:lnTo>
                    <a:lnTo>
                      <a:pt x="548" y="0"/>
                    </a:lnTo>
                    <a:lnTo>
                      <a:pt x="580" y="0"/>
                    </a:lnTo>
                    <a:lnTo>
                      <a:pt x="612" y="0"/>
                    </a:lnTo>
                    <a:lnTo>
                      <a:pt x="623" y="0"/>
                    </a:lnTo>
                    <a:lnTo>
                      <a:pt x="634" y="0"/>
                    </a:lnTo>
                    <a:lnTo>
                      <a:pt x="645" y="0"/>
                    </a:lnTo>
                    <a:lnTo>
                      <a:pt x="655" y="0"/>
                    </a:lnTo>
                    <a:lnTo>
                      <a:pt x="666" y="0"/>
                    </a:lnTo>
                    <a:lnTo>
                      <a:pt x="677" y="0"/>
                    </a:lnTo>
                    <a:lnTo>
                      <a:pt x="709" y="0"/>
                    </a:lnTo>
                    <a:lnTo>
                      <a:pt x="741" y="0"/>
                    </a:lnTo>
                    <a:lnTo>
                      <a:pt x="752" y="0"/>
                    </a:lnTo>
                    <a:lnTo>
                      <a:pt x="763" y="0"/>
                    </a:lnTo>
                    <a:lnTo>
                      <a:pt x="774" y="0"/>
                    </a:lnTo>
                    <a:lnTo>
                      <a:pt x="784" y="0"/>
                    </a:lnTo>
                    <a:lnTo>
                      <a:pt x="795" y="0"/>
                    </a:lnTo>
                    <a:lnTo>
                      <a:pt x="827" y="0"/>
                    </a:lnTo>
                    <a:lnTo>
                      <a:pt x="838" y="0"/>
                    </a:lnTo>
                    <a:lnTo>
                      <a:pt x="860" y="0"/>
                    </a:lnTo>
                    <a:lnTo>
                      <a:pt x="870" y="0"/>
                    </a:lnTo>
                    <a:lnTo>
                      <a:pt x="881" y="0"/>
                    </a:lnTo>
                    <a:lnTo>
                      <a:pt x="892" y="0"/>
                    </a:lnTo>
                    <a:lnTo>
                      <a:pt x="903" y="0"/>
                    </a:lnTo>
                    <a:lnTo>
                      <a:pt x="913" y="0"/>
                    </a:lnTo>
                    <a:lnTo>
                      <a:pt x="924" y="0"/>
                    </a:lnTo>
                    <a:lnTo>
                      <a:pt x="956" y="0"/>
                    </a:lnTo>
                    <a:lnTo>
                      <a:pt x="989" y="0"/>
                    </a:lnTo>
                    <a:lnTo>
                      <a:pt x="999" y="0"/>
                    </a:lnTo>
                    <a:lnTo>
                      <a:pt x="1010" y="0"/>
                    </a:lnTo>
                    <a:lnTo>
                      <a:pt x="1021" y="0"/>
                    </a:lnTo>
                    <a:lnTo>
                      <a:pt x="1032" y="0"/>
                    </a:lnTo>
                    <a:lnTo>
                      <a:pt x="1042" y="0"/>
                    </a:lnTo>
                    <a:lnTo>
                      <a:pt x="1053" y="0"/>
                    </a:lnTo>
                    <a:lnTo>
                      <a:pt x="1075" y="0"/>
                    </a:lnTo>
                    <a:lnTo>
                      <a:pt x="1085" y="0"/>
                    </a:lnTo>
                    <a:lnTo>
                      <a:pt x="1118" y="0"/>
                    </a:lnTo>
                    <a:lnTo>
                      <a:pt x="1128" y="0"/>
                    </a:lnTo>
                    <a:lnTo>
                      <a:pt x="1139" y="0"/>
                    </a:lnTo>
                    <a:lnTo>
                      <a:pt x="1150" y="0"/>
                    </a:lnTo>
                    <a:lnTo>
                      <a:pt x="1161" y="0"/>
                    </a:lnTo>
                    <a:lnTo>
                      <a:pt x="1171" y="0"/>
                    </a:lnTo>
                    <a:lnTo>
                      <a:pt x="1204" y="0"/>
                    </a:lnTo>
                    <a:lnTo>
                      <a:pt x="1236" y="0"/>
                    </a:lnTo>
                    <a:lnTo>
                      <a:pt x="1247" y="0"/>
                    </a:lnTo>
                    <a:lnTo>
                      <a:pt x="1257" y="0"/>
                    </a:lnTo>
                    <a:lnTo>
                      <a:pt x="1268" y="0"/>
                    </a:lnTo>
                    <a:lnTo>
                      <a:pt x="1279" y="0"/>
                    </a:lnTo>
                    <a:lnTo>
                      <a:pt x="1289" y="0"/>
                    </a:lnTo>
                    <a:lnTo>
                      <a:pt x="1300" y="0"/>
                    </a:lnTo>
                    <a:lnTo>
                      <a:pt x="1332" y="0"/>
                    </a:lnTo>
                    <a:lnTo>
                      <a:pt x="1365" y="0"/>
                    </a:lnTo>
                    <a:lnTo>
                      <a:pt x="1375" y="0"/>
                    </a:lnTo>
                    <a:lnTo>
                      <a:pt x="1386" y="0"/>
                    </a:lnTo>
                    <a:lnTo>
                      <a:pt x="1397" y="0"/>
                    </a:lnTo>
                    <a:lnTo>
                      <a:pt x="1408" y="0"/>
                    </a:lnTo>
                    <a:lnTo>
                      <a:pt x="1418" y="0"/>
                    </a:lnTo>
                    <a:lnTo>
                      <a:pt x="1451" y="0"/>
                    </a:lnTo>
                    <a:lnTo>
                      <a:pt x="1461" y="0"/>
                    </a:lnTo>
                    <a:lnTo>
                      <a:pt x="1483" y="0"/>
                    </a:lnTo>
                    <a:lnTo>
                      <a:pt x="1494" y="0"/>
                    </a:lnTo>
                    <a:lnTo>
                      <a:pt x="1504" y="0"/>
                    </a:lnTo>
                    <a:lnTo>
                      <a:pt x="1515" y="0"/>
                    </a:lnTo>
                    <a:lnTo>
                      <a:pt x="1526" y="0"/>
                    </a:lnTo>
                    <a:lnTo>
                      <a:pt x="1537" y="0"/>
                    </a:lnTo>
                    <a:lnTo>
                      <a:pt x="1547" y="0"/>
                    </a:lnTo>
                    <a:lnTo>
                      <a:pt x="1580" y="0"/>
                    </a:lnTo>
                    <a:lnTo>
                      <a:pt x="1612" y="0"/>
                    </a:lnTo>
                    <a:lnTo>
                      <a:pt x="1623" y="0"/>
                    </a:lnTo>
                    <a:lnTo>
                      <a:pt x="1633" y="0"/>
                    </a:lnTo>
                    <a:lnTo>
                      <a:pt x="1644" y="0"/>
                    </a:lnTo>
                    <a:lnTo>
                      <a:pt x="1655" y="0"/>
                    </a:lnTo>
                    <a:lnTo>
                      <a:pt x="1666" y="0"/>
                    </a:lnTo>
                    <a:lnTo>
                      <a:pt x="1698" y="0"/>
                    </a:lnTo>
                    <a:lnTo>
                      <a:pt x="1709" y="0"/>
                    </a:lnTo>
                    <a:lnTo>
                      <a:pt x="1741" y="0"/>
                    </a:lnTo>
                    <a:lnTo>
                      <a:pt x="1752" y="0"/>
                    </a:lnTo>
                    <a:lnTo>
                      <a:pt x="1762" y="0"/>
                    </a:lnTo>
                    <a:lnTo>
                      <a:pt x="1773" y="0"/>
                    </a:lnTo>
                    <a:lnTo>
                      <a:pt x="1784" y="0"/>
                    </a:lnTo>
                    <a:lnTo>
                      <a:pt x="1795" y="0"/>
                    </a:lnTo>
                    <a:lnTo>
                      <a:pt x="1827" y="0"/>
                    </a:lnTo>
                    <a:lnTo>
                      <a:pt x="1859" y="0"/>
                    </a:lnTo>
                    <a:lnTo>
                      <a:pt x="1870" y="0"/>
                    </a:lnTo>
                    <a:lnTo>
                      <a:pt x="1881" y="0"/>
                    </a:lnTo>
                    <a:lnTo>
                      <a:pt x="1891" y="0"/>
                    </a:lnTo>
                    <a:lnTo>
                      <a:pt x="1902" y="0"/>
                    </a:lnTo>
                    <a:lnTo>
                      <a:pt x="1913" y="0"/>
                    </a:lnTo>
                    <a:lnTo>
                      <a:pt x="1924" y="0"/>
                    </a:lnTo>
                    <a:lnTo>
                      <a:pt x="1956" y="0"/>
                    </a:lnTo>
                    <a:lnTo>
                      <a:pt x="1988" y="0"/>
                    </a:lnTo>
                    <a:lnTo>
                      <a:pt x="1999" y="0"/>
                    </a:lnTo>
                    <a:lnTo>
                      <a:pt x="2009" y="0"/>
                    </a:lnTo>
                    <a:lnTo>
                      <a:pt x="2020" y="0"/>
                    </a:lnTo>
                    <a:lnTo>
                      <a:pt x="2031" y="0"/>
                    </a:lnTo>
                    <a:lnTo>
                      <a:pt x="2042" y="0"/>
                    </a:lnTo>
                    <a:lnTo>
                      <a:pt x="2074" y="0"/>
                    </a:lnTo>
                    <a:lnTo>
                      <a:pt x="2085" y="0"/>
                    </a:lnTo>
                    <a:lnTo>
                      <a:pt x="2106" y="0"/>
                    </a:lnTo>
                    <a:lnTo>
                      <a:pt x="2117" y="0"/>
                    </a:lnTo>
                    <a:lnTo>
                      <a:pt x="2128" y="0"/>
                    </a:lnTo>
                    <a:lnTo>
                      <a:pt x="2138" y="0"/>
                    </a:lnTo>
                    <a:lnTo>
                      <a:pt x="2149" y="0"/>
                    </a:lnTo>
                    <a:lnTo>
                      <a:pt x="2160" y="0"/>
                    </a:lnTo>
                    <a:lnTo>
                      <a:pt x="2171" y="0"/>
                    </a:lnTo>
                    <a:lnTo>
                      <a:pt x="2203" y="0"/>
                    </a:lnTo>
                    <a:lnTo>
                      <a:pt x="2235" y="0"/>
                    </a:lnTo>
                    <a:lnTo>
                      <a:pt x="2246" y="0"/>
                    </a:lnTo>
                    <a:lnTo>
                      <a:pt x="2257" y="0"/>
                    </a:lnTo>
                    <a:lnTo>
                      <a:pt x="2267" y="0"/>
                    </a:lnTo>
                    <a:lnTo>
                      <a:pt x="2278" y="0"/>
                    </a:lnTo>
                    <a:lnTo>
                      <a:pt x="2289" y="0"/>
                    </a:lnTo>
                    <a:lnTo>
                      <a:pt x="2321" y="0"/>
                    </a:lnTo>
                    <a:lnTo>
                      <a:pt x="2332" y="0"/>
                    </a:lnTo>
                    <a:lnTo>
                      <a:pt x="2364" y="0"/>
                    </a:lnTo>
                    <a:lnTo>
                      <a:pt x="2375" y="0"/>
                    </a:lnTo>
                    <a:lnTo>
                      <a:pt x="2386" y="0"/>
                    </a:lnTo>
                    <a:lnTo>
                      <a:pt x="2396" y="0"/>
                    </a:lnTo>
                    <a:lnTo>
                      <a:pt x="2407" y="0"/>
                    </a:lnTo>
                    <a:lnTo>
                      <a:pt x="2418" y="0"/>
                    </a:lnTo>
                    <a:lnTo>
                      <a:pt x="2450" y="0"/>
                    </a:lnTo>
                    <a:lnTo>
                      <a:pt x="2482" y="0"/>
                    </a:lnTo>
                    <a:lnTo>
                      <a:pt x="2493" y="0"/>
                    </a:lnTo>
                    <a:lnTo>
                      <a:pt x="2504" y="0"/>
                    </a:lnTo>
                    <a:lnTo>
                      <a:pt x="2515" y="0"/>
                    </a:lnTo>
                    <a:lnTo>
                      <a:pt x="2525" y="0"/>
                    </a:lnTo>
                    <a:lnTo>
                      <a:pt x="2536" y="0"/>
                    </a:lnTo>
                    <a:lnTo>
                      <a:pt x="2547" y="0"/>
                    </a:lnTo>
                    <a:lnTo>
                      <a:pt x="2558" y="0"/>
                    </a:lnTo>
                    <a:lnTo>
                      <a:pt x="2568" y="0"/>
                    </a:lnTo>
                    <a:lnTo>
                      <a:pt x="2579" y="0"/>
                    </a:lnTo>
                    <a:lnTo>
                      <a:pt x="2590" y="0"/>
                    </a:lnTo>
                    <a:lnTo>
                      <a:pt x="2601" y="0"/>
                    </a:lnTo>
                    <a:lnTo>
                      <a:pt x="2611" y="0"/>
                    </a:lnTo>
                    <a:lnTo>
                      <a:pt x="2622" y="0"/>
                    </a:lnTo>
                    <a:lnTo>
                      <a:pt x="2633" y="0"/>
                    </a:lnTo>
                    <a:lnTo>
                      <a:pt x="2644" y="0"/>
                    </a:lnTo>
                    <a:lnTo>
                      <a:pt x="2654" y="0"/>
                    </a:lnTo>
                    <a:lnTo>
                      <a:pt x="2665" y="0"/>
                    </a:lnTo>
                    <a:lnTo>
                      <a:pt x="2676" y="0"/>
                    </a:lnTo>
                    <a:lnTo>
                      <a:pt x="2686" y="0"/>
                    </a:lnTo>
                    <a:lnTo>
                      <a:pt x="2697" y="0"/>
                    </a:lnTo>
                    <a:lnTo>
                      <a:pt x="2708" y="0"/>
                    </a:lnTo>
                    <a:lnTo>
                      <a:pt x="2719" y="0"/>
                    </a:lnTo>
                    <a:lnTo>
                      <a:pt x="2729" y="0"/>
                    </a:lnTo>
                    <a:lnTo>
                      <a:pt x="2740" y="0"/>
                    </a:lnTo>
                    <a:lnTo>
                      <a:pt x="2751" y="0"/>
                    </a:lnTo>
                    <a:lnTo>
                      <a:pt x="2762" y="0"/>
                    </a:lnTo>
                    <a:lnTo>
                      <a:pt x="2772" y="0"/>
                    </a:lnTo>
                    <a:lnTo>
                      <a:pt x="2783" y="0"/>
                    </a:lnTo>
                    <a:lnTo>
                      <a:pt x="2794" y="0"/>
                    </a:lnTo>
                    <a:lnTo>
                      <a:pt x="2826" y="0"/>
                    </a:lnTo>
                    <a:lnTo>
                      <a:pt x="2858" y="0"/>
                    </a:lnTo>
                    <a:lnTo>
                      <a:pt x="2869" y="0"/>
                    </a:lnTo>
                    <a:lnTo>
                      <a:pt x="2880" y="0"/>
                    </a:lnTo>
                    <a:lnTo>
                      <a:pt x="2891" y="0"/>
                    </a:lnTo>
                    <a:lnTo>
                      <a:pt x="2901" y="0"/>
                    </a:lnTo>
                    <a:lnTo>
                      <a:pt x="2912" y="0"/>
                    </a:lnTo>
                    <a:lnTo>
                      <a:pt x="2944" y="0"/>
                    </a:lnTo>
                    <a:lnTo>
                      <a:pt x="2955" y="0"/>
                    </a:lnTo>
                    <a:lnTo>
                      <a:pt x="2987" y="0"/>
                    </a:lnTo>
                    <a:lnTo>
                      <a:pt x="2998" y="0"/>
                    </a:lnTo>
                    <a:lnTo>
                      <a:pt x="3009" y="0"/>
                    </a:lnTo>
                    <a:lnTo>
                      <a:pt x="3020" y="0"/>
                    </a:lnTo>
                    <a:lnTo>
                      <a:pt x="3030" y="0"/>
                    </a:lnTo>
                    <a:lnTo>
                      <a:pt x="3041" y="0"/>
                    </a:lnTo>
                    <a:lnTo>
                      <a:pt x="3073" y="0"/>
                    </a:lnTo>
                    <a:lnTo>
                      <a:pt x="3106" y="0"/>
                    </a:lnTo>
                    <a:lnTo>
                      <a:pt x="3116" y="0"/>
                    </a:lnTo>
                    <a:lnTo>
                      <a:pt x="3127" y="0"/>
                    </a:lnTo>
                    <a:lnTo>
                      <a:pt x="3138" y="0"/>
                    </a:lnTo>
                    <a:lnTo>
                      <a:pt x="3149" y="0"/>
                    </a:lnTo>
                    <a:lnTo>
                      <a:pt x="3159" y="0"/>
                    </a:lnTo>
                    <a:lnTo>
                      <a:pt x="3170" y="0"/>
                    </a:lnTo>
                    <a:lnTo>
                      <a:pt x="3192" y="0"/>
                    </a:lnTo>
                    <a:lnTo>
                      <a:pt x="3202" y="0"/>
                    </a:lnTo>
                    <a:lnTo>
                      <a:pt x="3235" y="0"/>
                    </a:lnTo>
                    <a:lnTo>
                      <a:pt x="3245" y="0"/>
                    </a:lnTo>
                    <a:lnTo>
                      <a:pt x="3256" y="0"/>
                    </a:lnTo>
                    <a:lnTo>
                      <a:pt x="3267" y="0"/>
                    </a:lnTo>
                    <a:lnTo>
                      <a:pt x="3278" y="0"/>
                    </a:lnTo>
                    <a:lnTo>
                      <a:pt x="3288" y="0"/>
                    </a:lnTo>
                    <a:lnTo>
                      <a:pt x="3321" y="0"/>
                    </a:lnTo>
                    <a:lnTo>
                      <a:pt x="3353" y="0"/>
                    </a:lnTo>
                    <a:lnTo>
                      <a:pt x="3363" y="0"/>
                    </a:lnTo>
                    <a:lnTo>
                      <a:pt x="3374" y="0"/>
                    </a:lnTo>
                    <a:lnTo>
                      <a:pt x="3385" y="0"/>
                    </a:lnTo>
                    <a:lnTo>
                      <a:pt x="3396" y="0"/>
                    </a:lnTo>
                    <a:lnTo>
                      <a:pt x="3406" y="0"/>
                    </a:lnTo>
                    <a:lnTo>
                      <a:pt x="3417" y="0"/>
                    </a:lnTo>
                    <a:lnTo>
                      <a:pt x="3449" y="0"/>
                    </a:lnTo>
                    <a:lnTo>
                      <a:pt x="3482" y="0"/>
                    </a:lnTo>
                    <a:lnTo>
                      <a:pt x="3492" y="0"/>
                    </a:lnTo>
                    <a:lnTo>
                      <a:pt x="3503" y="0"/>
                    </a:lnTo>
                    <a:lnTo>
                      <a:pt x="3514" y="0"/>
                    </a:lnTo>
                    <a:lnTo>
                      <a:pt x="3525" y="0"/>
                    </a:lnTo>
                    <a:lnTo>
                      <a:pt x="3535" y="0"/>
                    </a:lnTo>
                    <a:lnTo>
                      <a:pt x="3568" y="0"/>
                    </a:lnTo>
                    <a:lnTo>
                      <a:pt x="3578" y="0"/>
                    </a:lnTo>
                    <a:lnTo>
                      <a:pt x="3611" y="0"/>
                    </a:lnTo>
                    <a:lnTo>
                      <a:pt x="3621" y="0"/>
                    </a:lnTo>
                    <a:lnTo>
                      <a:pt x="3632" y="0"/>
                    </a:lnTo>
                    <a:lnTo>
                      <a:pt x="3643" y="0"/>
                    </a:lnTo>
                    <a:lnTo>
                      <a:pt x="3654" y="0"/>
                    </a:lnTo>
                    <a:lnTo>
                      <a:pt x="3664" y="0"/>
                    </a:lnTo>
                    <a:lnTo>
                      <a:pt x="3697" y="0"/>
                    </a:lnTo>
                    <a:lnTo>
                      <a:pt x="3729" y="0"/>
                    </a:lnTo>
                    <a:lnTo>
                      <a:pt x="3740" y="0"/>
                    </a:lnTo>
                    <a:lnTo>
                      <a:pt x="3750" y="0"/>
                    </a:lnTo>
                    <a:lnTo>
                      <a:pt x="3761" y="0"/>
                    </a:lnTo>
                    <a:lnTo>
                      <a:pt x="3772" y="0"/>
                    </a:lnTo>
                    <a:lnTo>
                      <a:pt x="3783" y="0"/>
                    </a:lnTo>
                    <a:lnTo>
                      <a:pt x="3793" y="0"/>
                    </a:lnTo>
                    <a:lnTo>
                      <a:pt x="3815" y="0"/>
                    </a:lnTo>
                    <a:lnTo>
                      <a:pt x="3826" y="0"/>
                    </a:lnTo>
                    <a:lnTo>
                      <a:pt x="3858" y="0"/>
                    </a:lnTo>
                    <a:lnTo>
                      <a:pt x="3869" y="0"/>
                    </a:lnTo>
                    <a:lnTo>
                      <a:pt x="3879" y="0"/>
                    </a:lnTo>
                    <a:lnTo>
                      <a:pt x="3890" y="0"/>
                    </a:lnTo>
                    <a:lnTo>
                      <a:pt x="3901" y="0"/>
                    </a:lnTo>
                    <a:lnTo>
                      <a:pt x="3912" y="0"/>
                    </a:lnTo>
                    <a:lnTo>
                      <a:pt x="3944" y="0"/>
                    </a:lnTo>
                    <a:lnTo>
                      <a:pt x="3976" y="0"/>
                    </a:lnTo>
                    <a:lnTo>
                      <a:pt x="3987" y="0"/>
                    </a:lnTo>
                    <a:lnTo>
                      <a:pt x="3998" y="0"/>
                    </a:lnTo>
                    <a:lnTo>
                      <a:pt x="4008" y="0"/>
                    </a:lnTo>
                    <a:lnTo>
                      <a:pt x="4019" y="0"/>
                    </a:lnTo>
                    <a:lnTo>
                      <a:pt x="4030" y="0"/>
                    </a:lnTo>
                    <a:lnTo>
                      <a:pt x="4040" y="0"/>
                    </a:lnTo>
                    <a:lnTo>
                      <a:pt x="4073" y="0"/>
                    </a:lnTo>
                    <a:lnTo>
                      <a:pt x="4105" y="0"/>
                    </a:lnTo>
                    <a:lnTo>
                      <a:pt x="4116" y="0"/>
                    </a:lnTo>
                    <a:lnTo>
                      <a:pt x="4126" y="0"/>
                    </a:lnTo>
                    <a:lnTo>
                      <a:pt x="4137" y="0"/>
                    </a:lnTo>
                    <a:lnTo>
                      <a:pt x="4148" y="0"/>
                    </a:lnTo>
                    <a:lnTo>
                      <a:pt x="4159" y="0"/>
                    </a:lnTo>
                    <a:lnTo>
                      <a:pt x="4191" y="0"/>
                    </a:lnTo>
                    <a:lnTo>
                      <a:pt x="4202" y="0"/>
                    </a:lnTo>
                    <a:lnTo>
                      <a:pt x="4223" y="0"/>
                    </a:lnTo>
                    <a:lnTo>
                      <a:pt x="4234" y="0"/>
                    </a:lnTo>
                    <a:lnTo>
                      <a:pt x="4245" y="0"/>
                    </a:lnTo>
                    <a:lnTo>
                      <a:pt x="4255" y="0"/>
                    </a:lnTo>
                    <a:lnTo>
                      <a:pt x="4266" y="0"/>
                    </a:lnTo>
                    <a:lnTo>
                      <a:pt x="4277" y="0"/>
                    </a:lnTo>
                    <a:lnTo>
                      <a:pt x="4288" y="0"/>
                    </a:lnTo>
                    <a:lnTo>
                      <a:pt x="4320" y="0"/>
                    </a:lnTo>
                    <a:lnTo>
                      <a:pt x="4352" y="0"/>
                    </a:lnTo>
                    <a:lnTo>
                      <a:pt x="4363" y="0"/>
                    </a:lnTo>
                    <a:lnTo>
                      <a:pt x="4374" y="0"/>
                    </a:lnTo>
                    <a:lnTo>
                      <a:pt x="4384" y="0"/>
                    </a:lnTo>
                    <a:lnTo>
                      <a:pt x="4395" y="0"/>
                    </a:lnTo>
                    <a:lnTo>
                      <a:pt x="4406" y="0"/>
                    </a:lnTo>
                    <a:lnTo>
                      <a:pt x="4417" y="0"/>
                    </a:lnTo>
                    <a:lnTo>
                      <a:pt x="4438" y="0"/>
                    </a:lnTo>
                    <a:lnTo>
                      <a:pt x="4449" y="0"/>
                    </a:lnTo>
                    <a:lnTo>
                      <a:pt x="4481" y="0"/>
                    </a:lnTo>
                    <a:lnTo>
                      <a:pt x="4492" y="0"/>
                    </a:lnTo>
                    <a:lnTo>
                      <a:pt x="4503" y="0"/>
                    </a:lnTo>
                    <a:lnTo>
                      <a:pt x="4513" y="0"/>
                    </a:lnTo>
                    <a:lnTo>
                      <a:pt x="4524" y="0"/>
                    </a:lnTo>
                    <a:lnTo>
                      <a:pt x="4535" y="0"/>
                    </a:lnTo>
                    <a:lnTo>
                      <a:pt x="4567" y="0"/>
                    </a:lnTo>
                    <a:lnTo>
                      <a:pt x="4599" y="0"/>
                    </a:lnTo>
                    <a:lnTo>
                      <a:pt x="4610" y="0"/>
                    </a:lnTo>
                    <a:lnTo>
                      <a:pt x="4621" y="0"/>
                    </a:lnTo>
                    <a:lnTo>
                      <a:pt x="4632" y="0"/>
                    </a:lnTo>
                    <a:lnTo>
                      <a:pt x="4642" y="0"/>
                    </a:lnTo>
                    <a:lnTo>
                      <a:pt x="4653" y="0"/>
                    </a:lnTo>
                    <a:lnTo>
                      <a:pt x="4664" y="0"/>
                    </a:lnTo>
                    <a:lnTo>
                      <a:pt x="4696" y="0"/>
                    </a:lnTo>
                    <a:lnTo>
                      <a:pt x="4728" y="0"/>
                    </a:lnTo>
                    <a:lnTo>
                      <a:pt x="4739" y="0"/>
                    </a:lnTo>
                    <a:lnTo>
                      <a:pt x="4750" y="0"/>
                    </a:lnTo>
                    <a:lnTo>
                      <a:pt x="4760" y="0"/>
                    </a:lnTo>
                    <a:lnTo>
                      <a:pt x="4771" y="0"/>
                    </a:lnTo>
                    <a:lnTo>
                      <a:pt x="4782" y="0"/>
                    </a:lnTo>
                    <a:lnTo>
                      <a:pt x="4814" y="0"/>
                    </a:lnTo>
                    <a:lnTo>
                      <a:pt x="4825" y="0"/>
                    </a:lnTo>
                    <a:lnTo>
                      <a:pt x="4846" y="0"/>
                    </a:lnTo>
                    <a:lnTo>
                      <a:pt x="4857" y="0"/>
                    </a:lnTo>
                    <a:lnTo>
                      <a:pt x="4868" y="0"/>
                    </a:lnTo>
                    <a:lnTo>
                      <a:pt x="4879" y="0"/>
                    </a:lnTo>
                    <a:lnTo>
                      <a:pt x="4889" y="0"/>
                    </a:lnTo>
                    <a:lnTo>
                      <a:pt x="4900" y="0"/>
                    </a:lnTo>
                    <a:lnTo>
                      <a:pt x="4911" y="0"/>
                    </a:lnTo>
                    <a:lnTo>
                      <a:pt x="4943" y="0"/>
                    </a:lnTo>
                    <a:lnTo>
                      <a:pt x="4975" y="0"/>
                    </a:lnTo>
                    <a:lnTo>
                      <a:pt x="4986" y="0"/>
                    </a:lnTo>
                    <a:lnTo>
                      <a:pt x="4997" y="0"/>
                    </a:lnTo>
                    <a:lnTo>
                      <a:pt x="5008" y="0"/>
                    </a:lnTo>
                    <a:lnTo>
                      <a:pt x="5018" y="0"/>
                    </a:lnTo>
                    <a:lnTo>
                      <a:pt x="5029" y="0"/>
                    </a:lnTo>
                    <a:lnTo>
                      <a:pt x="5061" y="0"/>
                    </a:lnTo>
                    <a:lnTo>
                      <a:pt x="5072" y="0"/>
                    </a:lnTo>
                    <a:lnTo>
                      <a:pt x="5104" y="0"/>
                    </a:lnTo>
                    <a:lnTo>
                      <a:pt x="5115" y="0"/>
                    </a:lnTo>
                    <a:lnTo>
                      <a:pt x="5126" y="0"/>
                    </a:lnTo>
                    <a:lnTo>
                      <a:pt x="5137" y="0"/>
                    </a:lnTo>
                    <a:lnTo>
                      <a:pt x="5147" y="0"/>
                    </a:lnTo>
                    <a:lnTo>
                      <a:pt x="5158" y="0"/>
                    </a:lnTo>
                    <a:lnTo>
                      <a:pt x="5190" y="0"/>
                    </a:lnTo>
                    <a:lnTo>
                      <a:pt x="5223" y="0"/>
                    </a:lnTo>
                    <a:lnTo>
                      <a:pt x="5233" y="0"/>
                    </a:lnTo>
                    <a:lnTo>
                      <a:pt x="5244" y="0"/>
                    </a:lnTo>
                    <a:lnTo>
                      <a:pt x="5255" y="0"/>
                    </a:lnTo>
                    <a:lnTo>
                      <a:pt x="5266" y="0"/>
                    </a:lnTo>
                    <a:lnTo>
                      <a:pt x="5276" y="0"/>
                    </a:lnTo>
                    <a:lnTo>
                      <a:pt x="5287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5" name="Rectangle 91"/>
              <p:cNvSpPr/>
              <p:nvPr/>
            </p:nvSpPr>
            <p:spPr>
              <a:xfrm>
                <a:off x="3677040" y="3157560"/>
                <a:ext cx="31500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ff"/>
                    </a:solidFill>
                    <a:effectLst/>
                    <a:uFillTx/>
                    <a:latin typeface="Arial"/>
                  </a:rPr>
                  <a:t>DISP_X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6" name="Freeform 92"/>
              <p:cNvSpPr/>
              <p:nvPr/>
            </p:nvSpPr>
            <p:spPr>
              <a:xfrm>
                <a:off x="379440" y="3141720"/>
                <a:ext cx="8393040" cy="1440"/>
              </a:xfrm>
              <a:custGeom>
                <a:avLst/>
                <a:gdLst>
                  <a:gd name="textAreaLeft" fmla="*/ 0 w 8393040"/>
                  <a:gd name="textAreaRight" fmla="*/ 8393040 w 8393040"/>
                  <a:gd name="textAreaTop" fmla="*/ 0 h 1440"/>
                  <a:gd name="textAreaBottom" fmla="*/ 1800 h 1440"/>
                  <a:gd name="GluePoint1X" fmla="*/ 43 w 5287"/>
                  <a:gd name="GluePoint1Y" fmla="*/ 0 h 1"/>
                  <a:gd name="GluePoint2X" fmla="*/ 150 w 5287"/>
                  <a:gd name="GluePoint2Y" fmla="*/ 0 h 1"/>
                  <a:gd name="GluePoint3X" fmla="*/ 258 w 5287"/>
                  <a:gd name="GluePoint3Y" fmla="*/ 0 h 1"/>
                  <a:gd name="GluePoint4X" fmla="*/ 301 w 5287"/>
                  <a:gd name="GluePoint4Y" fmla="*/ 0 h 1"/>
                  <a:gd name="GluePoint5X" fmla="*/ 408 w 5287"/>
                  <a:gd name="GluePoint5Y" fmla="*/ 0 h 1"/>
                  <a:gd name="GluePoint6X" fmla="*/ 505 w 5287"/>
                  <a:gd name="GluePoint6Y" fmla="*/ 0 h 1"/>
                  <a:gd name="GluePoint7X" fmla="*/ 612 w 5287"/>
                  <a:gd name="GluePoint7Y" fmla="*/ 0 h 1"/>
                  <a:gd name="GluePoint8X" fmla="*/ 666 w 5287"/>
                  <a:gd name="GluePoint8Y" fmla="*/ 0 h 1"/>
                  <a:gd name="GluePoint9X" fmla="*/ 763 w 5287"/>
                  <a:gd name="GluePoint9Y" fmla="*/ 0 h 1"/>
                  <a:gd name="GluePoint10X" fmla="*/ 870 w 5287"/>
                  <a:gd name="GluePoint10Y" fmla="*/ 0 h 1"/>
                  <a:gd name="GluePoint11X" fmla="*/ 913 w 5287"/>
                  <a:gd name="GluePoint11Y" fmla="*/ 0 h 1"/>
                  <a:gd name="GluePoint12X" fmla="*/ 1021 w 5287"/>
                  <a:gd name="GluePoint12Y" fmla="*/ 0 h 1"/>
                  <a:gd name="GluePoint13X" fmla="*/ 1128 w 5287"/>
                  <a:gd name="GluePoint13Y" fmla="*/ 0 h 1"/>
                  <a:gd name="GluePoint14X" fmla="*/ 1171 w 5287"/>
                  <a:gd name="GluePoint14Y" fmla="*/ 0 h 1"/>
                  <a:gd name="GluePoint15X" fmla="*/ 1279 w 5287"/>
                  <a:gd name="GluePoint15Y" fmla="*/ 0 h 1"/>
                  <a:gd name="GluePoint16X" fmla="*/ 1375 w 5287"/>
                  <a:gd name="GluePoint16Y" fmla="*/ 0 h 1"/>
                  <a:gd name="GluePoint17X" fmla="*/ 1451 w 5287"/>
                  <a:gd name="GluePoint17Y" fmla="*/ 0 h 1"/>
                  <a:gd name="GluePoint18X" fmla="*/ 1526 w 5287"/>
                  <a:gd name="GluePoint18Y" fmla="*/ 0 h 1"/>
                  <a:gd name="GluePoint19X" fmla="*/ 1633 w 5287"/>
                  <a:gd name="GluePoint19Y" fmla="*/ 0 h 1"/>
                  <a:gd name="GluePoint20X" fmla="*/ 1741 w 5287"/>
                  <a:gd name="GluePoint20Y" fmla="*/ 0 h 1"/>
                  <a:gd name="GluePoint21X" fmla="*/ 1784 w 5287"/>
                  <a:gd name="GluePoint21Y" fmla="*/ 0 h 1"/>
                  <a:gd name="GluePoint22X" fmla="*/ 1891 w 5287"/>
                  <a:gd name="GluePoint22Y" fmla="*/ 0 h 1"/>
                  <a:gd name="GluePoint23X" fmla="*/ 1988 w 5287"/>
                  <a:gd name="GluePoint23Y" fmla="*/ 0 h 1"/>
                  <a:gd name="GluePoint24X" fmla="*/ 2042 w 5287"/>
                  <a:gd name="GluePoint24Y" fmla="*/ 0 h 1"/>
                  <a:gd name="GluePoint25X" fmla="*/ 2149 w 5287"/>
                  <a:gd name="GluePoint25Y" fmla="*/ 0 h 1"/>
                  <a:gd name="GluePoint26X" fmla="*/ 2246 w 5287"/>
                  <a:gd name="GluePoint26Y" fmla="*/ 0 h 1"/>
                  <a:gd name="GluePoint27X" fmla="*/ 2289 w 5287"/>
                  <a:gd name="GluePoint27Y" fmla="*/ 0 h 1"/>
                  <a:gd name="GluePoint28X" fmla="*/ 2396 w 5287"/>
                  <a:gd name="GluePoint28Y" fmla="*/ 0 h 1"/>
                  <a:gd name="GluePoint29X" fmla="*/ 2504 w 5287"/>
                  <a:gd name="GluePoint29Y" fmla="*/ 0 h 1"/>
                  <a:gd name="GluePoint30X" fmla="*/ 2558 w 5287"/>
                  <a:gd name="GluePoint30Y" fmla="*/ 0 h 1"/>
                  <a:gd name="GluePoint31X" fmla="*/ 2601 w 5287"/>
                  <a:gd name="GluePoint31Y" fmla="*/ 0 h 1"/>
                  <a:gd name="GluePoint32X" fmla="*/ 2654 w 5287"/>
                  <a:gd name="GluePoint32Y" fmla="*/ 0 h 1"/>
                  <a:gd name="GluePoint33X" fmla="*/ 2708 w 5287"/>
                  <a:gd name="GluePoint33Y" fmla="*/ 0 h 1"/>
                  <a:gd name="GluePoint34X" fmla="*/ 2751 w 5287"/>
                  <a:gd name="GluePoint34Y" fmla="*/ 0 h 1"/>
                  <a:gd name="GluePoint35X" fmla="*/ 2858 w 5287"/>
                  <a:gd name="GluePoint35Y" fmla="*/ 0 h 1"/>
                  <a:gd name="GluePoint36X" fmla="*/ 2901 w 5287"/>
                  <a:gd name="GluePoint36Y" fmla="*/ 0 h 1"/>
                  <a:gd name="GluePoint37X" fmla="*/ 3009 w 5287"/>
                  <a:gd name="GluePoint37Y" fmla="*/ 0 h 1"/>
                  <a:gd name="GluePoint38X" fmla="*/ 3116 w 5287"/>
                  <a:gd name="GluePoint38Y" fmla="*/ 0 h 1"/>
                  <a:gd name="GluePoint39X" fmla="*/ 3159 w 5287"/>
                  <a:gd name="GluePoint39Y" fmla="*/ 0 h 1"/>
                  <a:gd name="GluePoint40X" fmla="*/ 3267 w 5287"/>
                  <a:gd name="GluePoint40Y" fmla="*/ 0 h 1"/>
                  <a:gd name="GluePoint41X" fmla="*/ 3363 w 5287"/>
                  <a:gd name="GluePoint41Y" fmla="*/ 0 h 1"/>
                  <a:gd name="GluePoint42X" fmla="*/ 3417 w 5287"/>
                  <a:gd name="GluePoint42Y" fmla="*/ 0 h 1"/>
                  <a:gd name="GluePoint43X" fmla="*/ 3525 w 5287"/>
                  <a:gd name="GluePoint43Y" fmla="*/ 0 h 1"/>
                  <a:gd name="GluePoint44X" fmla="*/ 3621 w 5287"/>
                  <a:gd name="GluePoint44Y" fmla="*/ 0 h 1"/>
                  <a:gd name="GluePoint45X" fmla="*/ 3697 w 5287"/>
                  <a:gd name="GluePoint45Y" fmla="*/ 0 h 1"/>
                  <a:gd name="GluePoint46X" fmla="*/ 3772 w 5287"/>
                  <a:gd name="GluePoint46Y" fmla="*/ 0 h 1"/>
                  <a:gd name="GluePoint47X" fmla="*/ 3879 w 5287"/>
                  <a:gd name="GluePoint47Y" fmla="*/ 0 h 1"/>
                  <a:gd name="GluePoint48X" fmla="*/ 3976 w 5287"/>
                  <a:gd name="GluePoint48Y" fmla="*/ 0 h 1"/>
                  <a:gd name="GluePoint49X" fmla="*/ 4030 w 5287"/>
                  <a:gd name="GluePoint49Y" fmla="*/ 0 h 1"/>
                  <a:gd name="GluePoint50X" fmla="*/ 4137 w 5287"/>
                  <a:gd name="GluePoint50Y" fmla="*/ 0 h 1"/>
                  <a:gd name="GluePoint51X" fmla="*/ 4234 w 5287"/>
                  <a:gd name="GluePoint51Y" fmla="*/ 0 h 1"/>
                  <a:gd name="GluePoint52X" fmla="*/ 4288 w 5287"/>
                  <a:gd name="GluePoint52Y" fmla="*/ 0 h 1"/>
                  <a:gd name="GluePoint53X" fmla="*/ 4384 w 5287"/>
                  <a:gd name="GluePoint53Y" fmla="*/ 0 h 1"/>
                  <a:gd name="GluePoint54X" fmla="*/ 4492 w 5287"/>
                  <a:gd name="GluePoint54Y" fmla="*/ 0 h 1"/>
                  <a:gd name="GluePoint55X" fmla="*/ 4567 w 5287"/>
                  <a:gd name="GluePoint55Y" fmla="*/ 0 h 1"/>
                  <a:gd name="GluePoint56X" fmla="*/ 4642 w 5287"/>
                  <a:gd name="GluePoint56Y" fmla="*/ 0 h 1"/>
                  <a:gd name="GluePoint57X" fmla="*/ 4750 w 5287"/>
                  <a:gd name="GluePoint57Y" fmla="*/ 0 h 1"/>
                  <a:gd name="GluePoint58X" fmla="*/ 4846 w 5287"/>
                  <a:gd name="GluePoint58Y" fmla="*/ 0 h 1"/>
                  <a:gd name="GluePoint59X" fmla="*/ 4900 w 5287"/>
                  <a:gd name="GluePoint59Y" fmla="*/ 0 h 1"/>
                  <a:gd name="GluePoint60X" fmla="*/ 5008 w 5287"/>
                  <a:gd name="GluePoint60Y" fmla="*/ 0 h 1"/>
                  <a:gd name="GluePoint61X" fmla="*/ 5104 w 5287"/>
                  <a:gd name="GluePoint61Y" fmla="*/ 0 h 1"/>
                  <a:gd name="GluePoint62X" fmla="*/ 5158 w 5287"/>
                  <a:gd name="GluePoint62Y" fmla="*/ 0 h 1"/>
                  <a:gd name="GluePoint63X" fmla="*/ 5255 w 5287"/>
                  <a:gd name="GluePoint63Y" fmla="*/ 0 h 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287" h="1">
                    <a:moveTo>
                      <a:pt x="0" y="0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1" y="0"/>
                    </a:lnTo>
                    <a:lnTo>
                      <a:pt x="32" y="0"/>
                    </a:lnTo>
                    <a:lnTo>
                      <a:pt x="43" y="0"/>
                    </a:lnTo>
                    <a:lnTo>
                      <a:pt x="54" y="0"/>
                    </a:lnTo>
                    <a:lnTo>
                      <a:pt x="86" y="0"/>
                    </a:lnTo>
                    <a:lnTo>
                      <a:pt x="118" y="0"/>
                    </a:lnTo>
                    <a:lnTo>
                      <a:pt x="129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0"/>
                    </a:lnTo>
                    <a:lnTo>
                      <a:pt x="172" y="0"/>
                    </a:lnTo>
                    <a:lnTo>
                      <a:pt x="204" y="0"/>
                    </a:lnTo>
                    <a:lnTo>
                      <a:pt x="215" y="0"/>
                    </a:lnTo>
                    <a:lnTo>
                      <a:pt x="247" y="0"/>
                    </a:lnTo>
                    <a:lnTo>
                      <a:pt x="258" y="0"/>
                    </a:lnTo>
                    <a:lnTo>
                      <a:pt x="269" y="0"/>
                    </a:lnTo>
                    <a:lnTo>
                      <a:pt x="279" y="0"/>
                    </a:lnTo>
                    <a:lnTo>
                      <a:pt x="290" y="0"/>
                    </a:lnTo>
                    <a:lnTo>
                      <a:pt x="301" y="0"/>
                    </a:lnTo>
                    <a:lnTo>
                      <a:pt x="333" y="0"/>
                    </a:lnTo>
                    <a:lnTo>
                      <a:pt x="365" y="0"/>
                    </a:lnTo>
                    <a:lnTo>
                      <a:pt x="376" y="0"/>
                    </a:lnTo>
                    <a:lnTo>
                      <a:pt x="387" y="0"/>
                    </a:lnTo>
                    <a:lnTo>
                      <a:pt x="398" y="0"/>
                    </a:lnTo>
                    <a:lnTo>
                      <a:pt x="408" y="0"/>
                    </a:lnTo>
                    <a:lnTo>
                      <a:pt x="419" y="0"/>
                    </a:lnTo>
                    <a:lnTo>
                      <a:pt x="430" y="0"/>
                    </a:lnTo>
                    <a:lnTo>
                      <a:pt x="451" y="0"/>
                    </a:lnTo>
                    <a:lnTo>
                      <a:pt x="462" y="0"/>
                    </a:lnTo>
                    <a:lnTo>
                      <a:pt x="494" y="0"/>
                    </a:lnTo>
                    <a:lnTo>
                      <a:pt x="505" y="0"/>
                    </a:lnTo>
                    <a:lnTo>
                      <a:pt x="516" y="0"/>
                    </a:lnTo>
                    <a:lnTo>
                      <a:pt x="527" y="0"/>
                    </a:lnTo>
                    <a:lnTo>
                      <a:pt x="537" y="0"/>
                    </a:lnTo>
                    <a:lnTo>
                      <a:pt x="548" y="0"/>
                    </a:lnTo>
                    <a:lnTo>
                      <a:pt x="580" y="0"/>
                    </a:lnTo>
                    <a:lnTo>
                      <a:pt x="612" y="0"/>
                    </a:lnTo>
                    <a:lnTo>
                      <a:pt x="623" y="0"/>
                    </a:lnTo>
                    <a:lnTo>
                      <a:pt x="634" y="0"/>
                    </a:lnTo>
                    <a:lnTo>
                      <a:pt x="645" y="0"/>
                    </a:lnTo>
                    <a:lnTo>
                      <a:pt x="655" y="0"/>
                    </a:lnTo>
                    <a:lnTo>
                      <a:pt x="666" y="0"/>
                    </a:lnTo>
                    <a:lnTo>
                      <a:pt x="677" y="0"/>
                    </a:lnTo>
                    <a:lnTo>
                      <a:pt x="709" y="0"/>
                    </a:lnTo>
                    <a:lnTo>
                      <a:pt x="741" y="0"/>
                    </a:lnTo>
                    <a:lnTo>
                      <a:pt x="752" y="0"/>
                    </a:lnTo>
                    <a:lnTo>
                      <a:pt x="763" y="0"/>
                    </a:lnTo>
                    <a:lnTo>
                      <a:pt x="774" y="0"/>
                    </a:lnTo>
                    <a:lnTo>
                      <a:pt x="784" y="0"/>
                    </a:lnTo>
                    <a:lnTo>
                      <a:pt x="795" y="0"/>
                    </a:lnTo>
                    <a:lnTo>
                      <a:pt x="827" y="0"/>
                    </a:lnTo>
                    <a:lnTo>
                      <a:pt x="838" y="0"/>
                    </a:lnTo>
                    <a:lnTo>
                      <a:pt x="860" y="0"/>
                    </a:lnTo>
                    <a:lnTo>
                      <a:pt x="870" y="0"/>
                    </a:lnTo>
                    <a:lnTo>
                      <a:pt x="881" y="0"/>
                    </a:lnTo>
                    <a:lnTo>
                      <a:pt x="892" y="0"/>
                    </a:lnTo>
                    <a:lnTo>
                      <a:pt x="903" y="0"/>
                    </a:lnTo>
                    <a:lnTo>
                      <a:pt x="913" y="0"/>
                    </a:lnTo>
                    <a:lnTo>
                      <a:pt x="924" y="0"/>
                    </a:lnTo>
                    <a:lnTo>
                      <a:pt x="956" y="0"/>
                    </a:lnTo>
                    <a:lnTo>
                      <a:pt x="989" y="0"/>
                    </a:lnTo>
                    <a:lnTo>
                      <a:pt x="999" y="0"/>
                    </a:lnTo>
                    <a:lnTo>
                      <a:pt x="1010" y="0"/>
                    </a:lnTo>
                    <a:lnTo>
                      <a:pt x="1021" y="0"/>
                    </a:lnTo>
                    <a:lnTo>
                      <a:pt x="1032" y="0"/>
                    </a:lnTo>
                    <a:lnTo>
                      <a:pt x="1042" y="0"/>
                    </a:lnTo>
                    <a:lnTo>
                      <a:pt x="1053" y="0"/>
                    </a:lnTo>
                    <a:lnTo>
                      <a:pt x="1075" y="0"/>
                    </a:lnTo>
                    <a:lnTo>
                      <a:pt x="1085" y="0"/>
                    </a:lnTo>
                    <a:lnTo>
                      <a:pt x="1118" y="0"/>
                    </a:lnTo>
                    <a:lnTo>
                      <a:pt x="1128" y="0"/>
                    </a:lnTo>
                    <a:lnTo>
                      <a:pt x="1139" y="0"/>
                    </a:lnTo>
                    <a:lnTo>
                      <a:pt x="1150" y="0"/>
                    </a:lnTo>
                    <a:lnTo>
                      <a:pt x="1161" y="0"/>
                    </a:lnTo>
                    <a:lnTo>
                      <a:pt x="1171" y="0"/>
                    </a:lnTo>
                    <a:lnTo>
                      <a:pt x="1204" y="0"/>
                    </a:lnTo>
                    <a:lnTo>
                      <a:pt x="1236" y="0"/>
                    </a:lnTo>
                    <a:lnTo>
                      <a:pt x="1247" y="0"/>
                    </a:lnTo>
                    <a:lnTo>
                      <a:pt x="1257" y="0"/>
                    </a:lnTo>
                    <a:lnTo>
                      <a:pt x="1268" y="0"/>
                    </a:lnTo>
                    <a:lnTo>
                      <a:pt x="1279" y="0"/>
                    </a:lnTo>
                    <a:lnTo>
                      <a:pt x="1289" y="0"/>
                    </a:lnTo>
                    <a:lnTo>
                      <a:pt x="1300" y="0"/>
                    </a:lnTo>
                    <a:lnTo>
                      <a:pt x="1332" y="0"/>
                    </a:lnTo>
                    <a:lnTo>
                      <a:pt x="1365" y="0"/>
                    </a:lnTo>
                    <a:lnTo>
                      <a:pt x="1375" y="0"/>
                    </a:lnTo>
                    <a:lnTo>
                      <a:pt x="1386" y="0"/>
                    </a:lnTo>
                    <a:lnTo>
                      <a:pt x="1397" y="0"/>
                    </a:lnTo>
                    <a:lnTo>
                      <a:pt x="1408" y="0"/>
                    </a:lnTo>
                    <a:lnTo>
                      <a:pt x="1418" y="0"/>
                    </a:lnTo>
                    <a:lnTo>
                      <a:pt x="1451" y="0"/>
                    </a:lnTo>
                    <a:lnTo>
                      <a:pt x="1461" y="0"/>
                    </a:lnTo>
                    <a:lnTo>
                      <a:pt x="1483" y="0"/>
                    </a:lnTo>
                    <a:lnTo>
                      <a:pt x="1494" y="0"/>
                    </a:lnTo>
                    <a:lnTo>
                      <a:pt x="1504" y="0"/>
                    </a:lnTo>
                    <a:lnTo>
                      <a:pt x="1515" y="0"/>
                    </a:lnTo>
                    <a:lnTo>
                      <a:pt x="1526" y="0"/>
                    </a:lnTo>
                    <a:lnTo>
                      <a:pt x="1537" y="0"/>
                    </a:lnTo>
                    <a:lnTo>
                      <a:pt x="1547" y="0"/>
                    </a:lnTo>
                    <a:lnTo>
                      <a:pt x="1580" y="0"/>
                    </a:lnTo>
                    <a:lnTo>
                      <a:pt x="1612" y="0"/>
                    </a:lnTo>
                    <a:lnTo>
                      <a:pt x="1623" y="0"/>
                    </a:lnTo>
                    <a:lnTo>
                      <a:pt x="1633" y="0"/>
                    </a:lnTo>
                    <a:lnTo>
                      <a:pt x="1644" y="0"/>
                    </a:lnTo>
                    <a:lnTo>
                      <a:pt x="1655" y="0"/>
                    </a:lnTo>
                    <a:lnTo>
                      <a:pt x="1666" y="0"/>
                    </a:lnTo>
                    <a:lnTo>
                      <a:pt x="1698" y="0"/>
                    </a:lnTo>
                    <a:lnTo>
                      <a:pt x="1709" y="0"/>
                    </a:lnTo>
                    <a:lnTo>
                      <a:pt x="1741" y="0"/>
                    </a:lnTo>
                    <a:lnTo>
                      <a:pt x="1752" y="0"/>
                    </a:lnTo>
                    <a:lnTo>
                      <a:pt x="1762" y="0"/>
                    </a:lnTo>
                    <a:lnTo>
                      <a:pt x="1773" y="0"/>
                    </a:lnTo>
                    <a:lnTo>
                      <a:pt x="1784" y="0"/>
                    </a:lnTo>
                    <a:lnTo>
                      <a:pt x="1795" y="0"/>
                    </a:lnTo>
                    <a:lnTo>
                      <a:pt x="1827" y="0"/>
                    </a:lnTo>
                    <a:lnTo>
                      <a:pt x="1859" y="0"/>
                    </a:lnTo>
                    <a:lnTo>
                      <a:pt x="1870" y="0"/>
                    </a:lnTo>
                    <a:lnTo>
                      <a:pt x="1881" y="0"/>
                    </a:lnTo>
                    <a:lnTo>
                      <a:pt x="1891" y="0"/>
                    </a:lnTo>
                    <a:lnTo>
                      <a:pt x="1902" y="0"/>
                    </a:lnTo>
                    <a:lnTo>
                      <a:pt x="1913" y="0"/>
                    </a:lnTo>
                    <a:lnTo>
                      <a:pt x="1924" y="0"/>
                    </a:lnTo>
                    <a:lnTo>
                      <a:pt x="1956" y="0"/>
                    </a:lnTo>
                    <a:lnTo>
                      <a:pt x="1988" y="0"/>
                    </a:lnTo>
                    <a:lnTo>
                      <a:pt x="1999" y="0"/>
                    </a:lnTo>
                    <a:lnTo>
                      <a:pt x="2009" y="0"/>
                    </a:lnTo>
                    <a:lnTo>
                      <a:pt x="2020" y="0"/>
                    </a:lnTo>
                    <a:lnTo>
                      <a:pt x="2031" y="0"/>
                    </a:lnTo>
                    <a:lnTo>
                      <a:pt x="2042" y="0"/>
                    </a:lnTo>
                    <a:lnTo>
                      <a:pt x="2074" y="0"/>
                    </a:lnTo>
                    <a:lnTo>
                      <a:pt x="2085" y="0"/>
                    </a:lnTo>
                    <a:lnTo>
                      <a:pt x="2106" y="0"/>
                    </a:lnTo>
                    <a:lnTo>
                      <a:pt x="2117" y="0"/>
                    </a:lnTo>
                    <a:lnTo>
                      <a:pt x="2128" y="0"/>
                    </a:lnTo>
                    <a:lnTo>
                      <a:pt x="2138" y="0"/>
                    </a:lnTo>
                    <a:lnTo>
                      <a:pt x="2149" y="0"/>
                    </a:lnTo>
                    <a:lnTo>
                      <a:pt x="2160" y="0"/>
                    </a:lnTo>
                    <a:lnTo>
                      <a:pt x="2171" y="0"/>
                    </a:lnTo>
                    <a:lnTo>
                      <a:pt x="2203" y="0"/>
                    </a:lnTo>
                    <a:lnTo>
                      <a:pt x="2235" y="0"/>
                    </a:lnTo>
                    <a:lnTo>
                      <a:pt x="2246" y="0"/>
                    </a:lnTo>
                    <a:lnTo>
                      <a:pt x="2257" y="0"/>
                    </a:lnTo>
                    <a:lnTo>
                      <a:pt x="2267" y="0"/>
                    </a:lnTo>
                    <a:lnTo>
                      <a:pt x="2278" y="0"/>
                    </a:lnTo>
                    <a:lnTo>
                      <a:pt x="2289" y="0"/>
                    </a:lnTo>
                    <a:lnTo>
                      <a:pt x="2321" y="0"/>
                    </a:lnTo>
                    <a:lnTo>
                      <a:pt x="2332" y="0"/>
                    </a:lnTo>
                    <a:lnTo>
                      <a:pt x="2364" y="0"/>
                    </a:lnTo>
                    <a:lnTo>
                      <a:pt x="2375" y="0"/>
                    </a:lnTo>
                    <a:lnTo>
                      <a:pt x="2386" y="0"/>
                    </a:lnTo>
                    <a:lnTo>
                      <a:pt x="2396" y="0"/>
                    </a:lnTo>
                    <a:lnTo>
                      <a:pt x="2407" y="0"/>
                    </a:lnTo>
                    <a:lnTo>
                      <a:pt x="2418" y="0"/>
                    </a:lnTo>
                    <a:lnTo>
                      <a:pt x="2450" y="0"/>
                    </a:lnTo>
                    <a:lnTo>
                      <a:pt x="2482" y="0"/>
                    </a:lnTo>
                    <a:lnTo>
                      <a:pt x="2493" y="0"/>
                    </a:lnTo>
                    <a:lnTo>
                      <a:pt x="2504" y="0"/>
                    </a:lnTo>
                    <a:lnTo>
                      <a:pt x="2515" y="0"/>
                    </a:lnTo>
                    <a:lnTo>
                      <a:pt x="2525" y="0"/>
                    </a:lnTo>
                    <a:lnTo>
                      <a:pt x="2536" y="0"/>
                    </a:lnTo>
                    <a:lnTo>
                      <a:pt x="2547" y="0"/>
                    </a:lnTo>
                    <a:lnTo>
                      <a:pt x="2558" y="0"/>
                    </a:lnTo>
                    <a:lnTo>
                      <a:pt x="2568" y="0"/>
                    </a:lnTo>
                    <a:lnTo>
                      <a:pt x="2579" y="0"/>
                    </a:lnTo>
                    <a:lnTo>
                      <a:pt x="2590" y="0"/>
                    </a:lnTo>
                    <a:lnTo>
                      <a:pt x="2601" y="0"/>
                    </a:lnTo>
                    <a:lnTo>
                      <a:pt x="2611" y="0"/>
                    </a:lnTo>
                    <a:lnTo>
                      <a:pt x="2622" y="0"/>
                    </a:lnTo>
                    <a:lnTo>
                      <a:pt x="2633" y="0"/>
                    </a:lnTo>
                    <a:lnTo>
                      <a:pt x="2644" y="0"/>
                    </a:lnTo>
                    <a:lnTo>
                      <a:pt x="2654" y="0"/>
                    </a:lnTo>
                    <a:lnTo>
                      <a:pt x="2665" y="0"/>
                    </a:lnTo>
                    <a:lnTo>
                      <a:pt x="2676" y="0"/>
                    </a:lnTo>
                    <a:lnTo>
                      <a:pt x="2686" y="0"/>
                    </a:lnTo>
                    <a:lnTo>
                      <a:pt x="2697" y="0"/>
                    </a:lnTo>
                    <a:lnTo>
                      <a:pt x="2708" y="0"/>
                    </a:lnTo>
                    <a:lnTo>
                      <a:pt x="2719" y="0"/>
                    </a:lnTo>
                    <a:lnTo>
                      <a:pt x="2729" y="0"/>
                    </a:lnTo>
                    <a:lnTo>
                      <a:pt x="2740" y="0"/>
                    </a:lnTo>
                    <a:lnTo>
                      <a:pt x="2751" y="0"/>
                    </a:lnTo>
                    <a:lnTo>
                      <a:pt x="2762" y="0"/>
                    </a:lnTo>
                    <a:lnTo>
                      <a:pt x="2772" y="0"/>
                    </a:lnTo>
                    <a:lnTo>
                      <a:pt x="2783" y="0"/>
                    </a:lnTo>
                    <a:lnTo>
                      <a:pt x="2794" y="0"/>
                    </a:lnTo>
                    <a:lnTo>
                      <a:pt x="2826" y="0"/>
                    </a:lnTo>
                    <a:lnTo>
                      <a:pt x="2858" y="0"/>
                    </a:lnTo>
                    <a:lnTo>
                      <a:pt x="2869" y="0"/>
                    </a:lnTo>
                    <a:lnTo>
                      <a:pt x="2880" y="0"/>
                    </a:lnTo>
                    <a:lnTo>
                      <a:pt x="2891" y="0"/>
                    </a:lnTo>
                    <a:lnTo>
                      <a:pt x="2901" y="0"/>
                    </a:lnTo>
                    <a:lnTo>
                      <a:pt x="2912" y="0"/>
                    </a:lnTo>
                    <a:lnTo>
                      <a:pt x="2944" y="0"/>
                    </a:lnTo>
                    <a:lnTo>
                      <a:pt x="2955" y="0"/>
                    </a:lnTo>
                    <a:lnTo>
                      <a:pt x="2987" y="0"/>
                    </a:lnTo>
                    <a:lnTo>
                      <a:pt x="2998" y="0"/>
                    </a:lnTo>
                    <a:lnTo>
                      <a:pt x="3009" y="0"/>
                    </a:lnTo>
                    <a:lnTo>
                      <a:pt x="3020" y="0"/>
                    </a:lnTo>
                    <a:lnTo>
                      <a:pt x="3030" y="0"/>
                    </a:lnTo>
                    <a:lnTo>
                      <a:pt x="3041" y="0"/>
                    </a:lnTo>
                    <a:lnTo>
                      <a:pt x="3073" y="0"/>
                    </a:lnTo>
                    <a:lnTo>
                      <a:pt x="3106" y="0"/>
                    </a:lnTo>
                    <a:lnTo>
                      <a:pt x="3116" y="0"/>
                    </a:lnTo>
                    <a:lnTo>
                      <a:pt x="3127" y="0"/>
                    </a:lnTo>
                    <a:lnTo>
                      <a:pt x="3138" y="0"/>
                    </a:lnTo>
                    <a:lnTo>
                      <a:pt x="3149" y="0"/>
                    </a:lnTo>
                    <a:lnTo>
                      <a:pt x="3159" y="0"/>
                    </a:lnTo>
                    <a:lnTo>
                      <a:pt x="3170" y="0"/>
                    </a:lnTo>
                    <a:lnTo>
                      <a:pt x="3192" y="0"/>
                    </a:lnTo>
                    <a:lnTo>
                      <a:pt x="3202" y="0"/>
                    </a:lnTo>
                    <a:lnTo>
                      <a:pt x="3235" y="0"/>
                    </a:lnTo>
                    <a:lnTo>
                      <a:pt x="3245" y="0"/>
                    </a:lnTo>
                    <a:lnTo>
                      <a:pt x="3256" y="0"/>
                    </a:lnTo>
                    <a:lnTo>
                      <a:pt x="3267" y="0"/>
                    </a:lnTo>
                    <a:lnTo>
                      <a:pt x="3278" y="0"/>
                    </a:lnTo>
                    <a:lnTo>
                      <a:pt x="3288" y="0"/>
                    </a:lnTo>
                    <a:lnTo>
                      <a:pt x="3321" y="0"/>
                    </a:lnTo>
                    <a:lnTo>
                      <a:pt x="3353" y="0"/>
                    </a:lnTo>
                    <a:lnTo>
                      <a:pt x="3363" y="0"/>
                    </a:lnTo>
                    <a:lnTo>
                      <a:pt x="3374" y="0"/>
                    </a:lnTo>
                    <a:lnTo>
                      <a:pt x="3385" y="0"/>
                    </a:lnTo>
                    <a:lnTo>
                      <a:pt x="3396" y="0"/>
                    </a:lnTo>
                    <a:lnTo>
                      <a:pt x="3406" y="0"/>
                    </a:lnTo>
                    <a:lnTo>
                      <a:pt x="3417" y="0"/>
                    </a:lnTo>
                    <a:lnTo>
                      <a:pt x="3449" y="0"/>
                    </a:lnTo>
                    <a:lnTo>
                      <a:pt x="3482" y="0"/>
                    </a:lnTo>
                    <a:lnTo>
                      <a:pt x="3492" y="0"/>
                    </a:lnTo>
                    <a:lnTo>
                      <a:pt x="3503" y="0"/>
                    </a:lnTo>
                    <a:lnTo>
                      <a:pt x="3514" y="0"/>
                    </a:lnTo>
                    <a:lnTo>
                      <a:pt x="3525" y="0"/>
                    </a:lnTo>
                    <a:lnTo>
                      <a:pt x="3535" y="0"/>
                    </a:lnTo>
                    <a:lnTo>
                      <a:pt x="3568" y="0"/>
                    </a:lnTo>
                    <a:lnTo>
                      <a:pt x="3578" y="0"/>
                    </a:lnTo>
                    <a:lnTo>
                      <a:pt x="3611" y="0"/>
                    </a:lnTo>
                    <a:lnTo>
                      <a:pt x="3621" y="0"/>
                    </a:lnTo>
                    <a:lnTo>
                      <a:pt x="3632" y="0"/>
                    </a:lnTo>
                    <a:lnTo>
                      <a:pt x="3643" y="0"/>
                    </a:lnTo>
                    <a:lnTo>
                      <a:pt x="3654" y="0"/>
                    </a:lnTo>
                    <a:lnTo>
                      <a:pt x="3664" y="0"/>
                    </a:lnTo>
                    <a:lnTo>
                      <a:pt x="3697" y="0"/>
                    </a:lnTo>
                    <a:lnTo>
                      <a:pt x="3729" y="0"/>
                    </a:lnTo>
                    <a:lnTo>
                      <a:pt x="3740" y="0"/>
                    </a:lnTo>
                    <a:lnTo>
                      <a:pt x="3750" y="0"/>
                    </a:lnTo>
                    <a:lnTo>
                      <a:pt x="3761" y="0"/>
                    </a:lnTo>
                    <a:lnTo>
                      <a:pt x="3772" y="0"/>
                    </a:lnTo>
                    <a:lnTo>
                      <a:pt x="3783" y="0"/>
                    </a:lnTo>
                    <a:lnTo>
                      <a:pt x="3793" y="0"/>
                    </a:lnTo>
                    <a:lnTo>
                      <a:pt x="3815" y="0"/>
                    </a:lnTo>
                    <a:lnTo>
                      <a:pt x="3826" y="0"/>
                    </a:lnTo>
                    <a:lnTo>
                      <a:pt x="3858" y="0"/>
                    </a:lnTo>
                    <a:lnTo>
                      <a:pt x="3869" y="0"/>
                    </a:lnTo>
                    <a:lnTo>
                      <a:pt x="3879" y="0"/>
                    </a:lnTo>
                    <a:lnTo>
                      <a:pt x="3890" y="0"/>
                    </a:lnTo>
                    <a:lnTo>
                      <a:pt x="3901" y="0"/>
                    </a:lnTo>
                    <a:lnTo>
                      <a:pt x="3912" y="0"/>
                    </a:lnTo>
                    <a:lnTo>
                      <a:pt x="3944" y="0"/>
                    </a:lnTo>
                    <a:lnTo>
                      <a:pt x="3976" y="0"/>
                    </a:lnTo>
                    <a:lnTo>
                      <a:pt x="3987" y="0"/>
                    </a:lnTo>
                    <a:lnTo>
                      <a:pt x="3998" y="0"/>
                    </a:lnTo>
                    <a:lnTo>
                      <a:pt x="4008" y="0"/>
                    </a:lnTo>
                    <a:lnTo>
                      <a:pt x="4019" y="0"/>
                    </a:lnTo>
                    <a:lnTo>
                      <a:pt x="4030" y="0"/>
                    </a:lnTo>
                    <a:lnTo>
                      <a:pt x="4040" y="0"/>
                    </a:lnTo>
                    <a:lnTo>
                      <a:pt x="4073" y="0"/>
                    </a:lnTo>
                    <a:lnTo>
                      <a:pt x="4105" y="0"/>
                    </a:lnTo>
                    <a:lnTo>
                      <a:pt x="4116" y="0"/>
                    </a:lnTo>
                    <a:lnTo>
                      <a:pt x="4126" y="0"/>
                    </a:lnTo>
                    <a:lnTo>
                      <a:pt x="4137" y="0"/>
                    </a:lnTo>
                    <a:lnTo>
                      <a:pt x="4148" y="0"/>
                    </a:lnTo>
                    <a:lnTo>
                      <a:pt x="4159" y="0"/>
                    </a:lnTo>
                    <a:lnTo>
                      <a:pt x="4191" y="0"/>
                    </a:lnTo>
                    <a:lnTo>
                      <a:pt x="4202" y="0"/>
                    </a:lnTo>
                    <a:lnTo>
                      <a:pt x="4223" y="0"/>
                    </a:lnTo>
                    <a:lnTo>
                      <a:pt x="4234" y="0"/>
                    </a:lnTo>
                    <a:lnTo>
                      <a:pt x="4245" y="0"/>
                    </a:lnTo>
                    <a:lnTo>
                      <a:pt x="4255" y="0"/>
                    </a:lnTo>
                    <a:lnTo>
                      <a:pt x="4266" y="0"/>
                    </a:lnTo>
                    <a:lnTo>
                      <a:pt x="4277" y="0"/>
                    </a:lnTo>
                    <a:lnTo>
                      <a:pt x="4288" y="0"/>
                    </a:lnTo>
                    <a:lnTo>
                      <a:pt x="4320" y="0"/>
                    </a:lnTo>
                    <a:lnTo>
                      <a:pt x="4352" y="0"/>
                    </a:lnTo>
                    <a:lnTo>
                      <a:pt x="4363" y="0"/>
                    </a:lnTo>
                    <a:lnTo>
                      <a:pt x="4374" y="0"/>
                    </a:lnTo>
                    <a:lnTo>
                      <a:pt x="4384" y="0"/>
                    </a:lnTo>
                    <a:lnTo>
                      <a:pt x="4395" y="0"/>
                    </a:lnTo>
                    <a:lnTo>
                      <a:pt x="4406" y="0"/>
                    </a:lnTo>
                    <a:lnTo>
                      <a:pt x="4417" y="0"/>
                    </a:lnTo>
                    <a:lnTo>
                      <a:pt x="4438" y="0"/>
                    </a:lnTo>
                    <a:lnTo>
                      <a:pt x="4449" y="0"/>
                    </a:lnTo>
                    <a:lnTo>
                      <a:pt x="4481" y="0"/>
                    </a:lnTo>
                    <a:lnTo>
                      <a:pt x="4492" y="0"/>
                    </a:lnTo>
                    <a:lnTo>
                      <a:pt x="4503" y="0"/>
                    </a:lnTo>
                    <a:lnTo>
                      <a:pt x="4513" y="0"/>
                    </a:lnTo>
                    <a:lnTo>
                      <a:pt x="4524" y="0"/>
                    </a:lnTo>
                    <a:lnTo>
                      <a:pt x="4535" y="0"/>
                    </a:lnTo>
                    <a:lnTo>
                      <a:pt x="4567" y="0"/>
                    </a:lnTo>
                    <a:lnTo>
                      <a:pt x="4599" y="0"/>
                    </a:lnTo>
                    <a:lnTo>
                      <a:pt x="4610" y="0"/>
                    </a:lnTo>
                    <a:lnTo>
                      <a:pt x="4621" y="0"/>
                    </a:lnTo>
                    <a:lnTo>
                      <a:pt x="4632" y="0"/>
                    </a:lnTo>
                    <a:lnTo>
                      <a:pt x="4642" y="0"/>
                    </a:lnTo>
                    <a:lnTo>
                      <a:pt x="4653" y="0"/>
                    </a:lnTo>
                    <a:lnTo>
                      <a:pt x="4664" y="0"/>
                    </a:lnTo>
                    <a:lnTo>
                      <a:pt x="4696" y="0"/>
                    </a:lnTo>
                    <a:lnTo>
                      <a:pt x="4728" y="0"/>
                    </a:lnTo>
                    <a:lnTo>
                      <a:pt x="4739" y="0"/>
                    </a:lnTo>
                    <a:lnTo>
                      <a:pt x="4750" y="0"/>
                    </a:lnTo>
                    <a:lnTo>
                      <a:pt x="4760" y="0"/>
                    </a:lnTo>
                    <a:lnTo>
                      <a:pt x="4771" y="0"/>
                    </a:lnTo>
                    <a:lnTo>
                      <a:pt x="4782" y="0"/>
                    </a:lnTo>
                    <a:lnTo>
                      <a:pt x="4814" y="0"/>
                    </a:lnTo>
                    <a:lnTo>
                      <a:pt x="4825" y="0"/>
                    </a:lnTo>
                    <a:lnTo>
                      <a:pt x="4846" y="0"/>
                    </a:lnTo>
                    <a:lnTo>
                      <a:pt x="4857" y="0"/>
                    </a:lnTo>
                    <a:lnTo>
                      <a:pt x="4868" y="0"/>
                    </a:lnTo>
                    <a:lnTo>
                      <a:pt x="4879" y="0"/>
                    </a:lnTo>
                    <a:lnTo>
                      <a:pt x="4889" y="0"/>
                    </a:lnTo>
                    <a:lnTo>
                      <a:pt x="4900" y="0"/>
                    </a:lnTo>
                    <a:lnTo>
                      <a:pt x="4911" y="0"/>
                    </a:lnTo>
                    <a:lnTo>
                      <a:pt x="4943" y="0"/>
                    </a:lnTo>
                    <a:lnTo>
                      <a:pt x="4975" y="0"/>
                    </a:lnTo>
                    <a:lnTo>
                      <a:pt x="4986" y="0"/>
                    </a:lnTo>
                    <a:lnTo>
                      <a:pt x="4997" y="0"/>
                    </a:lnTo>
                    <a:lnTo>
                      <a:pt x="5008" y="0"/>
                    </a:lnTo>
                    <a:lnTo>
                      <a:pt x="5018" y="0"/>
                    </a:lnTo>
                    <a:lnTo>
                      <a:pt x="5029" y="0"/>
                    </a:lnTo>
                    <a:lnTo>
                      <a:pt x="5061" y="0"/>
                    </a:lnTo>
                    <a:lnTo>
                      <a:pt x="5072" y="0"/>
                    </a:lnTo>
                    <a:lnTo>
                      <a:pt x="5104" y="0"/>
                    </a:lnTo>
                    <a:lnTo>
                      <a:pt x="5115" y="0"/>
                    </a:lnTo>
                    <a:lnTo>
                      <a:pt x="5126" y="0"/>
                    </a:lnTo>
                    <a:lnTo>
                      <a:pt x="5137" y="0"/>
                    </a:lnTo>
                    <a:lnTo>
                      <a:pt x="5147" y="0"/>
                    </a:lnTo>
                    <a:lnTo>
                      <a:pt x="5158" y="0"/>
                    </a:lnTo>
                    <a:lnTo>
                      <a:pt x="5190" y="0"/>
                    </a:lnTo>
                    <a:lnTo>
                      <a:pt x="5223" y="0"/>
                    </a:lnTo>
                    <a:lnTo>
                      <a:pt x="5233" y="0"/>
                    </a:lnTo>
                    <a:lnTo>
                      <a:pt x="5244" y="0"/>
                    </a:lnTo>
                    <a:lnTo>
                      <a:pt x="5255" y="0"/>
                    </a:lnTo>
                    <a:lnTo>
                      <a:pt x="5266" y="0"/>
                    </a:lnTo>
                    <a:lnTo>
                      <a:pt x="5276" y="0"/>
                    </a:lnTo>
                    <a:lnTo>
                      <a:pt x="528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7" name="Rectangle 93"/>
              <p:cNvSpPr/>
              <p:nvPr/>
            </p:nvSpPr>
            <p:spPr>
              <a:xfrm>
                <a:off x="4870800" y="3157560"/>
                <a:ext cx="31500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DISP_Y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8" name="Rectangle 94"/>
              <p:cNvSpPr/>
              <p:nvPr/>
            </p:nvSpPr>
            <p:spPr>
              <a:xfrm>
                <a:off x="396720" y="3281400"/>
                <a:ext cx="3348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49" name="Rectangle 95"/>
              <p:cNvSpPr/>
              <p:nvPr/>
            </p:nvSpPr>
            <p:spPr>
              <a:xfrm>
                <a:off x="46512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0" name="Rectangle 96"/>
              <p:cNvSpPr/>
              <p:nvPr/>
            </p:nvSpPr>
            <p:spPr>
              <a:xfrm>
                <a:off x="46512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1" name="Rectangle 97"/>
              <p:cNvSpPr/>
              <p:nvPr/>
            </p:nvSpPr>
            <p:spPr>
              <a:xfrm>
                <a:off x="51588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2" name="Rectangle 98"/>
              <p:cNvSpPr/>
              <p:nvPr/>
            </p:nvSpPr>
            <p:spPr>
              <a:xfrm>
                <a:off x="56664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3" name="Rectangle 99"/>
              <p:cNvSpPr/>
              <p:nvPr/>
            </p:nvSpPr>
            <p:spPr>
              <a:xfrm>
                <a:off x="584280" y="3281400"/>
                <a:ext cx="507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4" name="Rectangle 100"/>
              <p:cNvSpPr/>
              <p:nvPr/>
            </p:nvSpPr>
            <p:spPr>
              <a:xfrm>
                <a:off x="65232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5" name="Rectangle 101"/>
              <p:cNvSpPr/>
              <p:nvPr/>
            </p:nvSpPr>
            <p:spPr>
              <a:xfrm>
                <a:off x="652320" y="3314880"/>
                <a:ext cx="511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6" name="Rectangle 102"/>
              <p:cNvSpPr/>
              <p:nvPr/>
            </p:nvSpPr>
            <p:spPr>
              <a:xfrm>
                <a:off x="72072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7" name="Rectangle 103"/>
              <p:cNvSpPr/>
              <p:nvPr/>
            </p:nvSpPr>
            <p:spPr>
              <a:xfrm>
                <a:off x="77148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8" name="Rectangle 104"/>
              <p:cNvSpPr/>
              <p:nvPr/>
            </p:nvSpPr>
            <p:spPr>
              <a:xfrm>
                <a:off x="789120" y="3281400"/>
                <a:ext cx="331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59" name="Rectangle 105"/>
              <p:cNvSpPr/>
              <p:nvPr/>
            </p:nvSpPr>
            <p:spPr>
              <a:xfrm>
                <a:off x="85716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0" name="Rectangle 106"/>
              <p:cNvSpPr/>
              <p:nvPr/>
            </p:nvSpPr>
            <p:spPr>
              <a:xfrm>
                <a:off x="85716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1" name="Rectangle 107"/>
              <p:cNvSpPr/>
              <p:nvPr/>
            </p:nvSpPr>
            <p:spPr>
              <a:xfrm>
                <a:off x="90792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2" name="Rectangle 108"/>
              <p:cNvSpPr/>
              <p:nvPr/>
            </p:nvSpPr>
            <p:spPr>
              <a:xfrm>
                <a:off x="95868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3" name="Rectangle 109"/>
              <p:cNvSpPr/>
              <p:nvPr/>
            </p:nvSpPr>
            <p:spPr>
              <a:xfrm>
                <a:off x="993600" y="3281400"/>
                <a:ext cx="3348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4" name="Rectangle 110"/>
              <p:cNvSpPr/>
              <p:nvPr/>
            </p:nvSpPr>
            <p:spPr>
              <a:xfrm>
                <a:off x="106200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5" name="Rectangle 111"/>
              <p:cNvSpPr/>
              <p:nvPr/>
            </p:nvSpPr>
            <p:spPr>
              <a:xfrm>
                <a:off x="1062000" y="3314880"/>
                <a:ext cx="3348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6" name="Rectangle 112"/>
              <p:cNvSpPr/>
              <p:nvPr/>
            </p:nvSpPr>
            <p:spPr>
              <a:xfrm>
                <a:off x="111276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7" name="Rectangle 113"/>
              <p:cNvSpPr/>
              <p:nvPr/>
            </p:nvSpPr>
            <p:spPr>
              <a:xfrm>
                <a:off x="116352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8" name="Rectangle 114"/>
              <p:cNvSpPr/>
              <p:nvPr/>
            </p:nvSpPr>
            <p:spPr>
              <a:xfrm>
                <a:off x="1181160" y="3281400"/>
                <a:ext cx="507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69" name="Rectangle 115"/>
              <p:cNvSpPr/>
              <p:nvPr/>
            </p:nvSpPr>
            <p:spPr>
              <a:xfrm>
                <a:off x="124920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0" name="Rectangle 116"/>
              <p:cNvSpPr/>
              <p:nvPr/>
            </p:nvSpPr>
            <p:spPr>
              <a:xfrm>
                <a:off x="1249200" y="3314880"/>
                <a:ext cx="511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1" name="Rectangle 117"/>
              <p:cNvSpPr/>
              <p:nvPr/>
            </p:nvSpPr>
            <p:spPr>
              <a:xfrm>
                <a:off x="130032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2" name="Rectangle 118"/>
              <p:cNvSpPr/>
              <p:nvPr/>
            </p:nvSpPr>
            <p:spPr>
              <a:xfrm>
                <a:off x="135108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3" name="Rectangle 119"/>
              <p:cNvSpPr/>
              <p:nvPr/>
            </p:nvSpPr>
            <p:spPr>
              <a:xfrm>
                <a:off x="1386000" y="3281400"/>
                <a:ext cx="331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4" name="Rectangle 120"/>
              <p:cNvSpPr/>
              <p:nvPr/>
            </p:nvSpPr>
            <p:spPr>
              <a:xfrm>
                <a:off x="145404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5" name="Rectangle 121"/>
              <p:cNvSpPr/>
              <p:nvPr/>
            </p:nvSpPr>
            <p:spPr>
              <a:xfrm>
                <a:off x="145404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6" name="Rectangle 122"/>
              <p:cNvSpPr/>
              <p:nvPr/>
            </p:nvSpPr>
            <p:spPr>
              <a:xfrm>
                <a:off x="1504800" y="3314880"/>
                <a:ext cx="511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7" name="Rectangle 123"/>
              <p:cNvSpPr/>
              <p:nvPr/>
            </p:nvSpPr>
            <p:spPr>
              <a:xfrm>
                <a:off x="155592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8" name="Rectangle 124"/>
              <p:cNvSpPr/>
              <p:nvPr/>
            </p:nvSpPr>
            <p:spPr>
              <a:xfrm>
                <a:off x="1573200" y="3281400"/>
                <a:ext cx="507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79" name="Rectangle 125"/>
              <p:cNvSpPr/>
              <p:nvPr/>
            </p:nvSpPr>
            <p:spPr>
              <a:xfrm>
                <a:off x="164160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0" name="Rectangle 126"/>
              <p:cNvSpPr/>
              <p:nvPr/>
            </p:nvSpPr>
            <p:spPr>
              <a:xfrm>
                <a:off x="164160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1" name="Rectangle 127"/>
              <p:cNvSpPr/>
              <p:nvPr/>
            </p:nvSpPr>
            <p:spPr>
              <a:xfrm>
                <a:off x="1709640" y="3314880"/>
                <a:ext cx="349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2" name="Rectangle 128"/>
              <p:cNvSpPr/>
              <p:nvPr/>
            </p:nvSpPr>
            <p:spPr>
              <a:xfrm>
                <a:off x="174456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3" name="Rectangle 129"/>
              <p:cNvSpPr/>
              <p:nvPr/>
            </p:nvSpPr>
            <p:spPr>
              <a:xfrm>
                <a:off x="177804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4" name="Rectangle 130"/>
              <p:cNvSpPr/>
              <p:nvPr/>
            </p:nvSpPr>
            <p:spPr>
              <a:xfrm>
                <a:off x="184644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5" name="Rectangle 131"/>
              <p:cNvSpPr/>
              <p:nvPr/>
            </p:nvSpPr>
            <p:spPr>
              <a:xfrm>
                <a:off x="184644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6" name="Rectangle 132"/>
              <p:cNvSpPr/>
              <p:nvPr/>
            </p:nvSpPr>
            <p:spPr>
              <a:xfrm>
                <a:off x="1897200" y="3314880"/>
                <a:ext cx="5220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7" name="Rectangle 133"/>
              <p:cNvSpPr/>
              <p:nvPr/>
            </p:nvSpPr>
            <p:spPr>
              <a:xfrm>
                <a:off x="194940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8" name="Rectangle 134"/>
              <p:cNvSpPr/>
              <p:nvPr/>
            </p:nvSpPr>
            <p:spPr>
              <a:xfrm>
                <a:off x="198288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89" name="Rectangle 135"/>
              <p:cNvSpPr/>
              <p:nvPr/>
            </p:nvSpPr>
            <p:spPr>
              <a:xfrm>
                <a:off x="205092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0" name="Rectangle 136"/>
              <p:cNvSpPr/>
              <p:nvPr/>
            </p:nvSpPr>
            <p:spPr>
              <a:xfrm>
                <a:off x="2050920" y="3314880"/>
                <a:ext cx="349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1" name="Rectangle 137"/>
              <p:cNvSpPr/>
              <p:nvPr/>
            </p:nvSpPr>
            <p:spPr>
              <a:xfrm>
                <a:off x="2101680" y="3314880"/>
                <a:ext cx="525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2" name="Rectangle 138"/>
              <p:cNvSpPr/>
              <p:nvPr/>
            </p:nvSpPr>
            <p:spPr>
              <a:xfrm>
                <a:off x="215424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3" name="Rectangle 139"/>
              <p:cNvSpPr/>
              <p:nvPr/>
            </p:nvSpPr>
            <p:spPr>
              <a:xfrm>
                <a:off x="2170080" y="3281400"/>
                <a:ext cx="525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4" name="Rectangle 140"/>
              <p:cNvSpPr/>
              <p:nvPr/>
            </p:nvSpPr>
            <p:spPr>
              <a:xfrm>
                <a:off x="223848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5" name="Rectangle 141"/>
              <p:cNvSpPr/>
              <p:nvPr/>
            </p:nvSpPr>
            <p:spPr>
              <a:xfrm>
                <a:off x="2238480" y="3314880"/>
                <a:ext cx="5220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6" name="Rectangle 142"/>
              <p:cNvSpPr/>
              <p:nvPr/>
            </p:nvSpPr>
            <p:spPr>
              <a:xfrm>
                <a:off x="229068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7" name="Rectangle 143"/>
              <p:cNvSpPr/>
              <p:nvPr/>
            </p:nvSpPr>
            <p:spPr>
              <a:xfrm>
                <a:off x="234144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8" name="Rectangle 144"/>
              <p:cNvSpPr/>
              <p:nvPr/>
            </p:nvSpPr>
            <p:spPr>
              <a:xfrm>
                <a:off x="237492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899" name="Rectangle 145"/>
              <p:cNvSpPr/>
              <p:nvPr/>
            </p:nvSpPr>
            <p:spPr>
              <a:xfrm>
                <a:off x="244332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0" name="Rectangle 146"/>
              <p:cNvSpPr/>
              <p:nvPr/>
            </p:nvSpPr>
            <p:spPr>
              <a:xfrm>
                <a:off x="244332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1" name="Rectangle 147"/>
              <p:cNvSpPr/>
              <p:nvPr/>
            </p:nvSpPr>
            <p:spPr>
              <a:xfrm>
                <a:off x="2494080" y="3314880"/>
                <a:ext cx="5220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2" name="Rectangle 148"/>
              <p:cNvSpPr/>
              <p:nvPr/>
            </p:nvSpPr>
            <p:spPr>
              <a:xfrm>
                <a:off x="254628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3" name="Rectangle 149"/>
              <p:cNvSpPr/>
              <p:nvPr/>
            </p:nvSpPr>
            <p:spPr>
              <a:xfrm>
                <a:off x="2562120" y="3281400"/>
                <a:ext cx="525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4" name="Rectangle 150"/>
              <p:cNvSpPr/>
              <p:nvPr/>
            </p:nvSpPr>
            <p:spPr>
              <a:xfrm>
                <a:off x="263052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5" name="Rectangle 151"/>
              <p:cNvSpPr/>
              <p:nvPr/>
            </p:nvSpPr>
            <p:spPr>
              <a:xfrm>
                <a:off x="2630520" y="3314880"/>
                <a:ext cx="5220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6" name="Rectangle 152"/>
              <p:cNvSpPr/>
              <p:nvPr/>
            </p:nvSpPr>
            <p:spPr>
              <a:xfrm>
                <a:off x="2698920" y="3314880"/>
                <a:ext cx="349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7" name="Rectangle 153"/>
              <p:cNvSpPr/>
              <p:nvPr/>
            </p:nvSpPr>
            <p:spPr>
              <a:xfrm>
                <a:off x="273384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8" name="Rectangle 154"/>
              <p:cNvSpPr/>
              <p:nvPr/>
            </p:nvSpPr>
            <p:spPr>
              <a:xfrm>
                <a:off x="276696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09" name="Rectangle 155"/>
              <p:cNvSpPr/>
              <p:nvPr/>
            </p:nvSpPr>
            <p:spPr>
              <a:xfrm>
                <a:off x="283536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0" name="Rectangle 156"/>
              <p:cNvSpPr/>
              <p:nvPr/>
            </p:nvSpPr>
            <p:spPr>
              <a:xfrm>
                <a:off x="2835360" y="3314880"/>
                <a:ext cx="5220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1" name="Rectangle 157"/>
              <p:cNvSpPr/>
              <p:nvPr/>
            </p:nvSpPr>
            <p:spPr>
              <a:xfrm>
                <a:off x="288756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2" name="Rectangle 158"/>
              <p:cNvSpPr/>
              <p:nvPr/>
            </p:nvSpPr>
            <p:spPr>
              <a:xfrm>
                <a:off x="293832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3" name="Rectangle 159"/>
              <p:cNvSpPr/>
              <p:nvPr/>
            </p:nvSpPr>
            <p:spPr>
              <a:xfrm>
                <a:off x="297180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4" name="Rectangle 160"/>
              <p:cNvSpPr/>
              <p:nvPr/>
            </p:nvSpPr>
            <p:spPr>
              <a:xfrm>
                <a:off x="302436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5" name="Rectangle 161"/>
              <p:cNvSpPr/>
              <p:nvPr/>
            </p:nvSpPr>
            <p:spPr>
              <a:xfrm>
                <a:off x="302436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6" name="Rectangle 162"/>
              <p:cNvSpPr/>
              <p:nvPr/>
            </p:nvSpPr>
            <p:spPr>
              <a:xfrm>
                <a:off x="309240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7" name="Rectangle 163"/>
              <p:cNvSpPr/>
              <p:nvPr/>
            </p:nvSpPr>
            <p:spPr>
              <a:xfrm>
                <a:off x="314316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8" name="Rectangle 164"/>
              <p:cNvSpPr/>
              <p:nvPr/>
            </p:nvSpPr>
            <p:spPr>
              <a:xfrm>
                <a:off x="3160800" y="3281400"/>
                <a:ext cx="507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19" name="Rectangle 165"/>
              <p:cNvSpPr/>
              <p:nvPr/>
            </p:nvSpPr>
            <p:spPr>
              <a:xfrm>
                <a:off x="322884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0" name="Rectangle 166"/>
              <p:cNvSpPr/>
              <p:nvPr/>
            </p:nvSpPr>
            <p:spPr>
              <a:xfrm>
                <a:off x="322884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1" name="Rectangle 167"/>
              <p:cNvSpPr/>
              <p:nvPr/>
            </p:nvSpPr>
            <p:spPr>
              <a:xfrm>
                <a:off x="3279600" y="3314880"/>
                <a:ext cx="511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2" name="Rectangle 168"/>
              <p:cNvSpPr/>
              <p:nvPr/>
            </p:nvSpPr>
            <p:spPr>
              <a:xfrm>
                <a:off x="333072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3" name="Rectangle 169"/>
              <p:cNvSpPr/>
              <p:nvPr/>
            </p:nvSpPr>
            <p:spPr>
              <a:xfrm>
                <a:off x="3365640" y="3281400"/>
                <a:ext cx="331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4" name="Rectangle 170"/>
              <p:cNvSpPr/>
              <p:nvPr/>
            </p:nvSpPr>
            <p:spPr>
              <a:xfrm>
                <a:off x="343368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5" name="Rectangle 171"/>
              <p:cNvSpPr/>
              <p:nvPr/>
            </p:nvSpPr>
            <p:spPr>
              <a:xfrm>
                <a:off x="343368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6" name="Rectangle 172"/>
              <p:cNvSpPr/>
              <p:nvPr/>
            </p:nvSpPr>
            <p:spPr>
              <a:xfrm>
                <a:off x="348444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7" name="Rectangle 173"/>
              <p:cNvSpPr/>
              <p:nvPr/>
            </p:nvSpPr>
            <p:spPr>
              <a:xfrm>
                <a:off x="353520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8" name="Rectangle 174"/>
              <p:cNvSpPr/>
              <p:nvPr/>
            </p:nvSpPr>
            <p:spPr>
              <a:xfrm>
                <a:off x="3552840" y="3281400"/>
                <a:ext cx="507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29" name="Rectangle 175"/>
              <p:cNvSpPr/>
              <p:nvPr/>
            </p:nvSpPr>
            <p:spPr>
              <a:xfrm>
                <a:off x="362124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0" name="Rectangle 176"/>
              <p:cNvSpPr/>
              <p:nvPr/>
            </p:nvSpPr>
            <p:spPr>
              <a:xfrm>
                <a:off x="362124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1" name="Rectangle 177"/>
              <p:cNvSpPr/>
              <p:nvPr/>
            </p:nvSpPr>
            <p:spPr>
              <a:xfrm>
                <a:off x="3689280" y="3314880"/>
                <a:ext cx="3348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2" name="Rectangle 178"/>
              <p:cNvSpPr/>
              <p:nvPr/>
            </p:nvSpPr>
            <p:spPr>
              <a:xfrm>
                <a:off x="372276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3" name="Rectangle 179"/>
              <p:cNvSpPr/>
              <p:nvPr/>
            </p:nvSpPr>
            <p:spPr>
              <a:xfrm>
                <a:off x="3757680" y="3281400"/>
                <a:ext cx="331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4" name="Rectangle 180"/>
              <p:cNvSpPr/>
              <p:nvPr/>
            </p:nvSpPr>
            <p:spPr>
              <a:xfrm>
                <a:off x="3825720" y="3314880"/>
                <a:ext cx="1620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5" name="Rectangle 181"/>
              <p:cNvSpPr/>
              <p:nvPr/>
            </p:nvSpPr>
            <p:spPr>
              <a:xfrm>
                <a:off x="3825720" y="3314880"/>
                <a:ext cx="511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6" name="Rectangle 182"/>
              <p:cNvSpPr/>
              <p:nvPr/>
            </p:nvSpPr>
            <p:spPr>
              <a:xfrm>
                <a:off x="387684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7" name="Rectangle 183"/>
              <p:cNvSpPr/>
              <p:nvPr/>
            </p:nvSpPr>
            <p:spPr>
              <a:xfrm>
                <a:off x="392760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8" name="Rectangle 184"/>
              <p:cNvSpPr/>
              <p:nvPr/>
            </p:nvSpPr>
            <p:spPr>
              <a:xfrm>
                <a:off x="3962520" y="3281400"/>
                <a:ext cx="331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39" name="Rectangle 185"/>
              <p:cNvSpPr/>
              <p:nvPr/>
            </p:nvSpPr>
            <p:spPr>
              <a:xfrm>
                <a:off x="401328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0" name="Rectangle 186"/>
              <p:cNvSpPr/>
              <p:nvPr/>
            </p:nvSpPr>
            <p:spPr>
              <a:xfrm>
                <a:off x="401328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1" name="Rectangle 187"/>
              <p:cNvSpPr/>
              <p:nvPr/>
            </p:nvSpPr>
            <p:spPr>
              <a:xfrm>
                <a:off x="4081320" y="3314880"/>
                <a:ext cx="511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2" name="Rectangle 188"/>
              <p:cNvSpPr/>
              <p:nvPr/>
            </p:nvSpPr>
            <p:spPr>
              <a:xfrm>
                <a:off x="413244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3" name="Rectangle 189"/>
              <p:cNvSpPr/>
              <p:nvPr/>
            </p:nvSpPr>
            <p:spPr>
              <a:xfrm>
                <a:off x="4149720" y="3281400"/>
                <a:ext cx="507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4" name="Rectangle 190"/>
              <p:cNvSpPr/>
              <p:nvPr/>
            </p:nvSpPr>
            <p:spPr>
              <a:xfrm>
                <a:off x="421812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5" name="Rectangle 191"/>
              <p:cNvSpPr/>
              <p:nvPr/>
            </p:nvSpPr>
            <p:spPr>
              <a:xfrm>
                <a:off x="421812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6" name="Rectangle 192"/>
              <p:cNvSpPr/>
              <p:nvPr/>
            </p:nvSpPr>
            <p:spPr>
              <a:xfrm>
                <a:off x="426888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7" name="Rectangle 193"/>
              <p:cNvSpPr/>
              <p:nvPr/>
            </p:nvSpPr>
            <p:spPr>
              <a:xfrm>
                <a:off x="431964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8" name="Rectangle 194"/>
              <p:cNvSpPr/>
              <p:nvPr/>
            </p:nvSpPr>
            <p:spPr>
              <a:xfrm>
                <a:off x="4354560" y="3281400"/>
                <a:ext cx="331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49" name="Rectangle 195"/>
              <p:cNvSpPr/>
              <p:nvPr/>
            </p:nvSpPr>
            <p:spPr>
              <a:xfrm>
                <a:off x="4541760" y="3281400"/>
                <a:ext cx="507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0" name="Rectangle 196"/>
              <p:cNvSpPr/>
              <p:nvPr/>
            </p:nvSpPr>
            <p:spPr>
              <a:xfrm>
                <a:off x="4746600" y="3281400"/>
                <a:ext cx="3348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1" name="Rectangle 197"/>
              <p:cNvSpPr/>
              <p:nvPr/>
            </p:nvSpPr>
            <p:spPr>
              <a:xfrm>
                <a:off x="481500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2" name="Rectangle 198"/>
              <p:cNvSpPr/>
              <p:nvPr/>
            </p:nvSpPr>
            <p:spPr>
              <a:xfrm>
                <a:off x="481500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3" name="Rectangle 199"/>
              <p:cNvSpPr/>
              <p:nvPr/>
            </p:nvSpPr>
            <p:spPr>
              <a:xfrm>
                <a:off x="486576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4" name="Rectangle 200"/>
              <p:cNvSpPr/>
              <p:nvPr/>
            </p:nvSpPr>
            <p:spPr>
              <a:xfrm>
                <a:off x="491652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5" name="Rectangle 201"/>
              <p:cNvSpPr/>
              <p:nvPr/>
            </p:nvSpPr>
            <p:spPr>
              <a:xfrm>
                <a:off x="4933800" y="3281400"/>
                <a:ext cx="511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6" name="Rectangle 202"/>
              <p:cNvSpPr/>
              <p:nvPr/>
            </p:nvSpPr>
            <p:spPr>
              <a:xfrm>
                <a:off x="500220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7" name="Rectangle 203"/>
              <p:cNvSpPr/>
              <p:nvPr/>
            </p:nvSpPr>
            <p:spPr>
              <a:xfrm>
                <a:off x="500220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8" name="Rectangle 204"/>
              <p:cNvSpPr/>
              <p:nvPr/>
            </p:nvSpPr>
            <p:spPr>
              <a:xfrm>
                <a:off x="507060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59" name="Rectangle 205"/>
              <p:cNvSpPr/>
              <p:nvPr/>
            </p:nvSpPr>
            <p:spPr>
              <a:xfrm>
                <a:off x="512136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0" name="Rectangle 206"/>
              <p:cNvSpPr/>
              <p:nvPr/>
            </p:nvSpPr>
            <p:spPr>
              <a:xfrm>
                <a:off x="513864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1" name="Rectangle 207"/>
              <p:cNvSpPr/>
              <p:nvPr/>
            </p:nvSpPr>
            <p:spPr>
              <a:xfrm>
                <a:off x="520704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2" name="Rectangle 208"/>
              <p:cNvSpPr/>
              <p:nvPr/>
            </p:nvSpPr>
            <p:spPr>
              <a:xfrm>
                <a:off x="520704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3" name="Rectangle 209"/>
              <p:cNvSpPr/>
              <p:nvPr/>
            </p:nvSpPr>
            <p:spPr>
              <a:xfrm>
                <a:off x="5257800" y="3314880"/>
                <a:ext cx="525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4" name="Rectangle 210"/>
              <p:cNvSpPr/>
              <p:nvPr/>
            </p:nvSpPr>
            <p:spPr>
              <a:xfrm>
                <a:off x="531036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5" name="Rectangle 211"/>
              <p:cNvSpPr/>
              <p:nvPr/>
            </p:nvSpPr>
            <p:spPr>
              <a:xfrm>
                <a:off x="534348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6" name="Rectangle 212"/>
              <p:cNvSpPr/>
              <p:nvPr/>
            </p:nvSpPr>
            <p:spPr>
              <a:xfrm>
                <a:off x="541188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7" name="Rectangle 213"/>
              <p:cNvSpPr/>
              <p:nvPr/>
            </p:nvSpPr>
            <p:spPr>
              <a:xfrm>
                <a:off x="5411880" y="3314880"/>
                <a:ext cx="3492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8" name="Rectangle 214"/>
              <p:cNvSpPr/>
              <p:nvPr/>
            </p:nvSpPr>
            <p:spPr>
              <a:xfrm>
                <a:off x="5462640" y="3314880"/>
                <a:ext cx="5220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69" name="Rectangle 215"/>
              <p:cNvSpPr/>
              <p:nvPr/>
            </p:nvSpPr>
            <p:spPr>
              <a:xfrm>
                <a:off x="551484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0" name="Rectangle 216"/>
              <p:cNvSpPr/>
              <p:nvPr/>
            </p:nvSpPr>
            <p:spPr>
              <a:xfrm>
                <a:off x="5530680" y="3281400"/>
                <a:ext cx="5256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1" name="Rectangle 217"/>
              <p:cNvSpPr/>
              <p:nvPr/>
            </p:nvSpPr>
            <p:spPr>
              <a:xfrm>
                <a:off x="559908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2" name="Rectangle 218"/>
              <p:cNvSpPr/>
              <p:nvPr/>
            </p:nvSpPr>
            <p:spPr>
              <a:xfrm>
                <a:off x="5599080" y="3314880"/>
                <a:ext cx="525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3" name="Rectangle 219"/>
              <p:cNvSpPr/>
              <p:nvPr/>
            </p:nvSpPr>
            <p:spPr>
              <a:xfrm>
                <a:off x="565164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4" name="Rectangle 220"/>
              <p:cNvSpPr/>
              <p:nvPr/>
            </p:nvSpPr>
            <p:spPr>
              <a:xfrm>
                <a:off x="570240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5" name="Rectangle 221"/>
              <p:cNvSpPr/>
              <p:nvPr/>
            </p:nvSpPr>
            <p:spPr>
              <a:xfrm>
                <a:off x="573552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6" name="Rectangle 222"/>
              <p:cNvSpPr/>
              <p:nvPr/>
            </p:nvSpPr>
            <p:spPr>
              <a:xfrm>
                <a:off x="580392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7" name="Rectangle 223"/>
              <p:cNvSpPr/>
              <p:nvPr/>
            </p:nvSpPr>
            <p:spPr>
              <a:xfrm>
                <a:off x="580392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8" name="Rectangle 224"/>
              <p:cNvSpPr/>
              <p:nvPr/>
            </p:nvSpPr>
            <p:spPr>
              <a:xfrm>
                <a:off x="5854680" y="3314880"/>
                <a:ext cx="525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79" name="Rectangle 225"/>
              <p:cNvSpPr/>
              <p:nvPr/>
            </p:nvSpPr>
            <p:spPr>
              <a:xfrm>
                <a:off x="5907240" y="3314880"/>
                <a:ext cx="158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0" name="Rectangle 226"/>
              <p:cNvSpPr/>
              <p:nvPr/>
            </p:nvSpPr>
            <p:spPr>
              <a:xfrm>
                <a:off x="5923080" y="3281400"/>
                <a:ext cx="5220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1" name="Rectangle 227"/>
              <p:cNvSpPr/>
              <p:nvPr/>
            </p:nvSpPr>
            <p:spPr>
              <a:xfrm>
                <a:off x="599112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2" name="Rectangle 228"/>
              <p:cNvSpPr/>
              <p:nvPr/>
            </p:nvSpPr>
            <p:spPr>
              <a:xfrm>
                <a:off x="5991120" y="3314880"/>
                <a:ext cx="525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3" name="Rectangle 229"/>
              <p:cNvSpPr/>
              <p:nvPr/>
            </p:nvSpPr>
            <p:spPr>
              <a:xfrm>
                <a:off x="6059520" y="3314880"/>
                <a:ext cx="5220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4" name="Rectangle 230"/>
              <p:cNvSpPr/>
              <p:nvPr/>
            </p:nvSpPr>
            <p:spPr>
              <a:xfrm>
                <a:off x="6111720" y="3314880"/>
                <a:ext cx="1620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5" name="Rectangle 231"/>
              <p:cNvSpPr/>
              <p:nvPr/>
            </p:nvSpPr>
            <p:spPr>
              <a:xfrm>
                <a:off x="612792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6" name="Rectangle 232"/>
              <p:cNvSpPr/>
              <p:nvPr/>
            </p:nvSpPr>
            <p:spPr>
              <a:xfrm>
                <a:off x="619596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7" name="Rectangle 233"/>
              <p:cNvSpPr/>
              <p:nvPr/>
            </p:nvSpPr>
            <p:spPr>
              <a:xfrm>
                <a:off x="6195960" y="3314880"/>
                <a:ext cx="525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8" name="Rectangle 234"/>
              <p:cNvSpPr/>
              <p:nvPr/>
            </p:nvSpPr>
            <p:spPr>
              <a:xfrm>
                <a:off x="6248520" y="3314880"/>
                <a:ext cx="50760" cy="252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89" name="Rectangle 235"/>
              <p:cNvSpPr/>
              <p:nvPr/>
            </p:nvSpPr>
            <p:spPr>
              <a:xfrm>
                <a:off x="6299280" y="3314880"/>
                <a:ext cx="1728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90" name="Rectangle 236"/>
              <p:cNvSpPr/>
              <p:nvPr/>
            </p:nvSpPr>
            <p:spPr>
              <a:xfrm>
                <a:off x="6332400" y="3281400"/>
                <a:ext cx="34920" cy="586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1880" bIns="118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991" name="Rectangle 237"/>
              <p:cNvSpPr/>
              <p:nvPr/>
            </p:nvSpPr>
            <p:spPr>
              <a:xfrm>
                <a:off x="6400800" y="3314880"/>
                <a:ext cx="17640" cy="252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0" bIns="-216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992" name="Rectangle 239"/>
            <p:cNvSpPr/>
            <p:nvPr/>
          </p:nvSpPr>
          <p:spPr>
            <a:xfrm>
              <a:off x="6400800" y="3314880"/>
              <a:ext cx="3492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993" name="Rectangle 240"/>
            <p:cNvSpPr/>
            <p:nvPr/>
          </p:nvSpPr>
          <p:spPr>
            <a:xfrm>
              <a:off x="645336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994" name="Rectangle 241"/>
            <p:cNvSpPr/>
            <p:nvPr/>
          </p:nvSpPr>
          <p:spPr>
            <a:xfrm>
              <a:off x="6504120" y="3314880"/>
              <a:ext cx="1728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995" name="Rectangle 242"/>
            <p:cNvSpPr/>
            <p:nvPr/>
          </p:nvSpPr>
          <p:spPr>
            <a:xfrm>
              <a:off x="6521400" y="3281400"/>
              <a:ext cx="5076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996" name="Rectangle 243"/>
            <p:cNvSpPr/>
            <p:nvPr/>
          </p:nvSpPr>
          <p:spPr>
            <a:xfrm>
              <a:off x="6589800" y="3314880"/>
              <a:ext cx="158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997" name="Rectangle 244"/>
            <p:cNvSpPr/>
            <p:nvPr/>
          </p:nvSpPr>
          <p:spPr>
            <a:xfrm>
              <a:off x="658980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998" name="Rectangle 245"/>
            <p:cNvSpPr/>
            <p:nvPr/>
          </p:nvSpPr>
          <p:spPr>
            <a:xfrm>
              <a:off x="664056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999" name="Rectangle 246"/>
            <p:cNvSpPr/>
            <p:nvPr/>
          </p:nvSpPr>
          <p:spPr>
            <a:xfrm>
              <a:off x="6691320" y="3314880"/>
              <a:ext cx="1728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0" name="Rectangle 247"/>
            <p:cNvSpPr/>
            <p:nvPr/>
          </p:nvSpPr>
          <p:spPr>
            <a:xfrm>
              <a:off x="6726240" y="3281400"/>
              <a:ext cx="3348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1" name="Rectangle 248"/>
            <p:cNvSpPr/>
            <p:nvPr/>
          </p:nvSpPr>
          <p:spPr>
            <a:xfrm>
              <a:off x="679284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2" name="Rectangle 249"/>
            <p:cNvSpPr/>
            <p:nvPr/>
          </p:nvSpPr>
          <p:spPr>
            <a:xfrm>
              <a:off x="6792840" y="3314880"/>
              <a:ext cx="525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3" name="Rectangle 250"/>
            <p:cNvSpPr/>
            <p:nvPr/>
          </p:nvSpPr>
          <p:spPr>
            <a:xfrm>
              <a:off x="684540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4" name="Rectangle 251"/>
            <p:cNvSpPr/>
            <p:nvPr/>
          </p:nvSpPr>
          <p:spPr>
            <a:xfrm>
              <a:off x="6896160" y="3314880"/>
              <a:ext cx="1728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5" name="Rectangle 252"/>
            <p:cNvSpPr/>
            <p:nvPr/>
          </p:nvSpPr>
          <p:spPr>
            <a:xfrm>
              <a:off x="6913440" y="3281400"/>
              <a:ext cx="5076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6" name="Rectangle 253"/>
            <p:cNvSpPr/>
            <p:nvPr/>
          </p:nvSpPr>
          <p:spPr>
            <a:xfrm>
              <a:off x="6981840" y="3314880"/>
              <a:ext cx="158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7" name="Rectangle 254"/>
            <p:cNvSpPr/>
            <p:nvPr/>
          </p:nvSpPr>
          <p:spPr>
            <a:xfrm>
              <a:off x="698184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8" name="Rectangle 255"/>
            <p:cNvSpPr/>
            <p:nvPr/>
          </p:nvSpPr>
          <p:spPr>
            <a:xfrm>
              <a:off x="7050240" y="3314880"/>
              <a:ext cx="3312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09" name="Rectangle 256"/>
            <p:cNvSpPr/>
            <p:nvPr/>
          </p:nvSpPr>
          <p:spPr>
            <a:xfrm>
              <a:off x="708336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0" name="Rectangle 257"/>
            <p:cNvSpPr/>
            <p:nvPr/>
          </p:nvSpPr>
          <p:spPr>
            <a:xfrm>
              <a:off x="7118280" y="3281400"/>
              <a:ext cx="3348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1" name="Rectangle 258"/>
            <p:cNvSpPr/>
            <p:nvPr/>
          </p:nvSpPr>
          <p:spPr>
            <a:xfrm>
              <a:off x="7186680" y="3314880"/>
              <a:ext cx="158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2" name="Rectangle 259"/>
            <p:cNvSpPr/>
            <p:nvPr/>
          </p:nvSpPr>
          <p:spPr>
            <a:xfrm>
              <a:off x="718668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3" name="Rectangle 260"/>
            <p:cNvSpPr/>
            <p:nvPr/>
          </p:nvSpPr>
          <p:spPr>
            <a:xfrm>
              <a:off x="723744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4" name="Rectangle 261"/>
            <p:cNvSpPr/>
            <p:nvPr/>
          </p:nvSpPr>
          <p:spPr>
            <a:xfrm>
              <a:off x="728820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5" name="Rectangle 262"/>
            <p:cNvSpPr/>
            <p:nvPr/>
          </p:nvSpPr>
          <p:spPr>
            <a:xfrm>
              <a:off x="7323120" y="3281400"/>
              <a:ext cx="3348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6" name="Rectangle 263"/>
            <p:cNvSpPr/>
            <p:nvPr/>
          </p:nvSpPr>
          <p:spPr>
            <a:xfrm>
              <a:off x="7391520" y="3314880"/>
              <a:ext cx="158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7" name="Rectangle 264"/>
            <p:cNvSpPr/>
            <p:nvPr/>
          </p:nvSpPr>
          <p:spPr>
            <a:xfrm>
              <a:off x="7391520" y="3314880"/>
              <a:ext cx="3312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8" name="Rectangle 265"/>
            <p:cNvSpPr/>
            <p:nvPr/>
          </p:nvSpPr>
          <p:spPr>
            <a:xfrm>
              <a:off x="744228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19" name="Rectangle 266"/>
            <p:cNvSpPr/>
            <p:nvPr/>
          </p:nvSpPr>
          <p:spPr>
            <a:xfrm>
              <a:off x="7493040" y="3314880"/>
              <a:ext cx="1728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0" name="Rectangle 267"/>
            <p:cNvSpPr/>
            <p:nvPr/>
          </p:nvSpPr>
          <p:spPr>
            <a:xfrm>
              <a:off x="7510320" y="3281400"/>
              <a:ext cx="5112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1" name="Rectangle 268"/>
            <p:cNvSpPr/>
            <p:nvPr/>
          </p:nvSpPr>
          <p:spPr>
            <a:xfrm>
              <a:off x="757872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2" name="Rectangle 269"/>
            <p:cNvSpPr/>
            <p:nvPr/>
          </p:nvSpPr>
          <p:spPr>
            <a:xfrm>
              <a:off x="757872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3" name="Rectangle 270"/>
            <p:cNvSpPr/>
            <p:nvPr/>
          </p:nvSpPr>
          <p:spPr>
            <a:xfrm>
              <a:off x="762948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4" name="Rectangle 271"/>
            <p:cNvSpPr/>
            <p:nvPr/>
          </p:nvSpPr>
          <p:spPr>
            <a:xfrm>
              <a:off x="768024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5" name="Rectangle 272"/>
            <p:cNvSpPr/>
            <p:nvPr/>
          </p:nvSpPr>
          <p:spPr>
            <a:xfrm>
              <a:off x="7715160" y="3281400"/>
              <a:ext cx="3348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6" name="Rectangle 273"/>
            <p:cNvSpPr/>
            <p:nvPr/>
          </p:nvSpPr>
          <p:spPr>
            <a:xfrm>
              <a:off x="7783560" y="3314880"/>
              <a:ext cx="1728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7" name="Rectangle 274"/>
            <p:cNvSpPr/>
            <p:nvPr/>
          </p:nvSpPr>
          <p:spPr>
            <a:xfrm>
              <a:off x="778356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8" name="Rectangle 275"/>
            <p:cNvSpPr/>
            <p:nvPr/>
          </p:nvSpPr>
          <p:spPr>
            <a:xfrm>
              <a:off x="783432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29" name="Rectangle 276"/>
            <p:cNvSpPr/>
            <p:nvPr/>
          </p:nvSpPr>
          <p:spPr>
            <a:xfrm>
              <a:off x="788508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0" name="Rectangle 277"/>
            <p:cNvSpPr/>
            <p:nvPr/>
          </p:nvSpPr>
          <p:spPr>
            <a:xfrm>
              <a:off x="7902720" y="3281400"/>
              <a:ext cx="5076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1" name="Rectangle 278"/>
            <p:cNvSpPr/>
            <p:nvPr/>
          </p:nvSpPr>
          <p:spPr>
            <a:xfrm>
              <a:off x="797076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2" name="Rectangle 279"/>
            <p:cNvSpPr/>
            <p:nvPr/>
          </p:nvSpPr>
          <p:spPr>
            <a:xfrm>
              <a:off x="797076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3" name="Rectangle 280"/>
            <p:cNvSpPr/>
            <p:nvPr/>
          </p:nvSpPr>
          <p:spPr>
            <a:xfrm>
              <a:off x="8039160" y="3314880"/>
              <a:ext cx="3312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4" name="Rectangle 281"/>
            <p:cNvSpPr/>
            <p:nvPr/>
          </p:nvSpPr>
          <p:spPr>
            <a:xfrm>
              <a:off x="807228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5" name="Rectangle 282"/>
            <p:cNvSpPr/>
            <p:nvPr/>
          </p:nvSpPr>
          <p:spPr>
            <a:xfrm>
              <a:off x="8107200" y="3281400"/>
              <a:ext cx="3348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6" name="Rectangle 283"/>
            <p:cNvSpPr/>
            <p:nvPr/>
          </p:nvSpPr>
          <p:spPr>
            <a:xfrm>
              <a:off x="817560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7" name="Rectangle 284"/>
            <p:cNvSpPr/>
            <p:nvPr/>
          </p:nvSpPr>
          <p:spPr>
            <a:xfrm>
              <a:off x="817560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8" name="Rectangle 285"/>
            <p:cNvSpPr/>
            <p:nvPr/>
          </p:nvSpPr>
          <p:spPr>
            <a:xfrm>
              <a:off x="822636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39" name="Rectangle 286"/>
            <p:cNvSpPr/>
            <p:nvPr/>
          </p:nvSpPr>
          <p:spPr>
            <a:xfrm>
              <a:off x="827712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0" name="Rectangle 287"/>
            <p:cNvSpPr/>
            <p:nvPr/>
          </p:nvSpPr>
          <p:spPr>
            <a:xfrm>
              <a:off x="8312040" y="3281400"/>
              <a:ext cx="3348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1" name="Rectangle 288"/>
            <p:cNvSpPr/>
            <p:nvPr/>
          </p:nvSpPr>
          <p:spPr>
            <a:xfrm>
              <a:off x="836280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2" name="Rectangle 289"/>
            <p:cNvSpPr/>
            <p:nvPr/>
          </p:nvSpPr>
          <p:spPr>
            <a:xfrm>
              <a:off x="8362800" y="3314880"/>
              <a:ext cx="5112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3" name="Rectangle 290"/>
            <p:cNvSpPr/>
            <p:nvPr/>
          </p:nvSpPr>
          <p:spPr>
            <a:xfrm>
              <a:off x="843120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4" name="Rectangle 291"/>
            <p:cNvSpPr/>
            <p:nvPr/>
          </p:nvSpPr>
          <p:spPr>
            <a:xfrm>
              <a:off x="848196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5" name="Rectangle 292"/>
            <p:cNvSpPr/>
            <p:nvPr/>
          </p:nvSpPr>
          <p:spPr>
            <a:xfrm>
              <a:off x="8499600" y="3281400"/>
              <a:ext cx="5076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6" name="Rectangle 293"/>
            <p:cNvSpPr/>
            <p:nvPr/>
          </p:nvSpPr>
          <p:spPr>
            <a:xfrm>
              <a:off x="8567640" y="3314880"/>
              <a:ext cx="176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7" name="Rectangle 294"/>
            <p:cNvSpPr/>
            <p:nvPr/>
          </p:nvSpPr>
          <p:spPr>
            <a:xfrm>
              <a:off x="8567640" y="3314880"/>
              <a:ext cx="507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8" name="Rectangle 295"/>
            <p:cNvSpPr/>
            <p:nvPr/>
          </p:nvSpPr>
          <p:spPr>
            <a:xfrm>
              <a:off x="8618400" y="3314880"/>
              <a:ext cx="52560" cy="252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49" name="Rectangle 296"/>
            <p:cNvSpPr/>
            <p:nvPr/>
          </p:nvSpPr>
          <p:spPr>
            <a:xfrm>
              <a:off x="8670960" y="3314880"/>
              <a:ext cx="15840" cy="252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50" name="Rectangle 297"/>
            <p:cNvSpPr/>
            <p:nvPr/>
          </p:nvSpPr>
          <p:spPr>
            <a:xfrm>
              <a:off x="8704440" y="3281400"/>
              <a:ext cx="34920" cy="5868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1880" bIns="118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1051" name="Rectangle 4"/>
          <p:cNvSpPr/>
          <p:nvPr/>
        </p:nvSpPr>
        <p:spPr>
          <a:xfrm>
            <a:off x="3024360" y="27669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-43920" bIns="-4392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052" name="Text Box 8"/>
          <p:cNvSpPr/>
          <p:nvPr/>
        </p:nvSpPr>
        <p:spPr>
          <a:xfrm>
            <a:off x="673200" y="849240"/>
            <a:ext cx="3241440" cy="430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990099"/>
                </a:solidFill>
                <a:effectLst/>
                <a:uFillTx/>
                <a:latin typeface="Arial"/>
                <a:ea typeface="Arial"/>
              </a:rPr>
              <a:t>4-pass, 17-21 GeV</a:t>
            </a:r>
            <a:r>
              <a:rPr b="0" lang="en-US" sz="1600" strike="noStrike" u="none">
                <a:solidFill>
                  <a:srgbClr val="990099"/>
                </a:solidFill>
                <a:effectLst/>
                <a:uFillTx/>
                <a:latin typeface="Arial Unicode MS"/>
              </a:rPr>
              <a:t>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	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053" name="Line 11"/>
          <p:cNvSpPr/>
          <p:nvPr/>
        </p:nvSpPr>
        <p:spPr>
          <a:xfrm>
            <a:off x="0" y="3419640"/>
            <a:ext cx="9144000" cy="0"/>
          </a:xfrm>
          <a:prstGeom prst="line">
            <a:avLst/>
          </a:prstGeom>
          <a:ln w="1908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-44280" bIns="-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1054" name="Group 12"/>
          <p:cNvGrpSpPr/>
          <p:nvPr/>
        </p:nvGrpSpPr>
        <p:grpSpPr>
          <a:xfrm>
            <a:off x="833400" y="1251000"/>
            <a:ext cx="2203560" cy="0"/>
            <a:chOff x="833400" y="1251000"/>
            <a:chExt cx="2203560" cy="0"/>
          </a:xfrm>
        </p:grpSpPr>
        <p:sp>
          <p:nvSpPr>
            <p:cNvPr id="1055" name="Line 13"/>
            <p:cNvSpPr/>
            <p:nvPr/>
          </p:nvSpPr>
          <p:spPr>
            <a:xfrm>
              <a:off x="833400" y="1251000"/>
              <a:ext cx="2133720" cy="0"/>
            </a:xfrm>
            <a:prstGeom prst="line">
              <a:avLst/>
            </a:prstGeom>
            <a:ln w="76320">
              <a:solidFill>
                <a:srgbClr val="00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-44280" bIns="-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056" name="Line 14"/>
            <p:cNvSpPr/>
            <p:nvPr/>
          </p:nvSpPr>
          <p:spPr>
            <a:xfrm>
              <a:off x="1925640" y="1251000"/>
              <a:ext cx="1111320" cy="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-44280" bIns="-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grpSp>
        <p:nvGrpSpPr>
          <p:cNvPr id="1057" name="Group 558"/>
          <p:cNvGrpSpPr/>
          <p:nvPr/>
        </p:nvGrpSpPr>
        <p:grpSpPr>
          <a:xfrm>
            <a:off x="189000" y="3441600"/>
            <a:ext cx="8685000" cy="2598480"/>
            <a:chOff x="189000" y="3441600"/>
            <a:chExt cx="8685000" cy="2598480"/>
          </a:xfrm>
        </p:grpSpPr>
        <p:grpSp>
          <p:nvGrpSpPr>
            <p:cNvPr id="1058" name="Group 300"/>
            <p:cNvGrpSpPr/>
            <p:nvPr/>
          </p:nvGrpSpPr>
          <p:grpSpPr>
            <a:xfrm>
              <a:off x="189000" y="3922560"/>
              <a:ext cx="8685000" cy="2117520"/>
              <a:chOff x="189000" y="3922560"/>
              <a:chExt cx="8685000" cy="2117520"/>
            </a:xfrm>
          </p:grpSpPr>
          <p:sp>
            <p:nvSpPr>
              <p:cNvPr id="1059" name="AutoShape 299"/>
              <p:cNvSpPr/>
              <p:nvPr/>
            </p:nvSpPr>
            <p:spPr>
              <a:xfrm>
                <a:off x="190440" y="3922560"/>
                <a:ext cx="8683560" cy="211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grpSp>
            <p:nvGrpSpPr>
              <p:cNvPr id="1060" name="Group 501"/>
              <p:cNvGrpSpPr/>
              <p:nvPr/>
            </p:nvGrpSpPr>
            <p:grpSpPr>
              <a:xfrm>
                <a:off x="189000" y="3922560"/>
                <a:ext cx="8685000" cy="2117520"/>
                <a:chOff x="189000" y="3922560"/>
                <a:chExt cx="8685000" cy="2117520"/>
              </a:xfrm>
            </p:grpSpPr>
            <p:sp>
              <p:nvSpPr>
                <p:cNvPr id="1061" name="Rectangle 301"/>
                <p:cNvSpPr/>
                <p:nvPr/>
              </p:nvSpPr>
              <p:spPr>
                <a:xfrm>
                  <a:off x="190440" y="3922560"/>
                  <a:ext cx="8683560" cy="2117520"/>
                </a:xfrm>
                <a:prstGeom prst="rect">
                  <a:avLst/>
                </a:pr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62" name="Rectangle 302"/>
                <p:cNvSpPr/>
                <p:nvPr/>
              </p:nvSpPr>
              <p:spPr>
                <a:xfrm>
                  <a:off x="387360" y="4160880"/>
                  <a:ext cx="8290080" cy="1630080"/>
                </a:xfrm>
                <a:prstGeom prst="rect">
                  <a:avLst/>
                </a:prstGeom>
                <a:noFill/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63" name="Rectangle 303"/>
                <p:cNvSpPr/>
                <p:nvPr/>
              </p:nvSpPr>
              <p:spPr>
                <a:xfrm>
                  <a:off x="8221680" y="5811840"/>
                  <a:ext cx="36972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254.651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64" name="Rectangle 304"/>
                <p:cNvSpPr/>
                <p:nvPr/>
              </p:nvSpPr>
              <p:spPr>
                <a:xfrm>
                  <a:off x="464760" y="5811840"/>
                  <a:ext cx="5760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0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65" name="Rectangle 306"/>
                <p:cNvSpPr/>
                <p:nvPr/>
              </p:nvSpPr>
              <p:spPr>
                <a:xfrm>
                  <a:off x="829080" y="4051440"/>
                  <a:ext cx="70992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                         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66" name="Rectangle 307"/>
                <p:cNvSpPr/>
                <p:nvPr/>
              </p:nvSpPr>
              <p:spPr>
                <a:xfrm rot="16200000">
                  <a:off x="164520" y="4056120"/>
                  <a:ext cx="17100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120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67" name="Rectangle 308"/>
                <p:cNvSpPr/>
                <p:nvPr/>
              </p:nvSpPr>
              <p:spPr>
                <a:xfrm rot="16200000">
                  <a:off x="221040" y="5634720"/>
                  <a:ext cx="5760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0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68" name="Rectangle 309"/>
                <p:cNvSpPr/>
                <p:nvPr/>
              </p:nvSpPr>
              <p:spPr>
                <a:xfrm rot="16200000">
                  <a:off x="8725320" y="4053240"/>
                  <a:ext cx="5760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5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69" name="Rectangle 310"/>
                <p:cNvSpPr/>
                <p:nvPr/>
              </p:nvSpPr>
              <p:spPr>
                <a:xfrm rot="16200000">
                  <a:off x="8725320" y="5632920"/>
                  <a:ext cx="5760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0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0" name="Rectangle 311"/>
                <p:cNvSpPr/>
                <p:nvPr/>
              </p:nvSpPr>
              <p:spPr>
                <a:xfrm rot="16200000">
                  <a:off x="-101880" y="4495680"/>
                  <a:ext cx="70416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BETA_X&amp;Y[m]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1" name="Rectangle 312"/>
                <p:cNvSpPr/>
                <p:nvPr/>
              </p:nvSpPr>
              <p:spPr>
                <a:xfrm rot="16200000">
                  <a:off x="8459640" y="4542840"/>
                  <a:ext cx="66456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DISP_X&amp;Y[m]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2" name="Line 313"/>
                <p:cNvSpPr/>
                <p:nvPr/>
              </p:nvSpPr>
              <p:spPr>
                <a:xfrm flipH="1">
                  <a:off x="8612280" y="4321080"/>
                  <a:ext cx="4896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360" bIns="-45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3" name="Line 314"/>
                <p:cNvSpPr/>
                <p:nvPr/>
              </p:nvSpPr>
              <p:spPr>
                <a:xfrm>
                  <a:off x="387360" y="4321080"/>
                  <a:ext cx="4932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360" bIns="-45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4" name="Line 315"/>
                <p:cNvSpPr/>
                <p:nvPr/>
              </p:nvSpPr>
              <p:spPr>
                <a:xfrm flipV="1">
                  <a:off x="1208160" y="5762160"/>
                  <a:ext cx="144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5" name="Line 316"/>
                <p:cNvSpPr/>
                <p:nvPr/>
              </p:nvSpPr>
              <p:spPr>
                <a:xfrm>
                  <a:off x="1208160" y="4160880"/>
                  <a:ext cx="144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6" name="Line 317"/>
                <p:cNvSpPr/>
                <p:nvPr/>
              </p:nvSpPr>
              <p:spPr>
                <a:xfrm flipH="1">
                  <a:off x="8612280" y="4489560"/>
                  <a:ext cx="4896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7" name="Line 318"/>
                <p:cNvSpPr/>
                <p:nvPr/>
              </p:nvSpPr>
              <p:spPr>
                <a:xfrm>
                  <a:off x="387360" y="4489560"/>
                  <a:ext cx="493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8" name="Line 319"/>
                <p:cNvSpPr/>
                <p:nvPr/>
              </p:nvSpPr>
              <p:spPr>
                <a:xfrm flipV="1">
                  <a:off x="2044800" y="5762160"/>
                  <a:ext cx="144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79" name="Line 320"/>
                <p:cNvSpPr/>
                <p:nvPr/>
              </p:nvSpPr>
              <p:spPr>
                <a:xfrm>
                  <a:off x="2044800" y="4160880"/>
                  <a:ext cx="144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0" name="Line 321"/>
                <p:cNvSpPr/>
                <p:nvPr/>
              </p:nvSpPr>
              <p:spPr>
                <a:xfrm flipH="1">
                  <a:off x="8612280" y="4648320"/>
                  <a:ext cx="4896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1" name="Line 322"/>
                <p:cNvSpPr/>
                <p:nvPr/>
              </p:nvSpPr>
              <p:spPr>
                <a:xfrm>
                  <a:off x="387360" y="4648320"/>
                  <a:ext cx="493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2" name="Line 323"/>
                <p:cNvSpPr/>
                <p:nvPr/>
              </p:nvSpPr>
              <p:spPr>
                <a:xfrm flipV="1">
                  <a:off x="2865600" y="5762160"/>
                  <a:ext cx="144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3" name="Line 324"/>
                <p:cNvSpPr/>
                <p:nvPr/>
              </p:nvSpPr>
              <p:spPr>
                <a:xfrm>
                  <a:off x="2865600" y="4160880"/>
                  <a:ext cx="144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4" name="Line 325"/>
                <p:cNvSpPr/>
                <p:nvPr/>
              </p:nvSpPr>
              <p:spPr>
                <a:xfrm flipH="1">
                  <a:off x="8612280" y="4818240"/>
                  <a:ext cx="4896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5" name="Line 326"/>
                <p:cNvSpPr/>
                <p:nvPr/>
              </p:nvSpPr>
              <p:spPr>
                <a:xfrm>
                  <a:off x="387360" y="4818240"/>
                  <a:ext cx="493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6" name="Line 327"/>
                <p:cNvSpPr/>
                <p:nvPr/>
              </p:nvSpPr>
              <p:spPr>
                <a:xfrm flipV="1">
                  <a:off x="3703680" y="5762160"/>
                  <a:ext cx="144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7" name="Line 328"/>
                <p:cNvSpPr/>
                <p:nvPr/>
              </p:nvSpPr>
              <p:spPr>
                <a:xfrm>
                  <a:off x="3703680" y="4160880"/>
                  <a:ext cx="144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8" name="Line 329"/>
                <p:cNvSpPr/>
                <p:nvPr/>
              </p:nvSpPr>
              <p:spPr>
                <a:xfrm flipH="1">
                  <a:off x="8612280" y="4976640"/>
                  <a:ext cx="4896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360" bIns="-45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89" name="Line 330"/>
                <p:cNvSpPr/>
                <p:nvPr/>
              </p:nvSpPr>
              <p:spPr>
                <a:xfrm>
                  <a:off x="387360" y="4976640"/>
                  <a:ext cx="4932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360" bIns="-45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0" name="Line 331"/>
                <p:cNvSpPr/>
                <p:nvPr/>
              </p:nvSpPr>
              <p:spPr>
                <a:xfrm flipV="1">
                  <a:off x="4524480" y="5762160"/>
                  <a:ext cx="144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1" name="Line 332"/>
                <p:cNvSpPr/>
                <p:nvPr/>
              </p:nvSpPr>
              <p:spPr>
                <a:xfrm>
                  <a:off x="4524480" y="4160880"/>
                  <a:ext cx="144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2" name="Line 333"/>
                <p:cNvSpPr/>
                <p:nvPr/>
              </p:nvSpPr>
              <p:spPr>
                <a:xfrm flipH="1">
                  <a:off x="8612280" y="5145120"/>
                  <a:ext cx="4896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3" name="Line 334"/>
                <p:cNvSpPr/>
                <p:nvPr/>
              </p:nvSpPr>
              <p:spPr>
                <a:xfrm>
                  <a:off x="387360" y="5145120"/>
                  <a:ext cx="493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4" name="Line 335"/>
                <p:cNvSpPr/>
                <p:nvPr/>
              </p:nvSpPr>
              <p:spPr>
                <a:xfrm flipV="1">
                  <a:off x="5361120" y="5762160"/>
                  <a:ext cx="144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5" name="Line 336"/>
                <p:cNvSpPr/>
                <p:nvPr/>
              </p:nvSpPr>
              <p:spPr>
                <a:xfrm>
                  <a:off x="5361120" y="4160880"/>
                  <a:ext cx="144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6" name="Line 337"/>
                <p:cNvSpPr/>
                <p:nvPr/>
              </p:nvSpPr>
              <p:spPr>
                <a:xfrm flipH="1">
                  <a:off x="8612280" y="5305320"/>
                  <a:ext cx="4896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360" bIns="-45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7" name="Line 338"/>
                <p:cNvSpPr/>
                <p:nvPr/>
              </p:nvSpPr>
              <p:spPr>
                <a:xfrm>
                  <a:off x="387360" y="5305320"/>
                  <a:ext cx="49320" cy="1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360" bIns="-45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8" name="Line 339"/>
                <p:cNvSpPr/>
                <p:nvPr/>
              </p:nvSpPr>
              <p:spPr>
                <a:xfrm flipV="1">
                  <a:off x="6181560" y="5762160"/>
                  <a:ext cx="180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099" name="Line 340"/>
                <p:cNvSpPr/>
                <p:nvPr/>
              </p:nvSpPr>
              <p:spPr>
                <a:xfrm>
                  <a:off x="6181560" y="4160880"/>
                  <a:ext cx="180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0" name="Line 341"/>
                <p:cNvSpPr/>
                <p:nvPr/>
              </p:nvSpPr>
              <p:spPr>
                <a:xfrm flipH="1">
                  <a:off x="8612280" y="5473800"/>
                  <a:ext cx="4896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1" name="Line 342"/>
                <p:cNvSpPr/>
                <p:nvPr/>
              </p:nvSpPr>
              <p:spPr>
                <a:xfrm>
                  <a:off x="387360" y="5473800"/>
                  <a:ext cx="493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2" name="Line 343"/>
                <p:cNvSpPr/>
                <p:nvPr/>
              </p:nvSpPr>
              <p:spPr>
                <a:xfrm flipV="1">
                  <a:off x="7020000" y="5762160"/>
                  <a:ext cx="144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3" name="Line 344"/>
                <p:cNvSpPr/>
                <p:nvPr/>
              </p:nvSpPr>
              <p:spPr>
                <a:xfrm>
                  <a:off x="7020000" y="4160880"/>
                  <a:ext cx="144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4" name="Line 345"/>
                <p:cNvSpPr/>
                <p:nvPr/>
              </p:nvSpPr>
              <p:spPr>
                <a:xfrm flipH="1">
                  <a:off x="8612280" y="5632560"/>
                  <a:ext cx="4896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5" name="Line 346"/>
                <p:cNvSpPr/>
                <p:nvPr/>
              </p:nvSpPr>
              <p:spPr>
                <a:xfrm>
                  <a:off x="387360" y="5632560"/>
                  <a:ext cx="493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720" bIns="-457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6" name="Line 347"/>
                <p:cNvSpPr/>
                <p:nvPr/>
              </p:nvSpPr>
              <p:spPr>
                <a:xfrm flipV="1">
                  <a:off x="7840800" y="5762160"/>
                  <a:ext cx="1440" cy="2844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8360" bIns="-18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7" name="Line 348"/>
                <p:cNvSpPr/>
                <p:nvPr/>
              </p:nvSpPr>
              <p:spPr>
                <a:xfrm>
                  <a:off x="7840800" y="4160880"/>
                  <a:ext cx="1440" cy="298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8" name="Freeform 349"/>
                <p:cNvSpPr/>
                <p:nvPr/>
              </p:nvSpPr>
              <p:spPr>
                <a:xfrm>
                  <a:off x="387360" y="4349880"/>
                  <a:ext cx="8290080" cy="1113840"/>
                </a:xfrm>
                <a:custGeom>
                  <a:avLst/>
                  <a:gdLst>
                    <a:gd name="textAreaLeft" fmla="*/ 0 w 8290080"/>
                    <a:gd name="textAreaRight" fmla="*/ 8290080 w 8290080"/>
                    <a:gd name="textAreaTop" fmla="*/ 0 h 1113840"/>
                    <a:gd name="textAreaBottom" fmla="*/ 1114200 h 1113840"/>
                    <a:gd name="GluePoint1X" fmla="*/ 41 w 5222"/>
                    <a:gd name="GluePoint1Y" fmla="*/ 401 h 702"/>
                    <a:gd name="GluePoint2X" fmla="*/ 145 w 5222"/>
                    <a:gd name="GluePoint2Y" fmla="*/ 539 h 702"/>
                    <a:gd name="GluePoint3X" fmla="*/ 248 w 5222"/>
                    <a:gd name="GluePoint3Y" fmla="*/ 457 h 702"/>
                    <a:gd name="GluePoint4X" fmla="*/ 300 w 5222"/>
                    <a:gd name="GluePoint4Y" fmla="*/ 483 h 702"/>
                    <a:gd name="GluePoint5X" fmla="*/ 403 w 5222"/>
                    <a:gd name="GluePoint5Y" fmla="*/ 595 h 702"/>
                    <a:gd name="GluePoint6X" fmla="*/ 507 w 5222"/>
                    <a:gd name="GluePoint6Y" fmla="*/ 533 h 702"/>
                    <a:gd name="GluePoint7X" fmla="*/ 610 w 5222"/>
                    <a:gd name="GluePoint7Y" fmla="*/ 633 h 702"/>
                    <a:gd name="GluePoint8X" fmla="*/ 652 w 5222"/>
                    <a:gd name="GluePoint8Y" fmla="*/ 652 h 702"/>
                    <a:gd name="GluePoint9X" fmla="*/ 755 w 5222"/>
                    <a:gd name="GluePoint9Y" fmla="*/ 595 h 702"/>
                    <a:gd name="GluePoint10X" fmla="*/ 858 w 5222"/>
                    <a:gd name="GluePoint10Y" fmla="*/ 670 h 702"/>
                    <a:gd name="GluePoint11X" fmla="*/ 910 w 5222"/>
                    <a:gd name="GluePoint11Y" fmla="*/ 677 h 702"/>
                    <a:gd name="GluePoint12X" fmla="*/ 1003 w 5222"/>
                    <a:gd name="GluePoint12Y" fmla="*/ 620 h 702"/>
                    <a:gd name="GluePoint13X" fmla="*/ 1106 w 5222"/>
                    <a:gd name="GluePoint13Y" fmla="*/ 670 h 702"/>
                    <a:gd name="GluePoint14X" fmla="*/ 1158 w 5222"/>
                    <a:gd name="GluePoint14Y" fmla="*/ 658 h 702"/>
                    <a:gd name="GluePoint15X" fmla="*/ 1262 w 5222"/>
                    <a:gd name="GluePoint15Y" fmla="*/ 583 h 702"/>
                    <a:gd name="GluePoint16X" fmla="*/ 1365 w 5222"/>
                    <a:gd name="GluePoint16Y" fmla="*/ 627 h 702"/>
                    <a:gd name="GluePoint17X" fmla="*/ 1437 w 5222"/>
                    <a:gd name="GluePoint17Y" fmla="*/ 570 h 702"/>
                    <a:gd name="GluePoint18X" fmla="*/ 1510 w 5222"/>
                    <a:gd name="GluePoint18Y" fmla="*/ 508 h 702"/>
                    <a:gd name="GluePoint19X" fmla="*/ 1613 w 5222"/>
                    <a:gd name="GluePoint19Y" fmla="*/ 551 h 702"/>
                    <a:gd name="GluePoint20X" fmla="*/ 1717 w 5222"/>
                    <a:gd name="GluePoint20Y" fmla="*/ 432 h 702"/>
                    <a:gd name="GluePoint21X" fmla="*/ 1768 w 5222"/>
                    <a:gd name="GluePoint21Y" fmla="*/ 401 h 702"/>
                    <a:gd name="GluePoint22X" fmla="*/ 1861 w 5222"/>
                    <a:gd name="GluePoint22Y" fmla="*/ 451 h 702"/>
                    <a:gd name="GluePoint23X" fmla="*/ 1965 w 5222"/>
                    <a:gd name="GluePoint23Y" fmla="*/ 307 h 702"/>
                    <a:gd name="GluePoint24X" fmla="*/ 2016 w 5222"/>
                    <a:gd name="GluePoint24Y" fmla="*/ 288 h 702"/>
                    <a:gd name="GluePoint25X" fmla="*/ 2120 w 5222"/>
                    <a:gd name="GluePoint25Y" fmla="*/ 345 h 702"/>
                    <a:gd name="GluePoint26X" fmla="*/ 2223 w 5222"/>
                    <a:gd name="GluePoint26Y" fmla="*/ 188 h 702"/>
                    <a:gd name="GluePoint27X" fmla="*/ 2265 w 5222"/>
                    <a:gd name="GluePoint27Y" fmla="*/ 188 h 702"/>
                    <a:gd name="GluePoint28X" fmla="*/ 2368 w 5222"/>
                    <a:gd name="GluePoint28Y" fmla="*/ 257 h 702"/>
                    <a:gd name="GluePoint29X" fmla="*/ 2471 w 5222"/>
                    <a:gd name="GluePoint29Y" fmla="*/ 94 h 702"/>
                    <a:gd name="GluePoint30X" fmla="*/ 2523 w 5222"/>
                    <a:gd name="GluePoint30Y" fmla="*/ 119 h 702"/>
                    <a:gd name="GluePoint31X" fmla="*/ 2575 w 5222"/>
                    <a:gd name="GluePoint31Y" fmla="*/ 176 h 702"/>
                    <a:gd name="GluePoint32X" fmla="*/ 2616 w 5222"/>
                    <a:gd name="GluePoint32Y" fmla="*/ 188 h 702"/>
                    <a:gd name="GluePoint33X" fmla="*/ 2668 w 5222"/>
                    <a:gd name="GluePoint33Y" fmla="*/ 113 h 702"/>
                    <a:gd name="GluePoint34X" fmla="*/ 2720 w 5222"/>
                    <a:gd name="GluePoint34Y" fmla="*/ 32 h 702"/>
                    <a:gd name="GluePoint35X" fmla="*/ 2823 w 5222"/>
                    <a:gd name="GluePoint35Y" fmla="*/ 138 h 702"/>
                    <a:gd name="GluePoint36X" fmla="*/ 2875 w 5222"/>
                    <a:gd name="GluePoint36Y" fmla="*/ 151 h 702"/>
                    <a:gd name="GluePoint37X" fmla="*/ 2968 w 5222"/>
                    <a:gd name="GluePoint37Y" fmla="*/ 0 h 702"/>
                    <a:gd name="GluePoint38X" fmla="*/ 3071 w 5222"/>
                    <a:gd name="GluePoint38Y" fmla="*/ 144 h 702"/>
                    <a:gd name="GluePoint39X" fmla="*/ 3123 w 5222"/>
                    <a:gd name="GluePoint39Y" fmla="*/ 151 h 702"/>
                    <a:gd name="GluePoint40X" fmla="*/ 3226 w 5222"/>
                    <a:gd name="GluePoint40Y" fmla="*/ 25 h 702"/>
                    <a:gd name="GluePoint41X" fmla="*/ 3330 w 5222"/>
                    <a:gd name="GluePoint41Y" fmla="*/ 201 h 702"/>
                    <a:gd name="GluePoint42X" fmla="*/ 3371 w 5222"/>
                    <a:gd name="GluePoint42Y" fmla="*/ 201 h 702"/>
                    <a:gd name="GluePoint43X" fmla="*/ 3474 w 5222"/>
                    <a:gd name="GluePoint43Y" fmla="*/ 113 h 702"/>
                    <a:gd name="GluePoint44X" fmla="*/ 3578 w 5222"/>
                    <a:gd name="GluePoint44Y" fmla="*/ 295 h 702"/>
                    <a:gd name="GluePoint45X" fmla="*/ 3650 w 5222"/>
                    <a:gd name="GluePoint45Y" fmla="*/ 263 h 702"/>
                    <a:gd name="GluePoint46X" fmla="*/ 3733 w 5222"/>
                    <a:gd name="GluePoint46Y" fmla="*/ 245 h 702"/>
                    <a:gd name="GluePoint47X" fmla="*/ 3826 w 5222"/>
                    <a:gd name="GluePoint47Y" fmla="*/ 414 h 702"/>
                    <a:gd name="GluePoint48X" fmla="*/ 3929 w 5222"/>
                    <a:gd name="GluePoint48Y" fmla="*/ 370 h 702"/>
                    <a:gd name="GluePoint49X" fmla="*/ 3981 w 5222"/>
                    <a:gd name="GluePoint49Y" fmla="*/ 389 h 702"/>
                    <a:gd name="GluePoint50X" fmla="*/ 4084 w 5222"/>
                    <a:gd name="GluePoint50Y" fmla="*/ 533 h 702"/>
                    <a:gd name="GluePoint51X" fmla="*/ 4188 w 5222"/>
                    <a:gd name="GluePoint51Y" fmla="*/ 501 h 702"/>
                    <a:gd name="GluePoint52X" fmla="*/ 4229 w 5222"/>
                    <a:gd name="GluePoint52Y" fmla="*/ 526 h 702"/>
                    <a:gd name="GluePoint53X" fmla="*/ 4333 w 5222"/>
                    <a:gd name="GluePoint53Y" fmla="*/ 633 h 702"/>
                    <a:gd name="GluePoint54X" fmla="*/ 4436 w 5222"/>
                    <a:gd name="GluePoint54Y" fmla="*/ 602 h 702"/>
                    <a:gd name="GluePoint55X" fmla="*/ 4508 w 5222"/>
                    <a:gd name="GluePoint55Y" fmla="*/ 652 h 702"/>
                    <a:gd name="GluePoint56X" fmla="*/ 4591 w 5222"/>
                    <a:gd name="GluePoint56Y" fmla="*/ 689 h 702"/>
                    <a:gd name="GluePoint57X" fmla="*/ 4684 w 5222"/>
                    <a:gd name="GluePoint57Y" fmla="*/ 645 h 702"/>
                    <a:gd name="GluePoint58X" fmla="*/ 4788 w 5222"/>
                    <a:gd name="GluePoint58Y" fmla="*/ 689 h 702"/>
                    <a:gd name="GluePoint59X" fmla="*/ 4839 w 5222"/>
                    <a:gd name="GluePoint59Y" fmla="*/ 695 h 702"/>
                    <a:gd name="GluePoint60X" fmla="*/ 4943 w 5222"/>
                    <a:gd name="GluePoint60Y" fmla="*/ 620 h 702"/>
                    <a:gd name="GluePoint61X" fmla="*/ 5046 w 5222"/>
                    <a:gd name="GluePoint61Y" fmla="*/ 658 h 702"/>
                    <a:gd name="GluePoint62X" fmla="*/ 5087 w 5222"/>
                    <a:gd name="GluePoint62Y" fmla="*/ 639 h 702"/>
                    <a:gd name="GluePoint63X" fmla="*/ 5191 w 5222"/>
                    <a:gd name="GluePoint63Y" fmla="*/ 533 h 7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  <a:cxn ang="0">
                      <a:pos x="GluePoint56X" y="GluePoint56Y"/>
                    </a:cxn>
                    <a:cxn ang="0">
                      <a:pos x="GluePoint57X" y="GluePoint57Y"/>
                    </a:cxn>
                    <a:cxn ang="0">
                      <a:pos x="GluePoint58X" y="GluePoint58Y"/>
                    </a:cxn>
                    <a:cxn ang="0">
                      <a:pos x="GluePoint59X" y="GluePoint59Y"/>
                    </a:cxn>
                    <a:cxn ang="0">
                      <a:pos x="GluePoint60X" y="GluePoint60Y"/>
                    </a:cxn>
                    <a:cxn ang="0">
                      <a:pos x="GluePoint61X" y="GluePoint61Y"/>
                    </a:cxn>
                    <a:cxn ang="0">
                      <a:pos x="GluePoint62X" y="GluePoint62Y"/>
                    </a:cxn>
                    <a:cxn ang="0">
                      <a:pos x="GluePoint63X" y="GluePoint63Y"/>
                    </a:cxn>
                  </a:cxnLst>
                  <a:rect l="textAreaLeft" t="textAreaTop" r="textAreaRight" b="textAreaBottom"/>
                  <a:pathLst>
                    <a:path w="5222" h="702">
                      <a:moveTo>
                        <a:pt x="0" y="401"/>
                      </a:moveTo>
                      <a:lnTo>
                        <a:pt x="0" y="401"/>
                      </a:lnTo>
                      <a:lnTo>
                        <a:pt x="0" y="395"/>
                      </a:lnTo>
                      <a:lnTo>
                        <a:pt x="0" y="389"/>
                      </a:lnTo>
                      <a:lnTo>
                        <a:pt x="10" y="389"/>
                      </a:lnTo>
                      <a:lnTo>
                        <a:pt x="10" y="382"/>
                      </a:lnTo>
                      <a:lnTo>
                        <a:pt x="10" y="376"/>
                      </a:lnTo>
                      <a:lnTo>
                        <a:pt x="21" y="376"/>
                      </a:lnTo>
                      <a:lnTo>
                        <a:pt x="31" y="376"/>
                      </a:lnTo>
                      <a:lnTo>
                        <a:pt x="31" y="382"/>
                      </a:lnTo>
                      <a:lnTo>
                        <a:pt x="31" y="389"/>
                      </a:lnTo>
                      <a:lnTo>
                        <a:pt x="41" y="389"/>
                      </a:lnTo>
                      <a:lnTo>
                        <a:pt x="41" y="395"/>
                      </a:lnTo>
                      <a:lnTo>
                        <a:pt x="41" y="401"/>
                      </a:lnTo>
                      <a:lnTo>
                        <a:pt x="41" y="407"/>
                      </a:lnTo>
                      <a:lnTo>
                        <a:pt x="52" y="407"/>
                      </a:lnTo>
                      <a:lnTo>
                        <a:pt x="52" y="414"/>
                      </a:lnTo>
                      <a:lnTo>
                        <a:pt x="83" y="457"/>
                      </a:lnTo>
                      <a:lnTo>
                        <a:pt x="83" y="464"/>
                      </a:lnTo>
                      <a:lnTo>
                        <a:pt x="114" y="508"/>
                      </a:lnTo>
                      <a:lnTo>
                        <a:pt x="114" y="514"/>
                      </a:lnTo>
                      <a:lnTo>
                        <a:pt x="124" y="514"/>
                      </a:lnTo>
                      <a:lnTo>
                        <a:pt x="124" y="520"/>
                      </a:lnTo>
                      <a:lnTo>
                        <a:pt x="124" y="526"/>
                      </a:lnTo>
                      <a:lnTo>
                        <a:pt x="135" y="526"/>
                      </a:lnTo>
                      <a:lnTo>
                        <a:pt x="135" y="533"/>
                      </a:lnTo>
                      <a:lnTo>
                        <a:pt x="135" y="539"/>
                      </a:lnTo>
                      <a:lnTo>
                        <a:pt x="145" y="539"/>
                      </a:lnTo>
                      <a:lnTo>
                        <a:pt x="155" y="539"/>
                      </a:lnTo>
                      <a:lnTo>
                        <a:pt x="166" y="533"/>
                      </a:lnTo>
                      <a:lnTo>
                        <a:pt x="166" y="526"/>
                      </a:lnTo>
                      <a:lnTo>
                        <a:pt x="176" y="526"/>
                      </a:lnTo>
                      <a:lnTo>
                        <a:pt x="207" y="501"/>
                      </a:lnTo>
                      <a:lnTo>
                        <a:pt x="207" y="495"/>
                      </a:lnTo>
                      <a:lnTo>
                        <a:pt x="238" y="470"/>
                      </a:lnTo>
                      <a:lnTo>
                        <a:pt x="238" y="464"/>
                      </a:lnTo>
                      <a:lnTo>
                        <a:pt x="248" y="464"/>
                      </a:lnTo>
                      <a:lnTo>
                        <a:pt x="248" y="457"/>
                      </a:lnTo>
                      <a:lnTo>
                        <a:pt x="248" y="451"/>
                      </a:lnTo>
                      <a:lnTo>
                        <a:pt x="259" y="451"/>
                      </a:lnTo>
                      <a:lnTo>
                        <a:pt x="259" y="445"/>
                      </a:lnTo>
                      <a:lnTo>
                        <a:pt x="269" y="445"/>
                      </a:lnTo>
                      <a:lnTo>
                        <a:pt x="269" y="451"/>
                      </a:lnTo>
                      <a:lnTo>
                        <a:pt x="279" y="451"/>
                      </a:lnTo>
                      <a:lnTo>
                        <a:pt x="279" y="457"/>
                      </a:lnTo>
                      <a:lnTo>
                        <a:pt x="279" y="464"/>
                      </a:lnTo>
                      <a:lnTo>
                        <a:pt x="290" y="464"/>
                      </a:lnTo>
                      <a:lnTo>
                        <a:pt x="290" y="470"/>
                      </a:lnTo>
                      <a:lnTo>
                        <a:pt x="290" y="476"/>
                      </a:lnTo>
                      <a:lnTo>
                        <a:pt x="300" y="483"/>
                      </a:lnTo>
                      <a:lnTo>
                        <a:pt x="331" y="526"/>
                      </a:lnTo>
                      <a:lnTo>
                        <a:pt x="331" y="533"/>
                      </a:lnTo>
                      <a:lnTo>
                        <a:pt x="362" y="570"/>
                      </a:lnTo>
                      <a:lnTo>
                        <a:pt x="362" y="576"/>
                      </a:lnTo>
                      <a:lnTo>
                        <a:pt x="372" y="576"/>
                      </a:lnTo>
                      <a:lnTo>
                        <a:pt x="372" y="583"/>
                      </a:lnTo>
                      <a:lnTo>
                        <a:pt x="372" y="589"/>
                      </a:lnTo>
                      <a:lnTo>
                        <a:pt x="383" y="589"/>
                      </a:lnTo>
                      <a:lnTo>
                        <a:pt x="383" y="595"/>
                      </a:lnTo>
                      <a:lnTo>
                        <a:pt x="393" y="595"/>
                      </a:lnTo>
                      <a:lnTo>
                        <a:pt x="403" y="595"/>
                      </a:lnTo>
                      <a:lnTo>
                        <a:pt x="414" y="595"/>
                      </a:lnTo>
                      <a:lnTo>
                        <a:pt x="414" y="589"/>
                      </a:lnTo>
                      <a:lnTo>
                        <a:pt x="424" y="589"/>
                      </a:lnTo>
                      <a:lnTo>
                        <a:pt x="455" y="570"/>
                      </a:lnTo>
                      <a:lnTo>
                        <a:pt x="455" y="564"/>
                      </a:lnTo>
                      <a:lnTo>
                        <a:pt x="486" y="545"/>
                      </a:lnTo>
                      <a:lnTo>
                        <a:pt x="496" y="539"/>
                      </a:lnTo>
                      <a:lnTo>
                        <a:pt x="496" y="533"/>
                      </a:lnTo>
                      <a:lnTo>
                        <a:pt x="507" y="533"/>
                      </a:lnTo>
                      <a:lnTo>
                        <a:pt x="517" y="533"/>
                      </a:lnTo>
                      <a:lnTo>
                        <a:pt x="517" y="539"/>
                      </a:lnTo>
                      <a:lnTo>
                        <a:pt x="527" y="539"/>
                      </a:lnTo>
                      <a:lnTo>
                        <a:pt x="527" y="545"/>
                      </a:lnTo>
                      <a:lnTo>
                        <a:pt x="527" y="551"/>
                      </a:lnTo>
                      <a:lnTo>
                        <a:pt x="538" y="551"/>
                      </a:lnTo>
                      <a:lnTo>
                        <a:pt x="538" y="558"/>
                      </a:lnTo>
                      <a:lnTo>
                        <a:pt x="548" y="564"/>
                      </a:lnTo>
                      <a:lnTo>
                        <a:pt x="569" y="595"/>
                      </a:lnTo>
                      <a:lnTo>
                        <a:pt x="579" y="595"/>
                      </a:lnTo>
                      <a:lnTo>
                        <a:pt x="579" y="602"/>
                      </a:lnTo>
                      <a:lnTo>
                        <a:pt x="610" y="633"/>
                      </a:lnTo>
                      <a:lnTo>
                        <a:pt x="610" y="639"/>
                      </a:lnTo>
                      <a:lnTo>
                        <a:pt x="620" y="639"/>
                      </a:lnTo>
                      <a:lnTo>
                        <a:pt x="620" y="645"/>
                      </a:lnTo>
                      <a:lnTo>
                        <a:pt x="631" y="645"/>
                      </a:lnTo>
                      <a:lnTo>
                        <a:pt x="631" y="652"/>
                      </a:lnTo>
                      <a:lnTo>
                        <a:pt x="641" y="652"/>
                      </a:lnTo>
                      <a:lnTo>
                        <a:pt x="652" y="652"/>
                      </a:lnTo>
                      <a:lnTo>
                        <a:pt x="662" y="652"/>
                      </a:lnTo>
                      <a:lnTo>
                        <a:pt x="662" y="645"/>
                      </a:lnTo>
                      <a:lnTo>
                        <a:pt x="693" y="633"/>
                      </a:lnTo>
                      <a:lnTo>
                        <a:pt x="693" y="627"/>
                      </a:lnTo>
                      <a:lnTo>
                        <a:pt x="703" y="627"/>
                      </a:lnTo>
                      <a:lnTo>
                        <a:pt x="734" y="608"/>
                      </a:lnTo>
                      <a:lnTo>
                        <a:pt x="745" y="608"/>
                      </a:lnTo>
                      <a:lnTo>
                        <a:pt x="745" y="602"/>
                      </a:lnTo>
                      <a:lnTo>
                        <a:pt x="755" y="602"/>
                      </a:lnTo>
                      <a:lnTo>
                        <a:pt x="755" y="595"/>
                      </a:lnTo>
                      <a:lnTo>
                        <a:pt x="765" y="595"/>
                      </a:lnTo>
                      <a:lnTo>
                        <a:pt x="765" y="602"/>
                      </a:lnTo>
                      <a:lnTo>
                        <a:pt x="776" y="602"/>
                      </a:lnTo>
                      <a:lnTo>
                        <a:pt x="776" y="608"/>
                      </a:lnTo>
                      <a:lnTo>
                        <a:pt x="776" y="614"/>
                      </a:lnTo>
                      <a:lnTo>
                        <a:pt x="786" y="614"/>
                      </a:lnTo>
                      <a:lnTo>
                        <a:pt x="786" y="620"/>
                      </a:lnTo>
                      <a:lnTo>
                        <a:pt x="817" y="645"/>
                      </a:lnTo>
                      <a:lnTo>
                        <a:pt x="827" y="645"/>
                      </a:lnTo>
                      <a:lnTo>
                        <a:pt x="858" y="670"/>
                      </a:lnTo>
                      <a:lnTo>
                        <a:pt x="858" y="677"/>
                      </a:lnTo>
                      <a:lnTo>
                        <a:pt x="869" y="677"/>
                      </a:lnTo>
                      <a:lnTo>
                        <a:pt x="869" y="683"/>
                      </a:lnTo>
                      <a:lnTo>
                        <a:pt x="879" y="683"/>
                      </a:lnTo>
                      <a:lnTo>
                        <a:pt x="889" y="683"/>
                      </a:lnTo>
                      <a:lnTo>
                        <a:pt x="900" y="683"/>
                      </a:lnTo>
                      <a:lnTo>
                        <a:pt x="900" y="677"/>
                      </a:lnTo>
                      <a:lnTo>
                        <a:pt x="910" y="677"/>
                      </a:lnTo>
                      <a:lnTo>
                        <a:pt x="910" y="670"/>
                      </a:lnTo>
                      <a:lnTo>
                        <a:pt x="941" y="658"/>
                      </a:lnTo>
                      <a:lnTo>
                        <a:pt x="941" y="652"/>
                      </a:lnTo>
                      <a:lnTo>
                        <a:pt x="951" y="652"/>
                      </a:lnTo>
                      <a:lnTo>
                        <a:pt x="982" y="633"/>
                      </a:lnTo>
                      <a:lnTo>
                        <a:pt x="982" y="627"/>
                      </a:lnTo>
                      <a:lnTo>
                        <a:pt x="993" y="627"/>
                      </a:lnTo>
                      <a:lnTo>
                        <a:pt x="993" y="620"/>
                      </a:lnTo>
                      <a:lnTo>
                        <a:pt x="1003" y="620"/>
                      </a:lnTo>
                      <a:lnTo>
                        <a:pt x="1013" y="620"/>
                      </a:lnTo>
                      <a:lnTo>
                        <a:pt x="1024" y="620"/>
                      </a:lnTo>
                      <a:lnTo>
                        <a:pt x="1024" y="627"/>
                      </a:lnTo>
                      <a:lnTo>
                        <a:pt x="1034" y="627"/>
                      </a:lnTo>
                      <a:lnTo>
                        <a:pt x="1034" y="633"/>
                      </a:lnTo>
                      <a:lnTo>
                        <a:pt x="1065" y="652"/>
                      </a:lnTo>
                      <a:lnTo>
                        <a:pt x="1096" y="670"/>
                      </a:lnTo>
                      <a:lnTo>
                        <a:pt x="1106" y="670"/>
                      </a:lnTo>
                      <a:lnTo>
                        <a:pt x="1117" y="670"/>
                      </a:lnTo>
                      <a:lnTo>
                        <a:pt x="1117" y="677"/>
                      </a:lnTo>
                      <a:lnTo>
                        <a:pt x="1127" y="677"/>
                      </a:lnTo>
                      <a:lnTo>
                        <a:pt x="1138" y="677"/>
                      </a:lnTo>
                      <a:lnTo>
                        <a:pt x="1138" y="670"/>
                      </a:lnTo>
                      <a:lnTo>
                        <a:pt x="1148" y="670"/>
                      </a:lnTo>
                      <a:lnTo>
                        <a:pt x="1148" y="664"/>
                      </a:lnTo>
                      <a:lnTo>
                        <a:pt x="1158" y="664"/>
                      </a:lnTo>
                      <a:lnTo>
                        <a:pt x="1158" y="658"/>
                      </a:lnTo>
                      <a:lnTo>
                        <a:pt x="1189" y="639"/>
                      </a:lnTo>
                      <a:lnTo>
                        <a:pt x="1189" y="633"/>
                      </a:lnTo>
                      <a:lnTo>
                        <a:pt x="1220" y="608"/>
                      </a:lnTo>
                      <a:lnTo>
                        <a:pt x="1231" y="608"/>
                      </a:lnTo>
                      <a:lnTo>
                        <a:pt x="1231" y="602"/>
                      </a:lnTo>
                      <a:lnTo>
                        <a:pt x="1231" y="595"/>
                      </a:lnTo>
                      <a:lnTo>
                        <a:pt x="1241" y="595"/>
                      </a:lnTo>
                      <a:lnTo>
                        <a:pt x="1241" y="589"/>
                      </a:lnTo>
                      <a:lnTo>
                        <a:pt x="1251" y="589"/>
                      </a:lnTo>
                      <a:lnTo>
                        <a:pt x="1251" y="583"/>
                      </a:lnTo>
                      <a:lnTo>
                        <a:pt x="1262" y="583"/>
                      </a:lnTo>
                      <a:lnTo>
                        <a:pt x="1262" y="589"/>
                      </a:lnTo>
                      <a:lnTo>
                        <a:pt x="1272" y="589"/>
                      </a:lnTo>
                      <a:lnTo>
                        <a:pt x="1272" y="595"/>
                      </a:lnTo>
                      <a:lnTo>
                        <a:pt x="1282" y="595"/>
                      </a:lnTo>
                      <a:lnTo>
                        <a:pt x="1313" y="608"/>
                      </a:lnTo>
                      <a:lnTo>
                        <a:pt x="1344" y="620"/>
                      </a:lnTo>
                      <a:lnTo>
                        <a:pt x="1355" y="627"/>
                      </a:lnTo>
                      <a:lnTo>
                        <a:pt x="1365" y="627"/>
                      </a:lnTo>
                      <a:lnTo>
                        <a:pt x="1375" y="627"/>
                      </a:lnTo>
                      <a:lnTo>
                        <a:pt x="1386" y="627"/>
                      </a:lnTo>
                      <a:lnTo>
                        <a:pt x="1386" y="620"/>
                      </a:lnTo>
                      <a:lnTo>
                        <a:pt x="1396" y="620"/>
                      </a:lnTo>
                      <a:lnTo>
                        <a:pt x="1396" y="614"/>
                      </a:lnTo>
                      <a:lnTo>
                        <a:pt x="1396" y="608"/>
                      </a:lnTo>
                      <a:lnTo>
                        <a:pt x="1406" y="608"/>
                      </a:lnTo>
                      <a:lnTo>
                        <a:pt x="1437" y="576"/>
                      </a:lnTo>
                      <a:lnTo>
                        <a:pt x="1437" y="570"/>
                      </a:lnTo>
                      <a:lnTo>
                        <a:pt x="1468" y="533"/>
                      </a:lnTo>
                      <a:lnTo>
                        <a:pt x="1479" y="526"/>
                      </a:lnTo>
                      <a:lnTo>
                        <a:pt x="1479" y="520"/>
                      </a:lnTo>
                      <a:lnTo>
                        <a:pt x="1489" y="514"/>
                      </a:lnTo>
                      <a:lnTo>
                        <a:pt x="1489" y="508"/>
                      </a:lnTo>
                      <a:lnTo>
                        <a:pt x="1499" y="508"/>
                      </a:lnTo>
                      <a:lnTo>
                        <a:pt x="1499" y="501"/>
                      </a:lnTo>
                      <a:lnTo>
                        <a:pt x="1510" y="501"/>
                      </a:lnTo>
                      <a:lnTo>
                        <a:pt x="1510" y="508"/>
                      </a:lnTo>
                      <a:lnTo>
                        <a:pt x="1520" y="508"/>
                      </a:lnTo>
                      <a:lnTo>
                        <a:pt x="1520" y="514"/>
                      </a:lnTo>
                      <a:lnTo>
                        <a:pt x="1530" y="514"/>
                      </a:lnTo>
                      <a:lnTo>
                        <a:pt x="1561" y="526"/>
                      </a:lnTo>
                      <a:lnTo>
                        <a:pt x="1592" y="539"/>
                      </a:lnTo>
                      <a:lnTo>
                        <a:pt x="1592" y="545"/>
                      </a:lnTo>
                      <a:lnTo>
                        <a:pt x="1603" y="545"/>
                      </a:lnTo>
                      <a:lnTo>
                        <a:pt x="1613" y="545"/>
                      </a:lnTo>
                      <a:lnTo>
                        <a:pt x="1613" y="551"/>
                      </a:lnTo>
                      <a:lnTo>
                        <a:pt x="1624" y="551"/>
                      </a:lnTo>
                      <a:lnTo>
                        <a:pt x="1624" y="545"/>
                      </a:lnTo>
                      <a:lnTo>
                        <a:pt x="1634" y="545"/>
                      </a:lnTo>
                      <a:lnTo>
                        <a:pt x="1634" y="539"/>
                      </a:lnTo>
                      <a:lnTo>
                        <a:pt x="1634" y="533"/>
                      </a:lnTo>
                      <a:lnTo>
                        <a:pt x="1644" y="533"/>
                      </a:lnTo>
                      <a:lnTo>
                        <a:pt x="1644" y="526"/>
                      </a:lnTo>
                      <a:lnTo>
                        <a:pt x="1644" y="520"/>
                      </a:lnTo>
                      <a:lnTo>
                        <a:pt x="1655" y="520"/>
                      </a:lnTo>
                      <a:lnTo>
                        <a:pt x="1686" y="476"/>
                      </a:lnTo>
                      <a:lnTo>
                        <a:pt x="1686" y="470"/>
                      </a:lnTo>
                      <a:lnTo>
                        <a:pt x="1717" y="432"/>
                      </a:lnTo>
                      <a:lnTo>
                        <a:pt x="1717" y="426"/>
                      </a:lnTo>
                      <a:lnTo>
                        <a:pt x="1717" y="420"/>
                      </a:lnTo>
                      <a:lnTo>
                        <a:pt x="1727" y="420"/>
                      </a:lnTo>
                      <a:lnTo>
                        <a:pt x="1727" y="414"/>
                      </a:lnTo>
                      <a:lnTo>
                        <a:pt x="1727" y="407"/>
                      </a:lnTo>
                      <a:lnTo>
                        <a:pt x="1737" y="407"/>
                      </a:lnTo>
                      <a:lnTo>
                        <a:pt x="1737" y="401"/>
                      </a:lnTo>
                      <a:lnTo>
                        <a:pt x="1737" y="395"/>
                      </a:lnTo>
                      <a:lnTo>
                        <a:pt x="1748" y="395"/>
                      </a:lnTo>
                      <a:lnTo>
                        <a:pt x="1758" y="395"/>
                      </a:lnTo>
                      <a:lnTo>
                        <a:pt x="1758" y="401"/>
                      </a:lnTo>
                      <a:lnTo>
                        <a:pt x="1768" y="401"/>
                      </a:lnTo>
                      <a:lnTo>
                        <a:pt x="1768" y="407"/>
                      </a:lnTo>
                      <a:lnTo>
                        <a:pt x="1779" y="407"/>
                      </a:lnTo>
                      <a:lnTo>
                        <a:pt x="1799" y="420"/>
                      </a:lnTo>
                      <a:lnTo>
                        <a:pt x="1810" y="420"/>
                      </a:lnTo>
                      <a:lnTo>
                        <a:pt x="1810" y="426"/>
                      </a:lnTo>
                      <a:lnTo>
                        <a:pt x="1841" y="439"/>
                      </a:lnTo>
                      <a:lnTo>
                        <a:pt x="1841" y="445"/>
                      </a:lnTo>
                      <a:lnTo>
                        <a:pt x="1851" y="445"/>
                      </a:lnTo>
                      <a:lnTo>
                        <a:pt x="1851" y="451"/>
                      </a:lnTo>
                      <a:lnTo>
                        <a:pt x="1861" y="451"/>
                      </a:lnTo>
                      <a:lnTo>
                        <a:pt x="1872" y="451"/>
                      </a:lnTo>
                      <a:lnTo>
                        <a:pt x="1872" y="445"/>
                      </a:lnTo>
                      <a:lnTo>
                        <a:pt x="1882" y="439"/>
                      </a:lnTo>
                      <a:lnTo>
                        <a:pt x="1882" y="432"/>
                      </a:lnTo>
                      <a:lnTo>
                        <a:pt x="1882" y="426"/>
                      </a:lnTo>
                      <a:lnTo>
                        <a:pt x="1892" y="426"/>
                      </a:lnTo>
                      <a:lnTo>
                        <a:pt x="1892" y="420"/>
                      </a:lnTo>
                      <a:lnTo>
                        <a:pt x="1892" y="414"/>
                      </a:lnTo>
                      <a:lnTo>
                        <a:pt x="1923" y="370"/>
                      </a:lnTo>
                      <a:lnTo>
                        <a:pt x="1934" y="364"/>
                      </a:lnTo>
                      <a:lnTo>
                        <a:pt x="1965" y="313"/>
                      </a:lnTo>
                      <a:lnTo>
                        <a:pt x="1965" y="307"/>
                      </a:lnTo>
                      <a:lnTo>
                        <a:pt x="1965" y="301"/>
                      </a:lnTo>
                      <a:lnTo>
                        <a:pt x="1975" y="301"/>
                      </a:lnTo>
                      <a:lnTo>
                        <a:pt x="1975" y="295"/>
                      </a:lnTo>
                      <a:lnTo>
                        <a:pt x="1975" y="288"/>
                      </a:lnTo>
                      <a:lnTo>
                        <a:pt x="1985" y="282"/>
                      </a:lnTo>
                      <a:lnTo>
                        <a:pt x="1985" y="276"/>
                      </a:lnTo>
                      <a:lnTo>
                        <a:pt x="1996" y="276"/>
                      </a:lnTo>
                      <a:lnTo>
                        <a:pt x="2006" y="276"/>
                      </a:lnTo>
                      <a:lnTo>
                        <a:pt x="2006" y="282"/>
                      </a:lnTo>
                      <a:lnTo>
                        <a:pt x="2016" y="282"/>
                      </a:lnTo>
                      <a:lnTo>
                        <a:pt x="2016" y="288"/>
                      </a:lnTo>
                      <a:lnTo>
                        <a:pt x="2047" y="313"/>
                      </a:lnTo>
                      <a:lnTo>
                        <a:pt x="2058" y="313"/>
                      </a:lnTo>
                      <a:lnTo>
                        <a:pt x="2089" y="339"/>
                      </a:lnTo>
                      <a:lnTo>
                        <a:pt x="2089" y="345"/>
                      </a:lnTo>
                      <a:lnTo>
                        <a:pt x="2099" y="345"/>
                      </a:lnTo>
                      <a:lnTo>
                        <a:pt x="2099" y="351"/>
                      </a:lnTo>
                      <a:lnTo>
                        <a:pt x="2109" y="351"/>
                      </a:lnTo>
                      <a:lnTo>
                        <a:pt x="2120" y="351"/>
                      </a:lnTo>
                      <a:lnTo>
                        <a:pt x="2120" y="345"/>
                      </a:lnTo>
                      <a:lnTo>
                        <a:pt x="2120" y="339"/>
                      </a:lnTo>
                      <a:lnTo>
                        <a:pt x="2130" y="339"/>
                      </a:lnTo>
                      <a:lnTo>
                        <a:pt x="2130" y="332"/>
                      </a:lnTo>
                      <a:lnTo>
                        <a:pt x="2130" y="326"/>
                      </a:lnTo>
                      <a:lnTo>
                        <a:pt x="2141" y="326"/>
                      </a:lnTo>
                      <a:lnTo>
                        <a:pt x="2141" y="320"/>
                      </a:lnTo>
                      <a:lnTo>
                        <a:pt x="2141" y="313"/>
                      </a:lnTo>
                      <a:lnTo>
                        <a:pt x="2172" y="263"/>
                      </a:lnTo>
                      <a:lnTo>
                        <a:pt x="2182" y="257"/>
                      </a:lnTo>
                      <a:lnTo>
                        <a:pt x="2213" y="207"/>
                      </a:lnTo>
                      <a:lnTo>
                        <a:pt x="2213" y="201"/>
                      </a:lnTo>
                      <a:lnTo>
                        <a:pt x="2213" y="194"/>
                      </a:lnTo>
                      <a:lnTo>
                        <a:pt x="2213" y="188"/>
                      </a:lnTo>
                      <a:lnTo>
                        <a:pt x="2223" y="188"/>
                      </a:lnTo>
                      <a:lnTo>
                        <a:pt x="2223" y="182"/>
                      </a:lnTo>
                      <a:lnTo>
                        <a:pt x="2223" y="176"/>
                      </a:lnTo>
                      <a:lnTo>
                        <a:pt x="2234" y="169"/>
                      </a:lnTo>
                      <a:lnTo>
                        <a:pt x="2234" y="163"/>
                      </a:lnTo>
                      <a:lnTo>
                        <a:pt x="2244" y="163"/>
                      </a:lnTo>
                      <a:lnTo>
                        <a:pt x="2244" y="169"/>
                      </a:lnTo>
                      <a:lnTo>
                        <a:pt x="2254" y="169"/>
                      </a:lnTo>
                      <a:lnTo>
                        <a:pt x="2254" y="176"/>
                      </a:lnTo>
                      <a:lnTo>
                        <a:pt x="2254" y="182"/>
                      </a:lnTo>
                      <a:lnTo>
                        <a:pt x="2265" y="182"/>
                      </a:lnTo>
                      <a:lnTo>
                        <a:pt x="2265" y="188"/>
                      </a:lnTo>
                      <a:lnTo>
                        <a:pt x="2296" y="213"/>
                      </a:lnTo>
                      <a:lnTo>
                        <a:pt x="2296" y="220"/>
                      </a:lnTo>
                      <a:lnTo>
                        <a:pt x="2327" y="245"/>
                      </a:lnTo>
                      <a:lnTo>
                        <a:pt x="2337" y="245"/>
                      </a:lnTo>
                      <a:lnTo>
                        <a:pt x="2337" y="251"/>
                      </a:lnTo>
                      <a:lnTo>
                        <a:pt x="2337" y="257"/>
                      </a:lnTo>
                      <a:lnTo>
                        <a:pt x="2347" y="257"/>
                      </a:lnTo>
                      <a:lnTo>
                        <a:pt x="2347" y="263"/>
                      </a:lnTo>
                      <a:lnTo>
                        <a:pt x="2358" y="263"/>
                      </a:lnTo>
                      <a:lnTo>
                        <a:pt x="2368" y="263"/>
                      </a:lnTo>
                      <a:lnTo>
                        <a:pt x="2368" y="257"/>
                      </a:lnTo>
                      <a:lnTo>
                        <a:pt x="2368" y="251"/>
                      </a:lnTo>
                      <a:lnTo>
                        <a:pt x="2378" y="251"/>
                      </a:lnTo>
                      <a:lnTo>
                        <a:pt x="2378" y="245"/>
                      </a:lnTo>
                      <a:lnTo>
                        <a:pt x="2378" y="238"/>
                      </a:lnTo>
                      <a:lnTo>
                        <a:pt x="2389" y="238"/>
                      </a:lnTo>
                      <a:lnTo>
                        <a:pt x="2389" y="232"/>
                      </a:lnTo>
                      <a:lnTo>
                        <a:pt x="2389" y="226"/>
                      </a:lnTo>
                      <a:lnTo>
                        <a:pt x="2420" y="182"/>
                      </a:lnTo>
                      <a:lnTo>
                        <a:pt x="2420" y="176"/>
                      </a:lnTo>
                      <a:lnTo>
                        <a:pt x="2451" y="126"/>
                      </a:lnTo>
                      <a:lnTo>
                        <a:pt x="2451" y="119"/>
                      </a:lnTo>
                      <a:lnTo>
                        <a:pt x="2461" y="119"/>
                      </a:lnTo>
                      <a:lnTo>
                        <a:pt x="2461" y="113"/>
                      </a:lnTo>
                      <a:lnTo>
                        <a:pt x="2461" y="107"/>
                      </a:lnTo>
                      <a:lnTo>
                        <a:pt x="2461" y="101"/>
                      </a:lnTo>
                      <a:lnTo>
                        <a:pt x="2471" y="101"/>
                      </a:lnTo>
                      <a:lnTo>
                        <a:pt x="2471" y="94"/>
                      </a:lnTo>
                      <a:lnTo>
                        <a:pt x="2471" y="88"/>
                      </a:lnTo>
                      <a:lnTo>
                        <a:pt x="2482" y="88"/>
                      </a:lnTo>
                      <a:lnTo>
                        <a:pt x="2482" y="82"/>
                      </a:lnTo>
                      <a:lnTo>
                        <a:pt x="2492" y="82"/>
                      </a:lnTo>
                      <a:lnTo>
                        <a:pt x="2492" y="88"/>
                      </a:lnTo>
                      <a:lnTo>
                        <a:pt x="2502" y="88"/>
                      </a:lnTo>
                      <a:lnTo>
                        <a:pt x="2502" y="94"/>
                      </a:lnTo>
                      <a:lnTo>
                        <a:pt x="2502" y="101"/>
                      </a:lnTo>
                      <a:lnTo>
                        <a:pt x="2513" y="101"/>
                      </a:lnTo>
                      <a:lnTo>
                        <a:pt x="2513" y="107"/>
                      </a:lnTo>
                      <a:lnTo>
                        <a:pt x="2513" y="113"/>
                      </a:lnTo>
                      <a:lnTo>
                        <a:pt x="2523" y="113"/>
                      </a:lnTo>
                      <a:lnTo>
                        <a:pt x="2523" y="119"/>
                      </a:lnTo>
                      <a:lnTo>
                        <a:pt x="2523" y="126"/>
                      </a:lnTo>
                      <a:lnTo>
                        <a:pt x="2533" y="126"/>
                      </a:lnTo>
                      <a:lnTo>
                        <a:pt x="2533" y="132"/>
                      </a:lnTo>
                      <a:lnTo>
                        <a:pt x="2533" y="138"/>
                      </a:lnTo>
                      <a:lnTo>
                        <a:pt x="2544" y="138"/>
                      </a:lnTo>
                      <a:lnTo>
                        <a:pt x="2544" y="144"/>
                      </a:lnTo>
                      <a:lnTo>
                        <a:pt x="2544" y="151"/>
                      </a:lnTo>
                      <a:lnTo>
                        <a:pt x="2554" y="151"/>
                      </a:lnTo>
                      <a:lnTo>
                        <a:pt x="2554" y="157"/>
                      </a:lnTo>
                      <a:lnTo>
                        <a:pt x="2564" y="163"/>
                      </a:lnTo>
                      <a:lnTo>
                        <a:pt x="2564" y="169"/>
                      </a:lnTo>
                      <a:lnTo>
                        <a:pt x="2575" y="169"/>
                      </a:lnTo>
                      <a:lnTo>
                        <a:pt x="2575" y="176"/>
                      </a:lnTo>
                      <a:lnTo>
                        <a:pt x="2575" y="182"/>
                      </a:lnTo>
                      <a:lnTo>
                        <a:pt x="2585" y="182"/>
                      </a:lnTo>
                      <a:lnTo>
                        <a:pt x="2585" y="188"/>
                      </a:lnTo>
                      <a:lnTo>
                        <a:pt x="2585" y="194"/>
                      </a:lnTo>
                      <a:lnTo>
                        <a:pt x="2595" y="194"/>
                      </a:lnTo>
                      <a:lnTo>
                        <a:pt x="2595" y="201"/>
                      </a:lnTo>
                      <a:lnTo>
                        <a:pt x="2606" y="201"/>
                      </a:lnTo>
                      <a:lnTo>
                        <a:pt x="2616" y="201"/>
                      </a:lnTo>
                      <a:lnTo>
                        <a:pt x="2616" y="194"/>
                      </a:lnTo>
                      <a:lnTo>
                        <a:pt x="2616" y="188"/>
                      </a:lnTo>
                      <a:lnTo>
                        <a:pt x="2627" y="188"/>
                      </a:lnTo>
                      <a:lnTo>
                        <a:pt x="2627" y="182"/>
                      </a:lnTo>
                      <a:lnTo>
                        <a:pt x="2627" y="176"/>
                      </a:lnTo>
                      <a:lnTo>
                        <a:pt x="2627" y="169"/>
                      </a:lnTo>
                      <a:lnTo>
                        <a:pt x="2637" y="169"/>
                      </a:lnTo>
                      <a:lnTo>
                        <a:pt x="2637" y="163"/>
                      </a:lnTo>
                      <a:lnTo>
                        <a:pt x="2637" y="157"/>
                      </a:lnTo>
                      <a:lnTo>
                        <a:pt x="2647" y="157"/>
                      </a:lnTo>
                      <a:lnTo>
                        <a:pt x="2647" y="151"/>
                      </a:lnTo>
                      <a:lnTo>
                        <a:pt x="2647" y="144"/>
                      </a:lnTo>
                      <a:lnTo>
                        <a:pt x="2647" y="138"/>
                      </a:lnTo>
                      <a:lnTo>
                        <a:pt x="2658" y="138"/>
                      </a:lnTo>
                      <a:lnTo>
                        <a:pt x="2658" y="132"/>
                      </a:lnTo>
                      <a:lnTo>
                        <a:pt x="2658" y="126"/>
                      </a:lnTo>
                      <a:lnTo>
                        <a:pt x="2668" y="119"/>
                      </a:lnTo>
                      <a:lnTo>
                        <a:pt x="2668" y="113"/>
                      </a:lnTo>
                      <a:lnTo>
                        <a:pt x="2668" y="107"/>
                      </a:lnTo>
                      <a:lnTo>
                        <a:pt x="2678" y="107"/>
                      </a:lnTo>
                      <a:lnTo>
                        <a:pt x="2678" y="101"/>
                      </a:lnTo>
                      <a:lnTo>
                        <a:pt x="2678" y="94"/>
                      </a:lnTo>
                      <a:lnTo>
                        <a:pt x="2678" y="88"/>
                      </a:lnTo>
                      <a:lnTo>
                        <a:pt x="2689" y="88"/>
                      </a:lnTo>
                      <a:lnTo>
                        <a:pt x="2689" y="82"/>
                      </a:lnTo>
                      <a:lnTo>
                        <a:pt x="2689" y="75"/>
                      </a:lnTo>
                      <a:lnTo>
                        <a:pt x="2699" y="69"/>
                      </a:lnTo>
                      <a:lnTo>
                        <a:pt x="2699" y="63"/>
                      </a:lnTo>
                      <a:lnTo>
                        <a:pt x="2699" y="57"/>
                      </a:lnTo>
                      <a:lnTo>
                        <a:pt x="2709" y="57"/>
                      </a:lnTo>
                      <a:lnTo>
                        <a:pt x="2709" y="50"/>
                      </a:lnTo>
                      <a:lnTo>
                        <a:pt x="2709" y="44"/>
                      </a:lnTo>
                      <a:lnTo>
                        <a:pt x="2709" y="38"/>
                      </a:lnTo>
                      <a:lnTo>
                        <a:pt x="2720" y="38"/>
                      </a:lnTo>
                      <a:lnTo>
                        <a:pt x="2720" y="32"/>
                      </a:lnTo>
                      <a:lnTo>
                        <a:pt x="2720" y="25"/>
                      </a:lnTo>
                      <a:lnTo>
                        <a:pt x="2730" y="25"/>
                      </a:lnTo>
                      <a:lnTo>
                        <a:pt x="2740" y="25"/>
                      </a:lnTo>
                      <a:lnTo>
                        <a:pt x="2740" y="32"/>
                      </a:lnTo>
                      <a:lnTo>
                        <a:pt x="2740" y="38"/>
                      </a:lnTo>
                      <a:lnTo>
                        <a:pt x="2751" y="38"/>
                      </a:lnTo>
                      <a:lnTo>
                        <a:pt x="2751" y="44"/>
                      </a:lnTo>
                      <a:lnTo>
                        <a:pt x="2751" y="50"/>
                      </a:lnTo>
                      <a:lnTo>
                        <a:pt x="2761" y="50"/>
                      </a:lnTo>
                      <a:lnTo>
                        <a:pt x="2761" y="57"/>
                      </a:lnTo>
                      <a:lnTo>
                        <a:pt x="2792" y="94"/>
                      </a:lnTo>
                      <a:lnTo>
                        <a:pt x="2792" y="101"/>
                      </a:lnTo>
                      <a:lnTo>
                        <a:pt x="2823" y="138"/>
                      </a:lnTo>
                      <a:lnTo>
                        <a:pt x="2823" y="144"/>
                      </a:lnTo>
                      <a:lnTo>
                        <a:pt x="2833" y="151"/>
                      </a:lnTo>
                      <a:lnTo>
                        <a:pt x="2833" y="157"/>
                      </a:lnTo>
                      <a:lnTo>
                        <a:pt x="2844" y="163"/>
                      </a:lnTo>
                      <a:lnTo>
                        <a:pt x="2844" y="169"/>
                      </a:lnTo>
                      <a:lnTo>
                        <a:pt x="2854" y="169"/>
                      </a:lnTo>
                      <a:lnTo>
                        <a:pt x="2854" y="163"/>
                      </a:lnTo>
                      <a:lnTo>
                        <a:pt x="2864" y="163"/>
                      </a:lnTo>
                      <a:lnTo>
                        <a:pt x="2864" y="157"/>
                      </a:lnTo>
                      <a:lnTo>
                        <a:pt x="2864" y="151"/>
                      </a:lnTo>
                      <a:lnTo>
                        <a:pt x="2875" y="151"/>
                      </a:lnTo>
                      <a:lnTo>
                        <a:pt x="2875" y="144"/>
                      </a:lnTo>
                      <a:lnTo>
                        <a:pt x="2875" y="138"/>
                      </a:lnTo>
                      <a:lnTo>
                        <a:pt x="2885" y="138"/>
                      </a:lnTo>
                      <a:lnTo>
                        <a:pt x="2885" y="132"/>
                      </a:lnTo>
                      <a:lnTo>
                        <a:pt x="2916" y="88"/>
                      </a:lnTo>
                      <a:lnTo>
                        <a:pt x="2916" y="82"/>
                      </a:lnTo>
                      <a:lnTo>
                        <a:pt x="2947" y="32"/>
                      </a:lnTo>
                      <a:lnTo>
                        <a:pt x="2947" y="25"/>
                      </a:lnTo>
                      <a:lnTo>
                        <a:pt x="2957" y="25"/>
                      </a:lnTo>
                      <a:lnTo>
                        <a:pt x="2957" y="19"/>
                      </a:lnTo>
                      <a:lnTo>
                        <a:pt x="2957" y="13"/>
                      </a:lnTo>
                      <a:lnTo>
                        <a:pt x="2957" y="7"/>
                      </a:lnTo>
                      <a:lnTo>
                        <a:pt x="2968" y="7"/>
                      </a:lnTo>
                      <a:lnTo>
                        <a:pt x="2968" y="0"/>
                      </a:lnTo>
                      <a:lnTo>
                        <a:pt x="2978" y="0"/>
                      </a:lnTo>
                      <a:lnTo>
                        <a:pt x="2988" y="0"/>
                      </a:lnTo>
                      <a:lnTo>
                        <a:pt x="2988" y="7"/>
                      </a:lnTo>
                      <a:lnTo>
                        <a:pt x="2988" y="13"/>
                      </a:lnTo>
                      <a:lnTo>
                        <a:pt x="2988" y="19"/>
                      </a:lnTo>
                      <a:lnTo>
                        <a:pt x="2999" y="19"/>
                      </a:lnTo>
                      <a:lnTo>
                        <a:pt x="2999" y="25"/>
                      </a:lnTo>
                      <a:lnTo>
                        <a:pt x="2999" y="32"/>
                      </a:lnTo>
                      <a:lnTo>
                        <a:pt x="2999" y="38"/>
                      </a:lnTo>
                      <a:lnTo>
                        <a:pt x="3030" y="88"/>
                      </a:lnTo>
                      <a:lnTo>
                        <a:pt x="3040" y="88"/>
                      </a:lnTo>
                      <a:lnTo>
                        <a:pt x="3040" y="94"/>
                      </a:lnTo>
                      <a:lnTo>
                        <a:pt x="3071" y="138"/>
                      </a:lnTo>
                      <a:lnTo>
                        <a:pt x="3071" y="144"/>
                      </a:lnTo>
                      <a:lnTo>
                        <a:pt x="3071" y="151"/>
                      </a:lnTo>
                      <a:lnTo>
                        <a:pt x="3081" y="151"/>
                      </a:lnTo>
                      <a:lnTo>
                        <a:pt x="3081" y="157"/>
                      </a:lnTo>
                      <a:lnTo>
                        <a:pt x="3081" y="163"/>
                      </a:lnTo>
                      <a:lnTo>
                        <a:pt x="3092" y="169"/>
                      </a:lnTo>
                      <a:lnTo>
                        <a:pt x="3092" y="176"/>
                      </a:lnTo>
                      <a:lnTo>
                        <a:pt x="3102" y="176"/>
                      </a:lnTo>
                      <a:lnTo>
                        <a:pt x="3102" y="169"/>
                      </a:lnTo>
                      <a:lnTo>
                        <a:pt x="3113" y="169"/>
                      </a:lnTo>
                      <a:lnTo>
                        <a:pt x="3113" y="163"/>
                      </a:lnTo>
                      <a:lnTo>
                        <a:pt x="3113" y="157"/>
                      </a:lnTo>
                      <a:lnTo>
                        <a:pt x="3123" y="157"/>
                      </a:lnTo>
                      <a:lnTo>
                        <a:pt x="3123" y="151"/>
                      </a:lnTo>
                      <a:lnTo>
                        <a:pt x="3123" y="144"/>
                      </a:lnTo>
                      <a:lnTo>
                        <a:pt x="3154" y="101"/>
                      </a:lnTo>
                      <a:lnTo>
                        <a:pt x="3164" y="101"/>
                      </a:lnTo>
                      <a:lnTo>
                        <a:pt x="3195" y="57"/>
                      </a:lnTo>
                      <a:lnTo>
                        <a:pt x="3195" y="50"/>
                      </a:lnTo>
                      <a:lnTo>
                        <a:pt x="3195" y="44"/>
                      </a:lnTo>
                      <a:lnTo>
                        <a:pt x="3206" y="44"/>
                      </a:lnTo>
                      <a:lnTo>
                        <a:pt x="3206" y="38"/>
                      </a:lnTo>
                      <a:lnTo>
                        <a:pt x="3206" y="32"/>
                      </a:lnTo>
                      <a:lnTo>
                        <a:pt x="3216" y="25"/>
                      </a:lnTo>
                      <a:lnTo>
                        <a:pt x="3226" y="25"/>
                      </a:lnTo>
                      <a:lnTo>
                        <a:pt x="3226" y="32"/>
                      </a:lnTo>
                      <a:lnTo>
                        <a:pt x="3237" y="32"/>
                      </a:lnTo>
                      <a:lnTo>
                        <a:pt x="3237" y="38"/>
                      </a:lnTo>
                      <a:lnTo>
                        <a:pt x="3237" y="44"/>
                      </a:lnTo>
                      <a:lnTo>
                        <a:pt x="3237" y="50"/>
                      </a:lnTo>
                      <a:lnTo>
                        <a:pt x="3247" y="50"/>
                      </a:lnTo>
                      <a:lnTo>
                        <a:pt x="3247" y="57"/>
                      </a:lnTo>
                      <a:lnTo>
                        <a:pt x="3247" y="63"/>
                      </a:lnTo>
                      <a:lnTo>
                        <a:pt x="3247" y="69"/>
                      </a:lnTo>
                      <a:lnTo>
                        <a:pt x="3278" y="126"/>
                      </a:lnTo>
                      <a:lnTo>
                        <a:pt x="3288" y="126"/>
                      </a:lnTo>
                      <a:lnTo>
                        <a:pt x="3288" y="132"/>
                      </a:lnTo>
                      <a:lnTo>
                        <a:pt x="3319" y="182"/>
                      </a:lnTo>
                      <a:lnTo>
                        <a:pt x="3319" y="188"/>
                      </a:lnTo>
                      <a:lnTo>
                        <a:pt x="3319" y="194"/>
                      </a:lnTo>
                      <a:lnTo>
                        <a:pt x="3330" y="201"/>
                      </a:lnTo>
                      <a:lnTo>
                        <a:pt x="3330" y="207"/>
                      </a:lnTo>
                      <a:lnTo>
                        <a:pt x="3330" y="213"/>
                      </a:lnTo>
                      <a:lnTo>
                        <a:pt x="3340" y="213"/>
                      </a:lnTo>
                      <a:lnTo>
                        <a:pt x="3340" y="220"/>
                      </a:lnTo>
                      <a:lnTo>
                        <a:pt x="3350" y="220"/>
                      </a:lnTo>
                      <a:lnTo>
                        <a:pt x="3361" y="220"/>
                      </a:lnTo>
                      <a:lnTo>
                        <a:pt x="3361" y="213"/>
                      </a:lnTo>
                      <a:lnTo>
                        <a:pt x="3361" y="207"/>
                      </a:lnTo>
                      <a:lnTo>
                        <a:pt x="3371" y="207"/>
                      </a:lnTo>
                      <a:lnTo>
                        <a:pt x="3371" y="201"/>
                      </a:lnTo>
                      <a:lnTo>
                        <a:pt x="3402" y="163"/>
                      </a:lnTo>
                      <a:lnTo>
                        <a:pt x="3412" y="163"/>
                      </a:lnTo>
                      <a:lnTo>
                        <a:pt x="3433" y="126"/>
                      </a:lnTo>
                      <a:lnTo>
                        <a:pt x="3443" y="126"/>
                      </a:lnTo>
                      <a:lnTo>
                        <a:pt x="3443" y="119"/>
                      </a:lnTo>
                      <a:lnTo>
                        <a:pt x="3443" y="113"/>
                      </a:lnTo>
                      <a:lnTo>
                        <a:pt x="3454" y="113"/>
                      </a:lnTo>
                      <a:lnTo>
                        <a:pt x="3454" y="107"/>
                      </a:lnTo>
                      <a:lnTo>
                        <a:pt x="3454" y="101"/>
                      </a:lnTo>
                      <a:lnTo>
                        <a:pt x="3464" y="101"/>
                      </a:lnTo>
                      <a:lnTo>
                        <a:pt x="3474" y="101"/>
                      </a:lnTo>
                      <a:lnTo>
                        <a:pt x="3474" y="107"/>
                      </a:lnTo>
                      <a:lnTo>
                        <a:pt x="3474" y="113"/>
                      </a:lnTo>
                      <a:lnTo>
                        <a:pt x="3485" y="113"/>
                      </a:lnTo>
                      <a:lnTo>
                        <a:pt x="3485" y="119"/>
                      </a:lnTo>
                      <a:lnTo>
                        <a:pt x="3485" y="126"/>
                      </a:lnTo>
                      <a:lnTo>
                        <a:pt x="3485" y="132"/>
                      </a:lnTo>
                      <a:lnTo>
                        <a:pt x="3495" y="138"/>
                      </a:lnTo>
                      <a:lnTo>
                        <a:pt x="3495" y="144"/>
                      </a:lnTo>
                      <a:lnTo>
                        <a:pt x="3526" y="207"/>
                      </a:lnTo>
                      <a:lnTo>
                        <a:pt x="3526" y="213"/>
                      </a:lnTo>
                      <a:lnTo>
                        <a:pt x="3557" y="263"/>
                      </a:lnTo>
                      <a:lnTo>
                        <a:pt x="3557" y="270"/>
                      </a:lnTo>
                      <a:lnTo>
                        <a:pt x="3567" y="270"/>
                      </a:lnTo>
                      <a:lnTo>
                        <a:pt x="3567" y="276"/>
                      </a:lnTo>
                      <a:lnTo>
                        <a:pt x="3567" y="282"/>
                      </a:lnTo>
                      <a:lnTo>
                        <a:pt x="3578" y="288"/>
                      </a:lnTo>
                      <a:lnTo>
                        <a:pt x="3578" y="295"/>
                      </a:lnTo>
                      <a:lnTo>
                        <a:pt x="3578" y="301"/>
                      </a:lnTo>
                      <a:lnTo>
                        <a:pt x="3588" y="301"/>
                      </a:lnTo>
                      <a:lnTo>
                        <a:pt x="3588" y="307"/>
                      </a:lnTo>
                      <a:lnTo>
                        <a:pt x="3598" y="307"/>
                      </a:lnTo>
                      <a:lnTo>
                        <a:pt x="3609" y="307"/>
                      </a:lnTo>
                      <a:lnTo>
                        <a:pt x="3609" y="301"/>
                      </a:lnTo>
                      <a:lnTo>
                        <a:pt x="3609" y="295"/>
                      </a:lnTo>
                      <a:lnTo>
                        <a:pt x="3619" y="295"/>
                      </a:lnTo>
                      <a:lnTo>
                        <a:pt x="3650" y="270"/>
                      </a:lnTo>
                      <a:lnTo>
                        <a:pt x="3650" y="263"/>
                      </a:lnTo>
                      <a:lnTo>
                        <a:pt x="3681" y="238"/>
                      </a:lnTo>
                      <a:lnTo>
                        <a:pt x="3692" y="232"/>
                      </a:lnTo>
                      <a:lnTo>
                        <a:pt x="3692" y="226"/>
                      </a:lnTo>
                      <a:lnTo>
                        <a:pt x="3702" y="226"/>
                      </a:lnTo>
                      <a:lnTo>
                        <a:pt x="3702" y="220"/>
                      </a:lnTo>
                      <a:lnTo>
                        <a:pt x="3712" y="220"/>
                      </a:lnTo>
                      <a:lnTo>
                        <a:pt x="3712" y="226"/>
                      </a:lnTo>
                      <a:lnTo>
                        <a:pt x="3723" y="226"/>
                      </a:lnTo>
                      <a:lnTo>
                        <a:pt x="3723" y="232"/>
                      </a:lnTo>
                      <a:lnTo>
                        <a:pt x="3723" y="238"/>
                      </a:lnTo>
                      <a:lnTo>
                        <a:pt x="3733" y="238"/>
                      </a:lnTo>
                      <a:lnTo>
                        <a:pt x="3733" y="245"/>
                      </a:lnTo>
                      <a:lnTo>
                        <a:pt x="3733" y="251"/>
                      </a:lnTo>
                      <a:lnTo>
                        <a:pt x="3733" y="257"/>
                      </a:lnTo>
                      <a:lnTo>
                        <a:pt x="3743" y="257"/>
                      </a:lnTo>
                      <a:lnTo>
                        <a:pt x="3743" y="263"/>
                      </a:lnTo>
                      <a:lnTo>
                        <a:pt x="3774" y="320"/>
                      </a:lnTo>
                      <a:lnTo>
                        <a:pt x="3774" y="326"/>
                      </a:lnTo>
                      <a:lnTo>
                        <a:pt x="3805" y="376"/>
                      </a:lnTo>
                      <a:lnTo>
                        <a:pt x="3805" y="382"/>
                      </a:lnTo>
                      <a:lnTo>
                        <a:pt x="3816" y="382"/>
                      </a:lnTo>
                      <a:lnTo>
                        <a:pt x="3816" y="389"/>
                      </a:lnTo>
                      <a:lnTo>
                        <a:pt x="3816" y="395"/>
                      </a:lnTo>
                      <a:lnTo>
                        <a:pt x="3816" y="401"/>
                      </a:lnTo>
                      <a:lnTo>
                        <a:pt x="3826" y="401"/>
                      </a:lnTo>
                      <a:lnTo>
                        <a:pt x="3826" y="407"/>
                      </a:lnTo>
                      <a:lnTo>
                        <a:pt x="3826" y="414"/>
                      </a:lnTo>
                      <a:lnTo>
                        <a:pt x="3836" y="414"/>
                      </a:lnTo>
                      <a:lnTo>
                        <a:pt x="3836" y="420"/>
                      </a:lnTo>
                      <a:lnTo>
                        <a:pt x="3847" y="420"/>
                      </a:lnTo>
                      <a:lnTo>
                        <a:pt x="3847" y="414"/>
                      </a:lnTo>
                      <a:lnTo>
                        <a:pt x="3857" y="414"/>
                      </a:lnTo>
                      <a:lnTo>
                        <a:pt x="3867" y="414"/>
                      </a:lnTo>
                      <a:lnTo>
                        <a:pt x="3867" y="407"/>
                      </a:lnTo>
                      <a:lnTo>
                        <a:pt x="3898" y="395"/>
                      </a:lnTo>
                      <a:lnTo>
                        <a:pt x="3898" y="389"/>
                      </a:lnTo>
                      <a:lnTo>
                        <a:pt x="3929" y="370"/>
                      </a:lnTo>
                      <a:lnTo>
                        <a:pt x="3940" y="370"/>
                      </a:lnTo>
                      <a:lnTo>
                        <a:pt x="3940" y="364"/>
                      </a:lnTo>
                      <a:lnTo>
                        <a:pt x="3950" y="364"/>
                      </a:lnTo>
                      <a:lnTo>
                        <a:pt x="3950" y="357"/>
                      </a:lnTo>
                      <a:lnTo>
                        <a:pt x="3960" y="357"/>
                      </a:lnTo>
                      <a:lnTo>
                        <a:pt x="3960" y="364"/>
                      </a:lnTo>
                      <a:lnTo>
                        <a:pt x="3971" y="370"/>
                      </a:lnTo>
                      <a:lnTo>
                        <a:pt x="3971" y="376"/>
                      </a:lnTo>
                      <a:lnTo>
                        <a:pt x="3971" y="382"/>
                      </a:lnTo>
                      <a:lnTo>
                        <a:pt x="3981" y="382"/>
                      </a:lnTo>
                      <a:lnTo>
                        <a:pt x="3981" y="389"/>
                      </a:lnTo>
                      <a:lnTo>
                        <a:pt x="3981" y="395"/>
                      </a:lnTo>
                      <a:lnTo>
                        <a:pt x="3991" y="401"/>
                      </a:lnTo>
                      <a:lnTo>
                        <a:pt x="4022" y="451"/>
                      </a:lnTo>
                      <a:lnTo>
                        <a:pt x="4022" y="457"/>
                      </a:lnTo>
                      <a:lnTo>
                        <a:pt x="4053" y="501"/>
                      </a:lnTo>
                      <a:lnTo>
                        <a:pt x="4053" y="508"/>
                      </a:lnTo>
                      <a:lnTo>
                        <a:pt x="4064" y="508"/>
                      </a:lnTo>
                      <a:lnTo>
                        <a:pt x="4064" y="514"/>
                      </a:lnTo>
                      <a:lnTo>
                        <a:pt x="4064" y="520"/>
                      </a:lnTo>
                      <a:lnTo>
                        <a:pt x="4074" y="520"/>
                      </a:lnTo>
                      <a:lnTo>
                        <a:pt x="4074" y="526"/>
                      </a:lnTo>
                      <a:lnTo>
                        <a:pt x="4074" y="533"/>
                      </a:lnTo>
                      <a:lnTo>
                        <a:pt x="4084" y="533"/>
                      </a:lnTo>
                      <a:lnTo>
                        <a:pt x="4095" y="533"/>
                      </a:lnTo>
                      <a:lnTo>
                        <a:pt x="4105" y="533"/>
                      </a:lnTo>
                      <a:lnTo>
                        <a:pt x="4105" y="526"/>
                      </a:lnTo>
                      <a:lnTo>
                        <a:pt x="4116" y="526"/>
                      </a:lnTo>
                      <a:lnTo>
                        <a:pt x="4147" y="520"/>
                      </a:lnTo>
                      <a:lnTo>
                        <a:pt x="4147" y="514"/>
                      </a:lnTo>
                      <a:lnTo>
                        <a:pt x="4178" y="501"/>
                      </a:lnTo>
                      <a:lnTo>
                        <a:pt x="4188" y="501"/>
                      </a:lnTo>
                      <a:lnTo>
                        <a:pt x="4188" y="495"/>
                      </a:lnTo>
                      <a:lnTo>
                        <a:pt x="4198" y="495"/>
                      </a:lnTo>
                      <a:lnTo>
                        <a:pt x="4209" y="495"/>
                      </a:lnTo>
                      <a:lnTo>
                        <a:pt x="4209" y="501"/>
                      </a:lnTo>
                      <a:lnTo>
                        <a:pt x="4219" y="501"/>
                      </a:lnTo>
                      <a:lnTo>
                        <a:pt x="4219" y="508"/>
                      </a:lnTo>
                      <a:lnTo>
                        <a:pt x="4219" y="514"/>
                      </a:lnTo>
                      <a:lnTo>
                        <a:pt x="4229" y="520"/>
                      </a:lnTo>
                      <a:lnTo>
                        <a:pt x="4229" y="526"/>
                      </a:lnTo>
                      <a:lnTo>
                        <a:pt x="4229" y="533"/>
                      </a:lnTo>
                      <a:lnTo>
                        <a:pt x="4260" y="570"/>
                      </a:lnTo>
                      <a:lnTo>
                        <a:pt x="4271" y="570"/>
                      </a:lnTo>
                      <a:lnTo>
                        <a:pt x="4302" y="608"/>
                      </a:lnTo>
                      <a:lnTo>
                        <a:pt x="4302" y="614"/>
                      </a:lnTo>
                      <a:lnTo>
                        <a:pt x="4312" y="614"/>
                      </a:lnTo>
                      <a:lnTo>
                        <a:pt x="4312" y="620"/>
                      </a:lnTo>
                      <a:lnTo>
                        <a:pt x="4312" y="627"/>
                      </a:lnTo>
                      <a:lnTo>
                        <a:pt x="4322" y="627"/>
                      </a:lnTo>
                      <a:lnTo>
                        <a:pt x="4322" y="633"/>
                      </a:lnTo>
                      <a:lnTo>
                        <a:pt x="4333" y="633"/>
                      </a:lnTo>
                      <a:lnTo>
                        <a:pt x="4343" y="633"/>
                      </a:lnTo>
                      <a:lnTo>
                        <a:pt x="4353" y="633"/>
                      </a:lnTo>
                      <a:lnTo>
                        <a:pt x="4353" y="627"/>
                      </a:lnTo>
                      <a:lnTo>
                        <a:pt x="4384" y="620"/>
                      </a:lnTo>
                      <a:lnTo>
                        <a:pt x="4395" y="620"/>
                      </a:lnTo>
                      <a:lnTo>
                        <a:pt x="4395" y="614"/>
                      </a:lnTo>
                      <a:lnTo>
                        <a:pt x="4426" y="608"/>
                      </a:lnTo>
                      <a:lnTo>
                        <a:pt x="4426" y="602"/>
                      </a:lnTo>
                      <a:lnTo>
                        <a:pt x="4436" y="602"/>
                      </a:lnTo>
                      <a:lnTo>
                        <a:pt x="4446" y="602"/>
                      </a:lnTo>
                      <a:lnTo>
                        <a:pt x="4457" y="602"/>
                      </a:lnTo>
                      <a:lnTo>
                        <a:pt x="4467" y="608"/>
                      </a:lnTo>
                      <a:lnTo>
                        <a:pt x="4467" y="614"/>
                      </a:lnTo>
                      <a:lnTo>
                        <a:pt x="4477" y="614"/>
                      </a:lnTo>
                      <a:lnTo>
                        <a:pt x="4477" y="620"/>
                      </a:lnTo>
                      <a:lnTo>
                        <a:pt x="4508" y="645"/>
                      </a:lnTo>
                      <a:lnTo>
                        <a:pt x="4508" y="652"/>
                      </a:lnTo>
                      <a:lnTo>
                        <a:pt x="4519" y="652"/>
                      </a:lnTo>
                      <a:lnTo>
                        <a:pt x="4550" y="677"/>
                      </a:lnTo>
                      <a:lnTo>
                        <a:pt x="4550" y="683"/>
                      </a:lnTo>
                      <a:lnTo>
                        <a:pt x="4560" y="683"/>
                      </a:lnTo>
                      <a:lnTo>
                        <a:pt x="4560" y="689"/>
                      </a:lnTo>
                      <a:lnTo>
                        <a:pt x="4570" y="689"/>
                      </a:lnTo>
                      <a:lnTo>
                        <a:pt x="4581" y="689"/>
                      </a:lnTo>
                      <a:lnTo>
                        <a:pt x="4591" y="689"/>
                      </a:lnTo>
                      <a:lnTo>
                        <a:pt x="4602" y="689"/>
                      </a:lnTo>
                      <a:lnTo>
                        <a:pt x="4602" y="683"/>
                      </a:lnTo>
                      <a:lnTo>
                        <a:pt x="4633" y="670"/>
                      </a:lnTo>
                      <a:lnTo>
                        <a:pt x="4643" y="670"/>
                      </a:lnTo>
                      <a:lnTo>
                        <a:pt x="4664" y="658"/>
                      </a:lnTo>
                      <a:lnTo>
                        <a:pt x="4674" y="652"/>
                      </a:lnTo>
                      <a:lnTo>
                        <a:pt x="4684" y="652"/>
                      </a:lnTo>
                      <a:lnTo>
                        <a:pt x="4684" y="645"/>
                      </a:lnTo>
                      <a:lnTo>
                        <a:pt x="4695" y="645"/>
                      </a:lnTo>
                      <a:lnTo>
                        <a:pt x="4705" y="645"/>
                      </a:lnTo>
                      <a:lnTo>
                        <a:pt x="4715" y="645"/>
                      </a:lnTo>
                      <a:lnTo>
                        <a:pt x="4715" y="652"/>
                      </a:lnTo>
                      <a:lnTo>
                        <a:pt x="4726" y="652"/>
                      </a:lnTo>
                      <a:lnTo>
                        <a:pt x="4726" y="658"/>
                      </a:lnTo>
                      <a:lnTo>
                        <a:pt x="4757" y="677"/>
                      </a:lnTo>
                      <a:lnTo>
                        <a:pt x="4788" y="689"/>
                      </a:lnTo>
                      <a:lnTo>
                        <a:pt x="4788" y="695"/>
                      </a:lnTo>
                      <a:lnTo>
                        <a:pt x="4798" y="695"/>
                      </a:lnTo>
                      <a:lnTo>
                        <a:pt x="4808" y="695"/>
                      </a:lnTo>
                      <a:lnTo>
                        <a:pt x="4808" y="702"/>
                      </a:lnTo>
                      <a:lnTo>
                        <a:pt x="4819" y="702"/>
                      </a:lnTo>
                      <a:lnTo>
                        <a:pt x="4829" y="702"/>
                      </a:lnTo>
                      <a:lnTo>
                        <a:pt x="4829" y="695"/>
                      </a:lnTo>
                      <a:lnTo>
                        <a:pt x="4839" y="695"/>
                      </a:lnTo>
                      <a:lnTo>
                        <a:pt x="4839" y="689"/>
                      </a:lnTo>
                      <a:lnTo>
                        <a:pt x="4850" y="689"/>
                      </a:lnTo>
                      <a:lnTo>
                        <a:pt x="4881" y="664"/>
                      </a:lnTo>
                      <a:lnTo>
                        <a:pt x="4912" y="639"/>
                      </a:lnTo>
                      <a:lnTo>
                        <a:pt x="4922" y="639"/>
                      </a:lnTo>
                      <a:lnTo>
                        <a:pt x="4922" y="633"/>
                      </a:lnTo>
                      <a:lnTo>
                        <a:pt x="4932" y="627"/>
                      </a:lnTo>
                      <a:lnTo>
                        <a:pt x="4932" y="620"/>
                      </a:lnTo>
                      <a:lnTo>
                        <a:pt x="4943" y="620"/>
                      </a:lnTo>
                      <a:lnTo>
                        <a:pt x="4953" y="620"/>
                      </a:lnTo>
                      <a:lnTo>
                        <a:pt x="4963" y="620"/>
                      </a:lnTo>
                      <a:lnTo>
                        <a:pt x="4963" y="627"/>
                      </a:lnTo>
                      <a:lnTo>
                        <a:pt x="4974" y="627"/>
                      </a:lnTo>
                      <a:lnTo>
                        <a:pt x="5005" y="639"/>
                      </a:lnTo>
                      <a:lnTo>
                        <a:pt x="5005" y="645"/>
                      </a:lnTo>
                      <a:lnTo>
                        <a:pt x="5036" y="658"/>
                      </a:lnTo>
                      <a:lnTo>
                        <a:pt x="5046" y="658"/>
                      </a:lnTo>
                      <a:lnTo>
                        <a:pt x="5056" y="658"/>
                      </a:lnTo>
                      <a:lnTo>
                        <a:pt x="5056" y="664"/>
                      </a:lnTo>
                      <a:lnTo>
                        <a:pt x="5067" y="664"/>
                      </a:lnTo>
                      <a:lnTo>
                        <a:pt x="5067" y="658"/>
                      </a:lnTo>
                      <a:lnTo>
                        <a:pt x="5077" y="658"/>
                      </a:lnTo>
                      <a:lnTo>
                        <a:pt x="5077" y="652"/>
                      </a:lnTo>
                      <a:lnTo>
                        <a:pt x="5087" y="652"/>
                      </a:lnTo>
                      <a:lnTo>
                        <a:pt x="5087" y="645"/>
                      </a:lnTo>
                      <a:lnTo>
                        <a:pt x="5087" y="639"/>
                      </a:lnTo>
                      <a:lnTo>
                        <a:pt x="5098" y="639"/>
                      </a:lnTo>
                      <a:lnTo>
                        <a:pt x="5129" y="608"/>
                      </a:lnTo>
                      <a:lnTo>
                        <a:pt x="5129" y="602"/>
                      </a:lnTo>
                      <a:lnTo>
                        <a:pt x="5160" y="564"/>
                      </a:lnTo>
                      <a:lnTo>
                        <a:pt x="5170" y="558"/>
                      </a:lnTo>
                      <a:lnTo>
                        <a:pt x="5170" y="551"/>
                      </a:lnTo>
                      <a:lnTo>
                        <a:pt x="5181" y="545"/>
                      </a:lnTo>
                      <a:lnTo>
                        <a:pt x="5181" y="539"/>
                      </a:lnTo>
                      <a:lnTo>
                        <a:pt x="5191" y="539"/>
                      </a:lnTo>
                      <a:lnTo>
                        <a:pt x="5191" y="533"/>
                      </a:lnTo>
                      <a:lnTo>
                        <a:pt x="5201" y="533"/>
                      </a:lnTo>
                      <a:lnTo>
                        <a:pt x="5201" y="539"/>
                      </a:lnTo>
                      <a:lnTo>
                        <a:pt x="5212" y="539"/>
                      </a:lnTo>
                      <a:lnTo>
                        <a:pt x="5212" y="545"/>
                      </a:lnTo>
                      <a:lnTo>
                        <a:pt x="5222" y="545"/>
                      </a:lnTo>
                    </a:path>
                  </a:pathLst>
                </a:custGeom>
                <a:noFill/>
                <a:ln w="15840">
                  <a:solidFill>
                    <a:srgbClr val="ff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09" name="Rectangle 350"/>
                <p:cNvSpPr/>
                <p:nvPr/>
              </p:nvSpPr>
              <p:spPr>
                <a:xfrm>
                  <a:off x="1261080" y="5811840"/>
                  <a:ext cx="40356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ff0000"/>
                      </a:solidFill>
                      <a:effectLst/>
                      <a:uFillTx/>
                      <a:latin typeface="Arial"/>
                    </a:rPr>
                    <a:t>BETA_X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0" name="Freeform 351"/>
                <p:cNvSpPr/>
                <p:nvPr/>
              </p:nvSpPr>
              <p:spPr>
                <a:xfrm>
                  <a:off x="387360" y="4608360"/>
                  <a:ext cx="8290080" cy="804600"/>
                </a:xfrm>
                <a:custGeom>
                  <a:avLst/>
                  <a:gdLst>
                    <a:gd name="textAreaLeft" fmla="*/ 0 w 8290080"/>
                    <a:gd name="textAreaRight" fmla="*/ 8290080 w 8290080"/>
                    <a:gd name="textAreaTop" fmla="*/ 0 h 804600"/>
                    <a:gd name="textAreaBottom" fmla="*/ 804960 h 804600"/>
                    <a:gd name="GluePoint1X" fmla="*/ 41 w 5222"/>
                    <a:gd name="GluePoint1Y" fmla="*/ 420 h 507"/>
                    <a:gd name="GluePoint2X" fmla="*/ 145 w 5222"/>
                    <a:gd name="GluePoint2Y" fmla="*/ 338 h 507"/>
                    <a:gd name="GluePoint3X" fmla="*/ 248 w 5222"/>
                    <a:gd name="GluePoint3Y" fmla="*/ 451 h 507"/>
                    <a:gd name="GluePoint4X" fmla="*/ 300 w 5222"/>
                    <a:gd name="GluePoint4Y" fmla="*/ 445 h 507"/>
                    <a:gd name="GluePoint5X" fmla="*/ 403 w 5222"/>
                    <a:gd name="GluePoint5Y" fmla="*/ 388 h 507"/>
                    <a:gd name="GluePoint6X" fmla="*/ 507 w 5222"/>
                    <a:gd name="GluePoint6Y" fmla="*/ 489 h 507"/>
                    <a:gd name="GluePoint7X" fmla="*/ 610 w 5222"/>
                    <a:gd name="GluePoint7Y" fmla="*/ 439 h 507"/>
                    <a:gd name="GluePoint8X" fmla="*/ 652 w 5222"/>
                    <a:gd name="GluePoint8Y" fmla="*/ 432 h 507"/>
                    <a:gd name="GluePoint9X" fmla="*/ 755 w 5222"/>
                    <a:gd name="GluePoint9Y" fmla="*/ 507 h 507"/>
                    <a:gd name="GluePoint10X" fmla="*/ 858 w 5222"/>
                    <a:gd name="GluePoint10Y" fmla="*/ 451 h 507"/>
                    <a:gd name="GluePoint11X" fmla="*/ 910 w 5222"/>
                    <a:gd name="GluePoint11Y" fmla="*/ 445 h 507"/>
                    <a:gd name="GluePoint12X" fmla="*/ 1003 w 5222"/>
                    <a:gd name="GluePoint12Y" fmla="*/ 495 h 507"/>
                    <a:gd name="GluePoint13X" fmla="*/ 1106 w 5222"/>
                    <a:gd name="GluePoint13Y" fmla="*/ 420 h 507"/>
                    <a:gd name="GluePoint14X" fmla="*/ 1158 w 5222"/>
                    <a:gd name="GluePoint14Y" fmla="*/ 413 h 507"/>
                    <a:gd name="GluePoint15X" fmla="*/ 1262 w 5222"/>
                    <a:gd name="GluePoint15Y" fmla="*/ 457 h 507"/>
                    <a:gd name="GluePoint16X" fmla="*/ 1365 w 5222"/>
                    <a:gd name="GluePoint16Y" fmla="*/ 351 h 507"/>
                    <a:gd name="GluePoint17X" fmla="*/ 1437 w 5222"/>
                    <a:gd name="GluePoint17Y" fmla="*/ 370 h 507"/>
                    <a:gd name="GluePoint18X" fmla="*/ 1510 w 5222"/>
                    <a:gd name="GluePoint18Y" fmla="*/ 388 h 507"/>
                    <a:gd name="GluePoint19X" fmla="*/ 1613 w 5222"/>
                    <a:gd name="GluePoint19Y" fmla="*/ 263 h 507"/>
                    <a:gd name="GluePoint20X" fmla="*/ 1717 w 5222"/>
                    <a:gd name="GluePoint20Y" fmla="*/ 313 h 507"/>
                    <a:gd name="GluePoint21X" fmla="*/ 1768 w 5222"/>
                    <a:gd name="GluePoint21Y" fmla="*/ 307 h 507"/>
                    <a:gd name="GluePoint22X" fmla="*/ 1861 w 5222"/>
                    <a:gd name="GluePoint22Y" fmla="*/ 176 h 507"/>
                    <a:gd name="GluePoint23X" fmla="*/ 1965 w 5222"/>
                    <a:gd name="GluePoint23Y" fmla="*/ 244 h 507"/>
                    <a:gd name="GluePoint24X" fmla="*/ 2016 w 5222"/>
                    <a:gd name="GluePoint24Y" fmla="*/ 226 h 507"/>
                    <a:gd name="GluePoint25X" fmla="*/ 2120 w 5222"/>
                    <a:gd name="GluePoint25Y" fmla="*/ 100 h 507"/>
                    <a:gd name="GluePoint26X" fmla="*/ 2223 w 5222"/>
                    <a:gd name="GluePoint26Y" fmla="*/ 188 h 507"/>
                    <a:gd name="GluePoint27X" fmla="*/ 2265 w 5222"/>
                    <a:gd name="GluePoint27Y" fmla="*/ 163 h 507"/>
                    <a:gd name="GluePoint28X" fmla="*/ 2368 w 5222"/>
                    <a:gd name="GluePoint28Y" fmla="*/ 50 h 507"/>
                    <a:gd name="GluePoint29X" fmla="*/ 2471 w 5222"/>
                    <a:gd name="GluePoint29Y" fmla="*/ 150 h 507"/>
                    <a:gd name="GluePoint30X" fmla="*/ 2523 w 5222"/>
                    <a:gd name="GluePoint30Y" fmla="*/ 113 h 507"/>
                    <a:gd name="GluePoint31X" fmla="*/ 2575 w 5222"/>
                    <a:gd name="GluePoint31Y" fmla="*/ 50 h 507"/>
                    <a:gd name="GluePoint32X" fmla="*/ 2616 w 5222"/>
                    <a:gd name="GluePoint32Y" fmla="*/ 19 h 507"/>
                    <a:gd name="GluePoint33X" fmla="*/ 2668 w 5222"/>
                    <a:gd name="GluePoint33Y" fmla="*/ 75 h 507"/>
                    <a:gd name="GluePoint34X" fmla="*/ 2720 w 5222"/>
                    <a:gd name="GluePoint34Y" fmla="*/ 132 h 507"/>
                    <a:gd name="GluePoint35X" fmla="*/ 2823 w 5222"/>
                    <a:gd name="GluePoint35Y" fmla="*/ 25 h 507"/>
                    <a:gd name="GluePoint36X" fmla="*/ 2875 w 5222"/>
                    <a:gd name="GluePoint36Y" fmla="*/ 19 h 507"/>
                    <a:gd name="GluePoint37X" fmla="*/ 2968 w 5222"/>
                    <a:gd name="GluePoint37Y" fmla="*/ 138 h 507"/>
                    <a:gd name="GluePoint38X" fmla="*/ 3071 w 5222"/>
                    <a:gd name="GluePoint38Y" fmla="*/ 38 h 507"/>
                    <a:gd name="GluePoint39X" fmla="*/ 3123 w 5222"/>
                    <a:gd name="GluePoint39Y" fmla="*/ 44 h 507"/>
                    <a:gd name="GluePoint40X" fmla="*/ 3226 w 5222"/>
                    <a:gd name="GluePoint40Y" fmla="*/ 176 h 507"/>
                    <a:gd name="GluePoint41X" fmla="*/ 3330 w 5222"/>
                    <a:gd name="GluePoint41Y" fmla="*/ 75 h 507"/>
                    <a:gd name="GluePoint42X" fmla="*/ 3371 w 5222"/>
                    <a:gd name="GluePoint42Y" fmla="*/ 100 h 507"/>
                    <a:gd name="GluePoint43X" fmla="*/ 3474 w 5222"/>
                    <a:gd name="GluePoint43Y" fmla="*/ 226 h 507"/>
                    <a:gd name="GluePoint44X" fmla="*/ 3578 w 5222"/>
                    <a:gd name="GluePoint44Y" fmla="*/ 144 h 507"/>
                    <a:gd name="GluePoint45X" fmla="*/ 3650 w 5222"/>
                    <a:gd name="GluePoint45Y" fmla="*/ 226 h 507"/>
                    <a:gd name="GluePoint46X" fmla="*/ 3733 w 5222"/>
                    <a:gd name="GluePoint46Y" fmla="*/ 301 h 507"/>
                    <a:gd name="GluePoint47X" fmla="*/ 3826 w 5222"/>
                    <a:gd name="GluePoint47Y" fmla="*/ 232 h 507"/>
                    <a:gd name="GluePoint48X" fmla="*/ 3929 w 5222"/>
                    <a:gd name="GluePoint48Y" fmla="*/ 351 h 507"/>
                    <a:gd name="GluePoint49X" fmla="*/ 3981 w 5222"/>
                    <a:gd name="GluePoint49Y" fmla="*/ 376 h 507"/>
                    <a:gd name="GluePoint50X" fmla="*/ 4084 w 5222"/>
                    <a:gd name="GluePoint50Y" fmla="*/ 326 h 507"/>
                    <a:gd name="GluePoint51X" fmla="*/ 4188 w 5222"/>
                    <a:gd name="GluePoint51Y" fmla="*/ 432 h 507"/>
                    <a:gd name="GluePoint52X" fmla="*/ 4229 w 5222"/>
                    <a:gd name="GluePoint52Y" fmla="*/ 439 h 507"/>
                    <a:gd name="GluePoint53X" fmla="*/ 4333 w 5222"/>
                    <a:gd name="GluePoint53Y" fmla="*/ 401 h 507"/>
                    <a:gd name="GluePoint54X" fmla="*/ 4436 w 5222"/>
                    <a:gd name="GluePoint54Y" fmla="*/ 489 h 507"/>
                    <a:gd name="GluePoint55X" fmla="*/ 4508 w 5222"/>
                    <a:gd name="GluePoint55Y" fmla="*/ 470 h 507"/>
                    <a:gd name="GluePoint56X" fmla="*/ 4591 w 5222"/>
                    <a:gd name="GluePoint56Y" fmla="*/ 439 h 507"/>
                    <a:gd name="GluePoint57X" fmla="*/ 4684 w 5222"/>
                    <a:gd name="GluePoint57Y" fmla="*/ 507 h 507"/>
                    <a:gd name="GluePoint58X" fmla="*/ 4788 w 5222"/>
                    <a:gd name="GluePoint58Y" fmla="*/ 451 h 507"/>
                    <a:gd name="GluePoint59X" fmla="*/ 4839 w 5222"/>
                    <a:gd name="GluePoint59Y" fmla="*/ 439 h 507"/>
                    <a:gd name="GluePoint60X" fmla="*/ 4943 w 5222"/>
                    <a:gd name="GluePoint60Y" fmla="*/ 489 h 507"/>
                    <a:gd name="GluePoint61X" fmla="*/ 5046 w 5222"/>
                    <a:gd name="GluePoint61Y" fmla="*/ 401 h 507"/>
                    <a:gd name="GluePoint62X" fmla="*/ 5087 w 5222"/>
                    <a:gd name="GluePoint62Y" fmla="*/ 395 h 507"/>
                    <a:gd name="GluePoint63X" fmla="*/ 5191 w 5222"/>
                    <a:gd name="GluePoint63Y" fmla="*/ 445 h 50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  <a:cxn ang="0">
                      <a:pos x="GluePoint56X" y="GluePoint56Y"/>
                    </a:cxn>
                    <a:cxn ang="0">
                      <a:pos x="GluePoint57X" y="GluePoint57Y"/>
                    </a:cxn>
                    <a:cxn ang="0">
                      <a:pos x="GluePoint58X" y="GluePoint58Y"/>
                    </a:cxn>
                    <a:cxn ang="0">
                      <a:pos x="GluePoint59X" y="GluePoint59Y"/>
                    </a:cxn>
                    <a:cxn ang="0">
                      <a:pos x="GluePoint60X" y="GluePoint60Y"/>
                    </a:cxn>
                    <a:cxn ang="0">
                      <a:pos x="GluePoint61X" y="GluePoint61Y"/>
                    </a:cxn>
                    <a:cxn ang="0">
                      <a:pos x="GluePoint62X" y="GluePoint62Y"/>
                    </a:cxn>
                    <a:cxn ang="0">
                      <a:pos x="GluePoint63X" y="GluePoint63Y"/>
                    </a:cxn>
                  </a:cxnLst>
                  <a:rect l="textAreaLeft" t="textAreaTop" r="textAreaRight" b="textAreaBottom"/>
                  <a:pathLst>
                    <a:path w="5222" h="507">
                      <a:moveTo>
                        <a:pt x="0" y="407"/>
                      </a:moveTo>
                      <a:lnTo>
                        <a:pt x="0" y="407"/>
                      </a:lnTo>
                      <a:lnTo>
                        <a:pt x="0" y="413"/>
                      </a:lnTo>
                      <a:lnTo>
                        <a:pt x="0" y="420"/>
                      </a:lnTo>
                      <a:lnTo>
                        <a:pt x="10" y="420"/>
                      </a:lnTo>
                      <a:lnTo>
                        <a:pt x="10" y="426"/>
                      </a:lnTo>
                      <a:lnTo>
                        <a:pt x="21" y="426"/>
                      </a:lnTo>
                      <a:lnTo>
                        <a:pt x="21" y="432"/>
                      </a:lnTo>
                      <a:lnTo>
                        <a:pt x="31" y="432"/>
                      </a:lnTo>
                      <a:lnTo>
                        <a:pt x="31" y="426"/>
                      </a:lnTo>
                      <a:lnTo>
                        <a:pt x="41" y="426"/>
                      </a:lnTo>
                      <a:lnTo>
                        <a:pt x="41" y="420"/>
                      </a:lnTo>
                      <a:lnTo>
                        <a:pt x="41" y="413"/>
                      </a:lnTo>
                      <a:lnTo>
                        <a:pt x="52" y="413"/>
                      </a:lnTo>
                      <a:lnTo>
                        <a:pt x="83" y="388"/>
                      </a:lnTo>
                      <a:lnTo>
                        <a:pt x="83" y="382"/>
                      </a:lnTo>
                      <a:lnTo>
                        <a:pt x="114" y="357"/>
                      </a:lnTo>
                      <a:lnTo>
                        <a:pt x="114" y="351"/>
                      </a:lnTo>
                      <a:lnTo>
                        <a:pt x="124" y="351"/>
                      </a:lnTo>
                      <a:lnTo>
                        <a:pt x="124" y="345"/>
                      </a:lnTo>
                      <a:lnTo>
                        <a:pt x="135" y="338"/>
                      </a:lnTo>
                      <a:lnTo>
                        <a:pt x="135" y="332"/>
                      </a:lnTo>
                      <a:lnTo>
                        <a:pt x="145" y="332"/>
                      </a:lnTo>
                      <a:lnTo>
                        <a:pt x="145" y="338"/>
                      </a:lnTo>
                      <a:lnTo>
                        <a:pt x="155" y="338"/>
                      </a:lnTo>
                      <a:lnTo>
                        <a:pt x="155" y="345"/>
                      </a:lnTo>
                      <a:lnTo>
                        <a:pt x="166" y="345"/>
                      </a:lnTo>
                      <a:lnTo>
                        <a:pt x="166" y="351"/>
                      </a:lnTo>
                      <a:lnTo>
                        <a:pt x="166" y="357"/>
                      </a:lnTo>
                      <a:lnTo>
                        <a:pt x="176" y="357"/>
                      </a:lnTo>
                      <a:lnTo>
                        <a:pt x="176" y="363"/>
                      </a:lnTo>
                      <a:lnTo>
                        <a:pt x="207" y="401"/>
                      </a:lnTo>
                      <a:lnTo>
                        <a:pt x="238" y="439"/>
                      </a:lnTo>
                      <a:lnTo>
                        <a:pt x="248" y="439"/>
                      </a:lnTo>
                      <a:lnTo>
                        <a:pt x="248" y="445"/>
                      </a:lnTo>
                      <a:lnTo>
                        <a:pt x="248" y="451"/>
                      </a:lnTo>
                      <a:lnTo>
                        <a:pt x="259" y="451"/>
                      </a:lnTo>
                      <a:lnTo>
                        <a:pt x="259" y="457"/>
                      </a:lnTo>
                      <a:lnTo>
                        <a:pt x="269" y="457"/>
                      </a:lnTo>
                      <a:lnTo>
                        <a:pt x="279" y="457"/>
                      </a:lnTo>
                      <a:lnTo>
                        <a:pt x="290" y="457"/>
                      </a:lnTo>
                      <a:lnTo>
                        <a:pt x="290" y="451"/>
                      </a:lnTo>
                      <a:lnTo>
                        <a:pt x="300" y="451"/>
                      </a:lnTo>
                      <a:lnTo>
                        <a:pt x="300" y="445"/>
                      </a:lnTo>
                      <a:lnTo>
                        <a:pt x="331" y="426"/>
                      </a:lnTo>
                      <a:lnTo>
                        <a:pt x="362" y="401"/>
                      </a:lnTo>
                      <a:lnTo>
                        <a:pt x="362" y="395"/>
                      </a:lnTo>
                      <a:lnTo>
                        <a:pt x="372" y="395"/>
                      </a:lnTo>
                      <a:lnTo>
                        <a:pt x="372" y="388"/>
                      </a:lnTo>
                      <a:lnTo>
                        <a:pt x="383" y="388"/>
                      </a:lnTo>
                      <a:lnTo>
                        <a:pt x="383" y="382"/>
                      </a:lnTo>
                      <a:lnTo>
                        <a:pt x="393" y="382"/>
                      </a:lnTo>
                      <a:lnTo>
                        <a:pt x="393" y="388"/>
                      </a:lnTo>
                      <a:lnTo>
                        <a:pt x="403" y="388"/>
                      </a:lnTo>
                      <a:lnTo>
                        <a:pt x="403" y="395"/>
                      </a:lnTo>
                      <a:lnTo>
                        <a:pt x="414" y="401"/>
                      </a:lnTo>
                      <a:lnTo>
                        <a:pt x="414" y="407"/>
                      </a:lnTo>
                      <a:lnTo>
                        <a:pt x="424" y="407"/>
                      </a:lnTo>
                      <a:lnTo>
                        <a:pt x="455" y="439"/>
                      </a:lnTo>
                      <a:lnTo>
                        <a:pt x="455" y="445"/>
                      </a:lnTo>
                      <a:lnTo>
                        <a:pt x="486" y="470"/>
                      </a:lnTo>
                      <a:lnTo>
                        <a:pt x="486" y="476"/>
                      </a:lnTo>
                      <a:lnTo>
                        <a:pt x="496" y="476"/>
                      </a:lnTo>
                      <a:lnTo>
                        <a:pt x="496" y="482"/>
                      </a:lnTo>
                      <a:lnTo>
                        <a:pt x="496" y="489"/>
                      </a:lnTo>
                      <a:lnTo>
                        <a:pt x="507" y="489"/>
                      </a:lnTo>
                      <a:lnTo>
                        <a:pt x="507" y="495"/>
                      </a:lnTo>
                      <a:lnTo>
                        <a:pt x="517" y="495"/>
                      </a:lnTo>
                      <a:lnTo>
                        <a:pt x="527" y="489"/>
                      </a:lnTo>
                      <a:lnTo>
                        <a:pt x="538" y="489"/>
                      </a:lnTo>
                      <a:lnTo>
                        <a:pt x="538" y="482"/>
                      </a:lnTo>
                      <a:lnTo>
                        <a:pt x="548" y="482"/>
                      </a:lnTo>
                      <a:lnTo>
                        <a:pt x="569" y="464"/>
                      </a:lnTo>
                      <a:lnTo>
                        <a:pt x="579" y="464"/>
                      </a:lnTo>
                      <a:lnTo>
                        <a:pt x="579" y="457"/>
                      </a:lnTo>
                      <a:lnTo>
                        <a:pt x="610" y="439"/>
                      </a:lnTo>
                      <a:lnTo>
                        <a:pt x="610" y="432"/>
                      </a:lnTo>
                      <a:lnTo>
                        <a:pt x="620" y="432"/>
                      </a:lnTo>
                      <a:lnTo>
                        <a:pt x="620" y="426"/>
                      </a:lnTo>
                      <a:lnTo>
                        <a:pt x="631" y="426"/>
                      </a:lnTo>
                      <a:lnTo>
                        <a:pt x="641" y="426"/>
                      </a:lnTo>
                      <a:lnTo>
                        <a:pt x="652" y="426"/>
                      </a:lnTo>
                      <a:lnTo>
                        <a:pt x="652" y="432"/>
                      </a:lnTo>
                      <a:lnTo>
                        <a:pt x="662" y="439"/>
                      </a:lnTo>
                      <a:lnTo>
                        <a:pt x="662" y="445"/>
                      </a:lnTo>
                      <a:lnTo>
                        <a:pt x="693" y="470"/>
                      </a:lnTo>
                      <a:lnTo>
                        <a:pt x="703" y="470"/>
                      </a:lnTo>
                      <a:lnTo>
                        <a:pt x="734" y="495"/>
                      </a:lnTo>
                      <a:lnTo>
                        <a:pt x="734" y="501"/>
                      </a:lnTo>
                      <a:lnTo>
                        <a:pt x="745" y="501"/>
                      </a:lnTo>
                      <a:lnTo>
                        <a:pt x="745" y="507"/>
                      </a:lnTo>
                      <a:lnTo>
                        <a:pt x="755" y="507"/>
                      </a:lnTo>
                      <a:lnTo>
                        <a:pt x="765" y="507"/>
                      </a:lnTo>
                      <a:lnTo>
                        <a:pt x="776" y="507"/>
                      </a:lnTo>
                      <a:lnTo>
                        <a:pt x="776" y="501"/>
                      </a:lnTo>
                      <a:lnTo>
                        <a:pt x="786" y="501"/>
                      </a:lnTo>
                      <a:lnTo>
                        <a:pt x="786" y="495"/>
                      </a:lnTo>
                      <a:lnTo>
                        <a:pt x="817" y="476"/>
                      </a:lnTo>
                      <a:lnTo>
                        <a:pt x="827" y="476"/>
                      </a:lnTo>
                      <a:lnTo>
                        <a:pt x="827" y="470"/>
                      </a:lnTo>
                      <a:lnTo>
                        <a:pt x="858" y="451"/>
                      </a:lnTo>
                      <a:lnTo>
                        <a:pt x="858" y="445"/>
                      </a:lnTo>
                      <a:lnTo>
                        <a:pt x="869" y="445"/>
                      </a:lnTo>
                      <a:lnTo>
                        <a:pt x="869" y="439"/>
                      </a:lnTo>
                      <a:lnTo>
                        <a:pt x="879" y="432"/>
                      </a:lnTo>
                      <a:lnTo>
                        <a:pt x="889" y="432"/>
                      </a:lnTo>
                      <a:lnTo>
                        <a:pt x="900" y="439"/>
                      </a:lnTo>
                      <a:lnTo>
                        <a:pt x="900" y="445"/>
                      </a:lnTo>
                      <a:lnTo>
                        <a:pt x="910" y="445"/>
                      </a:lnTo>
                      <a:lnTo>
                        <a:pt x="941" y="464"/>
                      </a:lnTo>
                      <a:lnTo>
                        <a:pt x="941" y="470"/>
                      </a:lnTo>
                      <a:lnTo>
                        <a:pt x="951" y="470"/>
                      </a:lnTo>
                      <a:lnTo>
                        <a:pt x="982" y="489"/>
                      </a:lnTo>
                      <a:lnTo>
                        <a:pt x="993" y="495"/>
                      </a:lnTo>
                      <a:lnTo>
                        <a:pt x="1003" y="495"/>
                      </a:lnTo>
                      <a:lnTo>
                        <a:pt x="1013" y="495"/>
                      </a:lnTo>
                      <a:lnTo>
                        <a:pt x="1024" y="495"/>
                      </a:lnTo>
                      <a:lnTo>
                        <a:pt x="1024" y="489"/>
                      </a:lnTo>
                      <a:lnTo>
                        <a:pt x="1024" y="482"/>
                      </a:lnTo>
                      <a:lnTo>
                        <a:pt x="1034" y="482"/>
                      </a:lnTo>
                      <a:lnTo>
                        <a:pt x="1065" y="457"/>
                      </a:lnTo>
                      <a:lnTo>
                        <a:pt x="1065" y="451"/>
                      </a:lnTo>
                      <a:lnTo>
                        <a:pt x="1096" y="426"/>
                      </a:lnTo>
                      <a:lnTo>
                        <a:pt x="1106" y="426"/>
                      </a:lnTo>
                      <a:lnTo>
                        <a:pt x="1106" y="420"/>
                      </a:lnTo>
                      <a:lnTo>
                        <a:pt x="1106" y="413"/>
                      </a:lnTo>
                      <a:lnTo>
                        <a:pt x="1117" y="413"/>
                      </a:lnTo>
                      <a:lnTo>
                        <a:pt x="1117" y="407"/>
                      </a:lnTo>
                      <a:lnTo>
                        <a:pt x="1127" y="407"/>
                      </a:lnTo>
                      <a:lnTo>
                        <a:pt x="1127" y="401"/>
                      </a:lnTo>
                      <a:lnTo>
                        <a:pt x="1138" y="401"/>
                      </a:lnTo>
                      <a:lnTo>
                        <a:pt x="1138" y="407"/>
                      </a:lnTo>
                      <a:lnTo>
                        <a:pt x="1148" y="407"/>
                      </a:lnTo>
                      <a:lnTo>
                        <a:pt x="1148" y="413"/>
                      </a:lnTo>
                      <a:lnTo>
                        <a:pt x="1158" y="413"/>
                      </a:lnTo>
                      <a:lnTo>
                        <a:pt x="1189" y="432"/>
                      </a:lnTo>
                      <a:lnTo>
                        <a:pt x="1220" y="451"/>
                      </a:lnTo>
                      <a:lnTo>
                        <a:pt x="1231" y="451"/>
                      </a:lnTo>
                      <a:lnTo>
                        <a:pt x="1231" y="457"/>
                      </a:lnTo>
                      <a:lnTo>
                        <a:pt x="1241" y="457"/>
                      </a:lnTo>
                      <a:lnTo>
                        <a:pt x="1251" y="457"/>
                      </a:lnTo>
                      <a:lnTo>
                        <a:pt x="1262" y="457"/>
                      </a:lnTo>
                      <a:lnTo>
                        <a:pt x="1262" y="451"/>
                      </a:lnTo>
                      <a:lnTo>
                        <a:pt x="1272" y="451"/>
                      </a:lnTo>
                      <a:lnTo>
                        <a:pt x="1272" y="445"/>
                      </a:lnTo>
                      <a:lnTo>
                        <a:pt x="1272" y="439"/>
                      </a:lnTo>
                      <a:lnTo>
                        <a:pt x="1282" y="439"/>
                      </a:lnTo>
                      <a:lnTo>
                        <a:pt x="1313" y="407"/>
                      </a:lnTo>
                      <a:lnTo>
                        <a:pt x="1313" y="401"/>
                      </a:lnTo>
                      <a:lnTo>
                        <a:pt x="1344" y="370"/>
                      </a:lnTo>
                      <a:lnTo>
                        <a:pt x="1344" y="363"/>
                      </a:lnTo>
                      <a:lnTo>
                        <a:pt x="1355" y="363"/>
                      </a:lnTo>
                      <a:lnTo>
                        <a:pt x="1355" y="357"/>
                      </a:lnTo>
                      <a:lnTo>
                        <a:pt x="1365" y="351"/>
                      </a:lnTo>
                      <a:lnTo>
                        <a:pt x="1365" y="345"/>
                      </a:lnTo>
                      <a:lnTo>
                        <a:pt x="1375" y="345"/>
                      </a:lnTo>
                      <a:lnTo>
                        <a:pt x="1375" y="338"/>
                      </a:lnTo>
                      <a:lnTo>
                        <a:pt x="1386" y="338"/>
                      </a:lnTo>
                      <a:lnTo>
                        <a:pt x="1386" y="345"/>
                      </a:lnTo>
                      <a:lnTo>
                        <a:pt x="1396" y="345"/>
                      </a:lnTo>
                      <a:lnTo>
                        <a:pt x="1396" y="351"/>
                      </a:lnTo>
                      <a:lnTo>
                        <a:pt x="1406" y="351"/>
                      </a:lnTo>
                      <a:lnTo>
                        <a:pt x="1437" y="370"/>
                      </a:lnTo>
                      <a:lnTo>
                        <a:pt x="1468" y="388"/>
                      </a:lnTo>
                      <a:lnTo>
                        <a:pt x="1479" y="388"/>
                      </a:lnTo>
                      <a:lnTo>
                        <a:pt x="1479" y="395"/>
                      </a:lnTo>
                      <a:lnTo>
                        <a:pt x="1489" y="395"/>
                      </a:lnTo>
                      <a:lnTo>
                        <a:pt x="1499" y="395"/>
                      </a:lnTo>
                      <a:lnTo>
                        <a:pt x="1510" y="395"/>
                      </a:lnTo>
                      <a:lnTo>
                        <a:pt x="1510" y="388"/>
                      </a:lnTo>
                      <a:lnTo>
                        <a:pt x="1510" y="382"/>
                      </a:lnTo>
                      <a:lnTo>
                        <a:pt x="1520" y="382"/>
                      </a:lnTo>
                      <a:lnTo>
                        <a:pt x="1520" y="376"/>
                      </a:lnTo>
                      <a:lnTo>
                        <a:pt x="1530" y="370"/>
                      </a:lnTo>
                      <a:lnTo>
                        <a:pt x="1561" y="338"/>
                      </a:lnTo>
                      <a:lnTo>
                        <a:pt x="1561" y="332"/>
                      </a:lnTo>
                      <a:lnTo>
                        <a:pt x="1592" y="294"/>
                      </a:lnTo>
                      <a:lnTo>
                        <a:pt x="1592" y="288"/>
                      </a:lnTo>
                      <a:lnTo>
                        <a:pt x="1603" y="282"/>
                      </a:lnTo>
                      <a:lnTo>
                        <a:pt x="1603" y="276"/>
                      </a:lnTo>
                      <a:lnTo>
                        <a:pt x="1603" y="269"/>
                      </a:lnTo>
                      <a:lnTo>
                        <a:pt x="1613" y="269"/>
                      </a:lnTo>
                      <a:lnTo>
                        <a:pt x="1613" y="263"/>
                      </a:lnTo>
                      <a:lnTo>
                        <a:pt x="1624" y="263"/>
                      </a:lnTo>
                      <a:lnTo>
                        <a:pt x="1624" y="257"/>
                      </a:lnTo>
                      <a:lnTo>
                        <a:pt x="1634" y="263"/>
                      </a:lnTo>
                      <a:lnTo>
                        <a:pt x="1644" y="263"/>
                      </a:lnTo>
                      <a:lnTo>
                        <a:pt x="1644" y="269"/>
                      </a:lnTo>
                      <a:lnTo>
                        <a:pt x="1655" y="276"/>
                      </a:lnTo>
                      <a:lnTo>
                        <a:pt x="1686" y="294"/>
                      </a:lnTo>
                      <a:lnTo>
                        <a:pt x="1717" y="313"/>
                      </a:lnTo>
                      <a:lnTo>
                        <a:pt x="1717" y="320"/>
                      </a:lnTo>
                      <a:lnTo>
                        <a:pt x="1727" y="320"/>
                      </a:lnTo>
                      <a:lnTo>
                        <a:pt x="1727" y="326"/>
                      </a:lnTo>
                      <a:lnTo>
                        <a:pt x="1737" y="326"/>
                      </a:lnTo>
                      <a:lnTo>
                        <a:pt x="1748" y="326"/>
                      </a:lnTo>
                      <a:lnTo>
                        <a:pt x="1748" y="320"/>
                      </a:lnTo>
                      <a:lnTo>
                        <a:pt x="1758" y="320"/>
                      </a:lnTo>
                      <a:lnTo>
                        <a:pt x="1758" y="313"/>
                      </a:lnTo>
                      <a:lnTo>
                        <a:pt x="1758" y="307"/>
                      </a:lnTo>
                      <a:lnTo>
                        <a:pt x="1768" y="307"/>
                      </a:lnTo>
                      <a:lnTo>
                        <a:pt x="1768" y="301"/>
                      </a:lnTo>
                      <a:lnTo>
                        <a:pt x="1768" y="294"/>
                      </a:lnTo>
                      <a:lnTo>
                        <a:pt x="1779" y="294"/>
                      </a:lnTo>
                      <a:lnTo>
                        <a:pt x="1799" y="257"/>
                      </a:lnTo>
                      <a:lnTo>
                        <a:pt x="1810" y="257"/>
                      </a:lnTo>
                      <a:lnTo>
                        <a:pt x="1810" y="251"/>
                      </a:lnTo>
                      <a:lnTo>
                        <a:pt x="1841" y="213"/>
                      </a:lnTo>
                      <a:lnTo>
                        <a:pt x="1841" y="207"/>
                      </a:lnTo>
                      <a:lnTo>
                        <a:pt x="1841" y="201"/>
                      </a:lnTo>
                      <a:lnTo>
                        <a:pt x="1851" y="201"/>
                      </a:lnTo>
                      <a:lnTo>
                        <a:pt x="1851" y="194"/>
                      </a:lnTo>
                      <a:lnTo>
                        <a:pt x="1851" y="188"/>
                      </a:lnTo>
                      <a:lnTo>
                        <a:pt x="1861" y="182"/>
                      </a:lnTo>
                      <a:lnTo>
                        <a:pt x="1861" y="176"/>
                      </a:lnTo>
                      <a:lnTo>
                        <a:pt x="1872" y="176"/>
                      </a:lnTo>
                      <a:lnTo>
                        <a:pt x="1882" y="176"/>
                      </a:lnTo>
                      <a:lnTo>
                        <a:pt x="1882" y="182"/>
                      </a:lnTo>
                      <a:lnTo>
                        <a:pt x="1892" y="182"/>
                      </a:lnTo>
                      <a:lnTo>
                        <a:pt x="1892" y="188"/>
                      </a:lnTo>
                      <a:lnTo>
                        <a:pt x="1892" y="194"/>
                      </a:lnTo>
                      <a:lnTo>
                        <a:pt x="1923" y="213"/>
                      </a:lnTo>
                      <a:lnTo>
                        <a:pt x="1923" y="219"/>
                      </a:lnTo>
                      <a:lnTo>
                        <a:pt x="1934" y="219"/>
                      </a:lnTo>
                      <a:lnTo>
                        <a:pt x="1965" y="238"/>
                      </a:lnTo>
                      <a:lnTo>
                        <a:pt x="1965" y="244"/>
                      </a:lnTo>
                      <a:lnTo>
                        <a:pt x="1975" y="251"/>
                      </a:lnTo>
                      <a:lnTo>
                        <a:pt x="1975" y="257"/>
                      </a:lnTo>
                      <a:lnTo>
                        <a:pt x="1985" y="257"/>
                      </a:lnTo>
                      <a:lnTo>
                        <a:pt x="1996" y="257"/>
                      </a:lnTo>
                      <a:lnTo>
                        <a:pt x="1996" y="251"/>
                      </a:lnTo>
                      <a:lnTo>
                        <a:pt x="2006" y="251"/>
                      </a:lnTo>
                      <a:lnTo>
                        <a:pt x="2006" y="244"/>
                      </a:lnTo>
                      <a:lnTo>
                        <a:pt x="2006" y="238"/>
                      </a:lnTo>
                      <a:lnTo>
                        <a:pt x="2016" y="238"/>
                      </a:lnTo>
                      <a:lnTo>
                        <a:pt x="2016" y="232"/>
                      </a:lnTo>
                      <a:lnTo>
                        <a:pt x="2016" y="226"/>
                      </a:lnTo>
                      <a:lnTo>
                        <a:pt x="2047" y="182"/>
                      </a:lnTo>
                      <a:lnTo>
                        <a:pt x="2058" y="182"/>
                      </a:lnTo>
                      <a:lnTo>
                        <a:pt x="2089" y="138"/>
                      </a:lnTo>
                      <a:lnTo>
                        <a:pt x="2089" y="132"/>
                      </a:lnTo>
                      <a:lnTo>
                        <a:pt x="2089" y="125"/>
                      </a:lnTo>
                      <a:lnTo>
                        <a:pt x="2099" y="119"/>
                      </a:lnTo>
                      <a:lnTo>
                        <a:pt x="2099" y="113"/>
                      </a:lnTo>
                      <a:lnTo>
                        <a:pt x="2099" y="107"/>
                      </a:lnTo>
                      <a:lnTo>
                        <a:pt x="2109" y="107"/>
                      </a:lnTo>
                      <a:lnTo>
                        <a:pt x="2109" y="100"/>
                      </a:lnTo>
                      <a:lnTo>
                        <a:pt x="2120" y="100"/>
                      </a:lnTo>
                      <a:lnTo>
                        <a:pt x="2130" y="107"/>
                      </a:lnTo>
                      <a:lnTo>
                        <a:pt x="2130" y="113"/>
                      </a:lnTo>
                      <a:lnTo>
                        <a:pt x="2141" y="113"/>
                      </a:lnTo>
                      <a:lnTo>
                        <a:pt x="2141" y="119"/>
                      </a:lnTo>
                      <a:lnTo>
                        <a:pt x="2172" y="150"/>
                      </a:lnTo>
                      <a:lnTo>
                        <a:pt x="2182" y="150"/>
                      </a:lnTo>
                      <a:lnTo>
                        <a:pt x="2213" y="176"/>
                      </a:lnTo>
                      <a:lnTo>
                        <a:pt x="2213" y="182"/>
                      </a:lnTo>
                      <a:lnTo>
                        <a:pt x="2213" y="188"/>
                      </a:lnTo>
                      <a:lnTo>
                        <a:pt x="2223" y="188"/>
                      </a:lnTo>
                      <a:lnTo>
                        <a:pt x="2223" y="194"/>
                      </a:lnTo>
                      <a:lnTo>
                        <a:pt x="2234" y="194"/>
                      </a:lnTo>
                      <a:lnTo>
                        <a:pt x="2244" y="194"/>
                      </a:lnTo>
                      <a:lnTo>
                        <a:pt x="2244" y="188"/>
                      </a:lnTo>
                      <a:lnTo>
                        <a:pt x="2254" y="188"/>
                      </a:lnTo>
                      <a:lnTo>
                        <a:pt x="2254" y="182"/>
                      </a:lnTo>
                      <a:lnTo>
                        <a:pt x="2254" y="176"/>
                      </a:lnTo>
                      <a:lnTo>
                        <a:pt x="2265" y="176"/>
                      </a:lnTo>
                      <a:lnTo>
                        <a:pt x="2265" y="169"/>
                      </a:lnTo>
                      <a:lnTo>
                        <a:pt x="2265" y="163"/>
                      </a:lnTo>
                      <a:lnTo>
                        <a:pt x="2296" y="125"/>
                      </a:lnTo>
                      <a:lnTo>
                        <a:pt x="2296" y="119"/>
                      </a:lnTo>
                      <a:lnTo>
                        <a:pt x="2327" y="75"/>
                      </a:lnTo>
                      <a:lnTo>
                        <a:pt x="2337" y="75"/>
                      </a:lnTo>
                      <a:lnTo>
                        <a:pt x="2337" y="69"/>
                      </a:lnTo>
                      <a:lnTo>
                        <a:pt x="2337" y="63"/>
                      </a:lnTo>
                      <a:lnTo>
                        <a:pt x="2347" y="63"/>
                      </a:lnTo>
                      <a:lnTo>
                        <a:pt x="2347" y="57"/>
                      </a:lnTo>
                      <a:lnTo>
                        <a:pt x="2347" y="50"/>
                      </a:lnTo>
                      <a:lnTo>
                        <a:pt x="2358" y="50"/>
                      </a:lnTo>
                      <a:lnTo>
                        <a:pt x="2358" y="44"/>
                      </a:lnTo>
                      <a:lnTo>
                        <a:pt x="2368" y="44"/>
                      </a:lnTo>
                      <a:lnTo>
                        <a:pt x="2368" y="50"/>
                      </a:lnTo>
                      <a:lnTo>
                        <a:pt x="2378" y="50"/>
                      </a:lnTo>
                      <a:lnTo>
                        <a:pt x="2378" y="57"/>
                      </a:lnTo>
                      <a:lnTo>
                        <a:pt x="2378" y="63"/>
                      </a:lnTo>
                      <a:lnTo>
                        <a:pt x="2389" y="63"/>
                      </a:lnTo>
                      <a:lnTo>
                        <a:pt x="2389" y="69"/>
                      </a:lnTo>
                      <a:lnTo>
                        <a:pt x="2420" y="100"/>
                      </a:lnTo>
                      <a:lnTo>
                        <a:pt x="2451" y="132"/>
                      </a:lnTo>
                      <a:lnTo>
                        <a:pt x="2461" y="132"/>
                      </a:lnTo>
                      <a:lnTo>
                        <a:pt x="2461" y="138"/>
                      </a:lnTo>
                      <a:lnTo>
                        <a:pt x="2461" y="144"/>
                      </a:lnTo>
                      <a:lnTo>
                        <a:pt x="2471" y="144"/>
                      </a:lnTo>
                      <a:lnTo>
                        <a:pt x="2471" y="150"/>
                      </a:lnTo>
                      <a:lnTo>
                        <a:pt x="2482" y="150"/>
                      </a:lnTo>
                      <a:lnTo>
                        <a:pt x="2492" y="150"/>
                      </a:lnTo>
                      <a:lnTo>
                        <a:pt x="2492" y="144"/>
                      </a:lnTo>
                      <a:lnTo>
                        <a:pt x="2502" y="138"/>
                      </a:lnTo>
                      <a:lnTo>
                        <a:pt x="2502" y="132"/>
                      </a:lnTo>
                      <a:lnTo>
                        <a:pt x="2513" y="125"/>
                      </a:lnTo>
                      <a:lnTo>
                        <a:pt x="2513" y="119"/>
                      </a:lnTo>
                      <a:lnTo>
                        <a:pt x="2523" y="113"/>
                      </a:lnTo>
                      <a:lnTo>
                        <a:pt x="2523" y="107"/>
                      </a:lnTo>
                      <a:lnTo>
                        <a:pt x="2533" y="100"/>
                      </a:lnTo>
                      <a:lnTo>
                        <a:pt x="2533" y="94"/>
                      </a:lnTo>
                      <a:lnTo>
                        <a:pt x="2533" y="88"/>
                      </a:lnTo>
                      <a:lnTo>
                        <a:pt x="2544" y="88"/>
                      </a:lnTo>
                      <a:lnTo>
                        <a:pt x="2544" y="82"/>
                      </a:lnTo>
                      <a:lnTo>
                        <a:pt x="2544" y="75"/>
                      </a:lnTo>
                      <a:lnTo>
                        <a:pt x="2554" y="75"/>
                      </a:lnTo>
                      <a:lnTo>
                        <a:pt x="2554" y="69"/>
                      </a:lnTo>
                      <a:lnTo>
                        <a:pt x="2554" y="63"/>
                      </a:lnTo>
                      <a:lnTo>
                        <a:pt x="2564" y="63"/>
                      </a:lnTo>
                      <a:lnTo>
                        <a:pt x="2564" y="57"/>
                      </a:lnTo>
                      <a:lnTo>
                        <a:pt x="2564" y="50"/>
                      </a:lnTo>
                      <a:lnTo>
                        <a:pt x="2575" y="50"/>
                      </a:lnTo>
                      <a:lnTo>
                        <a:pt x="2575" y="44"/>
                      </a:lnTo>
                      <a:lnTo>
                        <a:pt x="2575" y="38"/>
                      </a:lnTo>
                      <a:lnTo>
                        <a:pt x="2585" y="38"/>
                      </a:lnTo>
                      <a:lnTo>
                        <a:pt x="2585" y="31"/>
                      </a:lnTo>
                      <a:lnTo>
                        <a:pt x="2585" y="25"/>
                      </a:lnTo>
                      <a:lnTo>
                        <a:pt x="2595" y="19"/>
                      </a:lnTo>
                      <a:lnTo>
                        <a:pt x="2595" y="13"/>
                      </a:lnTo>
                      <a:lnTo>
                        <a:pt x="2606" y="13"/>
                      </a:lnTo>
                      <a:lnTo>
                        <a:pt x="2606" y="6"/>
                      </a:lnTo>
                      <a:lnTo>
                        <a:pt x="2606" y="13"/>
                      </a:lnTo>
                      <a:lnTo>
                        <a:pt x="2616" y="13"/>
                      </a:lnTo>
                      <a:lnTo>
                        <a:pt x="2616" y="19"/>
                      </a:lnTo>
                      <a:lnTo>
                        <a:pt x="2627" y="19"/>
                      </a:lnTo>
                      <a:lnTo>
                        <a:pt x="2627" y="25"/>
                      </a:lnTo>
                      <a:lnTo>
                        <a:pt x="2627" y="31"/>
                      </a:lnTo>
                      <a:lnTo>
                        <a:pt x="2637" y="31"/>
                      </a:lnTo>
                      <a:lnTo>
                        <a:pt x="2637" y="38"/>
                      </a:lnTo>
                      <a:lnTo>
                        <a:pt x="2637" y="44"/>
                      </a:lnTo>
                      <a:lnTo>
                        <a:pt x="2647" y="44"/>
                      </a:lnTo>
                      <a:lnTo>
                        <a:pt x="2647" y="50"/>
                      </a:lnTo>
                      <a:lnTo>
                        <a:pt x="2647" y="57"/>
                      </a:lnTo>
                      <a:lnTo>
                        <a:pt x="2658" y="57"/>
                      </a:lnTo>
                      <a:lnTo>
                        <a:pt x="2658" y="63"/>
                      </a:lnTo>
                      <a:lnTo>
                        <a:pt x="2658" y="69"/>
                      </a:lnTo>
                      <a:lnTo>
                        <a:pt x="2668" y="69"/>
                      </a:lnTo>
                      <a:lnTo>
                        <a:pt x="2668" y="75"/>
                      </a:lnTo>
                      <a:lnTo>
                        <a:pt x="2668" y="82"/>
                      </a:lnTo>
                      <a:lnTo>
                        <a:pt x="2678" y="82"/>
                      </a:lnTo>
                      <a:lnTo>
                        <a:pt x="2678" y="88"/>
                      </a:lnTo>
                      <a:lnTo>
                        <a:pt x="2689" y="94"/>
                      </a:lnTo>
                      <a:lnTo>
                        <a:pt x="2689" y="100"/>
                      </a:lnTo>
                      <a:lnTo>
                        <a:pt x="2699" y="100"/>
                      </a:lnTo>
                      <a:lnTo>
                        <a:pt x="2699" y="107"/>
                      </a:lnTo>
                      <a:lnTo>
                        <a:pt x="2699" y="113"/>
                      </a:lnTo>
                      <a:lnTo>
                        <a:pt x="2709" y="113"/>
                      </a:lnTo>
                      <a:lnTo>
                        <a:pt x="2709" y="119"/>
                      </a:lnTo>
                      <a:lnTo>
                        <a:pt x="2709" y="125"/>
                      </a:lnTo>
                      <a:lnTo>
                        <a:pt x="2720" y="125"/>
                      </a:lnTo>
                      <a:lnTo>
                        <a:pt x="2720" y="132"/>
                      </a:lnTo>
                      <a:lnTo>
                        <a:pt x="2730" y="132"/>
                      </a:lnTo>
                      <a:lnTo>
                        <a:pt x="2740" y="132"/>
                      </a:lnTo>
                      <a:lnTo>
                        <a:pt x="2740" y="125"/>
                      </a:lnTo>
                      <a:lnTo>
                        <a:pt x="2740" y="119"/>
                      </a:lnTo>
                      <a:lnTo>
                        <a:pt x="2751" y="119"/>
                      </a:lnTo>
                      <a:lnTo>
                        <a:pt x="2751" y="113"/>
                      </a:lnTo>
                      <a:lnTo>
                        <a:pt x="2751" y="107"/>
                      </a:lnTo>
                      <a:lnTo>
                        <a:pt x="2761" y="107"/>
                      </a:lnTo>
                      <a:lnTo>
                        <a:pt x="2792" y="69"/>
                      </a:lnTo>
                      <a:lnTo>
                        <a:pt x="2792" y="63"/>
                      </a:lnTo>
                      <a:lnTo>
                        <a:pt x="2823" y="25"/>
                      </a:lnTo>
                      <a:lnTo>
                        <a:pt x="2823" y="19"/>
                      </a:lnTo>
                      <a:lnTo>
                        <a:pt x="2833" y="19"/>
                      </a:lnTo>
                      <a:lnTo>
                        <a:pt x="2833" y="13"/>
                      </a:lnTo>
                      <a:lnTo>
                        <a:pt x="2833" y="6"/>
                      </a:lnTo>
                      <a:lnTo>
                        <a:pt x="2844" y="6"/>
                      </a:lnTo>
                      <a:lnTo>
                        <a:pt x="2844" y="0"/>
                      </a:lnTo>
                      <a:lnTo>
                        <a:pt x="2854" y="0"/>
                      </a:lnTo>
                      <a:lnTo>
                        <a:pt x="2864" y="0"/>
                      </a:lnTo>
                      <a:lnTo>
                        <a:pt x="2864" y="6"/>
                      </a:lnTo>
                      <a:lnTo>
                        <a:pt x="2864" y="13"/>
                      </a:lnTo>
                      <a:lnTo>
                        <a:pt x="2875" y="13"/>
                      </a:lnTo>
                      <a:lnTo>
                        <a:pt x="2875" y="19"/>
                      </a:lnTo>
                      <a:lnTo>
                        <a:pt x="2875" y="25"/>
                      </a:lnTo>
                      <a:lnTo>
                        <a:pt x="2885" y="31"/>
                      </a:lnTo>
                      <a:lnTo>
                        <a:pt x="2916" y="69"/>
                      </a:lnTo>
                      <a:lnTo>
                        <a:pt x="2916" y="75"/>
                      </a:lnTo>
                      <a:lnTo>
                        <a:pt x="2947" y="113"/>
                      </a:lnTo>
                      <a:lnTo>
                        <a:pt x="2947" y="119"/>
                      </a:lnTo>
                      <a:lnTo>
                        <a:pt x="2957" y="119"/>
                      </a:lnTo>
                      <a:lnTo>
                        <a:pt x="2957" y="125"/>
                      </a:lnTo>
                      <a:lnTo>
                        <a:pt x="2957" y="132"/>
                      </a:lnTo>
                      <a:lnTo>
                        <a:pt x="2968" y="132"/>
                      </a:lnTo>
                      <a:lnTo>
                        <a:pt x="2968" y="138"/>
                      </a:lnTo>
                      <a:lnTo>
                        <a:pt x="2978" y="138"/>
                      </a:lnTo>
                      <a:lnTo>
                        <a:pt x="2988" y="138"/>
                      </a:lnTo>
                      <a:lnTo>
                        <a:pt x="2988" y="132"/>
                      </a:lnTo>
                      <a:lnTo>
                        <a:pt x="2999" y="125"/>
                      </a:lnTo>
                      <a:lnTo>
                        <a:pt x="2999" y="119"/>
                      </a:lnTo>
                      <a:lnTo>
                        <a:pt x="3030" y="82"/>
                      </a:lnTo>
                      <a:lnTo>
                        <a:pt x="3040" y="82"/>
                      </a:lnTo>
                      <a:lnTo>
                        <a:pt x="3071" y="44"/>
                      </a:lnTo>
                      <a:lnTo>
                        <a:pt x="3071" y="38"/>
                      </a:lnTo>
                      <a:lnTo>
                        <a:pt x="3081" y="31"/>
                      </a:lnTo>
                      <a:lnTo>
                        <a:pt x="3081" y="25"/>
                      </a:lnTo>
                      <a:lnTo>
                        <a:pt x="3092" y="19"/>
                      </a:lnTo>
                      <a:lnTo>
                        <a:pt x="3102" y="19"/>
                      </a:lnTo>
                      <a:lnTo>
                        <a:pt x="3102" y="25"/>
                      </a:lnTo>
                      <a:lnTo>
                        <a:pt x="3113" y="25"/>
                      </a:lnTo>
                      <a:lnTo>
                        <a:pt x="3113" y="31"/>
                      </a:lnTo>
                      <a:lnTo>
                        <a:pt x="3113" y="38"/>
                      </a:lnTo>
                      <a:lnTo>
                        <a:pt x="3123" y="38"/>
                      </a:lnTo>
                      <a:lnTo>
                        <a:pt x="3123" y="44"/>
                      </a:lnTo>
                      <a:lnTo>
                        <a:pt x="3123" y="50"/>
                      </a:lnTo>
                      <a:lnTo>
                        <a:pt x="3154" y="94"/>
                      </a:lnTo>
                      <a:lnTo>
                        <a:pt x="3164" y="100"/>
                      </a:lnTo>
                      <a:lnTo>
                        <a:pt x="3195" y="144"/>
                      </a:lnTo>
                      <a:lnTo>
                        <a:pt x="3195" y="150"/>
                      </a:lnTo>
                      <a:lnTo>
                        <a:pt x="3206" y="157"/>
                      </a:lnTo>
                      <a:lnTo>
                        <a:pt x="3206" y="163"/>
                      </a:lnTo>
                      <a:lnTo>
                        <a:pt x="3216" y="169"/>
                      </a:lnTo>
                      <a:lnTo>
                        <a:pt x="3216" y="176"/>
                      </a:lnTo>
                      <a:lnTo>
                        <a:pt x="3226" y="176"/>
                      </a:lnTo>
                      <a:lnTo>
                        <a:pt x="3226" y="169"/>
                      </a:lnTo>
                      <a:lnTo>
                        <a:pt x="3237" y="169"/>
                      </a:lnTo>
                      <a:lnTo>
                        <a:pt x="3237" y="163"/>
                      </a:lnTo>
                      <a:lnTo>
                        <a:pt x="3247" y="163"/>
                      </a:lnTo>
                      <a:lnTo>
                        <a:pt x="3247" y="157"/>
                      </a:lnTo>
                      <a:lnTo>
                        <a:pt x="3247" y="150"/>
                      </a:lnTo>
                      <a:lnTo>
                        <a:pt x="3278" y="125"/>
                      </a:lnTo>
                      <a:lnTo>
                        <a:pt x="3278" y="119"/>
                      </a:lnTo>
                      <a:lnTo>
                        <a:pt x="3288" y="119"/>
                      </a:lnTo>
                      <a:lnTo>
                        <a:pt x="3319" y="88"/>
                      </a:lnTo>
                      <a:lnTo>
                        <a:pt x="3319" y="82"/>
                      </a:lnTo>
                      <a:lnTo>
                        <a:pt x="3330" y="75"/>
                      </a:lnTo>
                      <a:lnTo>
                        <a:pt x="3330" y="69"/>
                      </a:lnTo>
                      <a:lnTo>
                        <a:pt x="3340" y="69"/>
                      </a:lnTo>
                      <a:lnTo>
                        <a:pt x="3350" y="69"/>
                      </a:lnTo>
                      <a:lnTo>
                        <a:pt x="3350" y="75"/>
                      </a:lnTo>
                      <a:lnTo>
                        <a:pt x="3361" y="75"/>
                      </a:lnTo>
                      <a:lnTo>
                        <a:pt x="3361" y="82"/>
                      </a:lnTo>
                      <a:lnTo>
                        <a:pt x="3361" y="88"/>
                      </a:lnTo>
                      <a:lnTo>
                        <a:pt x="3371" y="94"/>
                      </a:lnTo>
                      <a:lnTo>
                        <a:pt x="3371" y="100"/>
                      </a:lnTo>
                      <a:lnTo>
                        <a:pt x="3402" y="150"/>
                      </a:lnTo>
                      <a:lnTo>
                        <a:pt x="3412" y="157"/>
                      </a:lnTo>
                      <a:lnTo>
                        <a:pt x="3433" y="194"/>
                      </a:lnTo>
                      <a:lnTo>
                        <a:pt x="3443" y="201"/>
                      </a:lnTo>
                      <a:lnTo>
                        <a:pt x="3443" y="207"/>
                      </a:lnTo>
                      <a:lnTo>
                        <a:pt x="3443" y="213"/>
                      </a:lnTo>
                      <a:lnTo>
                        <a:pt x="3454" y="213"/>
                      </a:lnTo>
                      <a:lnTo>
                        <a:pt x="3454" y="219"/>
                      </a:lnTo>
                      <a:lnTo>
                        <a:pt x="3454" y="226"/>
                      </a:lnTo>
                      <a:lnTo>
                        <a:pt x="3464" y="226"/>
                      </a:lnTo>
                      <a:lnTo>
                        <a:pt x="3464" y="232"/>
                      </a:lnTo>
                      <a:lnTo>
                        <a:pt x="3474" y="232"/>
                      </a:lnTo>
                      <a:lnTo>
                        <a:pt x="3474" y="226"/>
                      </a:lnTo>
                      <a:lnTo>
                        <a:pt x="3485" y="226"/>
                      </a:lnTo>
                      <a:lnTo>
                        <a:pt x="3485" y="219"/>
                      </a:lnTo>
                      <a:lnTo>
                        <a:pt x="3495" y="219"/>
                      </a:lnTo>
                      <a:lnTo>
                        <a:pt x="3495" y="213"/>
                      </a:lnTo>
                      <a:lnTo>
                        <a:pt x="3526" y="188"/>
                      </a:lnTo>
                      <a:lnTo>
                        <a:pt x="3557" y="163"/>
                      </a:lnTo>
                      <a:lnTo>
                        <a:pt x="3557" y="157"/>
                      </a:lnTo>
                      <a:lnTo>
                        <a:pt x="3567" y="157"/>
                      </a:lnTo>
                      <a:lnTo>
                        <a:pt x="3567" y="150"/>
                      </a:lnTo>
                      <a:lnTo>
                        <a:pt x="3578" y="150"/>
                      </a:lnTo>
                      <a:lnTo>
                        <a:pt x="3578" y="144"/>
                      </a:lnTo>
                      <a:lnTo>
                        <a:pt x="3588" y="144"/>
                      </a:lnTo>
                      <a:lnTo>
                        <a:pt x="3598" y="144"/>
                      </a:lnTo>
                      <a:lnTo>
                        <a:pt x="3598" y="150"/>
                      </a:lnTo>
                      <a:lnTo>
                        <a:pt x="3598" y="157"/>
                      </a:lnTo>
                      <a:lnTo>
                        <a:pt x="3609" y="157"/>
                      </a:lnTo>
                      <a:lnTo>
                        <a:pt x="3609" y="163"/>
                      </a:lnTo>
                      <a:lnTo>
                        <a:pt x="3609" y="169"/>
                      </a:lnTo>
                      <a:lnTo>
                        <a:pt x="3619" y="169"/>
                      </a:lnTo>
                      <a:lnTo>
                        <a:pt x="3619" y="176"/>
                      </a:lnTo>
                      <a:lnTo>
                        <a:pt x="3619" y="182"/>
                      </a:lnTo>
                      <a:lnTo>
                        <a:pt x="3650" y="226"/>
                      </a:lnTo>
                      <a:lnTo>
                        <a:pt x="3681" y="269"/>
                      </a:lnTo>
                      <a:lnTo>
                        <a:pt x="3692" y="276"/>
                      </a:lnTo>
                      <a:lnTo>
                        <a:pt x="3692" y="282"/>
                      </a:lnTo>
                      <a:lnTo>
                        <a:pt x="3692" y="288"/>
                      </a:lnTo>
                      <a:lnTo>
                        <a:pt x="3702" y="288"/>
                      </a:lnTo>
                      <a:lnTo>
                        <a:pt x="3702" y="294"/>
                      </a:lnTo>
                      <a:lnTo>
                        <a:pt x="3712" y="301"/>
                      </a:lnTo>
                      <a:lnTo>
                        <a:pt x="3723" y="301"/>
                      </a:lnTo>
                      <a:lnTo>
                        <a:pt x="3733" y="301"/>
                      </a:lnTo>
                      <a:lnTo>
                        <a:pt x="3733" y="294"/>
                      </a:lnTo>
                      <a:lnTo>
                        <a:pt x="3743" y="294"/>
                      </a:lnTo>
                      <a:lnTo>
                        <a:pt x="3743" y="288"/>
                      </a:lnTo>
                      <a:lnTo>
                        <a:pt x="3774" y="269"/>
                      </a:lnTo>
                      <a:lnTo>
                        <a:pt x="3805" y="251"/>
                      </a:lnTo>
                      <a:lnTo>
                        <a:pt x="3805" y="244"/>
                      </a:lnTo>
                      <a:lnTo>
                        <a:pt x="3816" y="244"/>
                      </a:lnTo>
                      <a:lnTo>
                        <a:pt x="3816" y="238"/>
                      </a:lnTo>
                      <a:lnTo>
                        <a:pt x="3826" y="238"/>
                      </a:lnTo>
                      <a:lnTo>
                        <a:pt x="3826" y="232"/>
                      </a:lnTo>
                      <a:lnTo>
                        <a:pt x="3836" y="232"/>
                      </a:lnTo>
                      <a:lnTo>
                        <a:pt x="3836" y="238"/>
                      </a:lnTo>
                      <a:lnTo>
                        <a:pt x="3847" y="238"/>
                      </a:lnTo>
                      <a:lnTo>
                        <a:pt x="3847" y="244"/>
                      </a:lnTo>
                      <a:lnTo>
                        <a:pt x="3847" y="251"/>
                      </a:lnTo>
                      <a:lnTo>
                        <a:pt x="3857" y="251"/>
                      </a:lnTo>
                      <a:lnTo>
                        <a:pt x="3857" y="257"/>
                      </a:lnTo>
                      <a:lnTo>
                        <a:pt x="3857" y="263"/>
                      </a:lnTo>
                      <a:lnTo>
                        <a:pt x="3867" y="263"/>
                      </a:lnTo>
                      <a:lnTo>
                        <a:pt x="3867" y="269"/>
                      </a:lnTo>
                      <a:lnTo>
                        <a:pt x="3898" y="307"/>
                      </a:lnTo>
                      <a:lnTo>
                        <a:pt x="3898" y="313"/>
                      </a:lnTo>
                      <a:lnTo>
                        <a:pt x="3929" y="351"/>
                      </a:lnTo>
                      <a:lnTo>
                        <a:pt x="3929" y="357"/>
                      </a:lnTo>
                      <a:lnTo>
                        <a:pt x="3940" y="357"/>
                      </a:lnTo>
                      <a:lnTo>
                        <a:pt x="3940" y="363"/>
                      </a:lnTo>
                      <a:lnTo>
                        <a:pt x="3940" y="370"/>
                      </a:lnTo>
                      <a:lnTo>
                        <a:pt x="3950" y="370"/>
                      </a:lnTo>
                      <a:lnTo>
                        <a:pt x="3950" y="376"/>
                      </a:lnTo>
                      <a:lnTo>
                        <a:pt x="3960" y="376"/>
                      </a:lnTo>
                      <a:lnTo>
                        <a:pt x="3960" y="382"/>
                      </a:lnTo>
                      <a:lnTo>
                        <a:pt x="3971" y="382"/>
                      </a:lnTo>
                      <a:lnTo>
                        <a:pt x="3971" y="376"/>
                      </a:lnTo>
                      <a:lnTo>
                        <a:pt x="3981" y="376"/>
                      </a:lnTo>
                      <a:lnTo>
                        <a:pt x="3981" y="370"/>
                      </a:lnTo>
                      <a:lnTo>
                        <a:pt x="3991" y="370"/>
                      </a:lnTo>
                      <a:lnTo>
                        <a:pt x="4022" y="357"/>
                      </a:lnTo>
                      <a:lnTo>
                        <a:pt x="4022" y="351"/>
                      </a:lnTo>
                      <a:lnTo>
                        <a:pt x="4053" y="338"/>
                      </a:lnTo>
                      <a:lnTo>
                        <a:pt x="4053" y="332"/>
                      </a:lnTo>
                      <a:lnTo>
                        <a:pt x="4064" y="332"/>
                      </a:lnTo>
                      <a:lnTo>
                        <a:pt x="4064" y="326"/>
                      </a:lnTo>
                      <a:lnTo>
                        <a:pt x="4074" y="326"/>
                      </a:lnTo>
                      <a:lnTo>
                        <a:pt x="4084" y="326"/>
                      </a:lnTo>
                      <a:lnTo>
                        <a:pt x="4084" y="332"/>
                      </a:lnTo>
                      <a:lnTo>
                        <a:pt x="4095" y="332"/>
                      </a:lnTo>
                      <a:lnTo>
                        <a:pt x="4095" y="338"/>
                      </a:lnTo>
                      <a:lnTo>
                        <a:pt x="4105" y="345"/>
                      </a:lnTo>
                      <a:lnTo>
                        <a:pt x="4105" y="351"/>
                      </a:lnTo>
                      <a:lnTo>
                        <a:pt x="4105" y="357"/>
                      </a:lnTo>
                      <a:lnTo>
                        <a:pt x="4116" y="357"/>
                      </a:lnTo>
                      <a:lnTo>
                        <a:pt x="4147" y="388"/>
                      </a:lnTo>
                      <a:lnTo>
                        <a:pt x="4147" y="395"/>
                      </a:lnTo>
                      <a:lnTo>
                        <a:pt x="4178" y="426"/>
                      </a:lnTo>
                      <a:lnTo>
                        <a:pt x="4178" y="432"/>
                      </a:lnTo>
                      <a:lnTo>
                        <a:pt x="4188" y="432"/>
                      </a:lnTo>
                      <a:lnTo>
                        <a:pt x="4188" y="439"/>
                      </a:lnTo>
                      <a:lnTo>
                        <a:pt x="4198" y="439"/>
                      </a:lnTo>
                      <a:lnTo>
                        <a:pt x="4198" y="445"/>
                      </a:lnTo>
                      <a:lnTo>
                        <a:pt x="4209" y="445"/>
                      </a:lnTo>
                      <a:lnTo>
                        <a:pt x="4209" y="451"/>
                      </a:lnTo>
                      <a:lnTo>
                        <a:pt x="4219" y="451"/>
                      </a:lnTo>
                      <a:lnTo>
                        <a:pt x="4219" y="445"/>
                      </a:lnTo>
                      <a:lnTo>
                        <a:pt x="4229" y="445"/>
                      </a:lnTo>
                      <a:lnTo>
                        <a:pt x="4229" y="439"/>
                      </a:lnTo>
                      <a:lnTo>
                        <a:pt x="4260" y="426"/>
                      </a:lnTo>
                      <a:lnTo>
                        <a:pt x="4271" y="426"/>
                      </a:lnTo>
                      <a:lnTo>
                        <a:pt x="4302" y="407"/>
                      </a:lnTo>
                      <a:lnTo>
                        <a:pt x="4312" y="407"/>
                      </a:lnTo>
                      <a:lnTo>
                        <a:pt x="4312" y="401"/>
                      </a:lnTo>
                      <a:lnTo>
                        <a:pt x="4322" y="401"/>
                      </a:lnTo>
                      <a:lnTo>
                        <a:pt x="4333" y="401"/>
                      </a:lnTo>
                      <a:lnTo>
                        <a:pt x="4343" y="401"/>
                      </a:lnTo>
                      <a:lnTo>
                        <a:pt x="4343" y="407"/>
                      </a:lnTo>
                      <a:lnTo>
                        <a:pt x="4343" y="413"/>
                      </a:lnTo>
                      <a:lnTo>
                        <a:pt x="4353" y="413"/>
                      </a:lnTo>
                      <a:lnTo>
                        <a:pt x="4353" y="420"/>
                      </a:lnTo>
                      <a:lnTo>
                        <a:pt x="4384" y="451"/>
                      </a:lnTo>
                      <a:lnTo>
                        <a:pt x="4395" y="451"/>
                      </a:lnTo>
                      <a:lnTo>
                        <a:pt x="4426" y="476"/>
                      </a:lnTo>
                      <a:lnTo>
                        <a:pt x="4426" y="482"/>
                      </a:lnTo>
                      <a:lnTo>
                        <a:pt x="4436" y="482"/>
                      </a:lnTo>
                      <a:lnTo>
                        <a:pt x="4436" y="489"/>
                      </a:lnTo>
                      <a:lnTo>
                        <a:pt x="4446" y="489"/>
                      </a:lnTo>
                      <a:lnTo>
                        <a:pt x="4446" y="495"/>
                      </a:lnTo>
                      <a:lnTo>
                        <a:pt x="4457" y="495"/>
                      </a:lnTo>
                      <a:lnTo>
                        <a:pt x="4467" y="495"/>
                      </a:lnTo>
                      <a:lnTo>
                        <a:pt x="4467" y="489"/>
                      </a:lnTo>
                      <a:lnTo>
                        <a:pt x="4477" y="489"/>
                      </a:lnTo>
                      <a:lnTo>
                        <a:pt x="4477" y="482"/>
                      </a:lnTo>
                      <a:lnTo>
                        <a:pt x="4508" y="470"/>
                      </a:lnTo>
                      <a:lnTo>
                        <a:pt x="4519" y="470"/>
                      </a:lnTo>
                      <a:lnTo>
                        <a:pt x="4550" y="451"/>
                      </a:lnTo>
                      <a:lnTo>
                        <a:pt x="4550" y="445"/>
                      </a:lnTo>
                      <a:lnTo>
                        <a:pt x="4560" y="445"/>
                      </a:lnTo>
                      <a:lnTo>
                        <a:pt x="4560" y="439"/>
                      </a:lnTo>
                      <a:lnTo>
                        <a:pt x="4570" y="439"/>
                      </a:lnTo>
                      <a:lnTo>
                        <a:pt x="4581" y="439"/>
                      </a:lnTo>
                      <a:lnTo>
                        <a:pt x="4591" y="439"/>
                      </a:lnTo>
                      <a:lnTo>
                        <a:pt x="4591" y="445"/>
                      </a:lnTo>
                      <a:lnTo>
                        <a:pt x="4602" y="451"/>
                      </a:lnTo>
                      <a:lnTo>
                        <a:pt x="4633" y="476"/>
                      </a:lnTo>
                      <a:lnTo>
                        <a:pt x="4643" y="476"/>
                      </a:lnTo>
                      <a:lnTo>
                        <a:pt x="4664" y="495"/>
                      </a:lnTo>
                      <a:lnTo>
                        <a:pt x="4674" y="495"/>
                      </a:lnTo>
                      <a:lnTo>
                        <a:pt x="4674" y="501"/>
                      </a:lnTo>
                      <a:lnTo>
                        <a:pt x="4684" y="501"/>
                      </a:lnTo>
                      <a:lnTo>
                        <a:pt x="4684" y="507"/>
                      </a:lnTo>
                      <a:lnTo>
                        <a:pt x="4695" y="507"/>
                      </a:lnTo>
                      <a:lnTo>
                        <a:pt x="4705" y="507"/>
                      </a:lnTo>
                      <a:lnTo>
                        <a:pt x="4715" y="501"/>
                      </a:lnTo>
                      <a:lnTo>
                        <a:pt x="4726" y="495"/>
                      </a:lnTo>
                      <a:lnTo>
                        <a:pt x="4757" y="476"/>
                      </a:lnTo>
                      <a:lnTo>
                        <a:pt x="4757" y="470"/>
                      </a:lnTo>
                      <a:lnTo>
                        <a:pt x="4788" y="451"/>
                      </a:lnTo>
                      <a:lnTo>
                        <a:pt x="4788" y="445"/>
                      </a:lnTo>
                      <a:lnTo>
                        <a:pt x="4798" y="445"/>
                      </a:lnTo>
                      <a:lnTo>
                        <a:pt x="4798" y="439"/>
                      </a:lnTo>
                      <a:lnTo>
                        <a:pt x="4808" y="439"/>
                      </a:lnTo>
                      <a:lnTo>
                        <a:pt x="4808" y="432"/>
                      </a:lnTo>
                      <a:lnTo>
                        <a:pt x="4819" y="432"/>
                      </a:lnTo>
                      <a:lnTo>
                        <a:pt x="4829" y="432"/>
                      </a:lnTo>
                      <a:lnTo>
                        <a:pt x="4839" y="432"/>
                      </a:lnTo>
                      <a:lnTo>
                        <a:pt x="4839" y="439"/>
                      </a:lnTo>
                      <a:lnTo>
                        <a:pt x="4850" y="439"/>
                      </a:lnTo>
                      <a:lnTo>
                        <a:pt x="4850" y="445"/>
                      </a:lnTo>
                      <a:lnTo>
                        <a:pt x="4881" y="464"/>
                      </a:lnTo>
                      <a:lnTo>
                        <a:pt x="4912" y="476"/>
                      </a:lnTo>
                      <a:lnTo>
                        <a:pt x="4912" y="482"/>
                      </a:lnTo>
                      <a:lnTo>
                        <a:pt x="4922" y="482"/>
                      </a:lnTo>
                      <a:lnTo>
                        <a:pt x="4932" y="482"/>
                      </a:lnTo>
                      <a:lnTo>
                        <a:pt x="4932" y="489"/>
                      </a:lnTo>
                      <a:lnTo>
                        <a:pt x="4943" y="489"/>
                      </a:lnTo>
                      <a:lnTo>
                        <a:pt x="4953" y="489"/>
                      </a:lnTo>
                      <a:lnTo>
                        <a:pt x="4953" y="482"/>
                      </a:lnTo>
                      <a:lnTo>
                        <a:pt x="4963" y="482"/>
                      </a:lnTo>
                      <a:lnTo>
                        <a:pt x="4963" y="476"/>
                      </a:lnTo>
                      <a:lnTo>
                        <a:pt x="4974" y="470"/>
                      </a:lnTo>
                      <a:lnTo>
                        <a:pt x="5005" y="445"/>
                      </a:lnTo>
                      <a:lnTo>
                        <a:pt x="5005" y="439"/>
                      </a:lnTo>
                      <a:lnTo>
                        <a:pt x="5036" y="407"/>
                      </a:lnTo>
                      <a:lnTo>
                        <a:pt x="5046" y="407"/>
                      </a:lnTo>
                      <a:lnTo>
                        <a:pt x="5046" y="401"/>
                      </a:lnTo>
                      <a:lnTo>
                        <a:pt x="5046" y="395"/>
                      </a:lnTo>
                      <a:lnTo>
                        <a:pt x="5056" y="395"/>
                      </a:lnTo>
                      <a:lnTo>
                        <a:pt x="5056" y="388"/>
                      </a:lnTo>
                      <a:lnTo>
                        <a:pt x="5067" y="382"/>
                      </a:lnTo>
                      <a:lnTo>
                        <a:pt x="5077" y="382"/>
                      </a:lnTo>
                      <a:lnTo>
                        <a:pt x="5077" y="388"/>
                      </a:lnTo>
                      <a:lnTo>
                        <a:pt x="5087" y="388"/>
                      </a:lnTo>
                      <a:lnTo>
                        <a:pt x="5087" y="395"/>
                      </a:lnTo>
                      <a:lnTo>
                        <a:pt x="5098" y="395"/>
                      </a:lnTo>
                      <a:lnTo>
                        <a:pt x="5129" y="413"/>
                      </a:lnTo>
                      <a:lnTo>
                        <a:pt x="5129" y="420"/>
                      </a:lnTo>
                      <a:lnTo>
                        <a:pt x="5160" y="432"/>
                      </a:lnTo>
                      <a:lnTo>
                        <a:pt x="5160" y="439"/>
                      </a:lnTo>
                      <a:lnTo>
                        <a:pt x="5170" y="439"/>
                      </a:lnTo>
                      <a:lnTo>
                        <a:pt x="5170" y="445"/>
                      </a:lnTo>
                      <a:lnTo>
                        <a:pt x="5181" y="445"/>
                      </a:lnTo>
                      <a:lnTo>
                        <a:pt x="5191" y="445"/>
                      </a:lnTo>
                      <a:lnTo>
                        <a:pt x="5201" y="445"/>
                      </a:lnTo>
                      <a:lnTo>
                        <a:pt x="5201" y="439"/>
                      </a:lnTo>
                      <a:lnTo>
                        <a:pt x="5201" y="432"/>
                      </a:lnTo>
                      <a:lnTo>
                        <a:pt x="5212" y="432"/>
                      </a:lnTo>
                      <a:lnTo>
                        <a:pt x="5212" y="426"/>
                      </a:lnTo>
                      <a:lnTo>
                        <a:pt x="5222" y="426"/>
                      </a:lnTo>
                    </a:path>
                  </a:pathLst>
                </a:custGeom>
                <a:noFill/>
                <a:ln w="15840">
                  <a:solidFill>
                    <a:srgbClr val="00ff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1" name="Rectangle 352"/>
                <p:cNvSpPr/>
                <p:nvPr/>
              </p:nvSpPr>
              <p:spPr>
                <a:xfrm>
                  <a:off x="2410560" y="5811840"/>
                  <a:ext cx="40356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ff00"/>
                      </a:solidFill>
                      <a:effectLst/>
                      <a:uFillTx/>
                      <a:latin typeface="Arial"/>
                    </a:rPr>
                    <a:t>BETA_Y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2" name="Freeform 353"/>
                <p:cNvSpPr/>
                <p:nvPr/>
              </p:nvSpPr>
              <p:spPr>
                <a:xfrm>
                  <a:off x="387360" y="5791320"/>
                  <a:ext cx="8290080" cy="1080"/>
                </a:xfrm>
                <a:custGeom>
                  <a:avLst/>
                  <a:gdLst>
                    <a:gd name="textAreaLeft" fmla="*/ 0 w 8290080"/>
                    <a:gd name="textAreaRight" fmla="*/ 8290080 w 8290080"/>
                    <a:gd name="textAreaTop" fmla="*/ 0 h 1080"/>
                    <a:gd name="textAreaBottom" fmla="*/ 1440 h 1080"/>
                    <a:gd name="GluePoint1X" fmla="*/ 41 w 5222"/>
                    <a:gd name="GluePoint1Y" fmla="*/ 0 h 1"/>
                    <a:gd name="GluePoint2X" fmla="*/ 145 w 5222"/>
                    <a:gd name="GluePoint2Y" fmla="*/ 0 h 1"/>
                    <a:gd name="GluePoint3X" fmla="*/ 248 w 5222"/>
                    <a:gd name="GluePoint3Y" fmla="*/ 0 h 1"/>
                    <a:gd name="GluePoint4X" fmla="*/ 300 w 5222"/>
                    <a:gd name="GluePoint4Y" fmla="*/ 0 h 1"/>
                    <a:gd name="GluePoint5X" fmla="*/ 403 w 5222"/>
                    <a:gd name="GluePoint5Y" fmla="*/ 0 h 1"/>
                    <a:gd name="GluePoint6X" fmla="*/ 507 w 5222"/>
                    <a:gd name="GluePoint6Y" fmla="*/ 0 h 1"/>
                    <a:gd name="GluePoint7X" fmla="*/ 610 w 5222"/>
                    <a:gd name="GluePoint7Y" fmla="*/ 0 h 1"/>
                    <a:gd name="GluePoint8X" fmla="*/ 652 w 5222"/>
                    <a:gd name="GluePoint8Y" fmla="*/ 0 h 1"/>
                    <a:gd name="GluePoint9X" fmla="*/ 755 w 5222"/>
                    <a:gd name="GluePoint9Y" fmla="*/ 0 h 1"/>
                    <a:gd name="GluePoint10X" fmla="*/ 858 w 5222"/>
                    <a:gd name="GluePoint10Y" fmla="*/ 0 h 1"/>
                    <a:gd name="GluePoint11X" fmla="*/ 910 w 5222"/>
                    <a:gd name="GluePoint11Y" fmla="*/ 0 h 1"/>
                    <a:gd name="GluePoint12X" fmla="*/ 1003 w 5222"/>
                    <a:gd name="GluePoint12Y" fmla="*/ 0 h 1"/>
                    <a:gd name="GluePoint13X" fmla="*/ 1106 w 5222"/>
                    <a:gd name="GluePoint13Y" fmla="*/ 0 h 1"/>
                    <a:gd name="GluePoint14X" fmla="*/ 1158 w 5222"/>
                    <a:gd name="GluePoint14Y" fmla="*/ 0 h 1"/>
                    <a:gd name="GluePoint15X" fmla="*/ 1262 w 5222"/>
                    <a:gd name="GluePoint15Y" fmla="*/ 0 h 1"/>
                    <a:gd name="GluePoint16X" fmla="*/ 1365 w 5222"/>
                    <a:gd name="GluePoint16Y" fmla="*/ 0 h 1"/>
                    <a:gd name="GluePoint17X" fmla="*/ 1437 w 5222"/>
                    <a:gd name="GluePoint17Y" fmla="*/ 0 h 1"/>
                    <a:gd name="GluePoint18X" fmla="*/ 1510 w 5222"/>
                    <a:gd name="GluePoint18Y" fmla="*/ 0 h 1"/>
                    <a:gd name="GluePoint19X" fmla="*/ 1613 w 5222"/>
                    <a:gd name="GluePoint19Y" fmla="*/ 0 h 1"/>
                    <a:gd name="GluePoint20X" fmla="*/ 1717 w 5222"/>
                    <a:gd name="GluePoint20Y" fmla="*/ 0 h 1"/>
                    <a:gd name="GluePoint21X" fmla="*/ 1768 w 5222"/>
                    <a:gd name="GluePoint21Y" fmla="*/ 0 h 1"/>
                    <a:gd name="GluePoint22X" fmla="*/ 1861 w 5222"/>
                    <a:gd name="GluePoint22Y" fmla="*/ 0 h 1"/>
                    <a:gd name="GluePoint23X" fmla="*/ 1965 w 5222"/>
                    <a:gd name="GluePoint23Y" fmla="*/ 0 h 1"/>
                    <a:gd name="GluePoint24X" fmla="*/ 2016 w 5222"/>
                    <a:gd name="GluePoint24Y" fmla="*/ 0 h 1"/>
                    <a:gd name="GluePoint25X" fmla="*/ 2120 w 5222"/>
                    <a:gd name="GluePoint25Y" fmla="*/ 0 h 1"/>
                    <a:gd name="GluePoint26X" fmla="*/ 2223 w 5222"/>
                    <a:gd name="GluePoint26Y" fmla="*/ 0 h 1"/>
                    <a:gd name="GluePoint27X" fmla="*/ 2265 w 5222"/>
                    <a:gd name="GluePoint27Y" fmla="*/ 0 h 1"/>
                    <a:gd name="GluePoint28X" fmla="*/ 2368 w 5222"/>
                    <a:gd name="GluePoint28Y" fmla="*/ 0 h 1"/>
                    <a:gd name="GluePoint29X" fmla="*/ 2471 w 5222"/>
                    <a:gd name="GluePoint29Y" fmla="*/ 0 h 1"/>
                    <a:gd name="GluePoint30X" fmla="*/ 2523 w 5222"/>
                    <a:gd name="GluePoint30Y" fmla="*/ 0 h 1"/>
                    <a:gd name="GluePoint31X" fmla="*/ 2575 w 5222"/>
                    <a:gd name="GluePoint31Y" fmla="*/ 0 h 1"/>
                    <a:gd name="GluePoint32X" fmla="*/ 2616 w 5222"/>
                    <a:gd name="GluePoint32Y" fmla="*/ 0 h 1"/>
                    <a:gd name="GluePoint33X" fmla="*/ 2668 w 5222"/>
                    <a:gd name="GluePoint33Y" fmla="*/ 0 h 1"/>
                    <a:gd name="GluePoint34X" fmla="*/ 2720 w 5222"/>
                    <a:gd name="GluePoint34Y" fmla="*/ 0 h 1"/>
                    <a:gd name="GluePoint35X" fmla="*/ 2823 w 5222"/>
                    <a:gd name="GluePoint35Y" fmla="*/ 0 h 1"/>
                    <a:gd name="GluePoint36X" fmla="*/ 2875 w 5222"/>
                    <a:gd name="GluePoint36Y" fmla="*/ 0 h 1"/>
                    <a:gd name="GluePoint37X" fmla="*/ 2968 w 5222"/>
                    <a:gd name="GluePoint37Y" fmla="*/ 0 h 1"/>
                    <a:gd name="GluePoint38X" fmla="*/ 3071 w 5222"/>
                    <a:gd name="GluePoint38Y" fmla="*/ 0 h 1"/>
                    <a:gd name="GluePoint39X" fmla="*/ 3123 w 5222"/>
                    <a:gd name="GluePoint39Y" fmla="*/ 0 h 1"/>
                    <a:gd name="GluePoint40X" fmla="*/ 3226 w 5222"/>
                    <a:gd name="GluePoint40Y" fmla="*/ 0 h 1"/>
                    <a:gd name="GluePoint41X" fmla="*/ 3330 w 5222"/>
                    <a:gd name="GluePoint41Y" fmla="*/ 0 h 1"/>
                    <a:gd name="GluePoint42X" fmla="*/ 3371 w 5222"/>
                    <a:gd name="GluePoint42Y" fmla="*/ 0 h 1"/>
                    <a:gd name="GluePoint43X" fmla="*/ 3474 w 5222"/>
                    <a:gd name="GluePoint43Y" fmla="*/ 0 h 1"/>
                    <a:gd name="GluePoint44X" fmla="*/ 3578 w 5222"/>
                    <a:gd name="GluePoint44Y" fmla="*/ 0 h 1"/>
                    <a:gd name="GluePoint45X" fmla="*/ 3650 w 5222"/>
                    <a:gd name="GluePoint45Y" fmla="*/ 0 h 1"/>
                    <a:gd name="GluePoint46X" fmla="*/ 3733 w 5222"/>
                    <a:gd name="GluePoint46Y" fmla="*/ 0 h 1"/>
                    <a:gd name="GluePoint47X" fmla="*/ 3826 w 5222"/>
                    <a:gd name="GluePoint47Y" fmla="*/ 0 h 1"/>
                    <a:gd name="GluePoint48X" fmla="*/ 3929 w 5222"/>
                    <a:gd name="GluePoint48Y" fmla="*/ 0 h 1"/>
                    <a:gd name="GluePoint49X" fmla="*/ 3981 w 5222"/>
                    <a:gd name="GluePoint49Y" fmla="*/ 0 h 1"/>
                    <a:gd name="GluePoint50X" fmla="*/ 4084 w 5222"/>
                    <a:gd name="GluePoint50Y" fmla="*/ 0 h 1"/>
                    <a:gd name="GluePoint51X" fmla="*/ 4188 w 5222"/>
                    <a:gd name="GluePoint51Y" fmla="*/ 0 h 1"/>
                    <a:gd name="GluePoint52X" fmla="*/ 4229 w 5222"/>
                    <a:gd name="GluePoint52Y" fmla="*/ 0 h 1"/>
                    <a:gd name="GluePoint53X" fmla="*/ 4333 w 5222"/>
                    <a:gd name="GluePoint53Y" fmla="*/ 0 h 1"/>
                    <a:gd name="GluePoint54X" fmla="*/ 4436 w 5222"/>
                    <a:gd name="GluePoint54Y" fmla="*/ 0 h 1"/>
                    <a:gd name="GluePoint55X" fmla="*/ 4508 w 5222"/>
                    <a:gd name="GluePoint55Y" fmla="*/ 0 h 1"/>
                    <a:gd name="GluePoint56X" fmla="*/ 4591 w 5222"/>
                    <a:gd name="GluePoint56Y" fmla="*/ 0 h 1"/>
                    <a:gd name="GluePoint57X" fmla="*/ 4684 w 5222"/>
                    <a:gd name="GluePoint57Y" fmla="*/ 0 h 1"/>
                    <a:gd name="GluePoint58X" fmla="*/ 4788 w 5222"/>
                    <a:gd name="GluePoint58Y" fmla="*/ 0 h 1"/>
                    <a:gd name="GluePoint59X" fmla="*/ 4839 w 5222"/>
                    <a:gd name="GluePoint59Y" fmla="*/ 0 h 1"/>
                    <a:gd name="GluePoint60X" fmla="*/ 4943 w 5222"/>
                    <a:gd name="GluePoint60Y" fmla="*/ 0 h 1"/>
                    <a:gd name="GluePoint61X" fmla="*/ 5046 w 5222"/>
                    <a:gd name="GluePoint61Y" fmla="*/ 0 h 1"/>
                    <a:gd name="GluePoint62X" fmla="*/ 5087 w 5222"/>
                    <a:gd name="GluePoint62Y" fmla="*/ 0 h 1"/>
                    <a:gd name="GluePoint63X" fmla="*/ 5191 w 5222"/>
                    <a:gd name="GluePoint63Y" fmla="*/ 0 h 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  <a:cxn ang="0">
                      <a:pos x="GluePoint56X" y="GluePoint56Y"/>
                    </a:cxn>
                    <a:cxn ang="0">
                      <a:pos x="GluePoint57X" y="GluePoint57Y"/>
                    </a:cxn>
                    <a:cxn ang="0">
                      <a:pos x="GluePoint58X" y="GluePoint58Y"/>
                    </a:cxn>
                    <a:cxn ang="0">
                      <a:pos x="GluePoint59X" y="GluePoint59Y"/>
                    </a:cxn>
                    <a:cxn ang="0">
                      <a:pos x="GluePoint60X" y="GluePoint60Y"/>
                    </a:cxn>
                    <a:cxn ang="0">
                      <a:pos x="GluePoint61X" y="GluePoint61Y"/>
                    </a:cxn>
                    <a:cxn ang="0">
                      <a:pos x="GluePoint62X" y="GluePoint62Y"/>
                    </a:cxn>
                    <a:cxn ang="0">
                      <a:pos x="GluePoint63X" y="GluePoint63Y"/>
                    </a:cxn>
                  </a:cxnLst>
                  <a:rect l="textAreaLeft" t="textAreaTop" r="textAreaRight" b="textAreaBottom"/>
                  <a:pathLst>
                    <a:path w="522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1" y="0"/>
                      </a:lnTo>
                      <a:lnTo>
                        <a:pt x="31" y="0"/>
                      </a:lnTo>
                      <a:lnTo>
                        <a:pt x="41" y="0"/>
                      </a:lnTo>
                      <a:lnTo>
                        <a:pt x="52" y="0"/>
                      </a:lnTo>
                      <a:lnTo>
                        <a:pt x="83" y="0"/>
                      </a:lnTo>
                      <a:lnTo>
                        <a:pt x="114" y="0"/>
                      </a:lnTo>
                      <a:lnTo>
                        <a:pt x="124" y="0"/>
                      </a:lnTo>
                      <a:lnTo>
                        <a:pt x="135" y="0"/>
                      </a:lnTo>
                      <a:lnTo>
                        <a:pt x="145" y="0"/>
                      </a:lnTo>
                      <a:lnTo>
                        <a:pt x="155" y="0"/>
                      </a:lnTo>
                      <a:lnTo>
                        <a:pt x="166" y="0"/>
                      </a:lnTo>
                      <a:lnTo>
                        <a:pt x="176" y="0"/>
                      </a:lnTo>
                      <a:lnTo>
                        <a:pt x="207" y="0"/>
                      </a:lnTo>
                      <a:lnTo>
                        <a:pt x="238" y="0"/>
                      </a:lnTo>
                      <a:lnTo>
                        <a:pt x="248" y="0"/>
                      </a:lnTo>
                      <a:lnTo>
                        <a:pt x="259" y="0"/>
                      </a:lnTo>
                      <a:lnTo>
                        <a:pt x="269" y="0"/>
                      </a:lnTo>
                      <a:lnTo>
                        <a:pt x="279" y="0"/>
                      </a:lnTo>
                      <a:lnTo>
                        <a:pt x="290" y="0"/>
                      </a:lnTo>
                      <a:lnTo>
                        <a:pt x="300" y="0"/>
                      </a:lnTo>
                      <a:lnTo>
                        <a:pt x="331" y="0"/>
                      </a:lnTo>
                      <a:lnTo>
                        <a:pt x="362" y="0"/>
                      </a:lnTo>
                      <a:lnTo>
                        <a:pt x="372" y="0"/>
                      </a:lnTo>
                      <a:lnTo>
                        <a:pt x="383" y="0"/>
                      </a:lnTo>
                      <a:lnTo>
                        <a:pt x="393" y="0"/>
                      </a:lnTo>
                      <a:lnTo>
                        <a:pt x="403" y="0"/>
                      </a:lnTo>
                      <a:lnTo>
                        <a:pt x="414" y="0"/>
                      </a:lnTo>
                      <a:lnTo>
                        <a:pt x="424" y="0"/>
                      </a:lnTo>
                      <a:lnTo>
                        <a:pt x="455" y="0"/>
                      </a:lnTo>
                      <a:lnTo>
                        <a:pt x="486" y="0"/>
                      </a:lnTo>
                      <a:lnTo>
                        <a:pt x="496" y="0"/>
                      </a:lnTo>
                      <a:lnTo>
                        <a:pt x="507" y="0"/>
                      </a:lnTo>
                      <a:lnTo>
                        <a:pt x="517" y="0"/>
                      </a:lnTo>
                      <a:lnTo>
                        <a:pt x="527" y="0"/>
                      </a:lnTo>
                      <a:lnTo>
                        <a:pt x="538" y="0"/>
                      </a:lnTo>
                      <a:lnTo>
                        <a:pt x="548" y="0"/>
                      </a:lnTo>
                      <a:lnTo>
                        <a:pt x="569" y="0"/>
                      </a:lnTo>
                      <a:lnTo>
                        <a:pt x="579" y="0"/>
                      </a:lnTo>
                      <a:lnTo>
                        <a:pt x="610" y="0"/>
                      </a:lnTo>
                      <a:lnTo>
                        <a:pt x="620" y="0"/>
                      </a:lnTo>
                      <a:lnTo>
                        <a:pt x="631" y="0"/>
                      </a:lnTo>
                      <a:lnTo>
                        <a:pt x="641" y="0"/>
                      </a:lnTo>
                      <a:lnTo>
                        <a:pt x="652" y="0"/>
                      </a:lnTo>
                      <a:lnTo>
                        <a:pt x="662" y="0"/>
                      </a:lnTo>
                      <a:lnTo>
                        <a:pt x="693" y="0"/>
                      </a:lnTo>
                      <a:lnTo>
                        <a:pt x="703" y="0"/>
                      </a:lnTo>
                      <a:lnTo>
                        <a:pt x="734" y="0"/>
                      </a:lnTo>
                      <a:lnTo>
                        <a:pt x="745" y="0"/>
                      </a:lnTo>
                      <a:lnTo>
                        <a:pt x="755" y="0"/>
                      </a:lnTo>
                      <a:lnTo>
                        <a:pt x="765" y="0"/>
                      </a:lnTo>
                      <a:lnTo>
                        <a:pt x="776" y="0"/>
                      </a:lnTo>
                      <a:lnTo>
                        <a:pt x="786" y="0"/>
                      </a:lnTo>
                      <a:lnTo>
                        <a:pt x="817" y="0"/>
                      </a:lnTo>
                      <a:lnTo>
                        <a:pt x="827" y="0"/>
                      </a:lnTo>
                      <a:lnTo>
                        <a:pt x="858" y="0"/>
                      </a:lnTo>
                      <a:lnTo>
                        <a:pt x="869" y="0"/>
                      </a:lnTo>
                      <a:lnTo>
                        <a:pt x="879" y="0"/>
                      </a:lnTo>
                      <a:lnTo>
                        <a:pt x="889" y="0"/>
                      </a:lnTo>
                      <a:lnTo>
                        <a:pt x="900" y="0"/>
                      </a:lnTo>
                      <a:lnTo>
                        <a:pt x="910" y="0"/>
                      </a:lnTo>
                      <a:lnTo>
                        <a:pt x="941" y="0"/>
                      </a:lnTo>
                      <a:lnTo>
                        <a:pt x="951" y="0"/>
                      </a:lnTo>
                      <a:lnTo>
                        <a:pt x="982" y="0"/>
                      </a:lnTo>
                      <a:lnTo>
                        <a:pt x="993" y="0"/>
                      </a:lnTo>
                      <a:lnTo>
                        <a:pt x="1003" y="0"/>
                      </a:lnTo>
                      <a:lnTo>
                        <a:pt x="1013" y="0"/>
                      </a:lnTo>
                      <a:lnTo>
                        <a:pt x="1024" y="0"/>
                      </a:lnTo>
                      <a:lnTo>
                        <a:pt x="1034" y="0"/>
                      </a:lnTo>
                      <a:lnTo>
                        <a:pt x="1065" y="0"/>
                      </a:lnTo>
                      <a:lnTo>
                        <a:pt x="1096" y="0"/>
                      </a:lnTo>
                      <a:lnTo>
                        <a:pt x="1106" y="0"/>
                      </a:lnTo>
                      <a:lnTo>
                        <a:pt x="1117" y="0"/>
                      </a:lnTo>
                      <a:lnTo>
                        <a:pt x="1127" y="0"/>
                      </a:lnTo>
                      <a:lnTo>
                        <a:pt x="1138" y="0"/>
                      </a:lnTo>
                      <a:lnTo>
                        <a:pt x="1148" y="0"/>
                      </a:lnTo>
                      <a:lnTo>
                        <a:pt x="1158" y="0"/>
                      </a:lnTo>
                      <a:lnTo>
                        <a:pt x="1189" y="0"/>
                      </a:lnTo>
                      <a:lnTo>
                        <a:pt x="1220" y="0"/>
                      </a:lnTo>
                      <a:lnTo>
                        <a:pt x="1231" y="0"/>
                      </a:lnTo>
                      <a:lnTo>
                        <a:pt x="1241" y="0"/>
                      </a:lnTo>
                      <a:lnTo>
                        <a:pt x="1251" y="0"/>
                      </a:lnTo>
                      <a:lnTo>
                        <a:pt x="1262" y="0"/>
                      </a:lnTo>
                      <a:lnTo>
                        <a:pt x="1272" y="0"/>
                      </a:lnTo>
                      <a:lnTo>
                        <a:pt x="1282" y="0"/>
                      </a:lnTo>
                      <a:lnTo>
                        <a:pt x="1313" y="0"/>
                      </a:lnTo>
                      <a:lnTo>
                        <a:pt x="1344" y="0"/>
                      </a:lnTo>
                      <a:lnTo>
                        <a:pt x="1355" y="0"/>
                      </a:lnTo>
                      <a:lnTo>
                        <a:pt x="1365" y="0"/>
                      </a:lnTo>
                      <a:lnTo>
                        <a:pt x="1375" y="0"/>
                      </a:lnTo>
                      <a:lnTo>
                        <a:pt x="1386" y="0"/>
                      </a:lnTo>
                      <a:lnTo>
                        <a:pt x="1396" y="0"/>
                      </a:lnTo>
                      <a:lnTo>
                        <a:pt x="1406" y="0"/>
                      </a:lnTo>
                      <a:lnTo>
                        <a:pt x="1437" y="0"/>
                      </a:lnTo>
                      <a:lnTo>
                        <a:pt x="1468" y="0"/>
                      </a:lnTo>
                      <a:lnTo>
                        <a:pt x="1479" y="0"/>
                      </a:lnTo>
                      <a:lnTo>
                        <a:pt x="1489" y="0"/>
                      </a:lnTo>
                      <a:lnTo>
                        <a:pt x="1499" y="0"/>
                      </a:lnTo>
                      <a:lnTo>
                        <a:pt x="1510" y="0"/>
                      </a:lnTo>
                      <a:lnTo>
                        <a:pt x="1520" y="0"/>
                      </a:lnTo>
                      <a:lnTo>
                        <a:pt x="1530" y="0"/>
                      </a:lnTo>
                      <a:lnTo>
                        <a:pt x="1561" y="0"/>
                      </a:lnTo>
                      <a:lnTo>
                        <a:pt x="1592" y="0"/>
                      </a:lnTo>
                      <a:lnTo>
                        <a:pt x="1603" y="0"/>
                      </a:lnTo>
                      <a:lnTo>
                        <a:pt x="1613" y="0"/>
                      </a:lnTo>
                      <a:lnTo>
                        <a:pt x="1624" y="0"/>
                      </a:lnTo>
                      <a:lnTo>
                        <a:pt x="1634" y="0"/>
                      </a:lnTo>
                      <a:lnTo>
                        <a:pt x="1644" y="0"/>
                      </a:lnTo>
                      <a:lnTo>
                        <a:pt x="1655" y="0"/>
                      </a:lnTo>
                      <a:lnTo>
                        <a:pt x="1686" y="0"/>
                      </a:lnTo>
                      <a:lnTo>
                        <a:pt x="1717" y="0"/>
                      </a:lnTo>
                      <a:lnTo>
                        <a:pt x="1727" y="0"/>
                      </a:lnTo>
                      <a:lnTo>
                        <a:pt x="1737" y="0"/>
                      </a:lnTo>
                      <a:lnTo>
                        <a:pt x="1748" y="0"/>
                      </a:lnTo>
                      <a:lnTo>
                        <a:pt x="1758" y="0"/>
                      </a:lnTo>
                      <a:lnTo>
                        <a:pt x="1768" y="0"/>
                      </a:lnTo>
                      <a:lnTo>
                        <a:pt x="1779" y="0"/>
                      </a:lnTo>
                      <a:lnTo>
                        <a:pt x="1799" y="0"/>
                      </a:lnTo>
                      <a:lnTo>
                        <a:pt x="1810" y="0"/>
                      </a:lnTo>
                      <a:lnTo>
                        <a:pt x="1841" y="0"/>
                      </a:lnTo>
                      <a:lnTo>
                        <a:pt x="1851" y="0"/>
                      </a:lnTo>
                      <a:lnTo>
                        <a:pt x="1861" y="0"/>
                      </a:lnTo>
                      <a:lnTo>
                        <a:pt x="1872" y="0"/>
                      </a:lnTo>
                      <a:lnTo>
                        <a:pt x="1882" y="0"/>
                      </a:lnTo>
                      <a:lnTo>
                        <a:pt x="1892" y="0"/>
                      </a:lnTo>
                      <a:lnTo>
                        <a:pt x="1923" y="0"/>
                      </a:lnTo>
                      <a:lnTo>
                        <a:pt x="1934" y="0"/>
                      </a:lnTo>
                      <a:lnTo>
                        <a:pt x="1965" y="0"/>
                      </a:lnTo>
                      <a:lnTo>
                        <a:pt x="1975" y="0"/>
                      </a:lnTo>
                      <a:lnTo>
                        <a:pt x="1985" y="0"/>
                      </a:lnTo>
                      <a:lnTo>
                        <a:pt x="1996" y="0"/>
                      </a:lnTo>
                      <a:lnTo>
                        <a:pt x="2006" y="0"/>
                      </a:lnTo>
                      <a:lnTo>
                        <a:pt x="2016" y="0"/>
                      </a:lnTo>
                      <a:lnTo>
                        <a:pt x="2047" y="0"/>
                      </a:lnTo>
                      <a:lnTo>
                        <a:pt x="2058" y="0"/>
                      </a:lnTo>
                      <a:lnTo>
                        <a:pt x="2089" y="0"/>
                      </a:lnTo>
                      <a:lnTo>
                        <a:pt x="2099" y="0"/>
                      </a:lnTo>
                      <a:lnTo>
                        <a:pt x="2109" y="0"/>
                      </a:lnTo>
                      <a:lnTo>
                        <a:pt x="2120" y="0"/>
                      </a:lnTo>
                      <a:lnTo>
                        <a:pt x="2130" y="0"/>
                      </a:lnTo>
                      <a:lnTo>
                        <a:pt x="2141" y="0"/>
                      </a:lnTo>
                      <a:lnTo>
                        <a:pt x="2172" y="0"/>
                      </a:lnTo>
                      <a:lnTo>
                        <a:pt x="2182" y="0"/>
                      </a:lnTo>
                      <a:lnTo>
                        <a:pt x="2213" y="0"/>
                      </a:lnTo>
                      <a:lnTo>
                        <a:pt x="2223" y="0"/>
                      </a:lnTo>
                      <a:lnTo>
                        <a:pt x="2234" y="0"/>
                      </a:lnTo>
                      <a:lnTo>
                        <a:pt x="2244" y="0"/>
                      </a:lnTo>
                      <a:lnTo>
                        <a:pt x="2254" y="0"/>
                      </a:lnTo>
                      <a:lnTo>
                        <a:pt x="2265" y="0"/>
                      </a:lnTo>
                      <a:lnTo>
                        <a:pt x="2296" y="0"/>
                      </a:lnTo>
                      <a:lnTo>
                        <a:pt x="2327" y="0"/>
                      </a:lnTo>
                      <a:lnTo>
                        <a:pt x="2337" y="0"/>
                      </a:lnTo>
                      <a:lnTo>
                        <a:pt x="2347" y="0"/>
                      </a:lnTo>
                      <a:lnTo>
                        <a:pt x="2358" y="0"/>
                      </a:lnTo>
                      <a:lnTo>
                        <a:pt x="2368" y="0"/>
                      </a:lnTo>
                      <a:lnTo>
                        <a:pt x="2378" y="0"/>
                      </a:lnTo>
                      <a:lnTo>
                        <a:pt x="2389" y="0"/>
                      </a:lnTo>
                      <a:lnTo>
                        <a:pt x="2420" y="0"/>
                      </a:lnTo>
                      <a:lnTo>
                        <a:pt x="2451" y="0"/>
                      </a:lnTo>
                      <a:lnTo>
                        <a:pt x="2461" y="0"/>
                      </a:lnTo>
                      <a:lnTo>
                        <a:pt x="2471" y="0"/>
                      </a:lnTo>
                      <a:lnTo>
                        <a:pt x="2482" y="0"/>
                      </a:lnTo>
                      <a:lnTo>
                        <a:pt x="2492" y="0"/>
                      </a:lnTo>
                      <a:lnTo>
                        <a:pt x="2502" y="0"/>
                      </a:lnTo>
                      <a:lnTo>
                        <a:pt x="2513" y="0"/>
                      </a:lnTo>
                      <a:lnTo>
                        <a:pt x="2523" y="0"/>
                      </a:lnTo>
                      <a:lnTo>
                        <a:pt x="2533" y="0"/>
                      </a:lnTo>
                      <a:lnTo>
                        <a:pt x="2544" y="0"/>
                      </a:lnTo>
                      <a:lnTo>
                        <a:pt x="2554" y="0"/>
                      </a:lnTo>
                      <a:lnTo>
                        <a:pt x="2564" y="0"/>
                      </a:lnTo>
                      <a:lnTo>
                        <a:pt x="2575" y="0"/>
                      </a:lnTo>
                      <a:lnTo>
                        <a:pt x="2585" y="0"/>
                      </a:lnTo>
                      <a:lnTo>
                        <a:pt x="2595" y="0"/>
                      </a:lnTo>
                      <a:lnTo>
                        <a:pt x="2606" y="0"/>
                      </a:lnTo>
                      <a:lnTo>
                        <a:pt x="2616" y="0"/>
                      </a:lnTo>
                      <a:lnTo>
                        <a:pt x="2627" y="0"/>
                      </a:lnTo>
                      <a:lnTo>
                        <a:pt x="2637" y="0"/>
                      </a:lnTo>
                      <a:lnTo>
                        <a:pt x="2647" y="0"/>
                      </a:lnTo>
                      <a:lnTo>
                        <a:pt x="2658" y="0"/>
                      </a:lnTo>
                      <a:lnTo>
                        <a:pt x="2668" y="0"/>
                      </a:lnTo>
                      <a:lnTo>
                        <a:pt x="2678" y="0"/>
                      </a:lnTo>
                      <a:lnTo>
                        <a:pt x="2689" y="0"/>
                      </a:lnTo>
                      <a:lnTo>
                        <a:pt x="2699" y="0"/>
                      </a:lnTo>
                      <a:lnTo>
                        <a:pt x="2709" y="0"/>
                      </a:lnTo>
                      <a:lnTo>
                        <a:pt x="2720" y="0"/>
                      </a:lnTo>
                      <a:lnTo>
                        <a:pt x="2730" y="0"/>
                      </a:lnTo>
                      <a:lnTo>
                        <a:pt x="2740" y="0"/>
                      </a:lnTo>
                      <a:lnTo>
                        <a:pt x="2751" y="0"/>
                      </a:lnTo>
                      <a:lnTo>
                        <a:pt x="2761" y="0"/>
                      </a:lnTo>
                      <a:lnTo>
                        <a:pt x="2792" y="0"/>
                      </a:lnTo>
                      <a:lnTo>
                        <a:pt x="2823" y="0"/>
                      </a:lnTo>
                      <a:lnTo>
                        <a:pt x="2833" y="0"/>
                      </a:lnTo>
                      <a:lnTo>
                        <a:pt x="2844" y="0"/>
                      </a:lnTo>
                      <a:lnTo>
                        <a:pt x="2854" y="0"/>
                      </a:lnTo>
                      <a:lnTo>
                        <a:pt x="2864" y="0"/>
                      </a:lnTo>
                      <a:lnTo>
                        <a:pt x="2875" y="0"/>
                      </a:lnTo>
                      <a:lnTo>
                        <a:pt x="2885" y="0"/>
                      </a:lnTo>
                      <a:lnTo>
                        <a:pt x="2916" y="0"/>
                      </a:lnTo>
                      <a:lnTo>
                        <a:pt x="2947" y="0"/>
                      </a:lnTo>
                      <a:lnTo>
                        <a:pt x="2957" y="0"/>
                      </a:lnTo>
                      <a:lnTo>
                        <a:pt x="2968" y="0"/>
                      </a:lnTo>
                      <a:lnTo>
                        <a:pt x="2978" y="0"/>
                      </a:lnTo>
                      <a:lnTo>
                        <a:pt x="2988" y="0"/>
                      </a:lnTo>
                      <a:lnTo>
                        <a:pt x="2999" y="0"/>
                      </a:lnTo>
                      <a:lnTo>
                        <a:pt x="3030" y="0"/>
                      </a:lnTo>
                      <a:lnTo>
                        <a:pt x="3040" y="0"/>
                      </a:lnTo>
                      <a:lnTo>
                        <a:pt x="3071" y="0"/>
                      </a:lnTo>
                      <a:lnTo>
                        <a:pt x="3081" y="0"/>
                      </a:lnTo>
                      <a:lnTo>
                        <a:pt x="3092" y="0"/>
                      </a:lnTo>
                      <a:lnTo>
                        <a:pt x="3102" y="0"/>
                      </a:lnTo>
                      <a:lnTo>
                        <a:pt x="3113" y="0"/>
                      </a:lnTo>
                      <a:lnTo>
                        <a:pt x="3123" y="0"/>
                      </a:lnTo>
                      <a:lnTo>
                        <a:pt x="3154" y="0"/>
                      </a:lnTo>
                      <a:lnTo>
                        <a:pt x="3164" y="0"/>
                      </a:lnTo>
                      <a:lnTo>
                        <a:pt x="3195" y="0"/>
                      </a:lnTo>
                      <a:lnTo>
                        <a:pt x="3206" y="0"/>
                      </a:lnTo>
                      <a:lnTo>
                        <a:pt x="3216" y="0"/>
                      </a:lnTo>
                      <a:lnTo>
                        <a:pt x="3226" y="0"/>
                      </a:lnTo>
                      <a:lnTo>
                        <a:pt x="3237" y="0"/>
                      </a:lnTo>
                      <a:lnTo>
                        <a:pt x="3247" y="0"/>
                      </a:lnTo>
                      <a:lnTo>
                        <a:pt x="3278" y="0"/>
                      </a:lnTo>
                      <a:lnTo>
                        <a:pt x="3288" y="0"/>
                      </a:lnTo>
                      <a:lnTo>
                        <a:pt x="3319" y="0"/>
                      </a:lnTo>
                      <a:lnTo>
                        <a:pt x="3330" y="0"/>
                      </a:lnTo>
                      <a:lnTo>
                        <a:pt x="3340" y="0"/>
                      </a:lnTo>
                      <a:lnTo>
                        <a:pt x="3350" y="0"/>
                      </a:lnTo>
                      <a:lnTo>
                        <a:pt x="3361" y="0"/>
                      </a:lnTo>
                      <a:lnTo>
                        <a:pt x="3371" y="0"/>
                      </a:lnTo>
                      <a:lnTo>
                        <a:pt x="3402" y="0"/>
                      </a:lnTo>
                      <a:lnTo>
                        <a:pt x="3412" y="0"/>
                      </a:lnTo>
                      <a:lnTo>
                        <a:pt x="3433" y="0"/>
                      </a:lnTo>
                      <a:lnTo>
                        <a:pt x="3443" y="0"/>
                      </a:lnTo>
                      <a:lnTo>
                        <a:pt x="3454" y="0"/>
                      </a:lnTo>
                      <a:lnTo>
                        <a:pt x="3464" y="0"/>
                      </a:lnTo>
                      <a:lnTo>
                        <a:pt x="3474" y="0"/>
                      </a:lnTo>
                      <a:lnTo>
                        <a:pt x="3485" y="0"/>
                      </a:lnTo>
                      <a:lnTo>
                        <a:pt x="3495" y="0"/>
                      </a:lnTo>
                      <a:lnTo>
                        <a:pt x="3526" y="0"/>
                      </a:lnTo>
                      <a:lnTo>
                        <a:pt x="3557" y="0"/>
                      </a:lnTo>
                      <a:lnTo>
                        <a:pt x="3567" y="0"/>
                      </a:lnTo>
                      <a:lnTo>
                        <a:pt x="3578" y="0"/>
                      </a:lnTo>
                      <a:lnTo>
                        <a:pt x="3588" y="0"/>
                      </a:lnTo>
                      <a:lnTo>
                        <a:pt x="3598" y="0"/>
                      </a:lnTo>
                      <a:lnTo>
                        <a:pt x="3609" y="0"/>
                      </a:lnTo>
                      <a:lnTo>
                        <a:pt x="3619" y="0"/>
                      </a:lnTo>
                      <a:lnTo>
                        <a:pt x="3650" y="0"/>
                      </a:lnTo>
                      <a:lnTo>
                        <a:pt x="3681" y="0"/>
                      </a:lnTo>
                      <a:lnTo>
                        <a:pt x="3692" y="0"/>
                      </a:lnTo>
                      <a:lnTo>
                        <a:pt x="3702" y="0"/>
                      </a:lnTo>
                      <a:lnTo>
                        <a:pt x="3712" y="0"/>
                      </a:lnTo>
                      <a:lnTo>
                        <a:pt x="3723" y="0"/>
                      </a:lnTo>
                      <a:lnTo>
                        <a:pt x="3733" y="0"/>
                      </a:lnTo>
                      <a:lnTo>
                        <a:pt x="3743" y="0"/>
                      </a:lnTo>
                      <a:lnTo>
                        <a:pt x="3774" y="0"/>
                      </a:lnTo>
                      <a:lnTo>
                        <a:pt x="3805" y="0"/>
                      </a:lnTo>
                      <a:lnTo>
                        <a:pt x="3816" y="0"/>
                      </a:lnTo>
                      <a:lnTo>
                        <a:pt x="3826" y="0"/>
                      </a:lnTo>
                      <a:lnTo>
                        <a:pt x="3836" y="0"/>
                      </a:lnTo>
                      <a:lnTo>
                        <a:pt x="3847" y="0"/>
                      </a:lnTo>
                      <a:lnTo>
                        <a:pt x="3857" y="0"/>
                      </a:lnTo>
                      <a:lnTo>
                        <a:pt x="3867" y="0"/>
                      </a:lnTo>
                      <a:lnTo>
                        <a:pt x="3898" y="0"/>
                      </a:lnTo>
                      <a:lnTo>
                        <a:pt x="3929" y="0"/>
                      </a:lnTo>
                      <a:lnTo>
                        <a:pt x="3940" y="0"/>
                      </a:lnTo>
                      <a:lnTo>
                        <a:pt x="3950" y="0"/>
                      </a:lnTo>
                      <a:lnTo>
                        <a:pt x="3960" y="0"/>
                      </a:lnTo>
                      <a:lnTo>
                        <a:pt x="3971" y="0"/>
                      </a:lnTo>
                      <a:lnTo>
                        <a:pt x="3981" y="0"/>
                      </a:lnTo>
                      <a:lnTo>
                        <a:pt x="3991" y="0"/>
                      </a:lnTo>
                      <a:lnTo>
                        <a:pt x="4022" y="0"/>
                      </a:lnTo>
                      <a:lnTo>
                        <a:pt x="4053" y="0"/>
                      </a:lnTo>
                      <a:lnTo>
                        <a:pt x="4064" y="0"/>
                      </a:lnTo>
                      <a:lnTo>
                        <a:pt x="4074" y="0"/>
                      </a:lnTo>
                      <a:lnTo>
                        <a:pt x="4084" y="0"/>
                      </a:lnTo>
                      <a:lnTo>
                        <a:pt x="4095" y="0"/>
                      </a:lnTo>
                      <a:lnTo>
                        <a:pt x="4105" y="0"/>
                      </a:lnTo>
                      <a:lnTo>
                        <a:pt x="4116" y="0"/>
                      </a:lnTo>
                      <a:lnTo>
                        <a:pt x="4147" y="0"/>
                      </a:lnTo>
                      <a:lnTo>
                        <a:pt x="4178" y="0"/>
                      </a:lnTo>
                      <a:lnTo>
                        <a:pt x="4188" y="0"/>
                      </a:lnTo>
                      <a:lnTo>
                        <a:pt x="4198" y="0"/>
                      </a:lnTo>
                      <a:lnTo>
                        <a:pt x="4209" y="0"/>
                      </a:lnTo>
                      <a:lnTo>
                        <a:pt x="4219" y="0"/>
                      </a:lnTo>
                      <a:lnTo>
                        <a:pt x="4229" y="0"/>
                      </a:lnTo>
                      <a:lnTo>
                        <a:pt x="4260" y="0"/>
                      </a:lnTo>
                      <a:lnTo>
                        <a:pt x="4271" y="0"/>
                      </a:lnTo>
                      <a:lnTo>
                        <a:pt x="4302" y="0"/>
                      </a:lnTo>
                      <a:lnTo>
                        <a:pt x="4312" y="0"/>
                      </a:lnTo>
                      <a:lnTo>
                        <a:pt x="4322" y="0"/>
                      </a:lnTo>
                      <a:lnTo>
                        <a:pt x="4333" y="0"/>
                      </a:lnTo>
                      <a:lnTo>
                        <a:pt x="4343" y="0"/>
                      </a:lnTo>
                      <a:lnTo>
                        <a:pt x="4353" y="0"/>
                      </a:lnTo>
                      <a:lnTo>
                        <a:pt x="4384" y="0"/>
                      </a:lnTo>
                      <a:lnTo>
                        <a:pt x="4395" y="0"/>
                      </a:lnTo>
                      <a:lnTo>
                        <a:pt x="4426" y="0"/>
                      </a:lnTo>
                      <a:lnTo>
                        <a:pt x="4436" y="0"/>
                      </a:lnTo>
                      <a:lnTo>
                        <a:pt x="4446" y="0"/>
                      </a:lnTo>
                      <a:lnTo>
                        <a:pt x="4457" y="0"/>
                      </a:lnTo>
                      <a:lnTo>
                        <a:pt x="4467" y="0"/>
                      </a:lnTo>
                      <a:lnTo>
                        <a:pt x="4477" y="0"/>
                      </a:lnTo>
                      <a:lnTo>
                        <a:pt x="4508" y="0"/>
                      </a:lnTo>
                      <a:lnTo>
                        <a:pt x="4519" y="0"/>
                      </a:lnTo>
                      <a:lnTo>
                        <a:pt x="4550" y="0"/>
                      </a:lnTo>
                      <a:lnTo>
                        <a:pt x="4560" y="0"/>
                      </a:lnTo>
                      <a:lnTo>
                        <a:pt x="4570" y="0"/>
                      </a:lnTo>
                      <a:lnTo>
                        <a:pt x="4581" y="0"/>
                      </a:lnTo>
                      <a:lnTo>
                        <a:pt x="4591" y="0"/>
                      </a:lnTo>
                      <a:lnTo>
                        <a:pt x="4602" y="0"/>
                      </a:lnTo>
                      <a:lnTo>
                        <a:pt x="4633" y="0"/>
                      </a:lnTo>
                      <a:lnTo>
                        <a:pt x="4643" y="0"/>
                      </a:lnTo>
                      <a:lnTo>
                        <a:pt x="4664" y="0"/>
                      </a:lnTo>
                      <a:lnTo>
                        <a:pt x="4674" y="0"/>
                      </a:lnTo>
                      <a:lnTo>
                        <a:pt x="4684" y="0"/>
                      </a:lnTo>
                      <a:lnTo>
                        <a:pt x="4695" y="0"/>
                      </a:lnTo>
                      <a:lnTo>
                        <a:pt x="4705" y="0"/>
                      </a:lnTo>
                      <a:lnTo>
                        <a:pt x="4715" y="0"/>
                      </a:lnTo>
                      <a:lnTo>
                        <a:pt x="4726" y="0"/>
                      </a:lnTo>
                      <a:lnTo>
                        <a:pt x="4757" y="0"/>
                      </a:lnTo>
                      <a:lnTo>
                        <a:pt x="4788" y="0"/>
                      </a:lnTo>
                      <a:lnTo>
                        <a:pt x="4798" y="0"/>
                      </a:lnTo>
                      <a:lnTo>
                        <a:pt x="4808" y="0"/>
                      </a:lnTo>
                      <a:lnTo>
                        <a:pt x="4819" y="0"/>
                      </a:lnTo>
                      <a:lnTo>
                        <a:pt x="4829" y="0"/>
                      </a:lnTo>
                      <a:lnTo>
                        <a:pt x="4839" y="0"/>
                      </a:lnTo>
                      <a:lnTo>
                        <a:pt x="4850" y="0"/>
                      </a:lnTo>
                      <a:lnTo>
                        <a:pt x="4881" y="0"/>
                      </a:lnTo>
                      <a:lnTo>
                        <a:pt x="4912" y="0"/>
                      </a:lnTo>
                      <a:lnTo>
                        <a:pt x="4922" y="0"/>
                      </a:lnTo>
                      <a:lnTo>
                        <a:pt x="4932" y="0"/>
                      </a:lnTo>
                      <a:lnTo>
                        <a:pt x="4943" y="0"/>
                      </a:lnTo>
                      <a:lnTo>
                        <a:pt x="4953" y="0"/>
                      </a:lnTo>
                      <a:lnTo>
                        <a:pt x="4963" y="0"/>
                      </a:lnTo>
                      <a:lnTo>
                        <a:pt x="4974" y="0"/>
                      </a:lnTo>
                      <a:lnTo>
                        <a:pt x="5005" y="0"/>
                      </a:lnTo>
                      <a:lnTo>
                        <a:pt x="5036" y="0"/>
                      </a:lnTo>
                      <a:lnTo>
                        <a:pt x="5046" y="0"/>
                      </a:lnTo>
                      <a:lnTo>
                        <a:pt x="5056" y="0"/>
                      </a:lnTo>
                      <a:lnTo>
                        <a:pt x="5067" y="0"/>
                      </a:lnTo>
                      <a:lnTo>
                        <a:pt x="5077" y="0"/>
                      </a:lnTo>
                      <a:lnTo>
                        <a:pt x="5087" y="0"/>
                      </a:lnTo>
                      <a:lnTo>
                        <a:pt x="5098" y="0"/>
                      </a:lnTo>
                      <a:lnTo>
                        <a:pt x="5129" y="0"/>
                      </a:lnTo>
                      <a:lnTo>
                        <a:pt x="5160" y="0"/>
                      </a:lnTo>
                      <a:lnTo>
                        <a:pt x="5170" y="0"/>
                      </a:lnTo>
                      <a:lnTo>
                        <a:pt x="5181" y="0"/>
                      </a:lnTo>
                      <a:lnTo>
                        <a:pt x="5191" y="0"/>
                      </a:lnTo>
                      <a:lnTo>
                        <a:pt x="5201" y="0"/>
                      </a:lnTo>
                      <a:lnTo>
                        <a:pt x="5212" y="0"/>
                      </a:lnTo>
                      <a:lnTo>
                        <a:pt x="5222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360" bIns="-45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3" name="Rectangle 354"/>
                <p:cNvSpPr/>
                <p:nvPr/>
              </p:nvSpPr>
              <p:spPr>
                <a:xfrm>
                  <a:off x="3530160" y="5811840"/>
                  <a:ext cx="36396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ff"/>
                      </a:solidFill>
                      <a:effectLst/>
                      <a:uFillTx/>
                      <a:latin typeface="Arial"/>
                    </a:rPr>
                    <a:t>DISP_X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4" name="Freeform 355"/>
                <p:cNvSpPr/>
                <p:nvPr/>
              </p:nvSpPr>
              <p:spPr>
                <a:xfrm>
                  <a:off x="387360" y="5791320"/>
                  <a:ext cx="8290080" cy="1080"/>
                </a:xfrm>
                <a:custGeom>
                  <a:avLst/>
                  <a:gdLst>
                    <a:gd name="textAreaLeft" fmla="*/ 0 w 8290080"/>
                    <a:gd name="textAreaRight" fmla="*/ 8290080 w 8290080"/>
                    <a:gd name="textAreaTop" fmla="*/ 0 h 1080"/>
                    <a:gd name="textAreaBottom" fmla="*/ 1440 h 1080"/>
                    <a:gd name="GluePoint1X" fmla="*/ 41 w 5222"/>
                    <a:gd name="GluePoint1Y" fmla="*/ 0 h 1"/>
                    <a:gd name="GluePoint2X" fmla="*/ 145 w 5222"/>
                    <a:gd name="GluePoint2Y" fmla="*/ 0 h 1"/>
                    <a:gd name="GluePoint3X" fmla="*/ 248 w 5222"/>
                    <a:gd name="GluePoint3Y" fmla="*/ 0 h 1"/>
                    <a:gd name="GluePoint4X" fmla="*/ 300 w 5222"/>
                    <a:gd name="GluePoint4Y" fmla="*/ 0 h 1"/>
                    <a:gd name="GluePoint5X" fmla="*/ 403 w 5222"/>
                    <a:gd name="GluePoint5Y" fmla="*/ 0 h 1"/>
                    <a:gd name="GluePoint6X" fmla="*/ 507 w 5222"/>
                    <a:gd name="GluePoint6Y" fmla="*/ 0 h 1"/>
                    <a:gd name="GluePoint7X" fmla="*/ 610 w 5222"/>
                    <a:gd name="GluePoint7Y" fmla="*/ 0 h 1"/>
                    <a:gd name="GluePoint8X" fmla="*/ 652 w 5222"/>
                    <a:gd name="GluePoint8Y" fmla="*/ 0 h 1"/>
                    <a:gd name="GluePoint9X" fmla="*/ 755 w 5222"/>
                    <a:gd name="GluePoint9Y" fmla="*/ 0 h 1"/>
                    <a:gd name="GluePoint10X" fmla="*/ 858 w 5222"/>
                    <a:gd name="GluePoint10Y" fmla="*/ 0 h 1"/>
                    <a:gd name="GluePoint11X" fmla="*/ 910 w 5222"/>
                    <a:gd name="GluePoint11Y" fmla="*/ 0 h 1"/>
                    <a:gd name="GluePoint12X" fmla="*/ 1003 w 5222"/>
                    <a:gd name="GluePoint12Y" fmla="*/ 0 h 1"/>
                    <a:gd name="GluePoint13X" fmla="*/ 1106 w 5222"/>
                    <a:gd name="GluePoint13Y" fmla="*/ 0 h 1"/>
                    <a:gd name="GluePoint14X" fmla="*/ 1158 w 5222"/>
                    <a:gd name="GluePoint14Y" fmla="*/ 0 h 1"/>
                    <a:gd name="GluePoint15X" fmla="*/ 1262 w 5222"/>
                    <a:gd name="GluePoint15Y" fmla="*/ 0 h 1"/>
                    <a:gd name="GluePoint16X" fmla="*/ 1365 w 5222"/>
                    <a:gd name="GluePoint16Y" fmla="*/ 0 h 1"/>
                    <a:gd name="GluePoint17X" fmla="*/ 1437 w 5222"/>
                    <a:gd name="GluePoint17Y" fmla="*/ 0 h 1"/>
                    <a:gd name="GluePoint18X" fmla="*/ 1510 w 5222"/>
                    <a:gd name="GluePoint18Y" fmla="*/ 0 h 1"/>
                    <a:gd name="GluePoint19X" fmla="*/ 1613 w 5222"/>
                    <a:gd name="GluePoint19Y" fmla="*/ 0 h 1"/>
                    <a:gd name="GluePoint20X" fmla="*/ 1717 w 5222"/>
                    <a:gd name="GluePoint20Y" fmla="*/ 0 h 1"/>
                    <a:gd name="GluePoint21X" fmla="*/ 1768 w 5222"/>
                    <a:gd name="GluePoint21Y" fmla="*/ 0 h 1"/>
                    <a:gd name="GluePoint22X" fmla="*/ 1861 w 5222"/>
                    <a:gd name="GluePoint22Y" fmla="*/ 0 h 1"/>
                    <a:gd name="GluePoint23X" fmla="*/ 1965 w 5222"/>
                    <a:gd name="GluePoint23Y" fmla="*/ 0 h 1"/>
                    <a:gd name="GluePoint24X" fmla="*/ 2016 w 5222"/>
                    <a:gd name="GluePoint24Y" fmla="*/ 0 h 1"/>
                    <a:gd name="GluePoint25X" fmla="*/ 2120 w 5222"/>
                    <a:gd name="GluePoint25Y" fmla="*/ 0 h 1"/>
                    <a:gd name="GluePoint26X" fmla="*/ 2223 w 5222"/>
                    <a:gd name="GluePoint26Y" fmla="*/ 0 h 1"/>
                    <a:gd name="GluePoint27X" fmla="*/ 2265 w 5222"/>
                    <a:gd name="GluePoint27Y" fmla="*/ 0 h 1"/>
                    <a:gd name="GluePoint28X" fmla="*/ 2368 w 5222"/>
                    <a:gd name="GluePoint28Y" fmla="*/ 0 h 1"/>
                    <a:gd name="GluePoint29X" fmla="*/ 2471 w 5222"/>
                    <a:gd name="GluePoint29Y" fmla="*/ 0 h 1"/>
                    <a:gd name="GluePoint30X" fmla="*/ 2523 w 5222"/>
                    <a:gd name="GluePoint30Y" fmla="*/ 0 h 1"/>
                    <a:gd name="GluePoint31X" fmla="*/ 2575 w 5222"/>
                    <a:gd name="GluePoint31Y" fmla="*/ 0 h 1"/>
                    <a:gd name="GluePoint32X" fmla="*/ 2616 w 5222"/>
                    <a:gd name="GluePoint32Y" fmla="*/ 0 h 1"/>
                    <a:gd name="GluePoint33X" fmla="*/ 2668 w 5222"/>
                    <a:gd name="GluePoint33Y" fmla="*/ 0 h 1"/>
                    <a:gd name="GluePoint34X" fmla="*/ 2720 w 5222"/>
                    <a:gd name="GluePoint34Y" fmla="*/ 0 h 1"/>
                    <a:gd name="GluePoint35X" fmla="*/ 2823 w 5222"/>
                    <a:gd name="GluePoint35Y" fmla="*/ 0 h 1"/>
                    <a:gd name="GluePoint36X" fmla="*/ 2875 w 5222"/>
                    <a:gd name="GluePoint36Y" fmla="*/ 0 h 1"/>
                    <a:gd name="GluePoint37X" fmla="*/ 2968 w 5222"/>
                    <a:gd name="GluePoint37Y" fmla="*/ 0 h 1"/>
                    <a:gd name="GluePoint38X" fmla="*/ 3071 w 5222"/>
                    <a:gd name="GluePoint38Y" fmla="*/ 0 h 1"/>
                    <a:gd name="GluePoint39X" fmla="*/ 3123 w 5222"/>
                    <a:gd name="GluePoint39Y" fmla="*/ 0 h 1"/>
                    <a:gd name="GluePoint40X" fmla="*/ 3226 w 5222"/>
                    <a:gd name="GluePoint40Y" fmla="*/ 0 h 1"/>
                    <a:gd name="GluePoint41X" fmla="*/ 3330 w 5222"/>
                    <a:gd name="GluePoint41Y" fmla="*/ 0 h 1"/>
                    <a:gd name="GluePoint42X" fmla="*/ 3371 w 5222"/>
                    <a:gd name="GluePoint42Y" fmla="*/ 0 h 1"/>
                    <a:gd name="GluePoint43X" fmla="*/ 3474 w 5222"/>
                    <a:gd name="GluePoint43Y" fmla="*/ 0 h 1"/>
                    <a:gd name="GluePoint44X" fmla="*/ 3578 w 5222"/>
                    <a:gd name="GluePoint44Y" fmla="*/ 0 h 1"/>
                    <a:gd name="GluePoint45X" fmla="*/ 3650 w 5222"/>
                    <a:gd name="GluePoint45Y" fmla="*/ 0 h 1"/>
                    <a:gd name="GluePoint46X" fmla="*/ 3733 w 5222"/>
                    <a:gd name="GluePoint46Y" fmla="*/ 0 h 1"/>
                    <a:gd name="GluePoint47X" fmla="*/ 3826 w 5222"/>
                    <a:gd name="GluePoint47Y" fmla="*/ 0 h 1"/>
                    <a:gd name="GluePoint48X" fmla="*/ 3929 w 5222"/>
                    <a:gd name="GluePoint48Y" fmla="*/ 0 h 1"/>
                    <a:gd name="GluePoint49X" fmla="*/ 3981 w 5222"/>
                    <a:gd name="GluePoint49Y" fmla="*/ 0 h 1"/>
                    <a:gd name="GluePoint50X" fmla="*/ 4084 w 5222"/>
                    <a:gd name="GluePoint50Y" fmla="*/ 0 h 1"/>
                    <a:gd name="GluePoint51X" fmla="*/ 4188 w 5222"/>
                    <a:gd name="GluePoint51Y" fmla="*/ 0 h 1"/>
                    <a:gd name="GluePoint52X" fmla="*/ 4229 w 5222"/>
                    <a:gd name="GluePoint52Y" fmla="*/ 0 h 1"/>
                    <a:gd name="GluePoint53X" fmla="*/ 4333 w 5222"/>
                    <a:gd name="GluePoint53Y" fmla="*/ 0 h 1"/>
                    <a:gd name="GluePoint54X" fmla="*/ 4436 w 5222"/>
                    <a:gd name="GluePoint54Y" fmla="*/ 0 h 1"/>
                    <a:gd name="GluePoint55X" fmla="*/ 4508 w 5222"/>
                    <a:gd name="GluePoint55Y" fmla="*/ 0 h 1"/>
                    <a:gd name="GluePoint56X" fmla="*/ 4591 w 5222"/>
                    <a:gd name="GluePoint56Y" fmla="*/ 0 h 1"/>
                    <a:gd name="GluePoint57X" fmla="*/ 4684 w 5222"/>
                    <a:gd name="GluePoint57Y" fmla="*/ 0 h 1"/>
                    <a:gd name="GluePoint58X" fmla="*/ 4788 w 5222"/>
                    <a:gd name="GluePoint58Y" fmla="*/ 0 h 1"/>
                    <a:gd name="GluePoint59X" fmla="*/ 4839 w 5222"/>
                    <a:gd name="GluePoint59Y" fmla="*/ 0 h 1"/>
                    <a:gd name="GluePoint60X" fmla="*/ 4943 w 5222"/>
                    <a:gd name="GluePoint60Y" fmla="*/ 0 h 1"/>
                    <a:gd name="GluePoint61X" fmla="*/ 5046 w 5222"/>
                    <a:gd name="GluePoint61Y" fmla="*/ 0 h 1"/>
                    <a:gd name="GluePoint62X" fmla="*/ 5087 w 5222"/>
                    <a:gd name="GluePoint62Y" fmla="*/ 0 h 1"/>
                    <a:gd name="GluePoint63X" fmla="*/ 5191 w 5222"/>
                    <a:gd name="GluePoint63Y" fmla="*/ 0 h 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  <a:cxn ang="0">
                      <a:pos x="GluePoint56X" y="GluePoint56Y"/>
                    </a:cxn>
                    <a:cxn ang="0">
                      <a:pos x="GluePoint57X" y="GluePoint57Y"/>
                    </a:cxn>
                    <a:cxn ang="0">
                      <a:pos x="GluePoint58X" y="GluePoint58Y"/>
                    </a:cxn>
                    <a:cxn ang="0">
                      <a:pos x="GluePoint59X" y="GluePoint59Y"/>
                    </a:cxn>
                    <a:cxn ang="0">
                      <a:pos x="GluePoint60X" y="GluePoint60Y"/>
                    </a:cxn>
                    <a:cxn ang="0">
                      <a:pos x="GluePoint61X" y="GluePoint61Y"/>
                    </a:cxn>
                    <a:cxn ang="0">
                      <a:pos x="GluePoint62X" y="GluePoint62Y"/>
                    </a:cxn>
                    <a:cxn ang="0">
                      <a:pos x="GluePoint63X" y="GluePoint63Y"/>
                    </a:cxn>
                  </a:cxnLst>
                  <a:rect l="textAreaLeft" t="textAreaTop" r="textAreaRight" b="textAreaBottom"/>
                  <a:pathLst>
                    <a:path w="522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0" y="0"/>
                      </a:lnTo>
                      <a:lnTo>
                        <a:pt x="21" y="0"/>
                      </a:lnTo>
                      <a:lnTo>
                        <a:pt x="31" y="0"/>
                      </a:lnTo>
                      <a:lnTo>
                        <a:pt x="41" y="0"/>
                      </a:lnTo>
                      <a:lnTo>
                        <a:pt x="52" y="0"/>
                      </a:lnTo>
                      <a:lnTo>
                        <a:pt x="83" y="0"/>
                      </a:lnTo>
                      <a:lnTo>
                        <a:pt x="114" y="0"/>
                      </a:lnTo>
                      <a:lnTo>
                        <a:pt x="124" y="0"/>
                      </a:lnTo>
                      <a:lnTo>
                        <a:pt x="135" y="0"/>
                      </a:lnTo>
                      <a:lnTo>
                        <a:pt x="145" y="0"/>
                      </a:lnTo>
                      <a:lnTo>
                        <a:pt x="155" y="0"/>
                      </a:lnTo>
                      <a:lnTo>
                        <a:pt x="166" y="0"/>
                      </a:lnTo>
                      <a:lnTo>
                        <a:pt x="176" y="0"/>
                      </a:lnTo>
                      <a:lnTo>
                        <a:pt x="207" y="0"/>
                      </a:lnTo>
                      <a:lnTo>
                        <a:pt x="238" y="0"/>
                      </a:lnTo>
                      <a:lnTo>
                        <a:pt x="248" y="0"/>
                      </a:lnTo>
                      <a:lnTo>
                        <a:pt x="259" y="0"/>
                      </a:lnTo>
                      <a:lnTo>
                        <a:pt x="269" y="0"/>
                      </a:lnTo>
                      <a:lnTo>
                        <a:pt x="279" y="0"/>
                      </a:lnTo>
                      <a:lnTo>
                        <a:pt x="290" y="0"/>
                      </a:lnTo>
                      <a:lnTo>
                        <a:pt x="300" y="0"/>
                      </a:lnTo>
                      <a:lnTo>
                        <a:pt x="331" y="0"/>
                      </a:lnTo>
                      <a:lnTo>
                        <a:pt x="362" y="0"/>
                      </a:lnTo>
                      <a:lnTo>
                        <a:pt x="372" y="0"/>
                      </a:lnTo>
                      <a:lnTo>
                        <a:pt x="383" y="0"/>
                      </a:lnTo>
                      <a:lnTo>
                        <a:pt x="393" y="0"/>
                      </a:lnTo>
                      <a:lnTo>
                        <a:pt x="403" y="0"/>
                      </a:lnTo>
                      <a:lnTo>
                        <a:pt x="414" y="0"/>
                      </a:lnTo>
                      <a:lnTo>
                        <a:pt x="424" y="0"/>
                      </a:lnTo>
                      <a:lnTo>
                        <a:pt x="455" y="0"/>
                      </a:lnTo>
                      <a:lnTo>
                        <a:pt x="486" y="0"/>
                      </a:lnTo>
                      <a:lnTo>
                        <a:pt x="496" y="0"/>
                      </a:lnTo>
                      <a:lnTo>
                        <a:pt x="507" y="0"/>
                      </a:lnTo>
                      <a:lnTo>
                        <a:pt x="517" y="0"/>
                      </a:lnTo>
                      <a:lnTo>
                        <a:pt x="527" y="0"/>
                      </a:lnTo>
                      <a:lnTo>
                        <a:pt x="538" y="0"/>
                      </a:lnTo>
                      <a:lnTo>
                        <a:pt x="548" y="0"/>
                      </a:lnTo>
                      <a:lnTo>
                        <a:pt x="569" y="0"/>
                      </a:lnTo>
                      <a:lnTo>
                        <a:pt x="579" y="0"/>
                      </a:lnTo>
                      <a:lnTo>
                        <a:pt x="610" y="0"/>
                      </a:lnTo>
                      <a:lnTo>
                        <a:pt x="620" y="0"/>
                      </a:lnTo>
                      <a:lnTo>
                        <a:pt x="631" y="0"/>
                      </a:lnTo>
                      <a:lnTo>
                        <a:pt x="641" y="0"/>
                      </a:lnTo>
                      <a:lnTo>
                        <a:pt x="652" y="0"/>
                      </a:lnTo>
                      <a:lnTo>
                        <a:pt x="662" y="0"/>
                      </a:lnTo>
                      <a:lnTo>
                        <a:pt x="693" y="0"/>
                      </a:lnTo>
                      <a:lnTo>
                        <a:pt x="703" y="0"/>
                      </a:lnTo>
                      <a:lnTo>
                        <a:pt x="734" y="0"/>
                      </a:lnTo>
                      <a:lnTo>
                        <a:pt x="745" y="0"/>
                      </a:lnTo>
                      <a:lnTo>
                        <a:pt x="755" y="0"/>
                      </a:lnTo>
                      <a:lnTo>
                        <a:pt x="765" y="0"/>
                      </a:lnTo>
                      <a:lnTo>
                        <a:pt x="776" y="0"/>
                      </a:lnTo>
                      <a:lnTo>
                        <a:pt x="786" y="0"/>
                      </a:lnTo>
                      <a:lnTo>
                        <a:pt x="817" y="0"/>
                      </a:lnTo>
                      <a:lnTo>
                        <a:pt x="827" y="0"/>
                      </a:lnTo>
                      <a:lnTo>
                        <a:pt x="858" y="0"/>
                      </a:lnTo>
                      <a:lnTo>
                        <a:pt x="869" y="0"/>
                      </a:lnTo>
                      <a:lnTo>
                        <a:pt x="879" y="0"/>
                      </a:lnTo>
                      <a:lnTo>
                        <a:pt x="889" y="0"/>
                      </a:lnTo>
                      <a:lnTo>
                        <a:pt x="900" y="0"/>
                      </a:lnTo>
                      <a:lnTo>
                        <a:pt x="910" y="0"/>
                      </a:lnTo>
                      <a:lnTo>
                        <a:pt x="941" y="0"/>
                      </a:lnTo>
                      <a:lnTo>
                        <a:pt x="951" y="0"/>
                      </a:lnTo>
                      <a:lnTo>
                        <a:pt x="982" y="0"/>
                      </a:lnTo>
                      <a:lnTo>
                        <a:pt x="993" y="0"/>
                      </a:lnTo>
                      <a:lnTo>
                        <a:pt x="1003" y="0"/>
                      </a:lnTo>
                      <a:lnTo>
                        <a:pt x="1013" y="0"/>
                      </a:lnTo>
                      <a:lnTo>
                        <a:pt x="1024" y="0"/>
                      </a:lnTo>
                      <a:lnTo>
                        <a:pt x="1034" y="0"/>
                      </a:lnTo>
                      <a:lnTo>
                        <a:pt x="1065" y="0"/>
                      </a:lnTo>
                      <a:lnTo>
                        <a:pt x="1096" y="0"/>
                      </a:lnTo>
                      <a:lnTo>
                        <a:pt x="1106" y="0"/>
                      </a:lnTo>
                      <a:lnTo>
                        <a:pt x="1117" y="0"/>
                      </a:lnTo>
                      <a:lnTo>
                        <a:pt x="1127" y="0"/>
                      </a:lnTo>
                      <a:lnTo>
                        <a:pt x="1138" y="0"/>
                      </a:lnTo>
                      <a:lnTo>
                        <a:pt x="1148" y="0"/>
                      </a:lnTo>
                      <a:lnTo>
                        <a:pt x="1158" y="0"/>
                      </a:lnTo>
                      <a:lnTo>
                        <a:pt x="1189" y="0"/>
                      </a:lnTo>
                      <a:lnTo>
                        <a:pt x="1220" y="0"/>
                      </a:lnTo>
                      <a:lnTo>
                        <a:pt x="1231" y="0"/>
                      </a:lnTo>
                      <a:lnTo>
                        <a:pt x="1241" y="0"/>
                      </a:lnTo>
                      <a:lnTo>
                        <a:pt x="1251" y="0"/>
                      </a:lnTo>
                      <a:lnTo>
                        <a:pt x="1262" y="0"/>
                      </a:lnTo>
                      <a:lnTo>
                        <a:pt x="1272" y="0"/>
                      </a:lnTo>
                      <a:lnTo>
                        <a:pt x="1282" y="0"/>
                      </a:lnTo>
                      <a:lnTo>
                        <a:pt x="1313" y="0"/>
                      </a:lnTo>
                      <a:lnTo>
                        <a:pt x="1344" y="0"/>
                      </a:lnTo>
                      <a:lnTo>
                        <a:pt x="1355" y="0"/>
                      </a:lnTo>
                      <a:lnTo>
                        <a:pt x="1365" y="0"/>
                      </a:lnTo>
                      <a:lnTo>
                        <a:pt x="1375" y="0"/>
                      </a:lnTo>
                      <a:lnTo>
                        <a:pt x="1386" y="0"/>
                      </a:lnTo>
                      <a:lnTo>
                        <a:pt x="1396" y="0"/>
                      </a:lnTo>
                      <a:lnTo>
                        <a:pt x="1406" y="0"/>
                      </a:lnTo>
                      <a:lnTo>
                        <a:pt x="1437" y="0"/>
                      </a:lnTo>
                      <a:lnTo>
                        <a:pt x="1468" y="0"/>
                      </a:lnTo>
                      <a:lnTo>
                        <a:pt x="1479" y="0"/>
                      </a:lnTo>
                      <a:lnTo>
                        <a:pt x="1489" y="0"/>
                      </a:lnTo>
                      <a:lnTo>
                        <a:pt x="1499" y="0"/>
                      </a:lnTo>
                      <a:lnTo>
                        <a:pt x="1510" y="0"/>
                      </a:lnTo>
                      <a:lnTo>
                        <a:pt x="1520" y="0"/>
                      </a:lnTo>
                      <a:lnTo>
                        <a:pt x="1530" y="0"/>
                      </a:lnTo>
                      <a:lnTo>
                        <a:pt x="1561" y="0"/>
                      </a:lnTo>
                      <a:lnTo>
                        <a:pt x="1592" y="0"/>
                      </a:lnTo>
                      <a:lnTo>
                        <a:pt x="1603" y="0"/>
                      </a:lnTo>
                      <a:lnTo>
                        <a:pt x="1613" y="0"/>
                      </a:lnTo>
                      <a:lnTo>
                        <a:pt x="1624" y="0"/>
                      </a:lnTo>
                      <a:lnTo>
                        <a:pt x="1634" y="0"/>
                      </a:lnTo>
                      <a:lnTo>
                        <a:pt x="1644" y="0"/>
                      </a:lnTo>
                      <a:lnTo>
                        <a:pt x="1655" y="0"/>
                      </a:lnTo>
                      <a:lnTo>
                        <a:pt x="1686" y="0"/>
                      </a:lnTo>
                      <a:lnTo>
                        <a:pt x="1717" y="0"/>
                      </a:lnTo>
                      <a:lnTo>
                        <a:pt x="1727" y="0"/>
                      </a:lnTo>
                      <a:lnTo>
                        <a:pt x="1737" y="0"/>
                      </a:lnTo>
                      <a:lnTo>
                        <a:pt x="1748" y="0"/>
                      </a:lnTo>
                      <a:lnTo>
                        <a:pt x="1758" y="0"/>
                      </a:lnTo>
                      <a:lnTo>
                        <a:pt x="1768" y="0"/>
                      </a:lnTo>
                      <a:lnTo>
                        <a:pt x="1779" y="0"/>
                      </a:lnTo>
                      <a:lnTo>
                        <a:pt x="1799" y="0"/>
                      </a:lnTo>
                      <a:lnTo>
                        <a:pt x="1810" y="0"/>
                      </a:lnTo>
                      <a:lnTo>
                        <a:pt x="1841" y="0"/>
                      </a:lnTo>
                      <a:lnTo>
                        <a:pt x="1851" y="0"/>
                      </a:lnTo>
                      <a:lnTo>
                        <a:pt x="1861" y="0"/>
                      </a:lnTo>
                      <a:lnTo>
                        <a:pt x="1872" y="0"/>
                      </a:lnTo>
                      <a:lnTo>
                        <a:pt x="1882" y="0"/>
                      </a:lnTo>
                      <a:lnTo>
                        <a:pt x="1892" y="0"/>
                      </a:lnTo>
                      <a:lnTo>
                        <a:pt x="1923" y="0"/>
                      </a:lnTo>
                      <a:lnTo>
                        <a:pt x="1934" y="0"/>
                      </a:lnTo>
                      <a:lnTo>
                        <a:pt x="1965" y="0"/>
                      </a:lnTo>
                      <a:lnTo>
                        <a:pt x="1975" y="0"/>
                      </a:lnTo>
                      <a:lnTo>
                        <a:pt x="1985" y="0"/>
                      </a:lnTo>
                      <a:lnTo>
                        <a:pt x="1996" y="0"/>
                      </a:lnTo>
                      <a:lnTo>
                        <a:pt x="2006" y="0"/>
                      </a:lnTo>
                      <a:lnTo>
                        <a:pt x="2016" y="0"/>
                      </a:lnTo>
                      <a:lnTo>
                        <a:pt x="2047" y="0"/>
                      </a:lnTo>
                      <a:lnTo>
                        <a:pt x="2058" y="0"/>
                      </a:lnTo>
                      <a:lnTo>
                        <a:pt x="2089" y="0"/>
                      </a:lnTo>
                      <a:lnTo>
                        <a:pt x="2099" y="0"/>
                      </a:lnTo>
                      <a:lnTo>
                        <a:pt x="2109" y="0"/>
                      </a:lnTo>
                      <a:lnTo>
                        <a:pt x="2120" y="0"/>
                      </a:lnTo>
                      <a:lnTo>
                        <a:pt x="2130" y="0"/>
                      </a:lnTo>
                      <a:lnTo>
                        <a:pt x="2141" y="0"/>
                      </a:lnTo>
                      <a:lnTo>
                        <a:pt x="2172" y="0"/>
                      </a:lnTo>
                      <a:lnTo>
                        <a:pt x="2182" y="0"/>
                      </a:lnTo>
                      <a:lnTo>
                        <a:pt x="2213" y="0"/>
                      </a:lnTo>
                      <a:lnTo>
                        <a:pt x="2223" y="0"/>
                      </a:lnTo>
                      <a:lnTo>
                        <a:pt x="2234" y="0"/>
                      </a:lnTo>
                      <a:lnTo>
                        <a:pt x="2244" y="0"/>
                      </a:lnTo>
                      <a:lnTo>
                        <a:pt x="2254" y="0"/>
                      </a:lnTo>
                      <a:lnTo>
                        <a:pt x="2265" y="0"/>
                      </a:lnTo>
                      <a:lnTo>
                        <a:pt x="2296" y="0"/>
                      </a:lnTo>
                      <a:lnTo>
                        <a:pt x="2327" y="0"/>
                      </a:lnTo>
                      <a:lnTo>
                        <a:pt x="2337" y="0"/>
                      </a:lnTo>
                      <a:lnTo>
                        <a:pt x="2347" y="0"/>
                      </a:lnTo>
                      <a:lnTo>
                        <a:pt x="2358" y="0"/>
                      </a:lnTo>
                      <a:lnTo>
                        <a:pt x="2368" y="0"/>
                      </a:lnTo>
                      <a:lnTo>
                        <a:pt x="2378" y="0"/>
                      </a:lnTo>
                      <a:lnTo>
                        <a:pt x="2389" y="0"/>
                      </a:lnTo>
                      <a:lnTo>
                        <a:pt x="2420" y="0"/>
                      </a:lnTo>
                      <a:lnTo>
                        <a:pt x="2451" y="0"/>
                      </a:lnTo>
                      <a:lnTo>
                        <a:pt x="2461" y="0"/>
                      </a:lnTo>
                      <a:lnTo>
                        <a:pt x="2471" y="0"/>
                      </a:lnTo>
                      <a:lnTo>
                        <a:pt x="2482" y="0"/>
                      </a:lnTo>
                      <a:lnTo>
                        <a:pt x="2492" y="0"/>
                      </a:lnTo>
                      <a:lnTo>
                        <a:pt x="2502" y="0"/>
                      </a:lnTo>
                      <a:lnTo>
                        <a:pt x="2513" y="0"/>
                      </a:lnTo>
                      <a:lnTo>
                        <a:pt x="2523" y="0"/>
                      </a:lnTo>
                      <a:lnTo>
                        <a:pt x="2533" y="0"/>
                      </a:lnTo>
                      <a:lnTo>
                        <a:pt x="2544" y="0"/>
                      </a:lnTo>
                      <a:lnTo>
                        <a:pt x="2554" y="0"/>
                      </a:lnTo>
                      <a:lnTo>
                        <a:pt x="2564" y="0"/>
                      </a:lnTo>
                      <a:lnTo>
                        <a:pt x="2575" y="0"/>
                      </a:lnTo>
                      <a:lnTo>
                        <a:pt x="2585" y="0"/>
                      </a:lnTo>
                      <a:lnTo>
                        <a:pt x="2595" y="0"/>
                      </a:lnTo>
                      <a:lnTo>
                        <a:pt x="2606" y="0"/>
                      </a:lnTo>
                      <a:lnTo>
                        <a:pt x="2616" y="0"/>
                      </a:lnTo>
                      <a:lnTo>
                        <a:pt x="2627" y="0"/>
                      </a:lnTo>
                      <a:lnTo>
                        <a:pt x="2637" y="0"/>
                      </a:lnTo>
                      <a:lnTo>
                        <a:pt x="2647" y="0"/>
                      </a:lnTo>
                      <a:lnTo>
                        <a:pt x="2658" y="0"/>
                      </a:lnTo>
                      <a:lnTo>
                        <a:pt x="2668" y="0"/>
                      </a:lnTo>
                      <a:lnTo>
                        <a:pt x="2678" y="0"/>
                      </a:lnTo>
                      <a:lnTo>
                        <a:pt x="2689" y="0"/>
                      </a:lnTo>
                      <a:lnTo>
                        <a:pt x="2699" y="0"/>
                      </a:lnTo>
                      <a:lnTo>
                        <a:pt x="2709" y="0"/>
                      </a:lnTo>
                      <a:lnTo>
                        <a:pt x="2720" y="0"/>
                      </a:lnTo>
                      <a:lnTo>
                        <a:pt x="2730" y="0"/>
                      </a:lnTo>
                      <a:lnTo>
                        <a:pt x="2740" y="0"/>
                      </a:lnTo>
                      <a:lnTo>
                        <a:pt x="2751" y="0"/>
                      </a:lnTo>
                      <a:lnTo>
                        <a:pt x="2761" y="0"/>
                      </a:lnTo>
                      <a:lnTo>
                        <a:pt x="2792" y="0"/>
                      </a:lnTo>
                      <a:lnTo>
                        <a:pt x="2823" y="0"/>
                      </a:lnTo>
                      <a:lnTo>
                        <a:pt x="2833" y="0"/>
                      </a:lnTo>
                      <a:lnTo>
                        <a:pt x="2844" y="0"/>
                      </a:lnTo>
                      <a:lnTo>
                        <a:pt x="2854" y="0"/>
                      </a:lnTo>
                      <a:lnTo>
                        <a:pt x="2864" y="0"/>
                      </a:lnTo>
                      <a:lnTo>
                        <a:pt x="2875" y="0"/>
                      </a:lnTo>
                      <a:lnTo>
                        <a:pt x="2885" y="0"/>
                      </a:lnTo>
                      <a:lnTo>
                        <a:pt x="2916" y="0"/>
                      </a:lnTo>
                      <a:lnTo>
                        <a:pt x="2947" y="0"/>
                      </a:lnTo>
                      <a:lnTo>
                        <a:pt x="2957" y="0"/>
                      </a:lnTo>
                      <a:lnTo>
                        <a:pt x="2968" y="0"/>
                      </a:lnTo>
                      <a:lnTo>
                        <a:pt x="2978" y="0"/>
                      </a:lnTo>
                      <a:lnTo>
                        <a:pt x="2988" y="0"/>
                      </a:lnTo>
                      <a:lnTo>
                        <a:pt x="2999" y="0"/>
                      </a:lnTo>
                      <a:lnTo>
                        <a:pt x="3030" y="0"/>
                      </a:lnTo>
                      <a:lnTo>
                        <a:pt x="3040" y="0"/>
                      </a:lnTo>
                      <a:lnTo>
                        <a:pt x="3071" y="0"/>
                      </a:lnTo>
                      <a:lnTo>
                        <a:pt x="3081" y="0"/>
                      </a:lnTo>
                      <a:lnTo>
                        <a:pt x="3092" y="0"/>
                      </a:lnTo>
                      <a:lnTo>
                        <a:pt x="3102" y="0"/>
                      </a:lnTo>
                      <a:lnTo>
                        <a:pt x="3113" y="0"/>
                      </a:lnTo>
                      <a:lnTo>
                        <a:pt x="3123" y="0"/>
                      </a:lnTo>
                      <a:lnTo>
                        <a:pt x="3154" y="0"/>
                      </a:lnTo>
                      <a:lnTo>
                        <a:pt x="3164" y="0"/>
                      </a:lnTo>
                      <a:lnTo>
                        <a:pt x="3195" y="0"/>
                      </a:lnTo>
                      <a:lnTo>
                        <a:pt x="3206" y="0"/>
                      </a:lnTo>
                      <a:lnTo>
                        <a:pt x="3216" y="0"/>
                      </a:lnTo>
                      <a:lnTo>
                        <a:pt x="3226" y="0"/>
                      </a:lnTo>
                      <a:lnTo>
                        <a:pt x="3237" y="0"/>
                      </a:lnTo>
                      <a:lnTo>
                        <a:pt x="3247" y="0"/>
                      </a:lnTo>
                      <a:lnTo>
                        <a:pt x="3278" y="0"/>
                      </a:lnTo>
                      <a:lnTo>
                        <a:pt x="3288" y="0"/>
                      </a:lnTo>
                      <a:lnTo>
                        <a:pt x="3319" y="0"/>
                      </a:lnTo>
                      <a:lnTo>
                        <a:pt x="3330" y="0"/>
                      </a:lnTo>
                      <a:lnTo>
                        <a:pt x="3340" y="0"/>
                      </a:lnTo>
                      <a:lnTo>
                        <a:pt x="3350" y="0"/>
                      </a:lnTo>
                      <a:lnTo>
                        <a:pt x="3361" y="0"/>
                      </a:lnTo>
                      <a:lnTo>
                        <a:pt x="3371" y="0"/>
                      </a:lnTo>
                      <a:lnTo>
                        <a:pt x="3402" y="0"/>
                      </a:lnTo>
                      <a:lnTo>
                        <a:pt x="3412" y="0"/>
                      </a:lnTo>
                      <a:lnTo>
                        <a:pt x="3433" y="0"/>
                      </a:lnTo>
                      <a:lnTo>
                        <a:pt x="3443" y="0"/>
                      </a:lnTo>
                      <a:lnTo>
                        <a:pt x="3454" y="0"/>
                      </a:lnTo>
                      <a:lnTo>
                        <a:pt x="3464" y="0"/>
                      </a:lnTo>
                      <a:lnTo>
                        <a:pt x="3474" y="0"/>
                      </a:lnTo>
                      <a:lnTo>
                        <a:pt x="3485" y="0"/>
                      </a:lnTo>
                      <a:lnTo>
                        <a:pt x="3495" y="0"/>
                      </a:lnTo>
                      <a:lnTo>
                        <a:pt x="3526" y="0"/>
                      </a:lnTo>
                      <a:lnTo>
                        <a:pt x="3557" y="0"/>
                      </a:lnTo>
                      <a:lnTo>
                        <a:pt x="3567" y="0"/>
                      </a:lnTo>
                      <a:lnTo>
                        <a:pt x="3578" y="0"/>
                      </a:lnTo>
                      <a:lnTo>
                        <a:pt x="3588" y="0"/>
                      </a:lnTo>
                      <a:lnTo>
                        <a:pt x="3598" y="0"/>
                      </a:lnTo>
                      <a:lnTo>
                        <a:pt x="3609" y="0"/>
                      </a:lnTo>
                      <a:lnTo>
                        <a:pt x="3619" y="0"/>
                      </a:lnTo>
                      <a:lnTo>
                        <a:pt x="3650" y="0"/>
                      </a:lnTo>
                      <a:lnTo>
                        <a:pt x="3681" y="0"/>
                      </a:lnTo>
                      <a:lnTo>
                        <a:pt x="3692" y="0"/>
                      </a:lnTo>
                      <a:lnTo>
                        <a:pt x="3702" y="0"/>
                      </a:lnTo>
                      <a:lnTo>
                        <a:pt x="3712" y="0"/>
                      </a:lnTo>
                      <a:lnTo>
                        <a:pt x="3723" y="0"/>
                      </a:lnTo>
                      <a:lnTo>
                        <a:pt x="3733" y="0"/>
                      </a:lnTo>
                      <a:lnTo>
                        <a:pt x="3743" y="0"/>
                      </a:lnTo>
                      <a:lnTo>
                        <a:pt x="3774" y="0"/>
                      </a:lnTo>
                      <a:lnTo>
                        <a:pt x="3805" y="0"/>
                      </a:lnTo>
                      <a:lnTo>
                        <a:pt x="3816" y="0"/>
                      </a:lnTo>
                      <a:lnTo>
                        <a:pt x="3826" y="0"/>
                      </a:lnTo>
                      <a:lnTo>
                        <a:pt x="3836" y="0"/>
                      </a:lnTo>
                      <a:lnTo>
                        <a:pt x="3847" y="0"/>
                      </a:lnTo>
                      <a:lnTo>
                        <a:pt x="3857" y="0"/>
                      </a:lnTo>
                      <a:lnTo>
                        <a:pt x="3867" y="0"/>
                      </a:lnTo>
                      <a:lnTo>
                        <a:pt x="3898" y="0"/>
                      </a:lnTo>
                      <a:lnTo>
                        <a:pt x="3929" y="0"/>
                      </a:lnTo>
                      <a:lnTo>
                        <a:pt x="3940" y="0"/>
                      </a:lnTo>
                      <a:lnTo>
                        <a:pt x="3950" y="0"/>
                      </a:lnTo>
                      <a:lnTo>
                        <a:pt x="3960" y="0"/>
                      </a:lnTo>
                      <a:lnTo>
                        <a:pt x="3971" y="0"/>
                      </a:lnTo>
                      <a:lnTo>
                        <a:pt x="3981" y="0"/>
                      </a:lnTo>
                      <a:lnTo>
                        <a:pt x="3991" y="0"/>
                      </a:lnTo>
                      <a:lnTo>
                        <a:pt x="4022" y="0"/>
                      </a:lnTo>
                      <a:lnTo>
                        <a:pt x="4053" y="0"/>
                      </a:lnTo>
                      <a:lnTo>
                        <a:pt x="4064" y="0"/>
                      </a:lnTo>
                      <a:lnTo>
                        <a:pt x="4074" y="0"/>
                      </a:lnTo>
                      <a:lnTo>
                        <a:pt x="4084" y="0"/>
                      </a:lnTo>
                      <a:lnTo>
                        <a:pt x="4095" y="0"/>
                      </a:lnTo>
                      <a:lnTo>
                        <a:pt x="4105" y="0"/>
                      </a:lnTo>
                      <a:lnTo>
                        <a:pt x="4116" y="0"/>
                      </a:lnTo>
                      <a:lnTo>
                        <a:pt x="4147" y="0"/>
                      </a:lnTo>
                      <a:lnTo>
                        <a:pt x="4178" y="0"/>
                      </a:lnTo>
                      <a:lnTo>
                        <a:pt x="4188" y="0"/>
                      </a:lnTo>
                      <a:lnTo>
                        <a:pt x="4198" y="0"/>
                      </a:lnTo>
                      <a:lnTo>
                        <a:pt x="4209" y="0"/>
                      </a:lnTo>
                      <a:lnTo>
                        <a:pt x="4219" y="0"/>
                      </a:lnTo>
                      <a:lnTo>
                        <a:pt x="4229" y="0"/>
                      </a:lnTo>
                      <a:lnTo>
                        <a:pt x="4260" y="0"/>
                      </a:lnTo>
                      <a:lnTo>
                        <a:pt x="4271" y="0"/>
                      </a:lnTo>
                      <a:lnTo>
                        <a:pt x="4302" y="0"/>
                      </a:lnTo>
                      <a:lnTo>
                        <a:pt x="4312" y="0"/>
                      </a:lnTo>
                      <a:lnTo>
                        <a:pt x="4322" y="0"/>
                      </a:lnTo>
                      <a:lnTo>
                        <a:pt x="4333" y="0"/>
                      </a:lnTo>
                      <a:lnTo>
                        <a:pt x="4343" y="0"/>
                      </a:lnTo>
                      <a:lnTo>
                        <a:pt x="4353" y="0"/>
                      </a:lnTo>
                      <a:lnTo>
                        <a:pt x="4384" y="0"/>
                      </a:lnTo>
                      <a:lnTo>
                        <a:pt x="4395" y="0"/>
                      </a:lnTo>
                      <a:lnTo>
                        <a:pt x="4426" y="0"/>
                      </a:lnTo>
                      <a:lnTo>
                        <a:pt x="4436" y="0"/>
                      </a:lnTo>
                      <a:lnTo>
                        <a:pt x="4446" y="0"/>
                      </a:lnTo>
                      <a:lnTo>
                        <a:pt x="4457" y="0"/>
                      </a:lnTo>
                      <a:lnTo>
                        <a:pt x="4467" y="0"/>
                      </a:lnTo>
                      <a:lnTo>
                        <a:pt x="4477" y="0"/>
                      </a:lnTo>
                      <a:lnTo>
                        <a:pt x="4508" y="0"/>
                      </a:lnTo>
                      <a:lnTo>
                        <a:pt x="4519" y="0"/>
                      </a:lnTo>
                      <a:lnTo>
                        <a:pt x="4550" y="0"/>
                      </a:lnTo>
                      <a:lnTo>
                        <a:pt x="4560" y="0"/>
                      </a:lnTo>
                      <a:lnTo>
                        <a:pt x="4570" y="0"/>
                      </a:lnTo>
                      <a:lnTo>
                        <a:pt x="4581" y="0"/>
                      </a:lnTo>
                      <a:lnTo>
                        <a:pt x="4591" y="0"/>
                      </a:lnTo>
                      <a:lnTo>
                        <a:pt x="4602" y="0"/>
                      </a:lnTo>
                      <a:lnTo>
                        <a:pt x="4633" y="0"/>
                      </a:lnTo>
                      <a:lnTo>
                        <a:pt x="4643" y="0"/>
                      </a:lnTo>
                      <a:lnTo>
                        <a:pt x="4664" y="0"/>
                      </a:lnTo>
                      <a:lnTo>
                        <a:pt x="4674" y="0"/>
                      </a:lnTo>
                      <a:lnTo>
                        <a:pt x="4684" y="0"/>
                      </a:lnTo>
                      <a:lnTo>
                        <a:pt x="4695" y="0"/>
                      </a:lnTo>
                      <a:lnTo>
                        <a:pt x="4705" y="0"/>
                      </a:lnTo>
                      <a:lnTo>
                        <a:pt x="4715" y="0"/>
                      </a:lnTo>
                      <a:lnTo>
                        <a:pt x="4726" y="0"/>
                      </a:lnTo>
                      <a:lnTo>
                        <a:pt x="4757" y="0"/>
                      </a:lnTo>
                      <a:lnTo>
                        <a:pt x="4788" y="0"/>
                      </a:lnTo>
                      <a:lnTo>
                        <a:pt x="4798" y="0"/>
                      </a:lnTo>
                      <a:lnTo>
                        <a:pt x="4808" y="0"/>
                      </a:lnTo>
                      <a:lnTo>
                        <a:pt x="4819" y="0"/>
                      </a:lnTo>
                      <a:lnTo>
                        <a:pt x="4829" y="0"/>
                      </a:lnTo>
                      <a:lnTo>
                        <a:pt x="4839" y="0"/>
                      </a:lnTo>
                      <a:lnTo>
                        <a:pt x="4850" y="0"/>
                      </a:lnTo>
                      <a:lnTo>
                        <a:pt x="4881" y="0"/>
                      </a:lnTo>
                      <a:lnTo>
                        <a:pt x="4912" y="0"/>
                      </a:lnTo>
                      <a:lnTo>
                        <a:pt x="4922" y="0"/>
                      </a:lnTo>
                      <a:lnTo>
                        <a:pt x="4932" y="0"/>
                      </a:lnTo>
                      <a:lnTo>
                        <a:pt x="4943" y="0"/>
                      </a:lnTo>
                      <a:lnTo>
                        <a:pt x="4953" y="0"/>
                      </a:lnTo>
                      <a:lnTo>
                        <a:pt x="4963" y="0"/>
                      </a:lnTo>
                      <a:lnTo>
                        <a:pt x="4974" y="0"/>
                      </a:lnTo>
                      <a:lnTo>
                        <a:pt x="5005" y="0"/>
                      </a:lnTo>
                      <a:lnTo>
                        <a:pt x="5036" y="0"/>
                      </a:lnTo>
                      <a:lnTo>
                        <a:pt x="5046" y="0"/>
                      </a:lnTo>
                      <a:lnTo>
                        <a:pt x="5056" y="0"/>
                      </a:lnTo>
                      <a:lnTo>
                        <a:pt x="5067" y="0"/>
                      </a:lnTo>
                      <a:lnTo>
                        <a:pt x="5077" y="0"/>
                      </a:lnTo>
                      <a:lnTo>
                        <a:pt x="5087" y="0"/>
                      </a:lnTo>
                      <a:lnTo>
                        <a:pt x="5098" y="0"/>
                      </a:lnTo>
                      <a:lnTo>
                        <a:pt x="5129" y="0"/>
                      </a:lnTo>
                      <a:lnTo>
                        <a:pt x="5160" y="0"/>
                      </a:lnTo>
                      <a:lnTo>
                        <a:pt x="5170" y="0"/>
                      </a:lnTo>
                      <a:lnTo>
                        <a:pt x="5181" y="0"/>
                      </a:lnTo>
                      <a:lnTo>
                        <a:pt x="5191" y="0"/>
                      </a:lnTo>
                      <a:lnTo>
                        <a:pt x="5201" y="0"/>
                      </a:lnTo>
                      <a:lnTo>
                        <a:pt x="5212" y="0"/>
                      </a:lnTo>
                      <a:lnTo>
                        <a:pt x="522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360" bIns="-4536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5" name="Rectangle 356"/>
                <p:cNvSpPr/>
                <p:nvPr/>
              </p:nvSpPr>
              <p:spPr>
                <a:xfrm>
                  <a:off x="4678200" y="5811840"/>
                  <a:ext cx="363960" cy="122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0" rIns="0" tIns="0" bIns="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DISP_Y</a:t>
                  </a:r>
                  <a:endParaRPr b="0" lang="en-IN" sz="8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6" name="Rectangle 357"/>
                <p:cNvSpPr/>
                <p:nvPr/>
              </p:nvSpPr>
              <p:spPr>
                <a:xfrm>
                  <a:off x="403200" y="5961240"/>
                  <a:ext cx="334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7" name="Rectangle 358"/>
                <p:cNvSpPr/>
                <p:nvPr/>
              </p:nvSpPr>
              <p:spPr>
                <a:xfrm>
                  <a:off x="46980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8" name="Rectangle 359"/>
                <p:cNvSpPr/>
                <p:nvPr/>
              </p:nvSpPr>
              <p:spPr>
                <a:xfrm>
                  <a:off x="46980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19" name="Rectangle 360"/>
                <p:cNvSpPr/>
                <p:nvPr/>
              </p:nvSpPr>
              <p:spPr>
                <a:xfrm>
                  <a:off x="51912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0" name="Rectangle 361"/>
                <p:cNvSpPr/>
                <p:nvPr/>
              </p:nvSpPr>
              <p:spPr>
                <a:xfrm>
                  <a:off x="5684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1" name="Rectangle 362"/>
                <p:cNvSpPr/>
                <p:nvPr/>
              </p:nvSpPr>
              <p:spPr>
                <a:xfrm>
                  <a:off x="601560" y="5961240"/>
                  <a:ext cx="316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2" name="Rectangle 363"/>
                <p:cNvSpPr/>
                <p:nvPr/>
              </p:nvSpPr>
              <p:spPr>
                <a:xfrm>
                  <a:off x="66672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3" name="Rectangle 364"/>
                <p:cNvSpPr/>
                <p:nvPr/>
              </p:nvSpPr>
              <p:spPr>
                <a:xfrm>
                  <a:off x="66672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4" name="Rectangle 365"/>
                <p:cNvSpPr/>
                <p:nvPr/>
              </p:nvSpPr>
              <p:spPr>
                <a:xfrm>
                  <a:off x="71604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5" name="Rectangle 366"/>
                <p:cNvSpPr/>
                <p:nvPr/>
              </p:nvSpPr>
              <p:spPr>
                <a:xfrm>
                  <a:off x="765000" y="6000840"/>
                  <a:ext cx="1620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6" name="Rectangle 367"/>
                <p:cNvSpPr/>
                <p:nvPr/>
              </p:nvSpPr>
              <p:spPr>
                <a:xfrm>
                  <a:off x="798480" y="5961240"/>
                  <a:ext cx="316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7" name="Rectangle 368"/>
                <p:cNvSpPr/>
                <p:nvPr/>
              </p:nvSpPr>
              <p:spPr>
                <a:xfrm>
                  <a:off x="8636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8" name="Rectangle 369"/>
                <p:cNvSpPr/>
                <p:nvPr/>
              </p:nvSpPr>
              <p:spPr>
                <a:xfrm>
                  <a:off x="8636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29" name="Rectangle 370"/>
                <p:cNvSpPr/>
                <p:nvPr/>
              </p:nvSpPr>
              <p:spPr>
                <a:xfrm>
                  <a:off x="91296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0" name="Rectangle 371"/>
                <p:cNvSpPr/>
                <p:nvPr/>
              </p:nvSpPr>
              <p:spPr>
                <a:xfrm>
                  <a:off x="96192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1" name="Rectangle 372"/>
                <p:cNvSpPr/>
                <p:nvPr/>
              </p:nvSpPr>
              <p:spPr>
                <a:xfrm>
                  <a:off x="995400" y="5961240"/>
                  <a:ext cx="316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2" name="Rectangle 373"/>
                <p:cNvSpPr/>
                <p:nvPr/>
              </p:nvSpPr>
              <p:spPr>
                <a:xfrm>
                  <a:off x="10605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3" name="Rectangle 374"/>
                <p:cNvSpPr/>
                <p:nvPr/>
              </p:nvSpPr>
              <p:spPr>
                <a:xfrm>
                  <a:off x="106056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4" name="Rectangle 375"/>
                <p:cNvSpPr/>
                <p:nvPr/>
              </p:nvSpPr>
              <p:spPr>
                <a:xfrm>
                  <a:off x="110952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5" name="Rectangle 376"/>
                <p:cNvSpPr/>
                <p:nvPr/>
              </p:nvSpPr>
              <p:spPr>
                <a:xfrm>
                  <a:off x="11588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6" name="Rectangle 377"/>
                <p:cNvSpPr/>
                <p:nvPr/>
              </p:nvSpPr>
              <p:spPr>
                <a:xfrm>
                  <a:off x="117468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7" name="Rectangle 378"/>
                <p:cNvSpPr/>
                <p:nvPr/>
              </p:nvSpPr>
              <p:spPr>
                <a:xfrm>
                  <a:off x="125748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8" name="Rectangle 379"/>
                <p:cNvSpPr/>
                <p:nvPr/>
              </p:nvSpPr>
              <p:spPr>
                <a:xfrm>
                  <a:off x="1257480" y="6000840"/>
                  <a:ext cx="331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39" name="Rectangle 380"/>
                <p:cNvSpPr/>
                <p:nvPr/>
              </p:nvSpPr>
              <p:spPr>
                <a:xfrm>
                  <a:off x="13064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0" name="Rectangle 381"/>
                <p:cNvSpPr/>
                <p:nvPr/>
              </p:nvSpPr>
              <p:spPr>
                <a:xfrm>
                  <a:off x="13557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1" name="Rectangle 382"/>
                <p:cNvSpPr/>
                <p:nvPr/>
              </p:nvSpPr>
              <p:spPr>
                <a:xfrm>
                  <a:off x="1371600" y="5961240"/>
                  <a:ext cx="5076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2" name="Rectangle 383"/>
                <p:cNvSpPr/>
                <p:nvPr/>
              </p:nvSpPr>
              <p:spPr>
                <a:xfrm>
                  <a:off x="143820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3" name="Rectangle 384"/>
                <p:cNvSpPr/>
                <p:nvPr/>
              </p:nvSpPr>
              <p:spPr>
                <a:xfrm>
                  <a:off x="143820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4" name="Rectangle 385"/>
                <p:cNvSpPr/>
                <p:nvPr/>
              </p:nvSpPr>
              <p:spPr>
                <a:xfrm>
                  <a:off x="15033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5" name="Rectangle 386"/>
                <p:cNvSpPr/>
                <p:nvPr/>
              </p:nvSpPr>
              <p:spPr>
                <a:xfrm>
                  <a:off x="155268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6" name="Rectangle 387"/>
                <p:cNvSpPr/>
                <p:nvPr/>
              </p:nvSpPr>
              <p:spPr>
                <a:xfrm>
                  <a:off x="156996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7" name="Rectangle 388"/>
                <p:cNvSpPr/>
                <p:nvPr/>
              </p:nvSpPr>
              <p:spPr>
                <a:xfrm>
                  <a:off x="163512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8" name="Rectangle 389"/>
                <p:cNvSpPr/>
                <p:nvPr/>
              </p:nvSpPr>
              <p:spPr>
                <a:xfrm>
                  <a:off x="163512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49" name="Rectangle 390"/>
                <p:cNvSpPr/>
                <p:nvPr/>
              </p:nvSpPr>
              <p:spPr>
                <a:xfrm>
                  <a:off x="170028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0" name="Rectangle 391"/>
                <p:cNvSpPr/>
                <p:nvPr/>
              </p:nvSpPr>
              <p:spPr>
                <a:xfrm>
                  <a:off x="174960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1" name="Rectangle 392"/>
                <p:cNvSpPr/>
                <p:nvPr/>
              </p:nvSpPr>
              <p:spPr>
                <a:xfrm>
                  <a:off x="176688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2" name="Rectangle 393"/>
                <p:cNvSpPr/>
                <p:nvPr/>
              </p:nvSpPr>
              <p:spPr>
                <a:xfrm>
                  <a:off x="18320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3" name="Rectangle 394"/>
                <p:cNvSpPr/>
                <p:nvPr/>
              </p:nvSpPr>
              <p:spPr>
                <a:xfrm>
                  <a:off x="18320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4" name="Rectangle 395"/>
                <p:cNvSpPr/>
                <p:nvPr/>
              </p:nvSpPr>
              <p:spPr>
                <a:xfrm>
                  <a:off x="189720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5" name="Rectangle 396"/>
                <p:cNvSpPr/>
                <p:nvPr/>
              </p:nvSpPr>
              <p:spPr>
                <a:xfrm>
                  <a:off x="194616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6" name="Rectangle 397"/>
                <p:cNvSpPr/>
                <p:nvPr/>
              </p:nvSpPr>
              <p:spPr>
                <a:xfrm>
                  <a:off x="196380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7" name="Rectangle 398"/>
                <p:cNvSpPr/>
                <p:nvPr/>
              </p:nvSpPr>
              <p:spPr>
                <a:xfrm>
                  <a:off x="20289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8" name="Rectangle 399"/>
                <p:cNvSpPr/>
                <p:nvPr/>
              </p:nvSpPr>
              <p:spPr>
                <a:xfrm>
                  <a:off x="202896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59" name="Rectangle 400"/>
                <p:cNvSpPr/>
                <p:nvPr/>
              </p:nvSpPr>
              <p:spPr>
                <a:xfrm>
                  <a:off x="207792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0" name="Rectangle 401"/>
                <p:cNvSpPr/>
                <p:nvPr/>
              </p:nvSpPr>
              <p:spPr>
                <a:xfrm>
                  <a:off x="21272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1" name="Rectangle 402"/>
                <p:cNvSpPr/>
                <p:nvPr/>
              </p:nvSpPr>
              <p:spPr>
                <a:xfrm>
                  <a:off x="2160720" y="5961240"/>
                  <a:ext cx="331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2" name="Rectangle 403"/>
                <p:cNvSpPr/>
                <p:nvPr/>
              </p:nvSpPr>
              <p:spPr>
                <a:xfrm>
                  <a:off x="222552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3" name="Rectangle 404"/>
                <p:cNvSpPr/>
                <p:nvPr/>
              </p:nvSpPr>
              <p:spPr>
                <a:xfrm>
                  <a:off x="222552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4" name="Rectangle 405"/>
                <p:cNvSpPr/>
                <p:nvPr/>
              </p:nvSpPr>
              <p:spPr>
                <a:xfrm>
                  <a:off x="22748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5" name="Rectangle 406"/>
                <p:cNvSpPr/>
                <p:nvPr/>
              </p:nvSpPr>
              <p:spPr>
                <a:xfrm>
                  <a:off x="232416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6" name="Rectangle 407"/>
                <p:cNvSpPr/>
                <p:nvPr/>
              </p:nvSpPr>
              <p:spPr>
                <a:xfrm>
                  <a:off x="2357280" y="5961240"/>
                  <a:ext cx="334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7" name="Rectangle 408"/>
                <p:cNvSpPr/>
                <p:nvPr/>
              </p:nvSpPr>
              <p:spPr>
                <a:xfrm>
                  <a:off x="242244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8" name="Rectangle 409"/>
                <p:cNvSpPr/>
                <p:nvPr/>
              </p:nvSpPr>
              <p:spPr>
                <a:xfrm>
                  <a:off x="24224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69" name="Rectangle 410"/>
                <p:cNvSpPr/>
                <p:nvPr/>
              </p:nvSpPr>
              <p:spPr>
                <a:xfrm>
                  <a:off x="24717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0" name="Rectangle 411"/>
                <p:cNvSpPr/>
                <p:nvPr/>
              </p:nvSpPr>
              <p:spPr>
                <a:xfrm>
                  <a:off x="252108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1" name="Rectangle 412"/>
                <p:cNvSpPr/>
                <p:nvPr/>
              </p:nvSpPr>
              <p:spPr>
                <a:xfrm>
                  <a:off x="2554200" y="5961240"/>
                  <a:ext cx="334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2" name="Rectangle 413"/>
                <p:cNvSpPr/>
                <p:nvPr/>
              </p:nvSpPr>
              <p:spPr>
                <a:xfrm>
                  <a:off x="261936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3" name="Rectangle 414"/>
                <p:cNvSpPr/>
                <p:nvPr/>
              </p:nvSpPr>
              <p:spPr>
                <a:xfrm>
                  <a:off x="26193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4" name="Rectangle 415"/>
                <p:cNvSpPr/>
                <p:nvPr/>
              </p:nvSpPr>
              <p:spPr>
                <a:xfrm>
                  <a:off x="266868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5" name="Rectangle 416"/>
                <p:cNvSpPr/>
                <p:nvPr/>
              </p:nvSpPr>
              <p:spPr>
                <a:xfrm>
                  <a:off x="271764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6" name="Rectangle 417"/>
                <p:cNvSpPr/>
                <p:nvPr/>
              </p:nvSpPr>
              <p:spPr>
                <a:xfrm>
                  <a:off x="2751120" y="5961240"/>
                  <a:ext cx="334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7" name="Rectangle 418"/>
                <p:cNvSpPr/>
                <p:nvPr/>
              </p:nvSpPr>
              <p:spPr>
                <a:xfrm>
                  <a:off x="281628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8" name="Rectangle 419"/>
                <p:cNvSpPr/>
                <p:nvPr/>
              </p:nvSpPr>
              <p:spPr>
                <a:xfrm>
                  <a:off x="281628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79" name="Rectangle 420"/>
                <p:cNvSpPr/>
                <p:nvPr/>
              </p:nvSpPr>
              <p:spPr>
                <a:xfrm>
                  <a:off x="286560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0" name="Rectangle 421"/>
                <p:cNvSpPr/>
                <p:nvPr/>
              </p:nvSpPr>
              <p:spPr>
                <a:xfrm>
                  <a:off x="291456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1" name="Rectangle 422"/>
                <p:cNvSpPr/>
                <p:nvPr/>
              </p:nvSpPr>
              <p:spPr>
                <a:xfrm>
                  <a:off x="2948040" y="5961240"/>
                  <a:ext cx="331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2" name="Rectangle 423"/>
                <p:cNvSpPr/>
                <p:nvPr/>
              </p:nvSpPr>
              <p:spPr>
                <a:xfrm>
                  <a:off x="30146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3" name="Rectangle 424"/>
                <p:cNvSpPr/>
                <p:nvPr/>
              </p:nvSpPr>
              <p:spPr>
                <a:xfrm>
                  <a:off x="30146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4" name="Rectangle 425"/>
                <p:cNvSpPr/>
                <p:nvPr/>
              </p:nvSpPr>
              <p:spPr>
                <a:xfrm>
                  <a:off x="306396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5" name="Rectangle 426"/>
                <p:cNvSpPr/>
                <p:nvPr/>
              </p:nvSpPr>
              <p:spPr>
                <a:xfrm>
                  <a:off x="3112920" y="6000840"/>
                  <a:ext cx="1620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6" name="Rectangle 427"/>
                <p:cNvSpPr/>
                <p:nvPr/>
              </p:nvSpPr>
              <p:spPr>
                <a:xfrm>
                  <a:off x="3129120" y="5961240"/>
                  <a:ext cx="4896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7" name="Rectangle 428"/>
                <p:cNvSpPr/>
                <p:nvPr/>
              </p:nvSpPr>
              <p:spPr>
                <a:xfrm>
                  <a:off x="32115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8" name="Rectangle 429"/>
                <p:cNvSpPr/>
                <p:nvPr/>
              </p:nvSpPr>
              <p:spPr>
                <a:xfrm>
                  <a:off x="3211560" y="6000840"/>
                  <a:ext cx="3168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89" name="Rectangle 430"/>
                <p:cNvSpPr/>
                <p:nvPr/>
              </p:nvSpPr>
              <p:spPr>
                <a:xfrm>
                  <a:off x="326088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0" name="Rectangle 431"/>
                <p:cNvSpPr/>
                <p:nvPr/>
              </p:nvSpPr>
              <p:spPr>
                <a:xfrm>
                  <a:off x="33098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1" name="Rectangle 432"/>
                <p:cNvSpPr/>
                <p:nvPr/>
              </p:nvSpPr>
              <p:spPr>
                <a:xfrm>
                  <a:off x="332568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2" name="Rectangle 433"/>
                <p:cNvSpPr/>
                <p:nvPr/>
              </p:nvSpPr>
              <p:spPr>
                <a:xfrm>
                  <a:off x="339084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3" name="Rectangle 434"/>
                <p:cNvSpPr/>
                <p:nvPr/>
              </p:nvSpPr>
              <p:spPr>
                <a:xfrm>
                  <a:off x="33908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4" name="Rectangle 435"/>
                <p:cNvSpPr/>
                <p:nvPr/>
              </p:nvSpPr>
              <p:spPr>
                <a:xfrm>
                  <a:off x="34574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5" name="Rectangle 436"/>
                <p:cNvSpPr/>
                <p:nvPr/>
              </p:nvSpPr>
              <p:spPr>
                <a:xfrm>
                  <a:off x="35067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6" name="Rectangle 437"/>
                <p:cNvSpPr/>
                <p:nvPr/>
              </p:nvSpPr>
              <p:spPr>
                <a:xfrm>
                  <a:off x="352260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7" name="Rectangle 438"/>
                <p:cNvSpPr/>
                <p:nvPr/>
              </p:nvSpPr>
              <p:spPr>
                <a:xfrm>
                  <a:off x="358776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8" name="Rectangle 439"/>
                <p:cNvSpPr/>
                <p:nvPr/>
              </p:nvSpPr>
              <p:spPr>
                <a:xfrm>
                  <a:off x="35877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199" name="Rectangle 440"/>
                <p:cNvSpPr/>
                <p:nvPr/>
              </p:nvSpPr>
              <p:spPr>
                <a:xfrm>
                  <a:off x="36543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0" name="Rectangle 441"/>
                <p:cNvSpPr/>
                <p:nvPr/>
              </p:nvSpPr>
              <p:spPr>
                <a:xfrm>
                  <a:off x="370368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1" name="Rectangle 442"/>
                <p:cNvSpPr/>
                <p:nvPr/>
              </p:nvSpPr>
              <p:spPr>
                <a:xfrm>
                  <a:off x="371952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2" name="Rectangle 443"/>
                <p:cNvSpPr/>
                <p:nvPr/>
              </p:nvSpPr>
              <p:spPr>
                <a:xfrm>
                  <a:off x="378612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3" name="Rectangle 444"/>
                <p:cNvSpPr/>
                <p:nvPr/>
              </p:nvSpPr>
              <p:spPr>
                <a:xfrm>
                  <a:off x="378612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4" name="Rectangle 445"/>
                <p:cNvSpPr/>
                <p:nvPr/>
              </p:nvSpPr>
              <p:spPr>
                <a:xfrm>
                  <a:off x="385128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5" name="Rectangle 446"/>
                <p:cNvSpPr/>
                <p:nvPr/>
              </p:nvSpPr>
              <p:spPr>
                <a:xfrm>
                  <a:off x="390060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6" name="Rectangle 447"/>
                <p:cNvSpPr/>
                <p:nvPr/>
              </p:nvSpPr>
              <p:spPr>
                <a:xfrm>
                  <a:off x="3916440" y="5961240"/>
                  <a:ext cx="4896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7" name="Rectangle 448"/>
                <p:cNvSpPr/>
                <p:nvPr/>
              </p:nvSpPr>
              <p:spPr>
                <a:xfrm>
                  <a:off x="39830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8" name="Rectangle 449"/>
                <p:cNvSpPr/>
                <p:nvPr/>
              </p:nvSpPr>
              <p:spPr>
                <a:xfrm>
                  <a:off x="39830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09" name="Rectangle 450"/>
                <p:cNvSpPr/>
                <p:nvPr/>
              </p:nvSpPr>
              <p:spPr>
                <a:xfrm>
                  <a:off x="403236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0" name="Rectangle 451"/>
                <p:cNvSpPr/>
                <p:nvPr/>
              </p:nvSpPr>
              <p:spPr>
                <a:xfrm>
                  <a:off x="408132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1" name="Rectangle 452"/>
                <p:cNvSpPr/>
                <p:nvPr/>
              </p:nvSpPr>
              <p:spPr>
                <a:xfrm>
                  <a:off x="4113360" y="5961240"/>
                  <a:ext cx="331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2" name="Rectangle 453"/>
                <p:cNvSpPr/>
                <p:nvPr/>
              </p:nvSpPr>
              <p:spPr>
                <a:xfrm>
                  <a:off x="41799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3" name="Rectangle 454"/>
                <p:cNvSpPr/>
                <p:nvPr/>
              </p:nvSpPr>
              <p:spPr>
                <a:xfrm>
                  <a:off x="41799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4" name="Rectangle 455"/>
                <p:cNvSpPr/>
                <p:nvPr/>
              </p:nvSpPr>
              <p:spPr>
                <a:xfrm>
                  <a:off x="422928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5" name="Rectangle 456"/>
                <p:cNvSpPr/>
                <p:nvPr/>
              </p:nvSpPr>
              <p:spPr>
                <a:xfrm>
                  <a:off x="42782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6" name="Rectangle 457"/>
                <p:cNvSpPr/>
                <p:nvPr/>
              </p:nvSpPr>
              <p:spPr>
                <a:xfrm>
                  <a:off x="4309920" y="5961240"/>
                  <a:ext cx="334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7" name="Rectangle 458"/>
                <p:cNvSpPr/>
                <p:nvPr/>
              </p:nvSpPr>
              <p:spPr>
                <a:xfrm>
                  <a:off x="4506840" y="5961240"/>
                  <a:ext cx="334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8" name="Rectangle 459"/>
                <p:cNvSpPr/>
                <p:nvPr/>
              </p:nvSpPr>
              <p:spPr>
                <a:xfrm>
                  <a:off x="4705200" y="5961240"/>
                  <a:ext cx="3204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19" name="Rectangle 460"/>
                <p:cNvSpPr/>
                <p:nvPr/>
              </p:nvSpPr>
              <p:spPr>
                <a:xfrm>
                  <a:off x="47703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0" name="Rectangle 461"/>
                <p:cNvSpPr/>
                <p:nvPr/>
              </p:nvSpPr>
              <p:spPr>
                <a:xfrm>
                  <a:off x="47703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1" name="Rectangle 462"/>
                <p:cNvSpPr/>
                <p:nvPr/>
              </p:nvSpPr>
              <p:spPr>
                <a:xfrm>
                  <a:off x="481968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2" name="Rectangle 463"/>
                <p:cNvSpPr/>
                <p:nvPr/>
              </p:nvSpPr>
              <p:spPr>
                <a:xfrm>
                  <a:off x="486900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3" name="Rectangle 464"/>
                <p:cNvSpPr/>
                <p:nvPr/>
              </p:nvSpPr>
              <p:spPr>
                <a:xfrm>
                  <a:off x="4902120" y="5961240"/>
                  <a:ext cx="316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4" name="Rectangle 465"/>
                <p:cNvSpPr/>
                <p:nvPr/>
              </p:nvSpPr>
              <p:spPr>
                <a:xfrm>
                  <a:off x="496728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5" name="Rectangle 466"/>
                <p:cNvSpPr/>
                <p:nvPr/>
              </p:nvSpPr>
              <p:spPr>
                <a:xfrm>
                  <a:off x="496728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6" name="Rectangle 467"/>
                <p:cNvSpPr/>
                <p:nvPr/>
              </p:nvSpPr>
              <p:spPr>
                <a:xfrm>
                  <a:off x="501660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7" name="Rectangle 468"/>
                <p:cNvSpPr/>
                <p:nvPr/>
              </p:nvSpPr>
              <p:spPr>
                <a:xfrm>
                  <a:off x="5065560" y="6000840"/>
                  <a:ext cx="1620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8" name="Rectangle 469"/>
                <p:cNvSpPr/>
                <p:nvPr/>
              </p:nvSpPr>
              <p:spPr>
                <a:xfrm>
                  <a:off x="5081760" y="5961240"/>
                  <a:ext cx="4896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29" name="Rectangle 470"/>
                <p:cNvSpPr/>
                <p:nvPr/>
              </p:nvSpPr>
              <p:spPr>
                <a:xfrm>
                  <a:off x="51483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0" name="Rectangle 471"/>
                <p:cNvSpPr/>
                <p:nvPr/>
              </p:nvSpPr>
              <p:spPr>
                <a:xfrm>
                  <a:off x="514836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1" name="Rectangle 472"/>
                <p:cNvSpPr/>
                <p:nvPr/>
              </p:nvSpPr>
              <p:spPr>
                <a:xfrm>
                  <a:off x="521352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2" name="Rectangle 473"/>
                <p:cNvSpPr/>
                <p:nvPr/>
              </p:nvSpPr>
              <p:spPr>
                <a:xfrm>
                  <a:off x="526248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3" name="Rectangle 474"/>
                <p:cNvSpPr/>
                <p:nvPr/>
              </p:nvSpPr>
              <p:spPr>
                <a:xfrm>
                  <a:off x="5278320" y="5961240"/>
                  <a:ext cx="5076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4" name="Rectangle 475"/>
                <p:cNvSpPr/>
                <p:nvPr/>
              </p:nvSpPr>
              <p:spPr>
                <a:xfrm>
                  <a:off x="534528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5" name="Rectangle 476"/>
                <p:cNvSpPr/>
                <p:nvPr/>
              </p:nvSpPr>
              <p:spPr>
                <a:xfrm>
                  <a:off x="534528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6" name="Rectangle 477"/>
                <p:cNvSpPr/>
                <p:nvPr/>
              </p:nvSpPr>
              <p:spPr>
                <a:xfrm>
                  <a:off x="541008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7" name="Rectangle 478"/>
                <p:cNvSpPr/>
                <p:nvPr/>
              </p:nvSpPr>
              <p:spPr>
                <a:xfrm>
                  <a:off x="545940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8" name="Rectangle 479"/>
                <p:cNvSpPr/>
                <p:nvPr/>
              </p:nvSpPr>
              <p:spPr>
                <a:xfrm>
                  <a:off x="5477040" y="5961240"/>
                  <a:ext cx="4896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39" name="Rectangle 480"/>
                <p:cNvSpPr/>
                <p:nvPr/>
              </p:nvSpPr>
              <p:spPr>
                <a:xfrm>
                  <a:off x="554184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0" name="Rectangle 481"/>
                <p:cNvSpPr/>
                <p:nvPr/>
              </p:nvSpPr>
              <p:spPr>
                <a:xfrm>
                  <a:off x="554184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1" name="Rectangle 482"/>
                <p:cNvSpPr/>
                <p:nvPr/>
              </p:nvSpPr>
              <p:spPr>
                <a:xfrm>
                  <a:off x="560700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2" name="Rectangle 483"/>
                <p:cNvSpPr/>
                <p:nvPr/>
              </p:nvSpPr>
              <p:spPr>
                <a:xfrm>
                  <a:off x="565632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3" name="Rectangle 484"/>
                <p:cNvSpPr/>
                <p:nvPr/>
              </p:nvSpPr>
              <p:spPr>
                <a:xfrm>
                  <a:off x="567360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4" name="Rectangle 485"/>
                <p:cNvSpPr/>
                <p:nvPr/>
              </p:nvSpPr>
              <p:spPr>
                <a:xfrm>
                  <a:off x="57387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5" name="Rectangle 486"/>
                <p:cNvSpPr/>
                <p:nvPr/>
              </p:nvSpPr>
              <p:spPr>
                <a:xfrm>
                  <a:off x="57387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6" name="Rectangle 487"/>
                <p:cNvSpPr/>
                <p:nvPr/>
              </p:nvSpPr>
              <p:spPr>
                <a:xfrm>
                  <a:off x="5803920" y="6000840"/>
                  <a:ext cx="3348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7" name="Rectangle 488"/>
                <p:cNvSpPr/>
                <p:nvPr/>
              </p:nvSpPr>
              <p:spPr>
                <a:xfrm>
                  <a:off x="583740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8" name="Rectangle 489"/>
                <p:cNvSpPr/>
                <p:nvPr/>
              </p:nvSpPr>
              <p:spPr>
                <a:xfrm>
                  <a:off x="5870520" y="5961240"/>
                  <a:ext cx="493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49" name="Rectangle 490"/>
                <p:cNvSpPr/>
                <p:nvPr/>
              </p:nvSpPr>
              <p:spPr>
                <a:xfrm>
                  <a:off x="593568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0" name="Rectangle 491"/>
                <p:cNvSpPr/>
                <p:nvPr/>
              </p:nvSpPr>
              <p:spPr>
                <a:xfrm>
                  <a:off x="593568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1" name="Rectangle 492"/>
                <p:cNvSpPr/>
                <p:nvPr/>
              </p:nvSpPr>
              <p:spPr>
                <a:xfrm>
                  <a:off x="598500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2" name="Rectangle 493"/>
                <p:cNvSpPr/>
                <p:nvPr/>
              </p:nvSpPr>
              <p:spPr>
                <a:xfrm>
                  <a:off x="6033960" y="6000840"/>
                  <a:ext cx="158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3" name="Rectangle 494"/>
                <p:cNvSpPr/>
                <p:nvPr/>
              </p:nvSpPr>
              <p:spPr>
                <a:xfrm>
                  <a:off x="6067440" y="5961240"/>
                  <a:ext cx="3168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4" name="Rectangle 495"/>
                <p:cNvSpPr/>
                <p:nvPr/>
              </p:nvSpPr>
              <p:spPr>
                <a:xfrm>
                  <a:off x="613260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5" name="Rectangle 496"/>
                <p:cNvSpPr/>
                <p:nvPr/>
              </p:nvSpPr>
              <p:spPr>
                <a:xfrm>
                  <a:off x="6132600" y="6000840"/>
                  <a:ext cx="4896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6" name="Rectangle 497"/>
                <p:cNvSpPr/>
                <p:nvPr/>
              </p:nvSpPr>
              <p:spPr>
                <a:xfrm>
                  <a:off x="6181560" y="6000840"/>
                  <a:ext cx="49320" cy="29880"/>
                </a:xfrm>
                <a:prstGeom prst="rect">
                  <a:avLst/>
                </a:prstGeom>
                <a:solidFill>
                  <a:srgbClr val="008080"/>
                </a:solidFill>
                <a:ln w="0">
                  <a:solidFill>
                    <a:srgbClr val="00808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7" name="Rectangle 498"/>
                <p:cNvSpPr/>
                <p:nvPr/>
              </p:nvSpPr>
              <p:spPr>
                <a:xfrm>
                  <a:off x="6230880" y="6000840"/>
                  <a:ext cx="1764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8" name="Rectangle 499"/>
                <p:cNvSpPr/>
                <p:nvPr/>
              </p:nvSpPr>
              <p:spPr>
                <a:xfrm>
                  <a:off x="6264360" y="5961240"/>
                  <a:ext cx="33120" cy="69480"/>
                </a:xfrm>
                <a:prstGeom prst="rect">
                  <a:avLst/>
                </a:prstGeom>
                <a:solidFill>
                  <a:srgbClr val="ff0000"/>
                </a:solidFill>
                <a:ln w="0">
                  <a:solidFill>
                    <a:srgbClr val="ff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2680" bIns="2268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sp>
              <p:nvSpPr>
                <p:cNvPr id="1259" name="Rectangle 500"/>
                <p:cNvSpPr/>
                <p:nvPr/>
              </p:nvSpPr>
              <p:spPr>
                <a:xfrm>
                  <a:off x="6329520" y="6000840"/>
                  <a:ext cx="17280" cy="29880"/>
                </a:xfrm>
                <a:prstGeom prst="rect">
                  <a:avLst/>
                </a:prstGeom>
                <a:solidFill>
                  <a:srgbClr val="000000"/>
                </a:solidFill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16920" bIns="-16920" anchor="t">
                  <a:noAutofit/>
                </a:bodyPr>
                <a:p>
                  <a:endParaRPr b="0" lang="en-IN" sz="10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</p:grpSp>
          <p:sp>
            <p:nvSpPr>
              <p:cNvPr id="1260" name="Rectangle 502"/>
              <p:cNvSpPr/>
              <p:nvPr/>
            </p:nvSpPr>
            <p:spPr>
              <a:xfrm>
                <a:off x="6329520" y="6000840"/>
                <a:ext cx="4896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1" name="Rectangle 503"/>
              <p:cNvSpPr/>
              <p:nvPr/>
            </p:nvSpPr>
            <p:spPr>
              <a:xfrm>
                <a:off x="637848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2" name="Rectangle 504"/>
              <p:cNvSpPr/>
              <p:nvPr/>
            </p:nvSpPr>
            <p:spPr>
              <a:xfrm>
                <a:off x="6427800" y="6000840"/>
                <a:ext cx="1728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3" name="Rectangle 505"/>
              <p:cNvSpPr/>
              <p:nvPr/>
            </p:nvSpPr>
            <p:spPr>
              <a:xfrm>
                <a:off x="6461280" y="5961240"/>
                <a:ext cx="3312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4" name="Rectangle 506"/>
              <p:cNvSpPr/>
              <p:nvPr/>
            </p:nvSpPr>
            <p:spPr>
              <a:xfrm>
                <a:off x="6526080" y="6000840"/>
                <a:ext cx="176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5" name="Rectangle 507"/>
              <p:cNvSpPr/>
              <p:nvPr/>
            </p:nvSpPr>
            <p:spPr>
              <a:xfrm>
                <a:off x="652608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6" name="Rectangle 508"/>
              <p:cNvSpPr/>
              <p:nvPr/>
            </p:nvSpPr>
            <p:spPr>
              <a:xfrm>
                <a:off x="657540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7" name="Rectangle 509"/>
              <p:cNvSpPr/>
              <p:nvPr/>
            </p:nvSpPr>
            <p:spPr>
              <a:xfrm>
                <a:off x="6624720" y="6000840"/>
                <a:ext cx="1728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8" name="Rectangle 510"/>
              <p:cNvSpPr/>
              <p:nvPr/>
            </p:nvSpPr>
            <p:spPr>
              <a:xfrm>
                <a:off x="6657840" y="5961240"/>
                <a:ext cx="3348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69" name="Rectangle 511"/>
              <p:cNvSpPr/>
              <p:nvPr/>
            </p:nvSpPr>
            <p:spPr>
              <a:xfrm>
                <a:off x="6723000" y="6000840"/>
                <a:ext cx="176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0" name="Rectangle 512"/>
              <p:cNvSpPr/>
              <p:nvPr/>
            </p:nvSpPr>
            <p:spPr>
              <a:xfrm>
                <a:off x="672300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1" name="Rectangle 513"/>
              <p:cNvSpPr/>
              <p:nvPr/>
            </p:nvSpPr>
            <p:spPr>
              <a:xfrm>
                <a:off x="677232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2" name="Rectangle 514"/>
              <p:cNvSpPr/>
              <p:nvPr/>
            </p:nvSpPr>
            <p:spPr>
              <a:xfrm>
                <a:off x="6821640" y="6000840"/>
                <a:ext cx="1728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3" name="Rectangle 515"/>
              <p:cNvSpPr/>
              <p:nvPr/>
            </p:nvSpPr>
            <p:spPr>
              <a:xfrm>
                <a:off x="6854760" y="5961240"/>
                <a:ext cx="3348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4" name="Rectangle 516"/>
              <p:cNvSpPr/>
              <p:nvPr/>
            </p:nvSpPr>
            <p:spPr>
              <a:xfrm>
                <a:off x="692136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5" name="Rectangle 517"/>
              <p:cNvSpPr/>
              <p:nvPr/>
            </p:nvSpPr>
            <p:spPr>
              <a:xfrm>
                <a:off x="692136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6" name="Rectangle 518"/>
              <p:cNvSpPr/>
              <p:nvPr/>
            </p:nvSpPr>
            <p:spPr>
              <a:xfrm>
                <a:off x="697068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7" name="Rectangle 519"/>
              <p:cNvSpPr/>
              <p:nvPr/>
            </p:nvSpPr>
            <p:spPr>
              <a:xfrm>
                <a:off x="702000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8" name="Rectangle 520"/>
              <p:cNvSpPr/>
              <p:nvPr/>
            </p:nvSpPr>
            <p:spPr>
              <a:xfrm>
                <a:off x="7035840" y="5961240"/>
                <a:ext cx="4932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79" name="Rectangle 521"/>
              <p:cNvSpPr/>
              <p:nvPr/>
            </p:nvSpPr>
            <p:spPr>
              <a:xfrm>
                <a:off x="7101000" y="6000840"/>
                <a:ext cx="1728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0" name="Rectangle 522"/>
              <p:cNvSpPr/>
              <p:nvPr/>
            </p:nvSpPr>
            <p:spPr>
              <a:xfrm>
                <a:off x="7101000" y="6000840"/>
                <a:ext cx="4896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1" name="Rectangle 523"/>
              <p:cNvSpPr/>
              <p:nvPr/>
            </p:nvSpPr>
            <p:spPr>
              <a:xfrm>
                <a:off x="716760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2" name="Rectangle 524"/>
              <p:cNvSpPr/>
              <p:nvPr/>
            </p:nvSpPr>
            <p:spPr>
              <a:xfrm>
                <a:off x="721692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3" name="Rectangle 525"/>
              <p:cNvSpPr/>
              <p:nvPr/>
            </p:nvSpPr>
            <p:spPr>
              <a:xfrm>
                <a:off x="7232760" y="5961240"/>
                <a:ext cx="4896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4" name="Rectangle 526"/>
              <p:cNvSpPr/>
              <p:nvPr/>
            </p:nvSpPr>
            <p:spPr>
              <a:xfrm>
                <a:off x="7297560" y="6000840"/>
                <a:ext cx="176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5" name="Rectangle 527"/>
              <p:cNvSpPr/>
              <p:nvPr/>
            </p:nvSpPr>
            <p:spPr>
              <a:xfrm>
                <a:off x="729756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6" name="Rectangle 528"/>
              <p:cNvSpPr/>
              <p:nvPr/>
            </p:nvSpPr>
            <p:spPr>
              <a:xfrm>
                <a:off x="7364520" y="6000840"/>
                <a:ext cx="4896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7" name="Rectangle 529"/>
              <p:cNvSpPr/>
              <p:nvPr/>
            </p:nvSpPr>
            <p:spPr>
              <a:xfrm>
                <a:off x="7413480" y="6000840"/>
                <a:ext cx="1620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8" name="Rectangle 530"/>
              <p:cNvSpPr/>
              <p:nvPr/>
            </p:nvSpPr>
            <p:spPr>
              <a:xfrm>
                <a:off x="7429680" y="5961240"/>
                <a:ext cx="4896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89" name="Rectangle 531"/>
              <p:cNvSpPr/>
              <p:nvPr/>
            </p:nvSpPr>
            <p:spPr>
              <a:xfrm>
                <a:off x="7494480" y="6000840"/>
                <a:ext cx="176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0" name="Rectangle 532"/>
              <p:cNvSpPr/>
              <p:nvPr/>
            </p:nvSpPr>
            <p:spPr>
              <a:xfrm>
                <a:off x="749448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1" name="Rectangle 533"/>
              <p:cNvSpPr/>
              <p:nvPr/>
            </p:nvSpPr>
            <p:spPr>
              <a:xfrm>
                <a:off x="7561440" y="6000840"/>
                <a:ext cx="4896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2" name="Rectangle 534"/>
              <p:cNvSpPr/>
              <p:nvPr/>
            </p:nvSpPr>
            <p:spPr>
              <a:xfrm>
                <a:off x="761040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3" name="Rectangle 535"/>
              <p:cNvSpPr/>
              <p:nvPr/>
            </p:nvSpPr>
            <p:spPr>
              <a:xfrm>
                <a:off x="7626240" y="5961240"/>
                <a:ext cx="4932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4" name="Rectangle 536"/>
              <p:cNvSpPr/>
              <p:nvPr/>
            </p:nvSpPr>
            <p:spPr>
              <a:xfrm>
                <a:off x="769320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5" name="Rectangle 537"/>
              <p:cNvSpPr/>
              <p:nvPr/>
            </p:nvSpPr>
            <p:spPr>
              <a:xfrm>
                <a:off x="7693200" y="6000840"/>
                <a:ext cx="4896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6" name="Rectangle 538"/>
              <p:cNvSpPr/>
              <p:nvPr/>
            </p:nvSpPr>
            <p:spPr>
              <a:xfrm>
                <a:off x="7758000" y="6000840"/>
                <a:ext cx="3348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7" name="Rectangle 539"/>
              <p:cNvSpPr/>
              <p:nvPr/>
            </p:nvSpPr>
            <p:spPr>
              <a:xfrm>
                <a:off x="779148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8" name="Rectangle 540"/>
              <p:cNvSpPr/>
              <p:nvPr/>
            </p:nvSpPr>
            <p:spPr>
              <a:xfrm>
                <a:off x="7823160" y="5961240"/>
                <a:ext cx="4932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299" name="Rectangle 541"/>
              <p:cNvSpPr/>
              <p:nvPr/>
            </p:nvSpPr>
            <p:spPr>
              <a:xfrm>
                <a:off x="788976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0" name="Rectangle 542"/>
              <p:cNvSpPr/>
              <p:nvPr/>
            </p:nvSpPr>
            <p:spPr>
              <a:xfrm>
                <a:off x="788976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1" name="Rectangle 543"/>
              <p:cNvSpPr/>
              <p:nvPr/>
            </p:nvSpPr>
            <p:spPr>
              <a:xfrm>
                <a:off x="793908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2" name="Rectangle 544"/>
              <p:cNvSpPr/>
              <p:nvPr/>
            </p:nvSpPr>
            <p:spPr>
              <a:xfrm>
                <a:off x="798840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3" name="Rectangle 545"/>
              <p:cNvSpPr/>
              <p:nvPr/>
            </p:nvSpPr>
            <p:spPr>
              <a:xfrm>
                <a:off x="8020080" y="5961240"/>
                <a:ext cx="3348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4" name="Rectangle 546"/>
              <p:cNvSpPr/>
              <p:nvPr/>
            </p:nvSpPr>
            <p:spPr>
              <a:xfrm>
                <a:off x="808668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5" name="Rectangle 547"/>
              <p:cNvSpPr/>
              <p:nvPr/>
            </p:nvSpPr>
            <p:spPr>
              <a:xfrm>
                <a:off x="808668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6" name="Rectangle 548"/>
              <p:cNvSpPr/>
              <p:nvPr/>
            </p:nvSpPr>
            <p:spPr>
              <a:xfrm>
                <a:off x="813600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7" name="Rectangle 549"/>
              <p:cNvSpPr/>
              <p:nvPr/>
            </p:nvSpPr>
            <p:spPr>
              <a:xfrm>
                <a:off x="818532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8" name="Rectangle 550"/>
              <p:cNvSpPr/>
              <p:nvPr/>
            </p:nvSpPr>
            <p:spPr>
              <a:xfrm>
                <a:off x="8217000" y="5961240"/>
                <a:ext cx="3312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09" name="Rectangle 551"/>
              <p:cNvSpPr/>
              <p:nvPr/>
            </p:nvSpPr>
            <p:spPr>
              <a:xfrm>
                <a:off x="828360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0" name="Rectangle 552"/>
              <p:cNvSpPr/>
              <p:nvPr/>
            </p:nvSpPr>
            <p:spPr>
              <a:xfrm>
                <a:off x="828360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1" name="Rectangle 553"/>
              <p:cNvSpPr/>
              <p:nvPr/>
            </p:nvSpPr>
            <p:spPr>
              <a:xfrm>
                <a:off x="8332920" y="6000840"/>
                <a:ext cx="4896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2" name="Rectangle 554"/>
              <p:cNvSpPr/>
              <p:nvPr/>
            </p:nvSpPr>
            <p:spPr>
              <a:xfrm>
                <a:off x="838188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3" name="Rectangle 555"/>
              <p:cNvSpPr/>
              <p:nvPr/>
            </p:nvSpPr>
            <p:spPr>
              <a:xfrm>
                <a:off x="8413920" y="5961240"/>
                <a:ext cx="3312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4" name="Rectangle 556"/>
              <p:cNvSpPr/>
              <p:nvPr/>
            </p:nvSpPr>
            <p:spPr>
              <a:xfrm>
                <a:off x="848052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5" name="Rectangle 557"/>
              <p:cNvSpPr/>
              <p:nvPr/>
            </p:nvSpPr>
            <p:spPr>
              <a:xfrm>
                <a:off x="8480520" y="6000840"/>
                <a:ext cx="4896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6" name="Rectangle 558"/>
              <p:cNvSpPr/>
              <p:nvPr/>
            </p:nvSpPr>
            <p:spPr>
              <a:xfrm>
                <a:off x="8529480" y="6000840"/>
                <a:ext cx="49320" cy="2988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7" name="Rectangle 559"/>
              <p:cNvSpPr/>
              <p:nvPr/>
            </p:nvSpPr>
            <p:spPr>
              <a:xfrm>
                <a:off x="8578800" y="6000840"/>
                <a:ext cx="15840" cy="2988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920" bIns="-169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18" name="Rectangle 560"/>
              <p:cNvSpPr/>
              <p:nvPr/>
            </p:nvSpPr>
            <p:spPr>
              <a:xfrm>
                <a:off x="8612280" y="5961240"/>
                <a:ext cx="31680" cy="6948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2680" bIns="2268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1319" name="Text Box 7"/>
            <p:cNvSpPr/>
            <p:nvPr/>
          </p:nvSpPr>
          <p:spPr>
            <a:xfrm>
              <a:off x="723960" y="3441600"/>
              <a:ext cx="2519280" cy="450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trike="noStrike" u="none">
                  <a:solidFill>
                    <a:srgbClr val="990099"/>
                  </a:solidFill>
                  <a:effectLst/>
                  <a:uFillTx/>
                  <a:latin typeface="Arial"/>
                  <a:ea typeface="Arial"/>
                </a:rPr>
                <a:t>7-pass, 29-33 GeV</a:t>
              </a:r>
              <a:r>
                <a:rPr b="0" lang="en-US" sz="1600" strike="noStrike" u="none">
                  <a:solidFill>
                    <a:srgbClr val="990099"/>
                  </a:solidFill>
                  <a:effectLst/>
                  <a:uFillTx/>
                  <a:latin typeface="Arial Unicode MS"/>
                </a:rPr>
                <a:t> </a:t>
              </a: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	</a:t>
              </a: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	</a:t>
              </a:r>
              <a:r>
                <a:rPr b="0" lang="en-US" sz="16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	</a:t>
              </a:r>
              <a:endParaRPr b="0" lang="en-IN" sz="16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1320" name="Group 15"/>
            <p:cNvGrpSpPr/>
            <p:nvPr/>
          </p:nvGrpSpPr>
          <p:grpSpPr>
            <a:xfrm>
              <a:off x="823680" y="3767400"/>
              <a:ext cx="2197080" cy="0"/>
              <a:chOff x="823680" y="3767400"/>
              <a:chExt cx="2197080" cy="0"/>
            </a:xfrm>
          </p:grpSpPr>
          <p:sp>
            <p:nvSpPr>
              <p:cNvPr id="1321" name="Line 16"/>
              <p:cNvSpPr/>
              <p:nvPr/>
            </p:nvSpPr>
            <p:spPr>
              <a:xfrm>
                <a:off x="887040" y="3767400"/>
                <a:ext cx="2133720" cy="0"/>
              </a:xfrm>
              <a:prstGeom prst="line">
                <a:avLst/>
              </a:prstGeom>
              <a:ln w="76320">
                <a:solidFill>
                  <a:srgbClr val="0033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360" rIns="90360" tIns="-44280" bIns="-44280" anchor="ctr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22" name="Line 17"/>
              <p:cNvSpPr/>
              <p:nvPr/>
            </p:nvSpPr>
            <p:spPr>
              <a:xfrm>
                <a:off x="823680" y="3767400"/>
                <a:ext cx="2190600" cy="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360" rIns="90360" tIns="-44280" bIns="-44280" anchor="ctr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grpSp>
          <p:nvGrpSpPr>
            <p:cNvPr id="1323" name="Group 20"/>
            <p:cNvGrpSpPr/>
            <p:nvPr/>
          </p:nvGrpSpPr>
          <p:grpSpPr>
            <a:xfrm>
              <a:off x="361440" y="4849920"/>
              <a:ext cx="8472600" cy="820440"/>
              <a:chOff x="361440" y="4849920"/>
              <a:chExt cx="8472600" cy="820440"/>
            </a:xfrm>
          </p:grpSpPr>
          <p:sp>
            <p:nvSpPr>
              <p:cNvPr id="1324" name="Line 21"/>
              <p:cNvSpPr/>
              <p:nvPr/>
            </p:nvSpPr>
            <p:spPr>
              <a:xfrm flipH="1" flipV="1">
                <a:off x="361440" y="4854600"/>
                <a:ext cx="4229640" cy="815760"/>
              </a:xfrm>
              <a:prstGeom prst="line">
                <a:avLst/>
              </a:prstGeom>
              <a:ln w="12600">
                <a:solidFill>
                  <a:srgbClr val="9900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360" rIns="90360" tIns="44280" bIns="44280" anchor="ctr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25" name="Line 22"/>
              <p:cNvSpPr/>
              <p:nvPr/>
            </p:nvSpPr>
            <p:spPr>
              <a:xfrm flipV="1">
                <a:off x="4604400" y="4849920"/>
                <a:ext cx="4229640" cy="815760"/>
              </a:xfrm>
              <a:prstGeom prst="line">
                <a:avLst/>
              </a:prstGeom>
              <a:ln w="12600">
                <a:solidFill>
                  <a:srgbClr val="9900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360" rIns="90360" tIns="44280" bIns="44280" anchor="ctr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1326" name="Rectangle 9"/>
            <p:cNvSpPr/>
            <p:nvPr/>
          </p:nvSpPr>
          <p:spPr>
            <a:xfrm>
              <a:off x="3948120" y="5107320"/>
              <a:ext cx="1589040" cy="3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400" strike="noStrike" u="none">
                  <a:solidFill>
                    <a:srgbClr val="9900cc"/>
                  </a:solidFill>
                  <a:effectLst/>
                  <a:uFillTx/>
                  <a:latin typeface="Arial"/>
                  <a:ea typeface="Arial"/>
                </a:rPr>
                <a:t>quad gradient</a:t>
              </a:r>
              <a:r>
                <a:rPr b="0" lang="en-US" sz="1400" strike="noStrike" u="none">
                  <a:solidFill>
                    <a:srgbClr val="9900cc"/>
                  </a:solidFill>
                  <a:effectLst/>
                  <a:uFillTx/>
                  <a:latin typeface="Arial"/>
                  <a:ea typeface="Times New Roman"/>
                </a:rPr>
                <a:t> </a:t>
              </a:r>
              <a:endParaRPr b="0" lang="en-IN" sz="14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1327" name="Group 15"/>
            <p:cNvGrpSpPr/>
            <p:nvPr/>
          </p:nvGrpSpPr>
          <p:grpSpPr>
            <a:xfrm>
              <a:off x="976320" y="3919680"/>
              <a:ext cx="2197080" cy="0"/>
              <a:chOff x="976320" y="3919680"/>
              <a:chExt cx="2197080" cy="0"/>
            </a:xfrm>
          </p:grpSpPr>
          <p:sp>
            <p:nvSpPr>
              <p:cNvPr id="1328" name="Line 16"/>
              <p:cNvSpPr/>
              <p:nvPr/>
            </p:nvSpPr>
            <p:spPr>
              <a:xfrm>
                <a:off x="1039680" y="3919680"/>
                <a:ext cx="2133720" cy="0"/>
              </a:xfrm>
              <a:prstGeom prst="line">
                <a:avLst/>
              </a:prstGeom>
              <a:ln w="76320">
                <a:solidFill>
                  <a:srgbClr val="0033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360" rIns="90360" tIns="-44280" bIns="-44280" anchor="ctr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29" name="Line 17"/>
              <p:cNvSpPr/>
              <p:nvPr/>
            </p:nvSpPr>
            <p:spPr>
              <a:xfrm>
                <a:off x="976320" y="3919680"/>
                <a:ext cx="2190600" cy="0"/>
              </a:xfrm>
              <a:prstGeom prst="line">
                <a:avLst/>
              </a:prstGeom>
              <a:ln w="38160">
                <a:solidFill>
                  <a:srgbClr val="ff0000"/>
                </a:solidFill>
                <a:miter/>
                <a:head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360" rIns="90360" tIns="-44280" bIns="-44280" anchor="ctr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</p:grpSp>
      <p:grpSp>
        <p:nvGrpSpPr>
          <p:cNvPr id="1330" name="Group 15"/>
          <p:cNvGrpSpPr/>
          <p:nvPr/>
        </p:nvGrpSpPr>
        <p:grpSpPr>
          <a:xfrm>
            <a:off x="2225520" y="2257560"/>
            <a:ext cx="2197080" cy="0"/>
            <a:chOff x="2225520" y="2257560"/>
            <a:chExt cx="2197080" cy="0"/>
          </a:xfrm>
        </p:grpSpPr>
        <p:sp>
          <p:nvSpPr>
            <p:cNvPr id="1331" name="Line 16"/>
            <p:cNvSpPr/>
            <p:nvPr/>
          </p:nvSpPr>
          <p:spPr>
            <a:xfrm>
              <a:off x="2288880" y="2257560"/>
              <a:ext cx="2133720" cy="0"/>
            </a:xfrm>
            <a:prstGeom prst="line">
              <a:avLst/>
            </a:prstGeom>
            <a:ln w="76320">
              <a:solidFill>
                <a:srgbClr val="00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-44280" bIns="-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332" name="Line 17"/>
            <p:cNvSpPr/>
            <p:nvPr/>
          </p:nvSpPr>
          <p:spPr>
            <a:xfrm>
              <a:off x="2225520" y="2257560"/>
              <a:ext cx="2190600" cy="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-44280" bIns="-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grpSp>
        <p:nvGrpSpPr>
          <p:cNvPr id="1333" name="Group 15"/>
          <p:cNvGrpSpPr/>
          <p:nvPr/>
        </p:nvGrpSpPr>
        <p:grpSpPr>
          <a:xfrm>
            <a:off x="2031840" y="2025720"/>
            <a:ext cx="2197080" cy="0"/>
            <a:chOff x="2031840" y="2025720"/>
            <a:chExt cx="2197080" cy="0"/>
          </a:xfrm>
        </p:grpSpPr>
        <p:sp>
          <p:nvSpPr>
            <p:cNvPr id="1334" name="Line 16"/>
            <p:cNvSpPr/>
            <p:nvPr/>
          </p:nvSpPr>
          <p:spPr>
            <a:xfrm>
              <a:off x="2095200" y="2025720"/>
              <a:ext cx="2133720" cy="0"/>
            </a:xfrm>
            <a:prstGeom prst="line">
              <a:avLst/>
            </a:prstGeom>
            <a:ln w="76320">
              <a:solidFill>
                <a:srgbClr val="0033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-44280" bIns="-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335" name="Line 17"/>
            <p:cNvSpPr/>
            <p:nvPr/>
          </p:nvSpPr>
          <p:spPr>
            <a:xfrm>
              <a:off x="2031840" y="2025720"/>
              <a:ext cx="2190600" cy="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-44280" bIns="-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1336" name="Rectangle 9"/>
          <p:cNvSpPr/>
          <p:nvPr/>
        </p:nvSpPr>
        <p:spPr>
          <a:xfrm>
            <a:off x="3753000" y="1576440"/>
            <a:ext cx="158904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9900cc"/>
                </a:solidFill>
                <a:effectLst/>
                <a:uFillTx/>
                <a:latin typeface="Arial"/>
                <a:ea typeface="Arial"/>
              </a:rPr>
              <a:t>quad gradient</a:t>
            </a:r>
            <a:r>
              <a:rPr b="0" lang="en-US" sz="1400" strike="noStrike" u="none">
                <a:solidFill>
                  <a:srgbClr val="9900cc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1337" name="Group 20"/>
          <p:cNvGrpSpPr/>
          <p:nvPr/>
        </p:nvGrpSpPr>
        <p:grpSpPr>
          <a:xfrm>
            <a:off x="360000" y="2092320"/>
            <a:ext cx="8472600" cy="820440"/>
            <a:chOff x="360000" y="2092320"/>
            <a:chExt cx="8472600" cy="820440"/>
          </a:xfrm>
        </p:grpSpPr>
        <p:sp>
          <p:nvSpPr>
            <p:cNvPr id="1338" name="Line 21"/>
            <p:cNvSpPr/>
            <p:nvPr/>
          </p:nvSpPr>
          <p:spPr>
            <a:xfrm flipH="1" flipV="1">
              <a:off x="360000" y="2097000"/>
              <a:ext cx="4229640" cy="815760"/>
            </a:xfrm>
            <a:prstGeom prst="line">
              <a:avLst/>
            </a:prstGeom>
            <a:ln w="12600">
              <a:solidFill>
                <a:srgbClr val="9900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339" name="Line 22"/>
            <p:cNvSpPr/>
            <p:nvPr/>
          </p:nvSpPr>
          <p:spPr>
            <a:xfrm flipV="1">
              <a:off x="4602960" y="2092320"/>
              <a:ext cx="4229640" cy="815760"/>
            </a:xfrm>
            <a:prstGeom prst="line">
              <a:avLst/>
            </a:prstGeom>
            <a:ln w="12600">
              <a:solidFill>
                <a:srgbClr val="9900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1340" name="Line 14"/>
          <p:cNvSpPr/>
          <p:nvPr/>
        </p:nvSpPr>
        <p:spPr>
          <a:xfrm>
            <a:off x="622440" y="1201680"/>
            <a:ext cx="2133360" cy="0"/>
          </a:xfrm>
          <a:prstGeom prst="line">
            <a:avLst/>
          </a:prstGeom>
          <a:ln w="76320">
            <a:solidFill>
              <a:srgbClr val="00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-44280" bIns="-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41" name="Line 15"/>
          <p:cNvSpPr/>
          <p:nvPr/>
        </p:nvSpPr>
        <p:spPr>
          <a:xfrm>
            <a:off x="635040" y="1201680"/>
            <a:ext cx="2190600" cy="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360" rIns="90360" tIns="-44280" bIns="-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42" name="Footer Placeholder 3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43" name="Slide Number Placeholder 555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A8A321-DC78-4C4E-97FA-8A1C5097198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344" name="Rectangle 2"/>
          <p:cNvSpPr/>
          <p:nvPr/>
        </p:nvSpPr>
        <p:spPr>
          <a:xfrm>
            <a:off x="1612800" y="243000"/>
            <a:ext cx="606276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Multi-pass ‘bisected’ linac Optics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5" name="Group 278"/>
          <p:cNvGrpSpPr/>
          <p:nvPr/>
        </p:nvGrpSpPr>
        <p:grpSpPr>
          <a:xfrm>
            <a:off x="290520" y="3767040"/>
            <a:ext cx="8505720" cy="2260800"/>
            <a:chOff x="290520" y="3767040"/>
            <a:chExt cx="8505720" cy="2260800"/>
          </a:xfrm>
        </p:grpSpPr>
        <p:sp>
          <p:nvSpPr>
            <p:cNvPr id="1346" name="AutoShape 277"/>
            <p:cNvSpPr/>
            <p:nvPr/>
          </p:nvSpPr>
          <p:spPr>
            <a:xfrm>
              <a:off x="303120" y="3767040"/>
              <a:ext cx="8493120" cy="226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1347" name="Group 479"/>
            <p:cNvGrpSpPr/>
            <p:nvPr/>
          </p:nvGrpSpPr>
          <p:grpSpPr>
            <a:xfrm>
              <a:off x="290520" y="3767040"/>
              <a:ext cx="8505720" cy="2260800"/>
              <a:chOff x="290520" y="3767040"/>
              <a:chExt cx="8505720" cy="2260800"/>
            </a:xfrm>
          </p:grpSpPr>
          <p:sp>
            <p:nvSpPr>
              <p:cNvPr id="1348" name="Rectangle 279"/>
              <p:cNvSpPr/>
              <p:nvPr/>
            </p:nvSpPr>
            <p:spPr>
              <a:xfrm>
                <a:off x="303120" y="3767040"/>
                <a:ext cx="8493120" cy="226080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49" name="Rectangle 280"/>
              <p:cNvSpPr/>
              <p:nvPr/>
            </p:nvSpPr>
            <p:spPr>
              <a:xfrm>
                <a:off x="500040" y="3984480"/>
                <a:ext cx="8099280" cy="1816200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0" name="Rectangle 281"/>
              <p:cNvSpPr/>
              <p:nvPr/>
            </p:nvSpPr>
            <p:spPr>
              <a:xfrm>
                <a:off x="7909920" y="5818320"/>
                <a:ext cx="36972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254.651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1" name="Rectangle 282"/>
              <p:cNvSpPr/>
              <p:nvPr/>
            </p:nvSpPr>
            <p:spPr>
              <a:xfrm>
                <a:off x="500040" y="581832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2" name="Rectangle 284"/>
              <p:cNvSpPr/>
              <p:nvPr/>
            </p:nvSpPr>
            <p:spPr>
              <a:xfrm>
                <a:off x="991080" y="3884760"/>
                <a:ext cx="61452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                        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3" name="Rectangle 285"/>
              <p:cNvSpPr/>
              <p:nvPr/>
            </p:nvSpPr>
            <p:spPr>
              <a:xfrm rot="16200000">
                <a:off x="293040" y="3864240"/>
                <a:ext cx="1710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100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4" name="Rectangle 286"/>
              <p:cNvSpPr/>
              <p:nvPr/>
            </p:nvSpPr>
            <p:spPr>
              <a:xfrm rot="16200000">
                <a:off x="348120" y="564048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5" name="Rectangle 287"/>
              <p:cNvSpPr/>
              <p:nvPr/>
            </p:nvSpPr>
            <p:spPr>
              <a:xfrm rot="16200000">
                <a:off x="8661600" y="387108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6" name="Rectangle 288"/>
              <p:cNvSpPr/>
              <p:nvPr/>
            </p:nvSpPr>
            <p:spPr>
              <a:xfrm rot="16200000">
                <a:off x="8661600" y="563904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7" name="Rectangle 289"/>
              <p:cNvSpPr/>
              <p:nvPr/>
            </p:nvSpPr>
            <p:spPr>
              <a:xfrm rot="16200000">
                <a:off x="1440" y="4875120"/>
                <a:ext cx="69984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BETA_X&amp;Y[m</a:t>
                </a: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]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8" name="Rectangle 290"/>
              <p:cNvSpPr/>
              <p:nvPr/>
            </p:nvSpPr>
            <p:spPr>
              <a:xfrm rot="16200000">
                <a:off x="8396280" y="4848120"/>
                <a:ext cx="6645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DISP_X&amp;Y[m]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59" name="Line 291"/>
              <p:cNvSpPr/>
              <p:nvPr/>
            </p:nvSpPr>
            <p:spPr>
              <a:xfrm flipH="1">
                <a:off x="8532360" y="4167360"/>
                <a:ext cx="493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0" name="Line 292"/>
              <p:cNvSpPr/>
              <p:nvPr/>
            </p:nvSpPr>
            <p:spPr>
              <a:xfrm>
                <a:off x="500040" y="416736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1" name="Line 293"/>
              <p:cNvSpPr/>
              <p:nvPr/>
            </p:nvSpPr>
            <p:spPr>
              <a:xfrm flipV="1">
                <a:off x="1306440" y="5773320"/>
                <a:ext cx="180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2" name="Line 294"/>
              <p:cNvSpPr/>
              <p:nvPr/>
            </p:nvSpPr>
            <p:spPr>
              <a:xfrm>
                <a:off x="1306440" y="3984480"/>
                <a:ext cx="180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3" name="Line 295"/>
              <p:cNvSpPr/>
              <p:nvPr/>
            </p:nvSpPr>
            <p:spPr>
              <a:xfrm flipH="1">
                <a:off x="8532360" y="4348080"/>
                <a:ext cx="493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4" name="Line 296"/>
              <p:cNvSpPr/>
              <p:nvPr/>
            </p:nvSpPr>
            <p:spPr>
              <a:xfrm>
                <a:off x="500040" y="434808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5" name="Line 297"/>
              <p:cNvSpPr/>
              <p:nvPr/>
            </p:nvSpPr>
            <p:spPr>
              <a:xfrm flipV="1">
                <a:off x="2114640" y="577332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6" name="Line 298"/>
              <p:cNvSpPr/>
              <p:nvPr/>
            </p:nvSpPr>
            <p:spPr>
              <a:xfrm>
                <a:off x="2114640" y="398448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7" name="Line 299"/>
              <p:cNvSpPr/>
              <p:nvPr/>
            </p:nvSpPr>
            <p:spPr>
              <a:xfrm flipH="1">
                <a:off x="8532360" y="4529160"/>
                <a:ext cx="493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8" name="Line 300"/>
              <p:cNvSpPr/>
              <p:nvPr/>
            </p:nvSpPr>
            <p:spPr>
              <a:xfrm>
                <a:off x="500040" y="452916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69" name="Line 301"/>
              <p:cNvSpPr/>
              <p:nvPr/>
            </p:nvSpPr>
            <p:spPr>
              <a:xfrm flipV="1">
                <a:off x="2921040" y="577332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0" name="Line 302"/>
              <p:cNvSpPr/>
              <p:nvPr/>
            </p:nvSpPr>
            <p:spPr>
              <a:xfrm>
                <a:off x="2921040" y="398448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1" name="Line 303"/>
              <p:cNvSpPr/>
              <p:nvPr/>
            </p:nvSpPr>
            <p:spPr>
              <a:xfrm flipH="1">
                <a:off x="8532360" y="4711680"/>
                <a:ext cx="493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2" name="Line 304"/>
              <p:cNvSpPr/>
              <p:nvPr/>
            </p:nvSpPr>
            <p:spPr>
              <a:xfrm>
                <a:off x="500040" y="471168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3" name="Line 305"/>
              <p:cNvSpPr/>
              <p:nvPr/>
            </p:nvSpPr>
            <p:spPr>
              <a:xfrm flipV="1">
                <a:off x="3727440" y="577332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4" name="Line 306"/>
              <p:cNvSpPr/>
              <p:nvPr/>
            </p:nvSpPr>
            <p:spPr>
              <a:xfrm>
                <a:off x="3727440" y="398448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5" name="Line 307"/>
              <p:cNvSpPr/>
              <p:nvPr/>
            </p:nvSpPr>
            <p:spPr>
              <a:xfrm flipH="1">
                <a:off x="8532360" y="4892760"/>
                <a:ext cx="493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6" name="Line 308"/>
              <p:cNvSpPr/>
              <p:nvPr/>
            </p:nvSpPr>
            <p:spPr>
              <a:xfrm>
                <a:off x="500040" y="489276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7" name="Line 309"/>
              <p:cNvSpPr/>
              <p:nvPr/>
            </p:nvSpPr>
            <p:spPr>
              <a:xfrm flipV="1">
                <a:off x="4549680" y="5773320"/>
                <a:ext cx="180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8" name="Line 310"/>
              <p:cNvSpPr/>
              <p:nvPr/>
            </p:nvSpPr>
            <p:spPr>
              <a:xfrm>
                <a:off x="4549680" y="3984480"/>
                <a:ext cx="180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79" name="Line 311"/>
              <p:cNvSpPr/>
              <p:nvPr/>
            </p:nvSpPr>
            <p:spPr>
              <a:xfrm flipH="1">
                <a:off x="8532360" y="5075280"/>
                <a:ext cx="493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0" name="Line 312"/>
              <p:cNvSpPr/>
              <p:nvPr/>
            </p:nvSpPr>
            <p:spPr>
              <a:xfrm>
                <a:off x="500040" y="507528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1" name="Line 313"/>
              <p:cNvSpPr/>
              <p:nvPr/>
            </p:nvSpPr>
            <p:spPr>
              <a:xfrm flipV="1">
                <a:off x="5356080" y="5773320"/>
                <a:ext cx="180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2" name="Line 314"/>
              <p:cNvSpPr/>
              <p:nvPr/>
            </p:nvSpPr>
            <p:spPr>
              <a:xfrm>
                <a:off x="5356080" y="3984480"/>
                <a:ext cx="180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3" name="Line 315"/>
              <p:cNvSpPr/>
              <p:nvPr/>
            </p:nvSpPr>
            <p:spPr>
              <a:xfrm flipH="1">
                <a:off x="8532360" y="5256360"/>
                <a:ext cx="4932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4" name="Line 316"/>
              <p:cNvSpPr/>
              <p:nvPr/>
            </p:nvSpPr>
            <p:spPr>
              <a:xfrm>
                <a:off x="500040" y="5256360"/>
                <a:ext cx="507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5" name="Line 317"/>
              <p:cNvSpPr/>
              <p:nvPr/>
            </p:nvSpPr>
            <p:spPr>
              <a:xfrm flipV="1">
                <a:off x="6162840" y="577332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6" name="Line 318"/>
              <p:cNvSpPr/>
              <p:nvPr/>
            </p:nvSpPr>
            <p:spPr>
              <a:xfrm>
                <a:off x="6162840" y="398448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7" name="Line 319"/>
              <p:cNvSpPr/>
              <p:nvPr/>
            </p:nvSpPr>
            <p:spPr>
              <a:xfrm flipH="1">
                <a:off x="8532360" y="5437080"/>
                <a:ext cx="493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8" name="Line 320"/>
              <p:cNvSpPr/>
              <p:nvPr/>
            </p:nvSpPr>
            <p:spPr>
              <a:xfrm>
                <a:off x="500040" y="543708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89" name="Line 321"/>
              <p:cNvSpPr/>
              <p:nvPr/>
            </p:nvSpPr>
            <p:spPr>
              <a:xfrm flipV="1">
                <a:off x="6969240" y="577332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0" name="Line 322"/>
              <p:cNvSpPr/>
              <p:nvPr/>
            </p:nvSpPr>
            <p:spPr>
              <a:xfrm>
                <a:off x="6969240" y="398448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1" name="Line 323"/>
              <p:cNvSpPr/>
              <p:nvPr/>
            </p:nvSpPr>
            <p:spPr>
              <a:xfrm flipH="1">
                <a:off x="8532360" y="5619600"/>
                <a:ext cx="4932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2" name="Line 324"/>
              <p:cNvSpPr/>
              <p:nvPr/>
            </p:nvSpPr>
            <p:spPr>
              <a:xfrm>
                <a:off x="500040" y="5619600"/>
                <a:ext cx="507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3" name="Line 325"/>
              <p:cNvSpPr/>
              <p:nvPr/>
            </p:nvSpPr>
            <p:spPr>
              <a:xfrm flipV="1">
                <a:off x="7775640" y="577332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4" name="Line 326"/>
              <p:cNvSpPr/>
              <p:nvPr/>
            </p:nvSpPr>
            <p:spPr>
              <a:xfrm>
                <a:off x="7775640" y="3984480"/>
                <a:ext cx="1440" cy="270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5" name="Freeform 327"/>
              <p:cNvSpPr/>
              <p:nvPr/>
            </p:nvSpPr>
            <p:spPr>
              <a:xfrm>
                <a:off x="500040" y="4811760"/>
                <a:ext cx="8099280" cy="771480"/>
              </a:xfrm>
              <a:custGeom>
                <a:avLst/>
                <a:gdLst>
                  <a:gd name="textAreaLeft" fmla="*/ 0 w 8099280"/>
                  <a:gd name="textAreaRight" fmla="*/ 8099280 w 8099280"/>
                  <a:gd name="textAreaTop" fmla="*/ 0 h 771480"/>
                  <a:gd name="textAreaBottom" fmla="*/ 771840 h 771480"/>
                  <a:gd name="GluePoint1X" fmla="*/ 42 w 5102"/>
                  <a:gd name="GluePoint1Y" fmla="*/ 406 h 486"/>
                  <a:gd name="GluePoint2X" fmla="*/ 146 w 5102"/>
                  <a:gd name="GluePoint2Y" fmla="*/ 480 h 486"/>
                  <a:gd name="GluePoint3X" fmla="*/ 249 w 5102"/>
                  <a:gd name="GluePoint3Y" fmla="*/ 354 h 486"/>
                  <a:gd name="GluePoint4X" fmla="*/ 291 w 5102"/>
                  <a:gd name="GluePoint4Y" fmla="*/ 360 h 486"/>
                  <a:gd name="GluePoint5X" fmla="*/ 394 w 5102"/>
                  <a:gd name="GluePoint5Y" fmla="*/ 417 h 486"/>
                  <a:gd name="GluePoint6X" fmla="*/ 488 w 5102"/>
                  <a:gd name="GluePoint6Y" fmla="*/ 240 h 486"/>
                  <a:gd name="GluePoint7X" fmla="*/ 591 w 5102"/>
                  <a:gd name="GluePoint7Y" fmla="*/ 343 h 486"/>
                  <a:gd name="GluePoint8X" fmla="*/ 643 w 5102"/>
                  <a:gd name="GluePoint8Y" fmla="*/ 349 h 486"/>
                  <a:gd name="GluePoint9X" fmla="*/ 737 w 5102"/>
                  <a:gd name="GluePoint9Y" fmla="*/ 171 h 486"/>
                  <a:gd name="GluePoint10X" fmla="*/ 840 w 5102"/>
                  <a:gd name="GluePoint10Y" fmla="*/ 326 h 486"/>
                  <a:gd name="GluePoint11X" fmla="*/ 882 w 5102"/>
                  <a:gd name="GluePoint11Y" fmla="*/ 331 h 486"/>
                  <a:gd name="GluePoint12X" fmla="*/ 985 w 5102"/>
                  <a:gd name="GluePoint12Y" fmla="*/ 206 h 486"/>
                  <a:gd name="GluePoint13X" fmla="*/ 1089 w 5102"/>
                  <a:gd name="GluePoint13Y" fmla="*/ 366 h 486"/>
                  <a:gd name="GluePoint14X" fmla="*/ 1131 w 5102"/>
                  <a:gd name="GluePoint14Y" fmla="*/ 371 h 486"/>
                  <a:gd name="GluePoint15X" fmla="*/ 1234 w 5102"/>
                  <a:gd name="GluePoint15Y" fmla="*/ 291 h 486"/>
                  <a:gd name="GluePoint16X" fmla="*/ 1328 w 5102"/>
                  <a:gd name="GluePoint16Y" fmla="*/ 417 h 486"/>
                  <a:gd name="GluePoint17X" fmla="*/ 1400 w 5102"/>
                  <a:gd name="GluePoint17Y" fmla="*/ 383 h 486"/>
                  <a:gd name="GluePoint18X" fmla="*/ 1473 w 5102"/>
                  <a:gd name="GluePoint18Y" fmla="*/ 337 h 486"/>
                  <a:gd name="GluePoint19X" fmla="*/ 1576 w 5102"/>
                  <a:gd name="GluePoint19Y" fmla="*/ 423 h 486"/>
                  <a:gd name="GluePoint20X" fmla="*/ 1680 w 5102"/>
                  <a:gd name="GluePoint20Y" fmla="*/ 320 h 486"/>
                  <a:gd name="GluePoint21X" fmla="*/ 1722 w 5102"/>
                  <a:gd name="GluePoint21Y" fmla="*/ 297 h 486"/>
                  <a:gd name="GluePoint22X" fmla="*/ 1825 w 5102"/>
                  <a:gd name="GluePoint22Y" fmla="*/ 366 h 486"/>
                  <a:gd name="GluePoint23X" fmla="*/ 1919 w 5102"/>
                  <a:gd name="GluePoint23Y" fmla="*/ 223 h 486"/>
                  <a:gd name="GluePoint24X" fmla="*/ 1970 w 5102"/>
                  <a:gd name="GluePoint24Y" fmla="*/ 206 h 486"/>
                  <a:gd name="GluePoint25X" fmla="*/ 2074 w 5102"/>
                  <a:gd name="GluePoint25Y" fmla="*/ 280 h 486"/>
                  <a:gd name="GluePoint26X" fmla="*/ 2167 w 5102"/>
                  <a:gd name="GluePoint26Y" fmla="*/ 103 h 486"/>
                  <a:gd name="GluePoint27X" fmla="*/ 2209 w 5102"/>
                  <a:gd name="GluePoint27Y" fmla="*/ 108 h 486"/>
                  <a:gd name="GluePoint28X" fmla="*/ 2313 w 5102"/>
                  <a:gd name="GluePoint28Y" fmla="*/ 206 h 486"/>
                  <a:gd name="GluePoint29X" fmla="*/ 2416 w 5102"/>
                  <a:gd name="GluePoint29Y" fmla="*/ 23 h 486"/>
                  <a:gd name="GluePoint30X" fmla="*/ 2468 w 5102"/>
                  <a:gd name="GluePoint30Y" fmla="*/ 68 h 486"/>
                  <a:gd name="GluePoint31X" fmla="*/ 2510 w 5102"/>
                  <a:gd name="GluePoint31Y" fmla="*/ 143 h 486"/>
                  <a:gd name="GluePoint32X" fmla="*/ 2561 w 5102"/>
                  <a:gd name="GluePoint32Y" fmla="*/ 166 h 486"/>
                  <a:gd name="GluePoint33X" fmla="*/ 2613 w 5102"/>
                  <a:gd name="GluePoint33Y" fmla="*/ 91 h 486"/>
                  <a:gd name="GluePoint34X" fmla="*/ 2655 w 5102"/>
                  <a:gd name="GluePoint34Y" fmla="*/ 5 h 486"/>
                  <a:gd name="GluePoint35X" fmla="*/ 2758 w 5102"/>
                  <a:gd name="GluePoint35Y" fmla="*/ 154 h 486"/>
                  <a:gd name="GluePoint36X" fmla="*/ 2800 w 5102"/>
                  <a:gd name="GluePoint36Y" fmla="*/ 177 h 486"/>
                  <a:gd name="GluePoint37X" fmla="*/ 2904 w 5102"/>
                  <a:gd name="GluePoint37Y" fmla="*/ 40 h 486"/>
                  <a:gd name="GluePoint38X" fmla="*/ 3007 w 5102"/>
                  <a:gd name="GluePoint38Y" fmla="*/ 217 h 486"/>
                  <a:gd name="GluePoint39X" fmla="*/ 3049 w 5102"/>
                  <a:gd name="GluePoint39Y" fmla="*/ 234 h 486"/>
                  <a:gd name="GluePoint40X" fmla="*/ 3152 w 5102"/>
                  <a:gd name="GluePoint40Y" fmla="*/ 143 h 486"/>
                  <a:gd name="GluePoint41X" fmla="*/ 3246 w 5102"/>
                  <a:gd name="GluePoint41Y" fmla="*/ 314 h 486"/>
                  <a:gd name="GluePoint42X" fmla="*/ 3298 w 5102"/>
                  <a:gd name="GluePoint42Y" fmla="*/ 320 h 486"/>
                  <a:gd name="GluePoint43X" fmla="*/ 3401 w 5102"/>
                  <a:gd name="GluePoint43Y" fmla="*/ 257 h 486"/>
                  <a:gd name="GluePoint44X" fmla="*/ 3495 w 5102"/>
                  <a:gd name="GluePoint44Y" fmla="*/ 389 h 486"/>
                  <a:gd name="GluePoint45X" fmla="*/ 3567 w 5102"/>
                  <a:gd name="GluePoint45Y" fmla="*/ 360 h 486"/>
                  <a:gd name="GluePoint46X" fmla="*/ 3640 w 5102"/>
                  <a:gd name="GluePoint46Y" fmla="*/ 326 h 486"/>
                  <a:gd name="GluePoint47X" fmla="*/ 3743 w 5102"/>
                  <a:gd name="GluePoint47Y" fmla="*/ 411 h 486"/>
                  <a:gd name="GluePoint48X" fmla="*/ 3837 w 5102"/>
                  <a:gd name="GluePoint48Y" fmla="*/ 320 h 486"/>
                  <a:gd name="GluePoint49X" fmla="*/ 3889 w 5102"/>
                  <a:gd name="GluePoint49Y" fmla="*/ 308 h 486"/>
                  <a:gd name="GluePoint50X" fmla="*/ 3992 w 5102"/>
                  <a:gd name="GluePoint50Y" fmla="*/ 383 h 486"/>
                  <a:gd name="GluePoint51X" fmla="*/ 4085 w 5102"/>
                  <a:gd name="GluePoint51Y" fmla="*/ 240 h 486"/>
                  <a:gd name="GluePoint52X" fmla="*/ 4137 w 5102"/>
                  <a:gd name="GluePoint52Y" fmla="*/ 234 h 486"/>
                  <a:gd name="GluePoint53X" fmla="*/ 4231 w 5102"/>
                  <a:gd name="GluePoint53Y" fmla="*/ 320 h 486"/>
                  <a:gd name="GluePoint54X" fmla="*/ 4334 w 5102"/>
                  <a:gd name="GluePoint54Y" fmla="*/ 143 h 486"/>
                  <a:gd name="GluePoint55X" fmla="*/ 4407 w 5102"/>
                  <a:gd name="GluePoint55Y" fmla="*/ 206 h 486"/>
                  <a:gd name="GluePoint56X" fmla="*/ 4479 w 5102"/>
                  <a:gd name="GluePoint56Y" fmla="*/ 274 h 486"/>
                  <a:gd name="GluePoint57X" fmla="*/ 4583 w 5102"/>
                  <a:gd name="GluePoint57Y" fmla="*/ 103 h 486"/>
                  <a:gd name="GluePoint58X" fmla="*/ 4676 w 5102"/>
                  <a:gd name="GluePoint58Y" fmla="*/ 263 h 486"/>
                  <a:gd name="GluePoint59X" fmla="*/ 4728 w 5102"/>
                  <a:gd name="GluePoint59Y" fmla="*/ 286 h 486"/>
                  <a:gd name="GluePoint60X" fmla="*/ 4832 w 5102"/>
                  <a:gd name="GluePoint60Y" fmla="*/ 160 h 486"/>
                  <a:gd name="GluePoint61X" fmla="*/ 4925 w 5102"/>
                  <a:gd name="GluePoint61Y" fmla="*/ 337 h 486"/>
                  <a:gd name="GluePoint62X" fmla="*/ 4977 w 5102"/>
                  <a:gd name="GluePoint62Y" fmla="*/ 354 h 486"/>
                  <a:gd name="GluePoint63X" fmla="*/ 5070 w 5102"/>
                  <a:gd name="GluePoint63Y" fmla="*/ 274 h 48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102" h="486">
                    <a:moveTo>
                      <a:pt x="0" y="406"/>
                    </a:moveTo>
                    <a:lnTo>
                      <a:pt x="0" y="406"/>
                    </a:lnTo>
                    <a:lnTo>
                      <a:pt x="0" y="400"/>
                    </a:lnTo>
                    <a:lnTo>
                      <a:pt x="0" y="394"/>
                    </a:lnTo>
                    <a:lnTo>
                      <a:pt x="11" y="394"/>
                    </a:lnTo>
                    <a:lnTo>
                      <a:pt x="11" y="389"/>
                    </a:lnTo>
                    <a:lnTo>
                      <a:pt x="21" y="389"/>
                    </a:lnTo>
                    <a:lnTo>
                      <a:pt x="21" y="383"/>
                    </a:lnTo>
                    <a:lnTo>
                      <a:pt x="21" y="389"/>
                    </a:lnTo>
                    <a:lnTo>
                      <a:pt x="32" y="389"/>
                    </a:lnTo>
                    <a:lnTo>
                      <a:pt x="32" y="394"/>
                    </a:lnTo>
                    <a:lnTo>
                      <a:pt x="42" y="394"/>
                    </a:lnTo>
                    <a:lnTo>
                      <a:pt x="42" y="400"/>
                    </a:lnTo>
                    <a:lnTo>
                      <a:pt x="42" y="406"/>
                    </a:lnTo>
                    <a:lnTo>
                      <a:pt x="52" y="406"/>
                    </a:lnTo>
                    <a:lnTo>
                      <a:pt x="52" y="411"/>
                    </a:lnTo>
                    <a:lnTo>
                      <a:pt x="83" y="440"/>
                    </a:lnTo>
                    <a:lnTo>
                      <a:pt x="83" y="446"/>
                    </a:lnTo>
                    <a:lnTo>
                      <a:pt x="114" y="469"/>
                    </a:lnTo>
                    <a:lnTo>
                      <a:pt x="114" y="474"/>
                    </a:lnTo>
                    <a:lnTo>
                      <a:pt x="125" y="474"/>
                    </a:lnTo>
                    <a:lnTo>
                      <a:pt x="125" y="480"/>
                    </a:lnTo>
                    <a:lnTo>
                      <a:pt x="135" y="480"/>
                    </a:lnTo>
                    <a:lnTo>
                      <a:pt x="135" y="486"/>
                    </a:lnTo>
                    <a:lnTo>
                      <a:pt x="146" y="486"/>
                    </a:lnTo>
                    <a:lnTo>
                      <a:pt x="146" y="480"/>
                    </a:lnTo>
                    <a:lnTo>
                      <a:pt x="156" y="480"/>
                    </a:lnTo>
                    <a:lnTo>
                      <a:pt x="156" y="474"/>
                    </a:lnTo>
                    <a:lnTo>
                      <a:pt x="156" y="469"/>
                    </a:lnTo>
                    <a:lnTo>
                      <a:pt x="166" y="469"/>
                    </a:lnTo>
                    <a:lnTo>
                      <a:pt x="166" y="463"/>
                    </a:lnTo>
                    <a:lnTo>
                      <a:pt x="197" y="423"/>
                    </a:lnTo>
                    <a:lnTo>
                      <a:pt x="208" y="423"/>
                    </a:lnTo>
                    <a:lnTo>
                      <a:pt x="208" y="417"/>
                    </a:lnTo>
                    <a:lnTo>
                      <a:pt x="239" y="377"/>
                    </a:lnTo>
                    <a:lnTo>
                      <a:pt x="239" y="371"/>
                    </a:lnTo>
                    <a:lnTo>
                      <a:pt x="239" y="366"/>
                    </a:lnTo>
                    <a:lnTo>
                      <a:pt x="239" y="360"/>
                    </a:lnTo>
                    <a:lnTo>
                      <a:pt x="249" y="360"/>
                    </a:lnTo>
                    <a:lnTo>
                      <a:pt x="249" y="354"/>
                    </a:lnTo>
                    <a:lnTo>
                      <a:pt x="249" y="349"/>
                    </a:lnTo>
                    <a:lnTo>
                      <a:pt x="249" y="343"/>
                    </a:lnTo>
                    <a:lnTo>
                      <a:pt x="260" y="343"/>
                    </a:lnTo>
                    <a:lnTo>
                      <a:pt x="260" y="337"/>
                    </a:lnTo>
                    <a:lnTo>
                      <a:pt x="270" y="337"/>
                    </a:lnTo>
                    <a:lnTo>
                      <a:pt x="270" y="343"/>
                    </a:lnTo>
                    <a:lnTo>
                      <a:pt x="280" y="343"/>
                    </a:lnTo>
                    <a:lnTo>
                      <a:pt x="280" y="349"/>
                    </a:lnTo>
                    <a:lnTo>
                      <a:pt x="280" y="354"/>
                    </a:lnTo>
                    <a:lnTo>
                      <a:pt x="291" y="354"/>
                    </a:lnTo>
                    <a:lnTo>
                      <a:pt x="291" y="360"/>
                    </a:lnTo>
                    <a:lnTo>
                      <a:pt x="322" y="389"/>
                    </a:lnTo>
                    <a:lnTo>
                      <a:pt x="353" y="411"/>
                    </a:lnTo>
                    <a:lnTo>
                      <a:pt x="353" y="417"/>
                    </a:lnTo>
                    <a:lnTo>
                      <a:pt x="363" y="417"/>
                    </a:lnTo>
                    <a:lnTo>
                      <a:pt x="363" y="423"/>
                    </a:lnTo>
                    <a:lnTo>
                      <a:pt x="374" y="423"/>
                    </a:lnTo>
                    <a:lnTo>
                      <a:pt x="374" y="429"/>
                    </a:lnTo>
                    <a:lnTo>
                      <a:pt x="384" y="429"/>
                    </a:lnTo>
                    <a:lnTo>
                      <a:pt x="384" y="423"/>
                    </a:lnTo>
                    <a:lnTo>
                      <a:pt x="394" y="423"/>
                    </a:lnTo>
                    <a:lnTo>
                      <a:pt x="394" y="417"/>
                    </a:lnTo>
                    <a:lnTo>
                      <a:pt x="394" y="411"/>
                    </a:lnTo>
                    <a:lnTo>
                      <a:pt x="405" y="406"/>
                    </a:lnTo>
                    <a:lnTo>
                      <a:pt x="405" y="400"/>
                    </a:lnTo>
                    <a:lnTo>
                      <a:pt x="405" y="394"/>
                    </a:lnTo>
                    <a:lnTo>
                      <a:pt x="415" y="394"/>
                    </a:lnTo>
                    <a:lnTo>
                      <a:pt x="436" y="343"/>
                    </a:lnTo>
                    <a:lnTo>
                      <a:pt x="446" y="337"/>
                    </a:lnTo>
                    <a:lnTo>
                      <a:pt x="446" y="331"/>
                    </a:lnTo>
                    <a:lnTo>
                      <a:pt x="477" y="274"/>
                    </a:lnTo>
                    <a:lnTo>
                      <a:pt x="477" y="268"/>
                    </a:lnTo>
                    <a:lnTo>
                      <a:pt x="477" y="263"/>
                    </a:lnTo>
                    <a:lnTo>
                      <a:pt x="477" y="257"/>
                    </a:lnTo>
                    <a:lnTo>
                      <a:pt x="488" y="257"/>
                    </a:lnTo>
                    <a:lnTo>
                      <a:pt x="488" y="251"/>
                    </a:lnTo>
                    <a:lnTo>
                      <a:pt x="488" y="246"/>
                    </a:lnTo>
                    <a:lnTo>
                      <a:pt x="488" y="240"/>
                    </a:lnTo>
                    <a:lnTo>
                      <a:pt x="498" y="234"/>
                    </a:lnTo>
                    <a:lnTo>
                      <a:pt x="498" y="228"/>
                    </a:lnTo>
                    <a:lnTo>
                      <a:pt x="498" y="223"/>
                    </a:lnTo>
                    <a:lnTo>
                      <a:pt x="508" y="223"/>
                    </a:lnTo>
                    <a:lnTo>
                      <a:pt x="508" y="228"/>
                    </a:lnTo>
                    <a:lnTo>
                      <a:pt x="519" y="228"/>
                    </a:lnTo>
                    <a:lnTo>
                      <a:pt x="519" y="234"/>
                    </a:lnTo>
                    <a:lnTo>
                      <a:pt x="519" y="240"/>
                    </a:lnTo>
                    <a:lnTo>
                      <a:pt x="519" y="246"/>
                    </a:lnTo>
                    <a:lnTo>
                      <a:pt x="529" y="246"/>
                    </a:lnTo>
                    <a:lnTo>
                      <a:pt x="529" y="251"/>
                    </a:lnTo>
                    <a:lnTo>
                      <a:pt x="529" y="257"/>
                    </a:lnTo>
                    <a:lnTo>
                      <a:pt x="560" y="297"/>
                    </a:lnTo>
                    <a:lnTo>
                      <a:pt x="560" y="303"/>
                    </a:lnTo>
                    <a:lnTo>
                      <a:pt x="591" y="343"/>
                    </a:lnTo>
                    <a:lnTo>
                      <a:pt x="602" y="343"/>
                    </a:lnTo>
                    <a:lnTo>
                      <a:pt x="602" y="349"/>
                    </a:lnTo>
                    <a:lnTo>
                      <a:pt x="602" y="354"/>
                    </a:lnTo>
                    <a:lnTo>
                      <a:pt x="612" y="354"/>
                    </a:lnTo>
                    <a:lnTo>
                      <a:pt x="612" y="360"/>
                    </a:lnTo>
                    <a:lnTo>
                      <a:pt x="612" y="366"/>
                    </a:lnTo>
                    <a:lnTo>
                      <a:pt x="623" y="366"/>
                    </a:lnTo>
                    <a:lnTo>
                      <a:pt x="623" y="360"/>
                    </a:lnTo>
                    <a:lnTo>
                      <a:pt x="633" y="360"/>
                    </a:lnTo>
                    <a:lnTo>
                      <a:pt x="633" y="354"/>
                    </a:lnTo>
                    <a:lnTo>
                      <a:pt x="633" y="349"/>
                    </a:lnTo>
                    <a:lnTo>
                      <a:pt x="643" y="349"/>
                    </a:lnTo>
                    <a:lnTo>
                      <a:pt x="643" y="343"/>
                    </a:lnTo>
                    <a:lnTo>
                      <a:pt x="643" y="337"/>
                    </a:lnTo>
                    <a:lnTo>
                      <a:pt x="643" y="331"/>
                    </a:lnTo>
                    <a:lnTo>
                      <a:pt x="654" y="331"/>
                    </a:lnTo>
                    <a:lnTo>
                      <a:pt x="685" y="280"/>
                    </a:lnTo>
                    <a:lnTo>
                      <a:pt x="685" y="274"/>
                    </a:lnTo>
                    <a:lnTo>
                      <a:pt x="685" y="268"/>
                    </a:lnTo>
                    <a:lnTo>
                      <a:pt x="716" y="211"/>
                    </a:lnTo>
                    <a:lnTo>
                      <a:pt x="716" y="206"/>
                    </a:lnTo>
                    <a:lnTo>
                      <a:pt x="716" y="200"/>
                    </a:lnTo>
                    <a:lnTo>
                      <a:pt x="726" y="200"/>
                    </a:lnTo>
                    <a:lnTo>
                      <a:pt x="726" y="194"/>
                    </a:lnTo>
                    <a:lnTo>
                      <a:pt x="726" y="188"/>
                    </a:lnTo>
                    <a:lnTo>
                      <a:pt x="726" y="183"/>
                    </a:lnTo>
                    <a:lnTo>
                      <a:pt x="737" y="177"/>
                    </a:lnTo>
                    <a:lnTo>
                      <a:pt x="737" y="171"/>
                    </a:lnTo>
                    <a:lnTo>
                      <a:pt x="737" y="166"/>
                    </a:lnTo>
                    <a:lnTo>
                      <a:pt x="747" y="166"/>
                    </a:lnTo>
                    <a:lnTo>
                      <a:pt x="747" y="171"/>
                    </a:lnTo>
                    <a:lnTo>
                      <a:pt x="757" y="171"/>
                    </a:lnTo>
                    <a:lnTo>
                      <a:pt x="757" y="177"/>
                    </a:lnTo>
                    <a:lnTo>
                      <a:pt x="757" y="183"/>
                    </a:lnTo>
                    <a:lnTo>
                      <a:pt x="757" y="188"/>
                    </a:lnTo>
                    <a:lnTo>
                      <a:pt x="757" y="194"/>
                    </a:lnTo>
                    <a:lnTo>
                      <a:pt x="768" y="194"/>
                    </a:lnTo>
                    <a:lnTo>
                      <a:pt x="768" y="200"/>
                    </a:lnTo>
                    <a:lnTo>
                      <a:pt x="768" y="206"/>
                    </a:lnTo>
                    <a:lnTo>
                      <a:pt x="768" y="211"/>
                    </a:lnTo>
                    <a:lnTo>
                      <a:pt x="799" y="263"/>
                    </a:lnTo>
                    <a:lnTo>
                      <a:pt x="799" y="268"/>
                    </a:lnTo>
                    <a:lnTo>
                      <a:pt x="809" y="268"/>
                    </a:lnTo>
                    <a:lnTo>
                      <a:pt x="830" y="320"/>
                    </a:lnTo>
                    <a:lnTo>
                      <a:pt x="840" y="320"/>
                    </a:lnTo>
                    <a:lnTo>
                      <a:pt x="840" y="326"/>
                    </a:lnTo>
                    <a:lnTo>
                      <a:pt x="840" y="331"/>
                    </a:lnTo>
                    <a:lnTo>
                      <a:pt x="851" y="337"/>
                    </a:lnTo>
                    <a:lnTo>
                      <a:pt x="851" y="343"/>
                    </a:lnTo>
                    <a:lnTo>
                      <a:pt x="851" y="349"/>
                    </a:lnTo>
                    <a:lnTo>
                      <a:pt x="861" y="349"/>
                    </a:lnTo>
                    <a:lnTo>
                      <a:pt x="861" y="354"/>
                    </a:lnTo>
                    <a:lnTo>
                      <a:pt x="871" y="354"/>
                    </a:lnTo>
                    <a:lnTo>
                      <a:pt x="871" y="349"/>
                    </a:lnTo>
                    <a:lnTo>
                      <a:pt x="871" y="343"/>
                    </a:lnTo>
                    <a:lnTo>
                      <a:pt x="882" y="343"/>
                    </a:lnTo>
                    <a:lnTo>
                      <a:pt x="882" y="337"/>
                    </a:lnTo>
                    <a:lnTo>
                      <a:pt x="882" y="331"/>
                    </a:lnTo>
                    <a:lnTo>
                      <a:pt x="892" y="331"/>
                    </a:lnTo>
                    <a:lnTo>
                      <a:pt x="892" y="326"/>
                    </a:lnTo>
                    <a:lnTo>
                      <a:pt x="923" y="286"/>
                    </a:lnTo>
                    <a:lnTo>
                      <a:pt x="923" y="280"/>
                    </a:lnTo>
                    <a:lnTo>
                      <a:pt x="954" y="240"/>
                    </a:lnTo>
                    <a:lnTo>
                      <a:pt x="954" y="234"/>
                    </a:lnTo>
                    <a:lnTo>
                      <a:pt x="965" y="234"/>
                    </a:lnTo>
                    <a:lnTo>
                      <a:pt x="965" y="228"/>
                    </a:lnTo>
                    <a:lnTo>
                      <a:pt x="965" y="223"/>
                    </a:lnTo>
                    <a:lnTo>
                      <a:pt x="965" y="217"/>
                    </a:lnTo>
                    <a:lnTo>
                      <a:pt x="975" y="211"/>
                    </a:lnTo>
                    <a:lnTo>
                      <a:pt x="975" y="206"/>
                    </a:lnTo>
                    <a:lnTo>
                      <a:pt x="985" y="206"/>
                    </a:lnTo>
                    <a:lnTo>
                      <a:pt x="985" y="211"/>
                    </a:lnTo>
                    <a:lnTo>
                      <a:pt x="996" y="211"/>
                    </a:lnTo>
                    <a:lnTo>
                      <a:pt x="996" y="217"/>
                    </a:lnTo>
                    <a:lnTo>
                      <a:pt x="996" y="223"/>
                    </a:lnTo>
                    <a:lnTo>
                      <a:pt x="996" y="228"/>
                    </a:lnTo>
                    <a:lnTo>
                      <a:pt x="1006" y="228"/>
                    </a:lnTo>
                    <a:lnTo>
                      <a:pt x="1006" y="234"/>
                    </a:lnTo>
                    <a:lnTo>
                      <a:pt x="1006" y="240"/>
                    </a:lnTo>
                    <a:lnTo>
                      <a:pt x="1006" y="246"/>
                    </a:lnTo>
                    <a:lnTo>
                      <a:pt x="1017" y="251"/>
                    </a:lnTo>
                    <a:lnTo>
                      <a:pt x="1037" y="303"/>
                    </a:lnTo>
                    <a:lnTo>
                      <a:pt x="1048" y="308"/>
                    </a:lnTo>
                    <a:lnTo>
                      <a:pt x="1079" y="354"/>
                    </a:lnTo>
                    <a:lnTo>
                      <a:pt x="1079" y="360"/>
                    </a:lnTo>
                    <a:lnTo>
                      <a:pt x="1079" y="366"/>
                    </a:lnTo>
                    <a:lnTo>
                      <a:pt x="1089" y="366"/>
                    </a:lnTo>
                    <a:lnTo>
                      <a:pt x="1089" y="371"/>
                    </a:lnTo>
                    <a:lnTo>
                      <a:pt x="1089" y="377"/>
                    </a:lnTo>
                    <a:lnTo>
                      <a:pt x="1089" y="383"/>
                    </a:lnTo>
                    <a:lnTo>
                      <a:pt x="1099" y="383"/>
                    </a:lnTo>
                    <a:lnTo>
                      <a:pt x="1099" y="389"/>
                    </a:lnTo>
                    <a:lnTo>
                      <a:pt x="1110" y="389"/>
                    </a:lnTo>
                    <a:lnTo>
                      <a:pt x="1120" y="389"/>
                    </a:lnTo>
                    <a:lnTo>
                      <a:pt x="1120" y="383"/>
                    </a:lnTo>
                    <a:lnTo>
                      <a:pt x="1120" y="377"/>
                    </a:lnTo>
                    <a:lnTo>
                      <a:pt x="1131" y="377"/>
                    </a:lnTo>
                    <a:lnTo>
                      <a:pt x="1131" y="371"/>
                    </a:lnTo>
                    <a:lnTo>
                      <a:pt x="1162" y="343"/>
                    </a:lnTo>
                    <a:lnTo>
                      <a:pt x="1193" y="308"/>
                    </a:lnTo>
                    <a:lnTo>
                      <a:pt x="1203" y="308"/>
                    </a:lnTo>
                    <a:lnTo>
                      <a:pt x="1203" y="303"/>
                    </a:lnTo>
                    <a:lnTo>
                      <a:pt x="1203" y="297"/>
                    </a:lnTo>
                    <a:lnTo>
                      <a:pt x="1214" y="297"/>
                    </a:lnTo>
                    <a:lnTo>
                      <a:pt x="1214" y="291"/>
                    </a:lnTo>
                    <a:lnTo>
                      <a:pt x="1214" y="286"/>
                    </a:lnTo>
                    <a:lnTo>
                      <a:pt x="1224" y="286"/>
                    </a:lnTo>
                    <a:lnTo>
                      <a:pt x="1224" y="291"/>
                    </a:lnTo>
                    <a:lnTo>
                      <a:pt x="1234" y="291"/>
                    </a:lnTo>
                    <a:lnTo>
                      <a:pt x="1234" y="297"/>
                    </a:lnTo>
                    <a:lnTo>
                      <a:pt x="1234" y="303"/>
                    </a:lnTo>
                    <a:lnTo>
                      <a:pt x="1245" y="303"/>
                    </a:lnTo>
                    <a:lnTo>
                      <a:pt x="1245" y="308"/>
                    </a:lnTo>
                    <a:lnTo>
                      <a:pt x="1245" y="314"/>
                    </a:lnTo>
                    <a:lnTo>
                      <a:pt x="1245" y="320"/>
                    </a:lnTo>
                    <a:lnTo>
                      <a:pt x="1255" y="320"/>
                    </a:lnTo>
                    <a:lnTo>
                      <a:pt x="1286" y="366"/>
                    </a:lnTo>
                    <a:lnTo>
                      <a:pt x="1317" y="406"/>
                    </a:lnTo>
                    <a:lnTo>
                      <a:pt x="1317" y="411"/>
                    </a:lnTo>
                    <a:lnTo>
                      <a:pt x="1328" y="411"/>
                    </a:lnTo>
                    <a:lnTo>
                      <a:pt x="1328" y="417"/>
                    </a:lnTo>
                    <a:lnTo>
                      <a:pt x="1328" y="423"/>
                    </a:lnTo>
                    <a:lnTo>
                      <a:pt x="1338" y="423"/>
                    </a:lnTo>
                    <a:lnTo>
                      <a:pt x="1338" y="429"/>
                    </a:lnTo>
                    <a:lnTo>
                      <a:pt x="1348" y="429"/>
                    </a:lnTo>
                    <a:lnTo>
                      <a:pt x="1348" y="423"/>
                    </a:lnTo>
                    <a:lnTo>
                      <a:pt x="1359" y="423"/>
                    </a:lnTo>
                    <a:lnTo>
                      <a:pt x="1359" y="417"/>
                    </a:lnTo>
                    <a:lnTo>
                      <a:pt x="1369" y="417"/>
                    </a:lnTo>
                    <a:lnTo>
                      <a:pt x="1369" y="411"/>
                    </a:lnTo>
                    <a:lnTo>
                      <a:pt x="1400" y="389"/>
                    </a:lnTo>
                    <a:lnTo>
                      <a:pt x="1400" y="383"/>
                    </a:lnTo>
                    <a:lnTo>
                      <a:pt x="1410" y="383"/>
                    </a:lnTo>
                    <a:lnTo>
                      <a:pt x="1431" y="354"/>
                    </a:lnTo>
                    <a:lnTo>
                      <a:pt x="1442" y="354"/>
                    </a:lnTo>
                    <a:lnTo>
                      <a:pt x="1442" y="349"/>
                    </a:lnTo>
                    <a:lnTo>
                      <a:pt x="1442" y="343"/>
                    </a:lnTo>
                    <a:lnTo>
                      <a:pt x="1452" y="343"/>
                    </a:lnTo>
                    <a:lnTo>
                      <a:pt x="1452" y="337"/>
                    </a:lnTo>
                    <a:lnTo>
                      <a:pt x="1452" y="331"/>
                    </a:lnTo>
                    <a:lnTo>
                      <a:pt x="1462" y="331"/>
                    </a:lnTo>
                    <a:lnTo>
                      <a:pt x="1473" y="331"/>
                    </a:lnTo>
                    <a:lnTo>
                      <a:pt x="1473" y="337"/>
                    </a:lnTo>
                    <a:lnTo>
                      <a:pt x="1483" y="337"/>
                    </a:lnTo>
                    <a:lnTo>
                      <a:pt x="1483" y="343"/>
                    </a:lnTo>
                    <a:lnTo>
                      <a:pt x="1483" y="349"/>
                    </a:lnTo>
                    <a:lnTo>
                      <a:pt x="1493" y="349"/>
                    </a:lnTo>
                    <a:lnTo>
                      <a:pt x="1493" y="354"/>
                    </a:lnTo>
                    <a:lnTo>
                      <a:pt x="1525" y="383"/>
                    </a:lnTo>
                    <a:lnTo>
                      <a:pt x="1556" y="411"/>
                    </a:lnTo>
                    <a:lnTo>
                      <a:pt x="1566" y="411"/>
                    </a:lnTo>
                    <a:lnTo>
                      <a:pt x="1566" y="417"/>
                    </a:lnTo>
                    <a:lnTo>
                      <a:pt x="1576" y="423"/>
                    </a:lnTo>
                    <a:lnTo>
                      <a:pt x="1587" y="423"/>
                    </a:lnTo>
                    <a:lnTo>
                      <a:pt x="1597" y="423"/>
                    </a:lnTo>
                    <a:lnTo>
                      <a:pt x="1597" y="417"/>
                    </a:lnTo>
                    <a:lnTo>
                      <a:pt x="1597" y="411"/>
                    </a:lnTo>
                    <a:lnTo>
                      <a:pt x="1607" y="411"/>
                    </a:lnTo>
                    <a:lnTo>
                      <a:pt x="1607" y="406"/>
                    </a:lnTo>
                    <a:lnTo>
                      <a:pt x="1607" y="400"/>
                    </a:lnTo>
                    <a:lnTo>
                      <a:pt x="1639" y="366"/>
                    </a:lnTo>
                    <a:lnTo>
                      <a:pt x="1649" y="366"/>
                    </a:lnTo>
                    <a:lnTo>
                      <a:pt x="1649" y="360"/>
                    </a:lnTo>
                    <a:lnTo>
                      <a:pt x="1680" y="320"/>
                    </a:lnTo>
                    <a:lnTo>
                      <a:pt x="1680" y="314"/>
                    </a:lnTo>
                    <a:lnTo>
                      <a:pt x="1680" y="308"/>
                    </a:lnTo>
                    <a:lnTo>
                      <a:pt x="1690" y="308"/>
                    </a:lnTo>
                    <a:lnTo>
                      <a:pt x="1690" y="303"/>
                    </a:lnTo>
                    <a:lnTo>
                      <a:pt x="1690" y="297"/>
                    </a:lnTo>
                    <a:lnTo>
                      <a:pt x="1701" y="297"/>
                    </a:lnTo>
                    <a:lnTo>
                      <a:pt x="1701" y="291"/>
                    </a:lnTo>
                    <a:lnTo>
                      <a:pt x="1701" y="286"/>
                    </a:lnTo>
                    <a:lnTo>
                      <a:pt x="1711" y="286"/>
                    </a:lnTo>
                    <a:lnTo>
                      <a:pt x="1711" y="291"/>
                    </a:lnTo>
                    <a:lnTo>
                      <a:pt x="1722" y="291"/>
                    </a:lnTo>
                    <a:lnTo>
                      <a:pt x="1722" y="297"/>
                    </a:lnTo>
                    <a:lnTo>
                      <a:pt x="1722" y="303"/>
                    </a:lnTo>
                    <a:lnTo>
                      <a:pt x="1732" y="303"/>
                    </a:lnTo>
                    <a:lnTo>
                      <a:pt x="1732" y="308"/>
                    </a:lnTo>
                    <a:lnTo>
                      <a:pt x="1763" y="331"/>
                    </a:lnTo>
                    <a:lnTo>
                      <a:pt x="1763" y="337"/>
                    </a:lnTo>
                    <a:lnTo>
                      <a:pt x="1794" y="354"/>
                    </a:lnTo>
                    <a:lnTo>
                      <a:pt x="1794" y="360"/>
                    </a:lnTo>
                    <a:lnTo>
                      <a:pt x="1804" y="360"/>
                    </a:lnTo>
                    <a:lnTo>
                      <a:pt x="1804" y="366"/>
                    </a:lnTo>
                    <a:lnTo>
                      <a:pt x="1815" y="366"/>
                    </a:lnTo>
                    <a:lnTo>
                      <a:pt x="1825" y="366"/>
                    </a:lnTo>
                    <a:lnTo>
                      <a:pt x="1836" y="366"/>
                    </a:lnTo>
                    <a:lnTo>
                      <a:pt x="1836" y="360"/>
                    </a:lnTo>
                    <a:lnTo>
                      <a:pt x="1836" y="354"/>
                    </a:lnTo>
                    <a:lnTo>
                      <a:pt x="1846" y="354"/>
                    </a:lnTo>
                    <a:lnTo>
                      <a:pt x="1846" y="349"/>
                    </a:lnTo>
                    <a:lnTo>
                      <a:pt x="1846" y="343"/>
                    </a:lnTo>
                    <a:lnTo>
                      <a:pt x="1846" y="337"/>
                    </a:lnTo>
                    <a:lnTo>
                      <a:pt x="1856" y="337"/>
                    </a:lnTo>
                    <a:lnTo>
                      <a:pt x="1887" y="291"/>
                    </a:lnTo>
                    <a:lnTo>
                      <a:pt x="1887" y="286"/>
                    </a:lnTo>
                    <a:lnTo>
                      <a:pt x="1919" y="234"/>
                    </a:lnTo>
                    <a:lnTo>
                      <a:pt x="1919" y="228"/>
                    </a:lnTo>
                    <a:lnTo>
                      <a:pt x="1919" y="223"/>
                    </a:lnTo>
                    <a:lnTo>
                      <a:pt x="1919" y="217"/>
                    </a:lnTo>
                    <a:lnTo>
                      <a:pt x="1929" y="217"/>
                    </a:lnTo>
                    <a:lnTo>
                      <a:pt x="1929" y="211"/>
                    </a:lnTo>
                    <a:lnTo>
                      <a:pt x="1929" y="206"/>
                    </a:lnTo>
                    <a:lnTo>
                      <a:pt x="1929" y="200"/>
                    </a:lnTo>
                    <a:lnTo>
                      <a:pt x="1939" y="200"/>
                    </a:lnTo>
                    <a:lnTo>
                      <a:pt x="1939" y="194"/>
                    </a:lnTo>
                    <a:lnTo>
                      <a:pt x="1939" y="188"/>
                    </a:lnTo>
                    <a:lnTo>
                      <a:pt x="1950" y="188"/>
                    </a:lnTo>
                    <a:lnTo>
                      <a:pt x="1960" y="188"/>
                    </a:lnTo>
                    <a:lnTo>
                      <a:pt x="1960" y="194"/>
                    </a:lnTo>
                    <a:lnTo>
                      <a:pt x="1960" y="200"/>
                    </a:lnTo>
                    <a:lnTo>
                      <a:pt x="1970" y="200"/>
                    </a:lnTo>
                    <a:lnTo>
                      <a:pt x="1970" y="206"/>
                    </a:lnTo>
                    <a:lnTo>
                      <a:pt x="2001" y="240"/>
                    </a:lnTo>
                    <a:lnTo>
                      <a:pt x="2012" y="240"/>
                    </a:lnTo>
                    <a:lnTo>
                      <a:pt x="2033" y="268"/>
                    </a:lnTo>
                    <a:lnTo>
                      <a:pt x="2043" y="268"/>
                    </a:lnTo>
                    <a:lnTo>
                      <a:pt x="2043" y="274"/>
                    </a:lnTo>
                    <a:lnTo>
                      <a:pt x="2043" y="280"/>
                    </a:lnTo>
                    <a:lnTo>
                      <a:pt x="2053" y="280"/>
                    </a:lnTo>
                    <a:lnTo>
                      <a:pt x="2053" y="286"/>
                    </a:lnTo>
                    <a:lnTo>
                      <a:pt x="2064" y="286"/>
                    </a:lnTo>
                    <a:lnTo>
                      <a:pt x="2074" y="280"/>
                    </a:lnTo>
                    <a:lnTo>
                      <a:pt x="2074" y="274"/>
                    </a:lnTo>
                    <a:lnTo>
                      <a:pt x="2074" y="268"/>
                    </a:lnTo>
                    <a:lnTo>
                      <a:pt x="2084" y="268"/>
                    </a:lnTo>
                    <a:lnTo>
                      <a:pt x="2084" y="263"/>
                    </a:lnTo>
                    <a:lnTo>
                      <a:pt x="2084" y="257"/>
                    </a:lnTo>
                    <a:lnTo>
                      <a:pt x="2084" y="251"/>
                    </a:lnTo>
                    <a:lnTo>
                      <a:pt x="2095" y="251"/>
                    </a:lnTo>
                    <a:lnTo>
                      <a:pt x="2095" y="246"/>
                    </a:lnTo>
                    <a:lnTo>
                      <a:pt x="2126" y="194"/>
                    </a:lnTo>
                    <a:lnTo>
                      <a:pt x="2126" y="188"/>
                    </a:lnTo>
                    <a:lnTo>
                      <a:pt x="2157" y="125"/>
                    </a:lnTo>
                    <a:lnTo>
                      <a:pt x="2157" y="120"/>
                    </a:lnTo>
                    <a:lnTo>
                      <a:pt x="2167" y="114"/>
                    </a:lnTo>
                    <a:lnTo>
                      <a:pt x="2167" y="108"/>
                    </a:lnTo>
                    <a:lnTo>
                      <a:pt x="2167" y="103"/>
                    </a:lnTo>
                    <a:lnTo>
                      <a:pt x="2167" y="97"/>
                    </a:lnTo>
                    <a:lnTo>
                      <a:pt x="2178" y="97"/>
                    </a:lnTo>
                    <a:lnTo>
                      <a:pt x="2178" y="91"/>
                    </a:lnTo>
                    <a:lnTo>
                      <a:pt x="2178" y="85"/>
                    </a:lnTo>
                    <a:lnTo>
                      <a:pt x="2178" y="80"/>
                    </a:lnTo>
                    <a:lnTo>
                      <a:pt x="2188" y="80"/>
                    </a:lnTo>
                    <a:lnTo>
                      <a:pt x="2198" y="80"/>
                    </a:lnTo>
                    <a:lnTo>
                      <a:pt x="2198" y="85"/>
                    </a:lnTo>
                    <a:lnTo>
                      <a:pt x="2198" y="91"/>
                    </a:lnTo>
                    <a:lnTo>
                      <a:pt x="2209" y="97"/>
                    </a:lnTo>
                    <a:lnTo>
                      <a:pt x="2209" y="103"/>
                    </a:lnTo>
                    <a:lnTo>
                      <a:pt x="2209" y="108"/>
                    </a:lnTo>
                    <a:lnTo>
                      <a:pt x="2240" y="148"/>
                    </a:lnTo>
                    <a:lnTo>
                      <a:pt x="2250" y="148"/>
                    </a:lnTo>
                    <a:lnTo>
                      <a:pt x="2250" y="154"/>
                    </a:lnTo>
                    <a:lnTo>
                      <a:pt x="2281" y="188"/>
                    </a:lnTo>
                    <a:lnTo>
                      <a:pt x="2281" y="194"/>
                    </a:lnTo>
                    <a:lnTo>
                      <a:pt x="2281" y="200"/>
                    </a:lnTo>
                    <a:lnTo>
                      <a:pt x="2292" y="200"/>
                    </a:lnTo>
                    <a:lnTo>
                      <a:pt x="2292" y="206"/>
                    </a:lnTo>
                    <a:lnTo>
                      <a:pt x="2292" y="211"/>
                    </a:lnTo>
                    <a:lnTo>
                      <a:pt x="2302" y="211"/>
                    </a:lnTo>
                    <a:lnTo>
                      <a:pt x="2313" y="211"/>
                    </a:lnTo>
                    <a:lnTo>
                      <a:pt x="2313" y="206"/>
                    </a:lnTo>
                    <a:lnTo>
                      <a:pt x="2323" y="200"/>
                    </a:lnTo>
                    <a:lnTo>
                      <a:pt x="2323" y="194"/>
                    </a:lnTo>
                    <a:lnTo>
                      <a:pt x="2323" y="188"/>
                    </a:lnTo>
                    <a:lnTo>
                      <a:pt x="2333" y="183"/>
                    </a:lnTo>
                    <a:lnTo>
                      <a:pt x="2333" y="177"/>
                    </a:lnTo>
                    <a:lnTo>
                      <a:pt x="2364" y="125"/>
                    </a:lnTo>
                    <a:lnTo>
                      <a:pt x="2364" y="120"/>
                    </a:lnTo>
                    <a:lnTo>
                      <a:pt x="2364" y="114"/>
                    </a:lnTo>
                    <a:lnTo>
                      <a:pt x="2395" y="63"/>
                    </a:lnTo>
                    <a:lnTo>
                      <a:pt x="2395" y="57"/>
                    </a:lnTo>
                    <a:lnTo>
                      <a:pt x="2406" y="51"/>
                    </a:lnTo>
                    <a:lnTo>
                      <a:pt x="2406" y="45"/>
                    </a:lnTo>
                    <a:lnTo>
                      <a:pt x="2406" y="40"/>
                    </a:lnTo>
                    <a:lnTo>
                      <a:pt x="2406" y="34"/>
                    </a:lnTo>
                    <a:lnTo>
                      <a:pt x="2416" y="34"/>
                    </a:lnTo>
                    <a:lnTo>
                      <a:pt x="2416" y="28"/>
                    </a:lnTo>
                    <a:lnTo>
                      <a:pt x="2416" y="23"/>
                    </a:lnTo>
                    <a:lnTo>
                      <a:pt x="2416" y="17"/>
                    </a:lnTo>
                    <a:lnTo>
                      <a:pt x="2427" y="17"/>
                    </a:lnTo>
                    <a:lnTo>
                      <a:pt x="2437" y="17"/>
                    </a:lnTo>
                    <a:lnTo>
                      <a:pt x="2437" y="23"/>
                    </a:lnTo>
                    <a:lnTo>
                      <a:pt x="2437" y="28"/>
                    </a:lnTo>
                    <a:lnTo>
                      <a:pt x="2447" y="28"/>
                    </a:lnTo>
                    <a:lnTo>
                      <a:pt x="2447" y="34"/>
                    </a:lnTo>
                    <a:lnTo>
                      <a:pt x="2447" y="40"/>
                    </a:lnTo>
                    <a:lnTo>
                      <a:pt x="2447" y="45"/>
                    </a:lnTo>
                    <a:lnTo>
                      <a:pt x="2458" y="51"/>
                    </a:lnTo>
                    <a:lnTo>
                      <a:pt x="2458" y="57"/>
                    </a:lnTo>
                    <a:lnTo>
                      <a:pt x="2458" y="63"/>
                    </a:lnTo>
                    <a:lnTo>
                      <a:pt x="2468" y="68"/>
                    </a:lnTo>
                    <a:lnTo>
                      <a:pt x="2468" y="74"/>
                    </a:lnTo>
                    <a:lnTo>
                      <a:pt x="2468" y="80"/>
                    </a:lnTo>
                    <a:lnTo>
                      <a:pt x="2478" y="80"/>
                    </a:lnTo>
                    <a:lnTo>
                      <a:pt x="2478" y="85"/>
                    </a:lnTo>
                    <a:lnTo>
                      <a:pt x="2478" y="91"/>
                    </a:lnTo>
                    <a:lnTo>
                      <a:pt x="2478" y="97"/>
                    </a:lnTo>
                    <a:lnTo>
                      <a:pt x="2489" y="97"/>
                    </a:lnTo>
                    <a:lnTo>
                      <a:pt x="2489" y="103"/>
                    </a:lnTo>
                    <a:lnTo>
                      <a:pt x="2489" y="108"/>
                    </a:lnTo>
                    <a:lnTo>
                      <a:pt x="2489" y="114"/>
                    </a:lnTo>
                    <a:lnTo>
                      <a:pt x="2499" y="114"/>
                    </a:lnTo>
                    <a:lnTo>
                      <a:pt x="2499" y="120"/>
                    </a:lnTo>
                    <a:lnTo>
                      <a:pt x="2499" y="125"/>
                    </a:lnTo>
                    <a:lnTo>
                      <a:pt x="2499" y="131"/>
                    </a:lnTo>
                    <a:lnTo>
                      <a:pt x="2510" y="131"/>
                    </a:lnTo>
                    <a:lnTo>
                      <a:pt x="2510" y="137"/>
                    </a:lnTo>
                    <a:lnTo>
                      <a:pt x="2510" y="143"/>
                    </a:lnTo>
                    <a:lnTo>
                      <a:pt x="2520" y="143"/>
                    </a:lnTo>
                    <a:lnTo>
                      <a:pt x="2520" y="148"/>
                    </a:lnTo>
                    <a:lnTo>
                      <a:pt x="2520" y="154"/>
                    </a:lnTo>
                    <a:lnTo>
                      <a:pt x="2520" y="160"/>
                    </a:lnTo>
                    <a:lnTo>
                      <a:pt x="2530" y="160"/>
                    </a:lnTo>
                    <a:lnTo>
                      <a:pt x="2530" y="166"/>
                    </a:lnTo>
                    <a:lnTo>
                      <a:pt x="2530" y="171"/>
                    </a:lnTo>
                    <a:lnTo>
                      <a:pt x="2541" y="177"/>
                    </a:lnTo>
                    <a:lnTo>
                      <a:pt x="2551" y="177"/>
                    </a:lnTo>
                    <a:lnTo>
                      <a:pt x="2551" y="171"/>
                    </a:lnTo>
                    <a:lnTo>
                      <a:pt x="2561" y="171"/>
                    </a:lnTo>
                    <a:lnTo>
                      <a:pt x="2561" y="166"/>
                    </a:lnTo>
                    <a:lnTo>
                      <a:pt x="2561" y="160"/>
                    </a:lnTo>
                    <a:lnTo>
                      <a:pt x="2572" y="154"/>
                    </a:lnTo>
                    <a:lnTo>
                      <a:pt x="2572" y="148"/>
                    </a:lnTo>
                    <a:lnTo>
                      <a:pt x="2572" y="143"/>
                    </a:lnTo>
                    <a:lnTo>
                      <a:pt x="2582" y="143"/>
                    </a:lnTo>
                    <a:lnTo>
                      <a:pt x="2582" y="137"/>
                    </a:lnTo>
                    <a:lnTo>
                      <a:pt x="2582" y="131"/>
                    </a:lnTo>
                    <a:lnTo>
                      <a:pt x="2582" y="125"/>
                    </a:lnTo>
                    <a:lnTo>
                      <a:pt x="2592" y="125"/>
                    </a:lnTo>
                    <a:lnTo>
                      <a:pt x="2592" y="120"/>
                    </a:lnTo>
                    <a:lnTo>
                      <a:pt x="2592" y="114"/>
                    </a:lnTo>
                    <a:lnTo>
                      <a:pt x="2592" y="108"/>
                    </a:lnTo>
                    <a:lnTo>
                      <a:pt x="2603" y="108"/>
                    </a:lnTo>
                    <a:lnTo>
                      <a:pt x="2603" y="103"/>
                    </a:lnTo>
                    <a:lnTo>
                      <a:pt x="2603" y="97"/>
                    </a:lnTo>
                    <a:lnTo>
                      <a:pt x="2603" y="91"/>
                    </a:lnTo>
                    <a:lnTo>
                      <a:pt x="2613" y="91"/>
                    </a:lnTo>
                    <a:lnTo>
                      <a:pt x="2613" y="85"/>
                    </a:lnTo>
                    <a:lnTo>
                      <a:pt x="2613" y="80"/>
                    </a:lnTo>
                    <a:lnTo>
                      <a:pt x="2613" y="74"/>
                    </a:lnTo>
                    <a:lnTo>
                      <a:pt x="2624" y="68"/>
                    </a:lnTo>
                    <a:lnTo>
                      <a:pt x="2624" y="63"/>
                    </a:lnTo>
                    <a:lnTo>
                      <a:pt x="2624" y="57"/>
                    </a:lnTo>
                    <a:lnTo>
                      <a:pt x="2634" y="51"/>
                    </a:lnTo>
                    <a:lnTo>
                      <a:pt x="2634" y="45"/>
                    </a:lnTo>
                    <a:lnTo>
                      <a:pt x="2634" y="40"/>
                    </a:lnTo>
                    <a:lnTo>
                      <a:pt x="2644" y="34"/>
                    </a:lnTo>
                    <a:lnTo>
                      <a:pt x="2644" y="28"/>
                    </a:lnTo>
                    <a:lnTo>
                      <a:pt x="2644" y="23"/>
                    </a:lnTo>
                    <a:lnTo>
                      <a:pt x="2644" y="17"/>
                    </a:lnTo>
                    <a:lnTo>
                      <a:pt x="2655" y="17"/>
                    </a:lnTo>
                    <a:lnTo>
                      <a:pt x="2655" y="11"/>
                    </a:lnTo>
                    <a:lnTo>
                      <a:pt x="2655" y="5"/>
                    </a:lnTo>
                    <a:lnTo>
                      <a:pt x="2655" y="0"/>
                    </a:lnTo>
                    <a:lnTo>
                      <a:pt x="2665" y="0"/>
                    </a:lnTo>
                    <a:lnTo>
                      <a:pt x="2675" y="0"/>
                    </a:lnTo>
                    <a:lnTo>
                      <a:pt x="2675" y="5"/>
                    </a:lnTo>
                    <a:lnTo>
                      <a:pt x="2675" y="11"/>
                    </a:lnTo>
                    <a:lnTo>
                      <a:pt x="2675" y="17"/>
                    </a:lnTo>
                    <a:lnTo>
                      <a:pt x="2686" y="17"/>
                    </a:lnTo>
                    <a:lnTo>
                      <a:pt x="2686" y="23"/>
                    </a:lnTo>
                    <a:lnTo>
                      <a:pt x="2686" y="28"/>
                    </a:lnTo>
                    <a:lnTo>
                      <a:pt x="2686" y="34"/>
                    </a:lnTo>
                    <a:lnTo>
                      <a:pt x="2696" y="34"/>
                    </a:lnTo>
                    <a:lnTo>
                      <a:pt x="2696" y="40"/>
                    </a:lnTo>
                    <a:lnTo>
                      <a:pt x="2727" y="97"/>
                    </a:lnTo>
                    <a:lnTo>
                      <a:pt x="2727" y="103"/>
                    </a:lnTo>
                    <a:lnTo>
                      <a:pt x="2758" y="154"/>
                    </a:lnTo>
                    <a:lnTo>
                      <a:pt x="2758" y="160"/>
                    </a:lnTo>
                    <a:lnTo>
                      <a:pt x="2758" y="166"/>
                    </a:lnTo>
                    <a:lnTo>
                      <a:pt x="2769" y="166"/>
                    </a:lnTo>
                    <a:lnTo>
                      <a:pt x="2769" y="171"/>
                    </a:lnTo>
                    <a:lnTo>
                      <a:pt x="2769" y="177"/>
                    </a:lnTo>
                    <a:lnTo>
                      <a:pt x="2769" y="183"/>
                    </a:lnTo>
                    <a:lnTo>
                      <a:pt x="2779" y="183"/>
                    </a:lnTo>
                    <a:lnTo>
                      <a:pt x="2779" y="188"/>
                    </a:lnTo>
                    <a:lnTo>
                      <a:pt x="2789" y="194"/>
                    </a:lnTo>
                    <a:lnTo>
                      <a:pt x="2789" y="188"/>
                    </a:lnTo>
                    <a:lnTo>
                      <a:pt x="2800" y="188"/>
                    </a:lnTo>
                    <a:lnTo>
                      <a:pt x="2800" y="183"/>
                    </a:lnTo>
                    <a:lnTo>
                      <a:pt x="2800" y="177"/>
                    </a:lnTo>
                    <a:lnTo>
                      <a:pt x="2810" y="177"/>
                    </a:lnTo>
                    <a:lnTo>
                      <a:pt x="2810" y="171"/>
                    </a:lnTo>
                    <a:lnTo>
                      <a:pt x="2810" y="166"/>
                    </a:lnTo>
                    <a:lnTo>
                      <a:pt x="2841" y="125"/>
                    </a:lnTo>
                    <a:lnTo>
                      <a:pt x="2841" y="120"/>
                    </a:lnTo>
                    <a:lnTo>
                      <a:pt x="2852" y="120"/>
                    </a:lnTo>
                    <a:lnTo>
                      <a:pt x="2883" y="74"/>
                    </a:lnTo>
                    <a:lnTo>
                      <a:pt x="2883" y="68"/>
                    </a:lnTo>
                    <a:lnTo>
                      <a:pt x="2883" y="63"/>
                    </a:lnTo>
                    <a:lnTo>
                      <a:pt x="2893" y="57"/>
                    </a:lnTo>
                    <a:lnTo>
                      <a:pt x="2893" y="51"/>
                    </a:lnTo>
                    <a:lnTo>
                      <a:pt x="2893" y="45"/>
                    </a:lnTo>
                    <a:lnTo>
                      <a:pt x="2904" y="45"/>
                    </a:lnTo>
                    <a:lnTo>
                      <a:pt x="2904" y="40"/>
                    </a:lnTo>
                    <a:lnTo>
                      <a:pt x="2904" y="45"/>
                    </a:lnTo>
                    <a:lnTo>
                      <a:pt x="2914" y="45"/>
                    </a:lnTo>
                    <a:lnTo>
                      <a:pt x="2914" y="51"/>
                    </a:lnTo>
                    <a:lnTo>
                      <a:pt x="2914" y="57"/>
                    </a:lnTo>
                    <a:lnTo>
                      <a:pt x="2924" y="63"/>
                    </a:lnTo>
                    <a:lnTo>
                      <a:pt x="2924" y="68"/>
                    </a:lnTo>
                    <a:lnTo>
                      <a:pt x="2924" y="74"/>
                    </a:lnTo>
                    <a:lnTo>
                      <a:pt x="2924" y="80"/>
                    </a:lnTo>
                    <a:lnTo>
                      <a:pt x="2935" y="80"/>
                    </a:lnTo>
                    <a:lnTo>
                      <a:pt x="2935" y="85"/>
                    </a:lnTo>
                    <a:lnTo>
                      <a:pt x="2935" y="91"/>
                    </a:lnTo>
                    <a:lnTo>
                      <a:pt x="2966" y="148"/>
                    </a:lnTo>
                    <a:lnTo>
                      <a:pt x="2966" y="154"/>
                    </a:lnTo>
                    <a:lnTo>
                      <a:pt x="2966" y="160"/>
                    </a:lnTo>
                    <a:lnTo>
                      <a:pt x="2997" y="211"/>
                    </a:lnTo>
                    <a:lnTo>
                      <a:pt x="2997" y="217"/>
                    </a:lnTo>
                    <a:lnTo>
                      <a:pt x="3007" y="217"/>
                    </a:lnTo>
                    <a:lnTo>
                      <a:pt x="3007" y="223"/>
                    </a:lnTo>
                    <a:lnTo>
                      <a:pt x="3007" y="228"/>
                    </a:lnTo>
                    <a:lnTo>
                      <a:pt x="3007" y="234"/>
                    </a:lnTo>
                    <a:lnTo>
                      <a:pt x="3018" y="234"/>
                    </a:lnTo>
                    <a:lnTo>
                      <a:pt x="3018" y="240"/>
                    </a:lnTo>
                    <a:lnTo>
                      <a:pt x="3018" y="246"/>
                    </a:lnTo>
                    <a:lnTo>
                      <a:pt x="3028" y="246"/>
                    </a:lnTo>
                    <a:lnTo>
                      <a:pt x="3028" y="251"/>
                    </a:lnTo>
                    <a:lnTo>
                      <a:pt x="3038" y="251"/>
                    </a:lnTo>
                    <a:lnTo>
                      <a:pt x="3038" y="246"/>
                    </a:lnTo>
                    <a:lnTo>
                      <a:pt x="3049" y="240"/>
                    </a:lnTo>
                    <a:lnTo>
                      <a:pt x="3049" y="234"/>
                    </a:lnTo>
                    <a:lnTo>
                      <a:pt x="3059" y="234"/>
                    </a:lnTo>
                    <a:lnTo>
                      <a:pt x="3080" y="200"/>
                    </a:lnTo>
                    <a:lnTo>
                      <a:pt x="3090" y="200"/>
                    </a:lnTo>
                    <a:lnTo>
                      <a:pt x="3121" y="166"/>
                    </a:lnTo>
                    <a:lnTo>
                      <a:pt x="3121" y="160"/>
                    </a:lnTo>
                    <a:lnTo>
                      <a:pt x="3121" y="154"/>
                    </a:lnTo>
                    <a:lnTo>
                      <a:pt x="3132" y="154"/>
                    </a:lnTo>
                    <a:lnTo>
                      <a:pt x="3132" y="148"/>
                    </a:lnTo>
                    <a:lnTo>
                      <a:pt x="3132" y="143"/>
                    </a:lnTo>
                    <a:lnTo>
                      <a:pt x="3142" y="143"/>
                    </a:lnTo>
                    <a:lnTo>
                      <a:pt x="3152" y="143"/>
                    </a:lnTo>
                    <a:lnTo>
                      <a:pt x="3152" y="148"/>
                    </a:lnTo>
                    <a:lnTo>
                      <a:pt x="3152" y="154"/>
                    </a:lnTo>
                    <a:lnTo>
                      <a:pt x="3163" y="154"/>
                    </a:lnTo>
                    <a:lnTo>
                      <a:pt x="3163" y="160"/>
                    </a:lnTo>
                    <a:lnTo>
                      <a:pt x="3163" y="166"/>
                    </a:lnTo>
                    <a:lnTo>
                      <a:pt x="3163" y="171"/>
                    </a:lnTo>
                    <a:lnTo>
                      <a:pt x="3173" y="177"/>
                    </a:lnTo>
                    <a:lnTo>
                      <a:pt x="3173" y="183"/>
                    </a:lnTo>
                    <a:lnTo>
                      <a:pt x="3173" y="188"/>
                    </a:lnTo>
                    <a:lnTo>
                      <a:pt x="3204" y="240"/>
                    </a:lnTo>
                    <a:lnTo>
                      <a:pt x="3204" y="246"/>
                    </a:lnTo>
                    <a:lnTo>
                      <a:pt x="3235" y="297"/>
                    </a:lnTo>
                    <a:lnTo>
                      <a:pt x="3246" y="303"/>
                    </a:lnTo>
                    <a:lnTo>
                      <a:pt x="3246" y="308"/>
                    </a:lnTo>
                    <a:lnTo>
                      <a:pt x="3246" y="314"/>
                    </a:lnTo>
                    <a:lnTo>
                      <a:pt x="3256" y="314"/>
                    </a:lnTo>
                    <a:lnTo>
                      <a:pt x="3256" y="320"/>
                    </a:lnTo>
                    <a:lnTo>
                      <a:pt x="3256" y="326"/>
                    </a:lnTo>
                    <a:lnTo>
                      <a:pt x="3266" y="326"/>
                    </a:lnTo>
                    <a:lnTo>
                      <a:pt x="3266" y="331"/>
                    </a:lnTo>
                    <a:lnTo>
                      <a:pt x="3277" y="331"/>
                    </a:lnTo>
                    <a:lnTo>
                      <a:pt x="3277" y="326"/>
                    </a:lnTo>
                    <a:lnTo>
                      <a:pt x="3287" y="326"/>
                    </a:lnTo>
                    <a:lnTo>
                      <a:pt x="3287" y="320"/>
                    </a:lnTo>
                    <a:lnTo>
                      <a:pt x="3298" y="320"/>
                    </a:lnTo>
                    <a:lnTo>
                      <a:pt x="3329" y="297"/>
                    </a:lnTo>
                    <a:lnTo>
                      <a:pt x="3329" y="291"/>
                    </a:lnTo>
                    <a:lnTo>
                      <a:pt x="3360" y="268"/>
                    </a:lnTo>
                    <a:lnTo>
                      <a:pt x="3360" y="263"/>
                    </a:lnTo>
                    <a:lnTo>
                      <a:pt x="3370" y="263"/>
                    </a:lnTo>
                    <a:lnTo>
                      <a:pt x="3370" y="257"/>
                    </a:lnTo>
                    <a:lnTo>
                      <a:pt x="3370" y="251"/>
                    </a:lnTo>
                    <a:lnTo>
                      <a:pt x="3380" y="251"/>
                    </a:lnTo>
                    <a:lnTo>
                      <a:pt x="3391" y="251"/>
                    </a:lnTo>
                    <a:lnTo>
                      <a:pt x="3391" y="257"/>
                    </a:lnTo>
                    <a:lnTo>
                      <a:pt x="3401" y="257"/>
                    </a:lnTo>
                    <a:lnTo>
                      <a:pt x="3401" y="263"/>
                    </a:lnTo>
                    <a:lnTo>
                      <a:pt x="3401" y="268"/>
                    </a:lnTo>
                    <a:lnTo>
                      <a:pt x="3401" y="274"/>
                    </a:lnTo>
                    <a:lnTo>
                      <a:pt x="3412" y="274"/>
                    </a:lnTo>
                    <a:lnTo>
                      <a:pt x="3412" y="280"/>
                    </a:lnTo>
                    <a:lnTo>
                      <a:pt x="3412" y="286"/>
                    </a:lnTo>
                    <a:lnTo>
                      <a:pt x="3443" y="326"/>
                    </a:lnTo>
                    <a:lnTo>
                      <a:pt x="3443" y="331"/>
                    </a:lnTo>
                    <a:lnTo>
                      <a:pt x="3453" y="331"/>
                    </a:lnTo>
                    <a:lnTo>
                      <a:pt x="3484" y="371"/>
                    </a:lnTo>
                    <a:lnTo>
                      <a:pt x="3484" y="377"/>
                    </a:lnTo>
                    <a:lnTo>
                      <a:pt x="3484" y="383"/>
                    </a:lnTo>
                    <a:lnTo>
                      <a:pt x="3495" y="383"/>
                    </a:lnTo>
                    <a:lnTo>
                      <a:pt x="3495" y="389"/>
                    </a:lnTo>
                    <a:lnTo>
                      <a:pt x="3495" y="394"/>
                    </a:lnTo>
                    <a:lnTo>
                      <a:pt x="3505" y="394"/>
                    </a:lnTo>
                    <a:lnTo>
                      <a:pt x="3515" y="394"/>
                    </a:lnTo>
                    <a:lnTo>
                      <a:pt x="3526" y="394"/>
                    </a:lnTo>
                    <a:lnTo>
                      <a:pt x="3526" y="389"/>
                    </a:lnTo>
                    <a:lnTo>
                      <a:pt x="3536" y="389"/>
                    </a:lnTo>
                    <a:lnTo>
                      <a:pt x="3536" y="383"/>
                    </a:lnTo>
                    <a:lnTo>
                      <a:pt x="3567" y="360"/>
                    </a:lnTo>
                    <a:lnTo>
                      <a:pt x="3598" y="331"/>
                    </a:lnTo>
                    <a:lnTo>
                      <a:pt x="3609" y="326"/>
                    </a:lnTo>
                    <a:lnTo>
                      <a:pt x="3609" y="320"/>
                    </a:lnTo>
                    <a:lnTo>
                      <a:pt x="3619" y="320"/>
                    </a:lnTo>
                    <a:lnTo>
                      <a:pt x="3619" y="314"/>
                    </a:lnTo>
                    <a:lnTo>
                      <a:pt x="3629" y="314"/>
                    </a:lnTo>
                    <a:lnTo>
                      <a:pt x="3640" y="314"/>
                    </a:lnTo>
                    <a:lnTo>
                      <a:pt x="3640" y="320"/>
                    </a:lnTo>
                    <a:lnTo>
                      <a:pt x="3640" y="326"/>
                    </a:lnTo>
                    <a:lnTo>
                      <a:pt x="3650" y="326"/>
                    </a:lnTo>
                    <a:lnTo>
                      <a:pt x="3650" y="331"/>
                    </a:lnTo>
                    <a:lnTo>
                      <a:pt x="3650" y="337"/>
                    </a:lnTo>
                    <a:lnTo>
                      <a:pt x="3660" y="337"/>
                    </a:lnTo>
                    <a:lnTo>
                      <a:pt x="3681" y="366"/>
                    </a:lnTo>
                    <a:lnTo>
                      <a:pt x="3692" y="371"/>
                    </a:lnTo>
                    <a:lnTo>
                      <a:pt x="3723" y="400"/>
                    </a:lnTo>
                    <a:lnTo>
                      <a:pt x="3723" y="406"/>
                    </a:lnTo>
                    <a:lnTo>
                      <a:pt x="3733" y="406"/>
                    </a:lnTo>
                    <a:lnTo>
                      <a:pt x="3733" y="411"/>
                    </a:lnTo>
                    <a:lnTo>
                      <a:pt x="3743" y="411"/>
                    </a:lnTo>
                    <a:lnTo>
                      <a:pt x="3743" y="417"/>
                    </a:lnTo>
                    <a:lnTo>
                      <a:pt x="3754" y="417"/>
                    </a:lnTo>
                    <a:lnTo>
                      <a:pt x="3754" y="411"/>
                    </a:lnTo>
                    <a:lnTo>
                      <a:pt x="3764" y="411"/>
                    </a:lnTo>
                    <a:lnTo>
                      <a:pt x="3764" y="406"/>
                    </a:lnTo>
                    <a:lnTo>
                      <a:pt x="3764" y="400"/>
                    </a:lnTo>
                    <a:lnTo>
                      <a:pt x="3774" y="400"/>
                    </a:lnTo>
                    <a:lnTo>
                      <a:pt x="3774" y="394"/>
                    </a:lnTo>
                    <a:lnTo>
                      <a:pt x="3806" y="366"/>
                    </a:lnTo>
                    <a:lnTo>
                      <a:pt x="3806" y="360"/>
                    </a:lnTo>
                    <a:lnTo>
                      <a:pt x="3837" y="326"/>
                    </a:lnTo>
                    <a:lnTo>
                      <a:pt x="3837" y="320"/>
                    </a:lnTo>
                    <a:lnTo>
                      <a:pt x="3847" y="320"/>
                    </a:lnTo>
                    <a:lnTo>
                      <a:pt x="3847" y="314"/>
                    </a:lnTo>
                    <a:lnTo>
                      <a:pt x="3847" y="308"/>
                    </a:lnTo>
                    <a:lnTo>
                      <a:pt x="3857" y="308"/>
                    </a:lnTo>
                    <a:lnTo>
                      <a:pt x="3857" y="303"/>
                    </a:lnTo>
                    <a:lnTo>
                      <a:pt x="3857" y="297"/>
                    </a:lnTo>
                    <a:lnTo>
                      <a:pt x="3868" y="297"/>
                    </a:lnTo>
                    <a:lnTo>
                      <a:pt x="3868" y="291"/>
                    </a:lnTo>
                    <a:lnTo>
                      <a:pt x="3878" y="291"/>
                    </a:lnTo>
                    <a:lnTo>
                      <a:pt x="3878" y="297"/>
                    </a:lnTo>
                    <a:lnTo>
                      <a:pt x="3878" y="303"/>
                    </a:lnTo>
                    <a:lnTo>
                      <a:pt x="3889" y="303"/>
                    </a:lnTo>
                    <a:lnTo>
                      <a:pt x="3889" y="308"/>
                    </a:lnTo>
                    <a:lnTo>
                      <a:pt x="3889" y="314"/>
                    </a:lnTo>
                    <a:lnTo>
                      <a:pt x="3899" y="314"/>
                    </a:lnTo>
                    <a:lnTo>
                      <a:pt x="3930" y="343"/>
                    </a:lnTo>
                    <a:lnTo>
                      <a:pt x="3961" y="366"/>
                    </a:lnTo>
                    <a:lnTo>
                      <a:pt x="3961" y="371"/>
                    </a:lnTo>
                    <a:lnTo>
                      <a:pt x="3971" y="371"/>
                    </a:lnTo>
                    <a:lnTo>
                      <a:pt x="3971" y="377"/>
                    </a:lnTo>
                    <a:lnTo>
                      <a:pt x="3982" y="377"/>
                    </a:lnTo>
                    <a:lnTo>
                      <a:pt x="3982" y="383"/>
                    </a:lnTo>
                    <a:lnTo>
                      <a:pt x="3992" y="383"/>
                    </a:lnTo>
                    <a:lnTo>
                      <a:pt x="3992" y="377"/>
                    </a:lnTo>
                    <a:lnTo>
                      <a:pt x="4003" y="371"/>
                    </a:lnTo>
                    <a:lnTo>
                      <a:pt x="4003" y="366"/>
                    </a:lnTo>
                    <a:lnTo>
                      <a:pt x="4003" y="360"/>
                    </a:lnTo>
                    <a:lnTo>
                      <a:pt x="4013" y="360"/>
                    </a:lnTo>
                    <a:lnTo>
                      <a:pt x="4013" y="354"/>
                    </a:lnTo>
                    <a:lnTo>
                      <a:pt x="4013" y="349"/>
                    </a:lnTo>
                    <a:lnTo>
                      <a:pt x="4044" y="308"/>
                    </a:lnTo>
                    <a:lnTo>
                      <a:pt x="4044" y="303"/>
                    </a:lnTo>
                    <a:lnTo>
                      <a:pt x="4054" y="303"/>
                    </a:lnTo>
                    <a:lnTo>
                      <a:pt x="4075" y="251"/>
                    </a:lnTo>
                    <a:lnTo>
                      <a:pt x="4085" y="251"/>
                    </a:lnTo>
                    <a:lnTo>
                      <a:pt x="4085" y="246"/>
                    </a:lnTo>
                    <a:lnTo>
                      <a:pt x="4085" y="240"/>
                    </a:lnTo>
                    <a:lnTo>
                      <a:pt x="4085" y="234"/>
                    </a:lnTo>
                    <a:lnTo>
                      <a:pt x="4096" y="234"/>
                    </a:lnTo>
                    <a:lnTo>
                      <a:pt x="4096" y="228"/>
                    </a:lnTo>
                    <a:lnTo>
                      <a:pt x="4096" y="223"/>
                    </a:lnTo>
                    <a:lnTo>
                      <a:pt x="4096" y="217"/>
                    </a:lnTo>
                    <a:lnTo>
                      <a:pt x="4106" y="217"/>
                    </a:lnTo>
                    <a:lnTo>
                      <a:pt x="4106" y="211"/>
                    </a:lnTo>
                    <a:lnTo>
                      <a:pt x="4117" y="211"/>
                    </a:lnTo>
                    <a:lnTo>
                      <a:pt x="4117" y="217"/>
                    </a:lnTo>
                    <a:lnTo>
                      <a:pt x="4127" y="217"/>
                    </a:lnTo>
                    <a:lnTo>
                      <a:pt x="4127" y="223"/>
                    </a:lnTo>
                    <a:lnTo>
                      <a:pt x="4127" y="228"/>
                    </a:lnTo>
                    <a:lnTo>
                      <a:pt x="4137" y="228"/>
                    </a:lnTo>
                    <a:lnTo>
                      <a:pt x="4137" y="234"/>
                    </a:lnTo>
                    <a:lnTo>
                      <a:pt x="4168" y="268"/>
                    </a:lnTo>
                    <a:lnTo>
                      <a:pt x="4168" y="274"/>
                    </a:lnTo>
                    <a:lnTo>
                      <a:pt x="4200" y="303"/>
                    </a:lnTo>
                    <a:lnTo>
                      <a:pt x="4200" y="308"/>
                    </a:lnTo>
                    <a:lnTo>
                      <a:pt x="4210" y="308"/>
                    </a:lnTo>
                    <a:lnTo>
                      <a:pt x="4210" y="314"/>
                    </a:lnTo>
                    <a:lnTo>
                      <a:pt x="4220" y="320"/>
                    </a:lnTo>
                    <a:lnTo>
                      <a:pt x="4231" y="320"/>
                    </a:lnTo>
                    <a:lnTo>
                      <a:pt x="4241" y="314"/>
                    </a:lnTo>
                    <a:lnTo>
                      <a:pt x="4241" y="308"/>
                    </a:lnTo>
                    <a:lnTo>
                      <a:pt x="4241" y="303"/>
                    </a:lnTo>
                    <a:lnTo>
                      <a:pt x="4251" y="303"/>
                    </a:lnTo>
                    <a:lnTo>
                      <a:pt x="4251" y="297"/>
                    </a:lnTo>
                    <a:lnTo>
                      <a:pt x="4251" y="291"/>
                    </a:lnTo>
                    <a:lnTo>
                      <a:pt x="4251" y="286"/>
                    </a:lnTo>
                    <a:lnTo>
                      <a:pt x="4262" y="286"/>
                    </a:lnTo>
                    <a:lnTo>
                      <a:pt x="4282" y="234"/>
                    </a:lnTo>
                    <a:lnTo>
                      <a:pt x="4293" y="228"/>
                    </a:lnTo>
                    <a:lnTo>
                      <a:pt x="4324" y="171"/>
                    </a:lnTo>
                    <a:lnTo>
                      <a:pt x="4324" y="166"/>
                    </a:lnTo>
                    <a:lnTo>
                      <a:pt x="4324" y="160"/>
                    </a:lnTo>
                    <a:lnTo>
                      <a:pt x="4324" y="154"/>
                    </a:lnTo>
                    <a:lnTo>
                      <a:pt x="4334" y="154"/>
                    </a:lnTo>
                    <a:lnTo>
                      <a:pt x="4334" y="148"/>
                    </a:lnTo>
                    <a:lnTo>
                      <a:pt x="4334" y="143"/>
                    </a:lnTo>
                    <a:lnTo>
                      <a:pt x="4334" y="137"/>
                    </a:lnTo>
                    <a:lnTo>
                      <a:pt x="4334" y="131"/>
                    </a:lnTo>
                    <a:lnTo>
                      <a:pt x="4345" y="131"/>
                    </a:lnTo>
                    <a:lnTo>
                      <a:pt x="4345" y="125"/>
                    </a:lnTo>
                    <a:lnTo>
                      <a:pt x="4355" y="125"/>
                    </a:lnTo>
                    <a:lnTo>
                      <a:pt x="4355" y="131"/>
                    </a:lnTo>
                    <a:lnTo>
                      <a:pt x="4365" y="131"/>
                    </a:lnTo>
                    <a:lnTo>
                      <a:pt x="4365" y="137"/>
                    </a:lnTo>
                    <a:lnTo>
                      <a:pt x="4365" y="143"/>
                    </a:lnTo>
                    <a:lnTo>
                      <a:pt x="4365" y="148"/>
                    </a:lnTo>
                    <a:lnTo>
                      <a:pt x="4376" y="148"/>
                    </a:lnTo>
                    <a:lnTo>
                      <a:pt x="4376" y="154"/>
                    </a:lnTo>
                    <a:lnTo>
                      <a:pt x="4376" y="160"/>
                    </a:lnTo>
                    <a:lnTo>
                      <a:pt x="4407" y="206"/>
                    </a:lnTo>
                    <a:lnTo>
                      <a:pt x="4407" y="211"/>
                    </a:lnTo>
                    <a:lnTo>
                      <a:pt x="4438" y="257"/>
                    </a:lnTo>
                    <a:lnTo>
                      <a:pt x="4448" y="257"/>
                    </a:lnTo>
                    <a:lnTo>
                      <a:pt x="4448" y="263"/>
                    </a:lnTo>
                    <a:lnTo>
                      <a:pt x="4448" y="268"/>
                    </a:lnTo>
                    <a:lnTo>
                      <a:pt x="4448" y="274"/>
                    </a:lnTo>
                    <a:lnTo>
                      <a:pt x="4459" y="274"/>
                    </a:lnTo>
                    <a:lnTo>
                      <a:pt x="4459" y="280"/>
                    </a:lnTo>
                    <a:lnTo>
                      <a:pt x="4459" y="286"/>
                    </a:lnTo>
                    <a:lnTo>
                      <a:pt x="4469" y="286"/>
                    </a:lnTo>
                    <a:lnTo>
                      <a:pt x="4469" y="280"/>
                    </a:lnTo>
                    <a:lnTo>
                      <a:pt x="4479" y="280"/>
                    </a:lnTo>
                    <a:lnTo>
                      <a:pt x="4479" y="274"/>
                    </a:lnTo>
                    <a:lnTo>
                      <a:pt x="4479" y="268"/>
                    </a:lnTo>
                    <a:lnTo>
                      <a:pt x="4490" y="268"/>
                    </a:lnTo>
                    <a:lnTo>
                      <a:pt x="4490" y="263"/>
                    </a:lnTo>
                    <a:lnTo>
                      <a:pt x="4490" y="257"/>
                    </a:lnTo>
                    <a:lnTo>
                      <a:pt x="4500" y="251"/>
                    </a:lnTo>
                    <a:lnTo>
                      <a:pt x="4531" y="200"/>
                    </a:lnTo>
                    <a:lnTo>
                      <a:pt x="4531" y="194"/>
                    </a:lnTo>
                    <a:lnTo>
                      <a:pt x="4562" y="143"/>
                    </a:lnTo>
                    <a:lnTo>
                      <a:pt x="4562" y="137"/>
                    </a:lnTo>
                    <a:lnTo>
                      <a:pt x="4562" y="131"/>
                    </a:lnTo>
                    <a:lnTo>
                      <a:pt x="4562" y="125"/>
                    </a:lnTo>
                    <a:lnTo>
                      <a:pt x="4573" y="125"/>
                    </a:lnTo>
                    <a:lnTo>
                      <a:pt x="4573" y="120"/>
                    </a:lnTo>
                    <a:lnTo>
                      <a:pt x="4573" y="114"/>
                    </a:lnTo>
                    <a:lnTo>
                      <a:pt x="4573" y="108"/>
                    </a:lnTo>
                    <a:lnTo>
                      <a:pt x="4583" y="108"/>
                    </a:lnTo>
                    <a:lnTo>
                      <a:pt x="4583" y="103"/>
                    </a:lnTo>
                    <a:lnTo>
                      <a:pt x="4583" y="97"/>
                    </a:lnTo>
                    <a:lnTo>
                      <a:pt x="4594" y="97"/>
                    </a:lnTo>
                    <a:lnTo>
                      <a:pt x="4594" y="103"/>
                    </a:lnTo>
                    <a:lnTo>
                      <a:pt x="4594" y="108"/>
                    </a:lnTo>
                    <a:lnTo>
                      <a:pt x="4604" y="108"/>
                    </a:lnTo>
                    <a:lnTo>
                      <a:pt x="4604" y="114"/>
                    </a:lnTo>
                    <a:lnTo>
                      <a:pt x="4604" y="120"/>
                    </a:lnTo>
                    <a:lnTo>
                      <a:pt x="4604" y="125"/>
                    </a:lnTo>
                    <a:lnTo>
                      <a:pt x="4614" y="131"/>
                    </a:lnTo>
                    <a:lnTo>
                      <a:pt x="4614" y="137"/>
                    </a:lnTo>
                    <a:lnTo>
                      <a:pt x="4614" y="143"/>
                    </a:lnTo>
                    <a:lnTo>
                      <a:pt x="4645" y="206"/>
                    </a:lnTo>
                    <a:lnTo>
                      <a:pt x="4645" y="211"/>
                    </a:lnTo>
                    <a:lnTo>
                      <a:pt x="4656" y="211"/>
                    </a:lnTo>
                    <a:lnTo>
                      <a:pt x="4676" y="263"/>
                    </a:lnTo>
                    <a:lnTo>
                      <a:pt x="4687" y="263"/>
                    </a:lnTo>
                    <a:lnTo>
                      <a:pt x="4687" y="268"/>
                    </a:lnTo>
                    <a:lnTo>
                      <a:pt x="4687" y="274"/>
                    </a:lnTo>
                    <a:lnTo>
                      <a:pt x="4687" y="280"/>
                    </a:lnTo>
                    <a:lnTo>
                      <a:pt x="4697" y="286"/>
                    </a:lnTo>
                    <a:lnTo>
                      <a:pt x="4697" y="291"/>
                    </a:lnTo>
                    <a:lnTo>
                      <a:pt x="4697" y="297"/>
                    </a:lnTo>
                    <a:lnTo>
                      <a:pt x="4708" y="297"/>
                    </a:lnTo>
                    <a:lnTo>
                      <a:pt x="4708" y="303"/>
                    </a:lnTo>
                    <a:lnTo>
                      <a:pt x="4718" y="303"/>
                    </a:lnTo>
                    <a:lnTo>
                      <a:pt x="4718" y="297"/>
                    </a:lnTo>
                    <a:lnTo>
                      <a:pt x="4718" y="291"/>
                    </a:lnTo>
                    <a:lnTo>
                      <a:pt x="4728" y="291"/>
                    </a:lnTo>
                    <a:lnTo>
                      <a:pt x="4728" y="286"/>
                    </a:lnTo>
                    <a:lnTo>
                      <a:pt x="4728" y="280"/>
                    </a:lnTo>
                    <a:lnTo>
                      <a:pt x="4739" y="280"/>
                    </a:lnTo>
                    <a:lnTo>
                      <a:pt x="4739" y="274"/>
                    </a:lnTo>
                    <a:lnTo>
                      <a:pt x="4770" y="240"/>
                    </a:lnTo>
                    <a:lnTo>
                      <a:pt x="4770" y="234"/>
                    </a:lnTo>
                    <a:lnTo>
                      <a:pt x="4801" y="194"/>
                    </a:lnTo>
                    <a:lnTo>
                      <a:pt x="4801" y="188"/>
                    </a:lnTo>
                    <a:lnTo>
                      <a:pt x="4811" y="183"/>
                    </a:lnTo>
                    <a:lnTo>
                      <a:pt x="4811" y="177"/>
                    </a:lnTo>
                    <a:lnTo>
                      <a:pt x="4811" y="171"/>
                    </a:lnTo>
                    <a:lnTo>
                      <a:pt x="4822" y="171"/>
                    </a:lnTo>
                    <a:lnTo>
                      <a:pt x="4822" y="166"/>
                    </a:lnTo>
                    <a:lnTo>
                      <a:pt x="4822" y="160"/>
                    </a:lnTo>
                    <a:lnTo>
                      <a:pt x="4832" y="160"/>
                    </a:lnTo>
                    <a:lnTo>
                      <a:pt x="4832" y="166"/>
                    </a:lnTo>
                    <a:lnTo>
                      <a:pt x="4832" y="171"/>
                    </a:lnTo>
                    <a:lnTo>
                      <a:pt x="4842" y="171"/>
                    </a:lnTo>
                    <a:lnTo>
                      <a:pt x="4842" y="177"/>
                    </a:lnTo>
                    <a:lnTo>
                      <a:pt x="4842" y="183"/>
                    </a:lnTo>
                    <a:lnTo>
                      <a:pt x="4842" y="188"/>
                    </a:lnTo>
                    <a:lnTo>
                      <a:pt x="4853" y="188"/>
                    </a:lnTo>
                    <a:lnTo>
                      <a:pt x="4853" y="194"/>
                    </a:lnTo>
                    <a:lnTo>
                      <a:pt x="4853" y="200"/>
                    </a:lnTo>
                    <a:lnTo>
                      <a:pt x="4853" y="206"/>
                    </a:lnTo>
                    <a:lnTo>
                      <a:pt x="4853" y="211"/>
                    </a:lnTo>
                    <a:lnTo>
                      <a:pt x="4884" y="268"/>
                    </a:lnTo>
                    <a:lnTo>
                      <a:pt x="4884" y="274"/>
                    </a:lnTo>
                    <a:lnTo>
                      <a:pt x="4894" y="274"/>
                    </a:lnTo>
                    <a:lnTo>
                      <a:pt x="4925" y="331"/>
                    </a:lnTo>
                    <a:lnTo>
                      <a:pt x="4925" y="337"/>
                    </a:lnTo>
                    <a:lnTo>
                      <a:pt x="4925" y="343"/>
                    </a:lnTo>
                    <a:lnTo>
                      <a:pt x="4936" y="343"/>
                    </a:lnTo>
                    <a:lnTo>
                      <a:pt x="4936" y="349"/>
                    </a:lnTo>
                    <a:lnTo>
                      <a:pt x="4936" y="354"/>
                    </a:lnTo>
                    <a:lnTo>
                      <a:pt x="4936" y="360"/>
                    </a:lnTo>
                    <a:lnTo>
                      <a:pt x="4946" y="360"/>
                    </a:lnTo>
                    <a:lnTo>
                      <a:pt x="4946" y="366"/>
                    </a:lnTo>
                    <a:lnTo>
                      <a:pt x="4956" y="366"/>
                    </a:lnTo>
                    <a:lnTo>
                      <a:pt x="4967" y="366"/>
                    </a:lnTo>
                    <a:lnTo>
                      <a:pt x="4967" y="360"/>
                    </a:lnTo>
                    <a:lnTo>
                      <a:pt x="4967" y="354"/>
                    </a:lnTo>
                    <a:lnTo>
                      <a:pt x="4977" y="354"/>
                    </a:lnTo>
                    <a:lnTo>
                      <a:pt x="4977" y="349"/>
                    </a:lnTo>
                    <a:lnTo>
                      <a:pt x="5008" y="326"/>
                    </a:lnTo>
                    <a:lnTo>
                      <a:pt x="5008" y="320"/>
                    </a:lnTo>
                    <a:lnTo>
                      <a:pt x="5039" y="291"/>
                    </a:lnTo>
                    <a:lnTo>
                      <a:pt x="5050" y="291"/>
                    </a:lnTo>
                    <a:lnTo>
                      <a:pt x="5050" y="286"/>
                    </a:lnTo>
                    <a:lnTo>
                      <a:pt x="5050" y="280"/>
                    </a:lnTo>
                    <a:lnTo>
                      <a:pt x="5060" y="280"/>
                    </a:lnTo>
                    <a:lnTo>
                      <a:pt x="5060" y="274"/>
                    </a:lnTo>
                    <a:lnTo>
                      <a:pt x="5070" y="274"/>
                    </a:lnTo>
                    <a:lnTo>
                      <a:pt x="5081" y="274"/>
                    </a:lnTo>
                    <a:lnTo>
                      <a:pt x="5081" y="280"/>
                    </a:lnTo>
                    <a:lnTo>
                      <a:pt x="5081" y="286"/>
                    </a:lnTo>
                    <a:lnTo>
                      <a:pt x="5081" y="291"/>
                    </a:lnTo>
                    <a:lnTo>
                      <a:pt x="5091" y="291"/>
                    </a:lnTo>
                    <a:lnTo>
                      <a:pt x="5091" y="297"/>
                    </a:lnTo>
                    <a:lnTo>
                      <a:pt x="5091" y="303"/>
                    </a:lnTo>
                    <a:lnTo>
                      <a:pt x="5091" y="308"/>
                    </a:lnTo>
                    <a:lnTo>
                      <a:pt x="5102" y="308"/>
                    </a:lnTo>
                  </a:path>
                </a:pathLst>
              </a:custGeom>
              <a:noFill/>
              <a:ln w="1584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6" name="Rectangle 328"/>
              <p:cNvSpPr/>
              <p:nvPr/>
            </p:nvSpPr>
            <p:spPr>
              <a:xfrm>
                <a:off x="1402920" y="5818320"/>
                <a:ext cx="34956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ff0000"/>
                    </a:solidFill>
                    <a:effectLst/>
                    <a:uFillTx/>
                    <a:latin typeface="Arial"/>
                  </a:rPr>
                  <a:t>BETA_X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7" name="Freeform 329"/>
              <p:cNvSpPr/>
              <p:nvPr/>
            </p:nvSpPr>
            <p:spPr>
              <a:xfrm>
                <a:off x="500040" y="4956120"/>
                <a:ext cx="8099280" cy="600120"/>
              </a:xfrm>
              <a:custGeom>
                <a:avLst/>
                <a:gdLst>
                  <a:gd name="textAreaLeft" fmla="*/ 0 w 8099280"/>
                  <a:gd name="textAreaRight" fmla="*/ 8099280 w 8099280"/>
                  <a:gd name="textAreaTop" fmla="*/ 0 h 600120"/>
                  <a:gd name="textAreaBottom" fmla="*/ 600480 h 600120"/>
                  <a:gd name="GluePoint1X" fmla="*/ 42 w 5102"/>
                  <a:gd name="GluePoint1Y" fmla="*/ 366 h 378"/>
                  <a:gd name="GluePoint2X" fmla="*/ 146 w 5102"/>
                  <a:gd name="GluePoint2Y" fmla="*/ 252 h 378"/>
                  <a:gd name="GluePoint3X" fmla="*/ 249 w 5102"/>
                  <a:gd name="GluePoint3Y" fmla="*/ 360 h 378"/>
                  <a:gd name="GluePoint4X" fmla="*/ 291 w 5102"/>
                  <a:gd name="GluePoint4Y" fmla="*/ 343 h 378"/>
                  <a:gd name="GluePoint5X" fmla="*/ 394 w 5102"/>
                  <a:gd name="GluePoint5Y" fmla="*/ 229 h 378"/>
                  <a:gd name="GluePoint6X" fmla="*/ 488 w 5102"/>
                  <a:gd name="GluePoint6Y" fmla="*/ 338 h 378"/>
                  <a:gd name="GluePoint7X" fmla="*/ 591 w 5102"/>
                  <a:gd name="GluePoint7Y" fmla="*/ 217 h 378"/>
                  <a:gd name="GluePoint8X" fmla="*/ 643 w 5102"/>
                  <a:gd name="GluePoint8Y" fmla="*/ 189 h 378"/>
                  <a:gd name="GluePoint9X" fmla="*/ 737 w 5102"/>
                  <a:gd name="GluePoint9Y" fmla="*/ 309 h 378"/>
                  <a:gd name="GluePoint10X" fmla="*/ 840 w 5102"/>
                  <a:gd name="GluePoint10Y" fmla="*/ 183 h 378"/>
                  <a:gd name="GluePoint11X" fmla="*/ 882 w 5102"/>
                  <a:gd name="GluePoint11Y" fmla="*/ 177 h 378"/>
                  <a:gd name="GluePoint12X" fmla="*/ 985 w 5102"/>
                  <a:gd name="GluePoint12Y" fmla="*/ 298 h 378"/>
                  <a:gd name="GluePoint13X" fmla="*/ 1089 w 5102"/>
                  <a:gd name="GluePoint13Y" fmla="*/ 183 h 378"/>
                  <a:gd name="GluePoint14X" fmla="*/ 1131 w 5102"/>
                  <a:gd name="GluePoint14Y" fmla="*/ 195 h 378"/>
                  <a:gd name="GluePoint15X" fmla="*/ 1234 w 5102"/>
                  <a:gd name="GluePoint15Y" fmla="*/ 303 h 378"/>
                  <a:gd name="GluePoint16X" fmla="*/ 1328 w 5102"/>
                  <a:gd name="GluePoint16Y" fmla="*/ 195 h 378"/>
                  <a:gd name="GluePoint17X" fmla="*/ 1400 w 5102"/>
                  <a:gd name="GluePoint17Y" fmla="*/ 252 h 378"/>
                  <a:gd name="GluePoint18X" fmla="*/ 1473 w 5102"/>
                  <a:gd name="GluePoint18Y" fmla="*/ 303 h 378"/>
                  <a:gd name="GluePoint19X" fmla="*/ 1576 w 5102"/>
                  <a:gd name="GluePoint19Y" fmla="*/ 183 h 378"/>
                  <a:gd name="GluePoint20X" fmla="*/ 1680 w 5102"/>
                  <a:gd name="GluePoint20Y" fmla="*/ 275 h 378"/>
                  <a:gd name="GluePoint21X" fmla="*/ 1722 w 5102"/>
                  <a:gd name="GluePoint21Y" fmla="*/ 275 h 378"/>
                  <a:gd name="GluePoint22X" fmla="*/ 1825 w 5102"/>
                  <a:gd name="GluePoint22Y" fmla="*/ 149 h 378"/>
                  <a:gd name="GluePoint23X" fmla="*/ 1919 w 5102"/>
                  <a:gd name="GluePoint23Y" fmla="*/ 240 h 378"/>
                  <a:gd name="GluePoint24X" fmla="*/ 1970 w 5102"/>
                  <a:gd name="GluePoint24Y" fmla="*/ 229 h 378"/>
                  <a:gd name="GluePoint25X" fmla="*/ 2074 w 5102"/>
                  <a:gd name="GluePoint25Y" fmla="*/ 97 h 378"/>
                  <a:gd name="GluePoint26X" fmla="*/ 2167 w 5102"/>
                  <a:gd name="GluePoint26Y" fmla="*/ 200 h 378"/>
                  <a:gd name="GluePoint27X" fmla="*/ 2209 w 5102"/>
                  <a:gd name="GluePoint27Y" fmla="*/ 177 h 378"/>
                  <a:gd name="GluePoint28X" fmla="*/ 2313 w 5102"/>
                  <a:gd name="GluePoint28Y" fmla="*/ 46 h 378"/>
                  <a:gd name="GluePoint29X" fmla="*/ 2416 w 5102"/>
                  <a:gd name="GluePoint29Y" fmla="*/ 166 h 378"/>
                  <a:gd name="GluePoint30X" fmla="*/ 2468 w 5102"/>
                  <a:gd name="GluePoint30Y" fmla="*/ 126 h 378"/>
                  <a:gd name="GluePoint31X" fmla="*/ 2510 w 5102"/>
                  <a:gd name="GluePoint31Y" fmla="*/ 52 h 378"/>
                  <a:gd name="GluePoint32X" fmla="*/ 2561 w 5102"/>
                  <a:gd name="GluePoint32Y" fmla="*/ 17 h 378"/>
                  <a:gd name="GluePoint33X" fmla="*/ 2613 w 5102"/>
                  <a:gd name="GluePoint33Y" fmla="*/ 92 h 378"/>
                  <a:gd name="GluePoint34X" fmla="*/ 2655 w 5102"/>
                  <a:gd name="GluePoint34Y" fmla="*/ 149 h 378"/>
                  <a:gd name="GluePoint35X" fmla="*/ 2758 w 5102"/>
                  <a:gd name="GluePoint35Y" fmla="*/ 34 h 378"/>
                  <a:gd name="GluePoint36X" fmla="*/ 2800 w 5102"/>
                  <a:gd name="GluePoint36Y" fmla="*/ 17 h 378"/>
                  <a:gd name="GluePoint37X" fmla="*/ 2904 w 5102"/>
                  <a:gd name="GluePoint37Y" fmla="*/ 160 h 378"/>
                  <a:gd name="GluePoint38X" fmla="*/ 3007 w 5102"/>
                  <a:gd name="GluePoint38Y" fmla="*/ 46 h 378"/>
                  <a:gd name="GluePoint39X" fmla="*/ 3049 w 5102"/>
                  <a:gd name="GluePoint39Y" fmla="*/ 57 h 378"/>
                  <a:gd name="GluePoint40X" fmla="*/ 3152 w 5102"/>
                  <a:gd name="GluePoint40Y" fmla="*/ 200 h 378"/>
                  <a:gd name="GluePoint41X" fmla="*/ 3246 w 5102"/>
                  <a:gd name="GluePoint41Y" fmla="*/ 97 h 378"/>
                  <a:gd name="GluePoint42X" fmla="*/ 3298 w 5102"/>
                  <a:gd name="GluePoint42Y" fmla="*/ 120 h 378"/>
                  <a:gd name="GluePoint43X" fmla="*/ 3401 w 5102"/>
                  <a:gd name="GluePoint43Y" fmla="*/ 246 h 378"/>
                  <a:gd name="GluePoint44X" fmla="*/ 3495 w 5102"/>
                  <a:gd name="GluePoint44Y" fmla="*/ 149 h 378"/>
                  <a:gd name="GluePoint45X" fmla="*/ 3567 w 5102"/>
                  <a:gd name="GluePoint45Y" fmla="*/ 229 h 378"/>
                  <a:gd name="GluePoint46X" fmla="*/ 3640 w 5102"/>
                  <a:gd name="GluePoint46Y" fmla="*/ 280 h 378"/>
                  <a:gd name="GluePoint47X" fmla="*/ 3743 w 5102"/>
                  <a:gd name="GluePoint47Y" fmla="*/ 189 h 378"/>
                  <a:gd name="GluePoint48X" fmla="*/ 3837 w 5102"/>
                  <a:gd name="GluePoint48Y" fmla="*/ 286 h 378"/>
                  <a:gd name="GluePoint49X" fmla="*/ 3889 w 5102"/>
                  <a:gd name="GluePoint49Y" fmla="*/ 292 h 378"/>
                  <a:gd name="GluePoint50X" fmla="*/ 3992 w 5102"/>
                  <a:gd name="GluePoint50Y" fmla="*/ 183 h 378"/>
                  <a:gd name="GluePoint51X" fmla="*/ 4085 w 5102"/>
                  <a:gd name="GluePoint51Y" fmla="*/ 280 h 378"/>
                  <a:gd name="GluePoint52X" fmla="*/ 4137 w 5102"/>
                  <a:gd name="GluePoint52Y" fmla="*/ 263 h 378"/>
                  <a:gd name="GluePoint53X" fmla="*/ 4231 w 5102"/>
                  <a:gd name="GluePoint53Y" fmla="*/ 143 h 378"/>
                  <a:gd name="GluePoint54X" fmla="*/ 4334 w 5102"/>
                  <a:gd name="GluePoint54Y" fmla="*/ 258 h 378"/>
                  <a:gd name="GluePoint55X" fmla="*/ 4407 w 5102"/>
                  <a:gd name="GluePoint55Y" fmla="*/ 189 h 378"/>
                  <a:gd name="GluePoint56X" fmla="*/ 4479 w 5102"/>
                  <a:gd name="GluePoint56Y" fmla="*/ 109 h 378"/>
                  <a:gd name="GluePoint57X" fmla="*/ 4583 w 5102"/>
                  <a:gd name="GluePoint57Y" fmla="*/ 246 h 378"/>
                  <a:gd name="GluePoint58X" fmla="*/ 4676 w 5102"/>
                  <a:gd name="GluePoint58Y" fmla="*/ 132 h 378"/>
                  <a:gd name="GluePoint59X" fmla="*/ 4728 w 5102"/>
                  <a:gd name="GluePoint59Y" fmla="*/ 120 h 378"/>
                  <a:gd name="GluePoint60X" fmla="*/ 4832 w 5102"/>
                  <a:gd name="GluePoint60Y" fmla="*/ 263 h 378"/>
                  <a:gd name="GluePoint61X" fmla="*/ 4925 w 5102"/>
                  <a:gd name="GluePoint61Y" fmla="*/ 160 h 378"/>
                  <a:gd name="GluePoint62X" fmla="*/ 4977 w 5102"/>
                  <a:gd name="GluePoint62Y" fmla="*/ 172 h 378"/>
                  <a:gd name="GluePoint63X" fmla="*/ 5070 w 5102"/>
                  <a:gd name="GluePoint63Y" fmla="*/ 303 h 37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102" h="378">
                    <a:moveTo>
                      <a:pt x="0" y="360"/>
                    </a:moveTo>
                    <a:lnTo>
                      <a:pt x="0" y="360"/>
                    </a:lnTo>
                    <a:lnTo>
                      <a:pt x="0" y="366"/>
                    </a:lnTo>
                    <a:lnTo>
                      <a:pt x="0" y="372"/>
                    </a:lnTo>
                    <a:lnTo>
                      <a:pt x="11" y="372"/>
                    </a:lnTo>
                    <a:lnTo>
                      <a:pt x="11" y="378"/>
                    </a:lnTo>
                    <a:lnTo>
                      <a:pt x="21" y="378"/>
                    </a:lnTo>
                    <a:lnTo>
                      <a:pt x="32" y="378"/>
                    </a:lnTo>
                    <a:lnTo>
                      <a:pt x="32" y="372"/>
                    </a:lnTo>
                    <a:lnTo>
                      <a:pt x="42" y="372"/>
                    </a:lnTo>
                    <a:lnTo>
                      <a:pt x="42" y="366"/>
                    </a:lnTo>
                    <a:lnTo>
                      <a:pt x="42" y="360"/>
                    </a:lnTo>
                    <a:lnTo>
                      <a:pt x="52" y="360"/>
                    </a:lnTo>
                    <a:lnTo>
                      <a:pt x="83" y="326"/>
                    </a:lnTo>
                    <a:lnTo>
                      <a:pt x="114" y="286"/>
                    </a:lnTo>
                    <a:lnTo>
                      <a:pt x="114" y="280"/>
                    </a:lnTo>
                    <a:lnTo>
                      <a:pt x="125" y="275"/>
                    </a:lnTo>
                    <a:lnTo>
                      <a:pt x="125" y="269"/>
                    </a:lnTo>
                    <a:lnTo>
                      <a:pt x="125" y="263"/>
                    </a:lnTo>
                    <a:lnTo>
                      <a:pt x="135" y="263"/>
                    </a:lnTo>
                    <a:lnTo>
                      <a:pt x="135" y="258"/>
                    </a:lnTo>
                    <a:lnTo>
                      <a:pt x="135" y="252"/>
                    </a:lnTo>
                    <a:lnTo>
                      <a:pt x="146" y="252"/>
                    </a:lnTo>
                    <a:lnTo>
                      <a:pt x="146" y="258"/>
                    </a:lnTo>
                    <a:lnTo>
                      <a:pt x="156" y="258"/>
                    </a:lnTo>
                    <a:lnTo>
                      <a:pt x="156" y="263"/>
                    </a:lnTo>
                    <a:lnTo>
                      <a:pt x="156" y="269"/>
                    </a:lnTo>
                    <a:lnTo>
                      <a:pt x="166" y="269"/>
                    </a:lnTo>
                    <a:lnTo>
                      <a:pt x="166" y="275"/>
                    </a:lnTo>
                    <a:lnTo>
                      <a:pt x="166" y="280"/>
                    </a:lnTo>
                    <a:lnTo>
                      <a:pt x="197" y="315"/>
                    </a:lnTo>
                    <a:lnTo>
                      <a:pt x="197" y="320"/>
                    </a:lnTo>
                    <a:lnTo>
                      <a:pt x="208" y="320"/>
                    </a:lnTo>
                    <a:lnTo>
                      <a:pt x="239" y="349"/>
                    </a:lnTo>
                    <a:lnTo>
                      <a:pt x="239" y="355"/>
                    </a:lnTo>
                    <a:lnTo>
                      <a:pt x="239" y="360"/>
                    </a:lnTo>
                    <a:lnTo>
                      <a:pt x="249" y="360"/>
                    </a:lnTo>
                    <a:lnTo>
                      <a:pt x="249" y="366"/>
                    </a:lnTo>
                    <a:lnTo>
                      <a:pt x="260" y="366"/>
                    </a:lnTo>
                    <a:lnTo>
                      <a:pt x="270" y="366"/>
                    </a:lnTo>
                    <a:lnTo>
                      <a:pt x="270" y="360"/>
                    </a:lnTo>
                    <a:lnTo>
                      <a:pt x="280" y="360"/>
                    </a:lnTo>
                    <a:lnTo>
                      <a:pt x="280" y="355"/>
                    </a:lnTo>
                    <a:lnTo>
                      <a:pt x="280" y="349"/>
                    </a:lnTo>
                    <a:lnTo>
                      <a:pt x="291" y="349"/>
                    </a:lnTo>
                    <a:lnTo>
                      <a:pt x="291" y="343"/>
                    </a:lnTo>
                    <a:lnTo>
                      <a:pt x="322" y="309"/>
                    </a:lnTo>
                    <a:lnTo>
                      <a:pt x="322" y="303"/>
                    </a:lnTo>
                    <a:lnTo>
                      <a:pt x="353" y="258"/>
                    </a:lnTo>
                    <a:lnTo>
                      <a:pt x="353" y="252"/>
                    </a:lnTo>
                    <a:lnTo>
                      <a:pt x="363" y="252"/>
                    </a:lnTo>
                    <a:lnTo>
                      <a:pt x="363" y="246"/>
                    </a:lnTo>
                    <a:lnTo>
                      <a:pt x="363" y="240"/>
                    </a:lnTo>
                    <a:lnTo>
                      <a:pt x="374" y="235"/>
                    </a:lnTo>
                    <a:lnTo>
                      <a:pt x="374" y="229"/>
                    </a:lnTo>
                    <a:lnTo>
                      <a:pt x="374" y="223"/>
                    </a:lnTo>
                    <a:lnTo>
                      <a:pt x="384" y="223"/>
                    </a:lnTo>
                    <a:lnTo>
                      <a:pt x="394" y="223"/>
                    </a:lnTo>
                    <a:lnTo>
                      <a:pt x="394" y="229"/>
                    </a:lnTo>
                    <a:lnTo>
                      <a:pt x="394" y="235"/>
                    </a:lnTo>
                    <a:lnTo>
                      <a:pt x="405" y="235"/>
                    </a:lnTo>
                    <a:lnTo>
                      <a:pt x="405" y="240"/>
                    </a:lnTo>
                    <a:lnTo>
                      <a:pt x="405" y="246"/>
                    </a:lnTo>
                    <a:lnTo>
                      <a:pt x="405" y="252"/>
                    </a:lnTo>
                    <a:lnTo>
                      <a:pt x="415" y="252"/>
                    </a:lnTo>
                    <a:lnTo>
                      <a:pt x="436" y="286"/>
                    </a:lnTo>
                    <a:lnTo>
                      <a:pt x="446" y="286"/>
                    </a:lnTo>
                    <a:lnTo>
                      <a:pt x="446" y="292"/>
                    </a:lnTo>
                    <a:lnTo>
                      <a:pt x="477" y="320"/>
                    </a:lnTo>
                    <a:lnTo>
                      <a:pt x="477" y="326"/>
                    </a:lnTo>
                    <a:lnTo>
                      <a:pt x="488" y="326"/>
                    </a:lnTo>
                    <a:lnTo>
                      <a:pt x="488" y="332"/>
                    </a:lnTo>
                    <a:lnTo>
                      <a:pt x="488" y="338"/>
                    </a:lnTo>
                    <a:lnTo>
                      <a:pt x="498" y="338"/>
                    </a:lnTo>
                    <a:lnTo>
                      <a:pt x="508" y="338"/>
                    </a:lnTo>
                    <a:lnTo>
                      <a:pt x="508" y="332"/>
                    </a:lnTo>
                    <a:lnTo>
                      <a:pt x="519" y="332"/>
                    </a:lnTo>
                    <a:lnTo>
                      <a:pt x="519" y="326"/>
                    </a:lnTo>
                    <a:lnTo>
                      <a:pt x="519" y="320"/>
                    </a:lnTo>
                    <a:lnTo>
                      <a:pt x="529" y="320"/>
                    </a:lnTo>
                    <a:lnTo>
                      <a:pt x="529" y="315"/>
                    </a:lnTo>
                    <a:lnTo>
                      <a:pt x="529" y="309"/>
                    </a:lnTo>
                    <a:lnTo>
                      <a:pt x="560" y="269"/>
                    </a:lnTo>
                    <a:lnTo>
                      <a:pt x="560" y="263"/>
                    </a:lnTo>
                    <a:lnTo>
                      <a:pt x="591" y="217"/>
                    </a:lnTo>
                    <a:lnTo>
                      <a:pt x="591" y="212"/>
                    </a:lnTo>
                    <a:lnTo>
                      <a:pt x="602" y="212"/>
                    </a:lnTo>
                    <a:lnTo>
                      <a:pt x="602" y="206"/>
                    </a:lnTo>
                    <a:lnTo>
                      <a:pt x="602" y="200"/>
                    </a:lnTo>
                    <a:lnTo>
                      <a:pt x="602" y="195"/>
                    </a:lnTo>
                    <a:lnTo>
                      <a:pt x="612" y="195"/>
                    </a:lnTo>
                    <a:lnTo>
                      <a:pt x="612" y="189"/>
                    </a:lnTo>
                    <a:lnTo>
                      <a:pt x="612" y="183"/>
                    </a:lnTo>
                    <a:lnTo>
                      <a:pt x="612" y="177"/>
                    </a:lnTo>
                    <a:lnTo>
                      <a:pt x="623" y="177"/>
                    </a:lnTo>
                    <a:lnTo>
                      <a:pt x="633" y="177"/>
                    </a:lnTo>
                    <a:lnTo>
                      <a:pt x="633" y="183"/>
                    </a:lnTo>
                    <a:lnTo>
                      <a:pt x="633" y="189"/>
                    </a:lnTo>
                    <a:lnTo>
                      <a:pt x="643" y="189"/>
                    </a:lnTo>
                    <a:lnTo>
                      <a:pt x="643" y="195"/>
                    </a:lnTo>
                    <a:lnTo>
                      <a:pt x="643" y="200"/>
                    </a:lnTo>
                    <a:lnTo>
                      <a:pt x="654" y="206"/>
                    </a:lnTo>
                    <a:lnTo>
                      <a:pt x="685" y="246"/>
                    </a:lnTo>
                    <a:lnTo>
                      <a:pt x="685" y="252"/>
                    </a:lnTo>
                    <a:lnTo>
                      <a:pt x="716" y="286"/>
                    </a:lnTo>
                    <a:lnTo>
                      <a:pt x="716" y="292"/>
                    </a:lnTo>
                    <a:lnTo>
                      <a:pt x="726" y="292"/>
                    </a:lnTo>
                    <a:lnTo>
                      <a:pt x="726" y="298"/>
                    </a:lnTo>
                    <a:lnTo>
                      <a:pt x="726" y="303"/>
                    </a:lnTo>
                    <a:lnTo>
                      <a:pt x="737" y="303"/>
                    </a:lnTo>
                    <a:lnTo>
                      <a:pt x="737" y="309"/>
                    </a:lnTo>
                    <a:lnTo>
                      <a:pt x="747" y="309"/>
                    </a:lnTo>
                    <a:lnTo>
                      <a:pt x="747" y="303"/>
                    </a:lnTo>
                    <a:lnTo>
                      <a:pt x="757" y="303"/>
                    </a:lnTo>
                    <a:lnTo>
                      <a:pt x="757" y="298"/>
                    </a:lnTo>
                    <a:lnTo>
                      <a:pt x="757" y="292"/>
                    </a:lnTo>
                    <a:lnTo>
                      <a:pt x="768" y="292"/>
                    </a:lnTo>
                    <a:lnTo>
                      <a:pt x="768" y="286"/>
                    </a:lnTo>
                    <a:lnTo>
                      <a:pt x="768" y="280"/>
                    </a:lnTo>
                    <a:lnTo>
                      <a:pt x="799" y="240"/>
                    </a:lnTo>
                    <a:lnTo>
                      <a:pt x="809" y="240"/>
                    </a:lnTo>
                    <a:lnTo>
                      <a:pt x="809" y="235"/>
                    </a:lnTo>
                    <a:lnTo>
                      <a:pt x="830" y="189"/>
                    </a:lnTo>
                    <a:lnTo>
                      <a:pt x="840" y="189"/>
                    </a:lnTo>
                    <a:lnTo>
                      <a:pt x="840" y="183"/>
                    </a:lnTo>
                    <a:lnTo>
                      <a:pt x="840" y="177"/>
                    </a:lnTo>
                    <a:lnTo>
                      <a:pt x="840" y="172"/>
                    </a:lnTo>
                    <a:lnTo>
                      <a:pt x="851" y="172"/>
                    </a:lnTo>
                    <a:lnTo>
                      <a:pt x="851" y="166"/>
                    </a:lnTo>
                    <a:lnTo>
                      <a:pt x="851" y="160"/>
                    </a:lnTo>
                    <a:lnTo>
                      <a:pt x="851" y="155"/>
                    </a:lnTo>
                    <a:lnTo>
                      <a:pt x="861" y="155"/>
                    </a:lnTo>
                    <a:lnTo>
                      <a:pt x="871" y="155"/>
                    </a:lnTo>
                    <a:lnTo>
                      <a:pt x="871" y="160"/>
                    </a:lnTo>
                    <a:lnTo>
                      <a:pt x="882" y="166"/>
                    </a:lnTo>
                    <a:lnTo>
                      <a:pt x="882" y="172"/>
                    </a:lnTo>
                    <a:lnTo>
                      <a:pt x="882" y="177"/>
                    </a:lnTo>
                    <a:lnTo>
                      <a:pt x="892" y="183"/>
                    </a:lnTo>
                    <a:lnTo>
                      <a:pt x="892" y="189"/>
                    </a:lnTo>
                    <a:lnTo>
                      <a:pt x="923" y="229"/>
                    </a:lnTo>
                    <a:lnTo>
                      <a:pt x="923" y="235"/>
                    </a:lnTo>
                    <a:lnTo>
                      <a:pt x="954" y="275"/>
                    </a:lnTo>
                    <a:lnTo>
                      <a:pt x="954" y="280"/>
                    </a:lnTo>
                    <a:lnTo>
                      <a:pt x="965" y="280"/>
                    </a:lnTo>
                    <a:lnTo>
                      <a:pt x="965" y="286"/>
                    </a:lnTo>
                    <a:lnTo>
                      <a:pt x="965" y="292"/>
                    </a:lnTo>
                    <a:lnTo>
                      <a:pt x="975" y="292"/>
                    </a:lnTo>
                    <a:lnTo>
                      <a:pt x="975" y="298"/>
                    </a:lnTo>
                    <a:lnTo>
                      <a:pt x="985" y="298"/>
                    </a:lnTo>
                    <a:lnTo>
                      <a:pt x="996" y="298"/>
                    </a:lnTo>
                    <a:lnTo>
                      <a:pt x="996" y="292"/>
                    </a:lnTo>
                    <a:lnTo>
                      <a:pt x="996" y="286"/>
                    </a:lnTo>
                    <a:lnTo>
                      <a:pt x="1006" y="286"/>
                    </a:lnTo>
                    <a:lnTo>
                      <a:pt x="1006" y="280"/>
                    </a:lnTo>
                    <a:lnTo>
                      <a:pt x="1017" y="275"/>
                    </a:lnTo>
                    <a:lnTo>
                      <a:pt x="1037" y="240"/>
                    </a:lnTo>
                    <a:lnTo>
                      <a:pt x="1048" y="240"/>
                    </a:lnTo>
                    <a:lnTo>
                      <a:pt x="1048" y="235"/>
                    </a:lnTo>
                    <a:lnTo>
                      <a:pt x="1079" y="195"/>
                    </a:lnTo>
                    <a:lnTo>
                      <a:pt x="1079" y="189"/>
                    </a:lnTo>
                    <a:lnTo>
                      <a:pt x="1079" y="183"/>
                    </a:lnTo>
                    <a:lnTo>
                      <a:pt x="1089" y="183"/>
                    </a:lnTo>
                    <a:lnTo>
                      <a:pt x="1089" y="177"/>
                    </a:lnTo>
                    <a:lnTo>
                      <a:pt x="1089" y="172"/>
                    </a:lnTo>
                    <a:lnTo>
                      <a:pt x="1089" y="166"/>
                    </a:lnTo>
                    <a:lnTo>
                      <a:pt x="1099" y="166"/>
                    </a:lnTo>
                    <a:lnTo>
                      <a:pt x="1099" y="160"/>
                    </a:lnTo>
                    <a:lnTo>
                      <a:pt x="1110" y="160"/>
                    </a:lnTo>
                    <a:lnTo>
                      <a:pt x="1110" y="166"/>
                    </a:lnTo>
                    <a:lnTo>
                      <a:pt x="1110" y="172"/>
                    </a:lnTo>
                    <a:lnTo>
                      <a:pt x="1120" y="172"/>
                    </a:lnTo>
                    <a:lnTo>
                      <a:pt x="1120" y="177"/>
                    </a:lnTo>
                    <a:lnTo>
                      <a:pt x="1120" y="183"/>
                    </a:lnTo>
                    <a:lnTo>
                      <a:pt x="1120" y="189"/>
                    </a:lnTo>
                    <a:lnTo>
                      <a:pt x="1131" y="189"/>
                    </a:lnTo>
                    <a:lnTo>
                      <a:pt x="1131" y="195"/>
                    </a:lnTo>
                    <a:lnTo>
                      <a:pt x="1162" y="240"/>
                    </a:lnTo>
                    <a:lnTo>
                      <a:pt x="1162" y="246"/>
                    </a:lnTo>
                    <a:lnTo>
                      <a:pt x="1193" y="280"/>
                    </a:lnTo>
                    <a:lnTo>
                      <a:pt x="1193" y="286"/>
                    </a:lnTo>
                    <a:lnTo>
                      <a:pt x="1203" y="286"/>
                    </a:lnTo>
                    <a:lnTo>
                      <a:pt x="1203" y="292"/>
                    </a:lnTo>
                    <a:lnTo>
                      <a:pt x="1203" y="298"/>
                    </a:lnTo>
                    <a:lnTo>
                      <a:pt x="1214" y="298"/>
                    </a:lnTo>
                    <a:lnTo>
                      <a:pt x="1214" y="303"/>
                    </a:lnTo>
                    <a:lnTo>
                      <a:pt x="1224" y="303"/>
                    </a:lnTo>
                    <a:lnTo>
                      <a:pt x="1234" y="303"/>
                    </a:lnTo>
                    <a:lnTo>
                      <a:pt x="1234" y="298"/>
                    </a:lnTo>
                    <a:lnTo>
                      <a:pt x="1245" y="298"/>
                    </a:lnTo>
                    <a:lnTo>
                      <a:pt x="1245" y="292"/>
                    </a:lnTo>
                    <a:lnTo>
                      <a:pt x="1245" y="286"/>
                    </a:lnTo>
                    <a:lnTo>
                      <a:pt x="1255" y="286"/>
                    </a:lnTo>
                    <a:lnTo>
                      <a:pt x="1286" y="252"/>
                    </a:lnTo>
                    <a:lnTo>
                      <a:pt x="1286" y="246"/>
                    </a:lnTo>
                    <a:lnTo>
                      <a:pt x="1317" y="212"/>
                    </a:lnTo>
                    <a:lnTo>
                      <a:pt x="1317" y="206"/>
                    </a:lnTo>
                    <a:lnTo>
                      <a:pt x="1328" y="200"/>
                    </a:lnTo>
                    <a:lnTo>
                      <a:pt x="1328" y="195"/>
                    </a:lnTo>
                    <a:lnTo>
                      <a:pt x="1328" y="189"/>
                    </a:lnTo>
                    <a:lnTo>
                      <a:pt x="1338" y="189"/>
                    </a:lnTo>
                    <a:lnTo>
                      <a:pt x="1338" y="183"/>
                    </a:lnTo>
                    <a:lnTo>
                      <a:pt x="1348" y="183"/>
                    </a:lnTo>
                    <a:lnTo>
                      <a:pt x="1348" y="189"/>
                    </a:lnTo>
                    <a:lnTo>
                      <a:pt x="1359" y="189"/>
                    </a:lnTo>
                    <a:lnTo>
                      <a:pt x="1359" y="195"/>
                    </a:lnTo>
                    <a:lnTo>
                      <a:pt x="1359" y="200"/>
                    </a:lnTo>
                    <a:lnTo>
                      <a:pt x="1369" y="200"/>
                    </a:lnTo>
                    <a:lnTo>
                      <a:pt x="1369" y="206"/>
                    </a:lnTo>
                    <a:lnTo>
                      <a:pt x="1369" y="212"/>
                    </a:lnTo>
                    <a:lnTo>
                      <a:pt x="1400" y="252"/>
                    </a:lnTo>
                    <a:lnTo>
                      <a:pt x="1410" y="252"/>
                    </a:lnTo>
                    <a:lnTo>
                      <a:pt x="1431" y="286"/>
                    </a:lnTo>
                    <a:lnTo>
                      <a:pt x="1442" y="286"/>
                    </a:lnTo>
                    <a:lnTo>
                      <a:pt x="1442" y="292"/>
                    </a:lnTo>
                    <a:lnTo>
                      <a:pt x="1442" y="298"/>
                    </a:lnTo>
                    <a:lnTo>
                      <a:pt x="1452" y="298"/>
                    </a:lnTo>
                    <a:lnTo>
                      <a:pt x="1452" y="303"/>
                    </a:lnTo>
                    <a:lnTo>
                      <a:pt x="1462" y="309"/>
                    </a:lnTo>
                    <a:lnTo>
                      <a:pt x="1473" y="309"/>
                    </a:lnTo>
                    <a:lnTo>
                      <a:pt x="1473" y="303"/>
                    </a:lnTo>
                    <a:lnTo>
                      <a:pt x="1483" y="298"/>
                    </a:lnTo>
                    <a:lnTo>
                      <a:pt x="1483" y="292"/>
                    </a:lnTo>
                    <a:lnTo>
                      <a:pt x="1493" y="292"/>
                    </a:lnTo>
                    <a:lnTo>
                      <a:pt x="1493" y="286"/>
                    </a:lnTo>
                    <a:lnTo>
                      <a:pt x="1525" y="252"/>
                    </a:lnTo>
                    <a:lnTo>
                      <a:pt x="1556" y="212"/>
                    </a:lnTo>
                    <a:lnTo>
                      <a:pt x="1556" y="206"/>
                    </a:lnTo>
                    <a:lnTo>
                      <a:pt x="1566" y="206"/>
                    </a:lnTo>
                    <a:lnTo>
                      <a:pt x="1566" y="200"/>
                    </a:lnTo>
                    <a:lnTo>
                      <a:pt x="1566" y="195"/>
                    </a:lnTo>
                    <a:lnTo>
                      <a:pt x="1576" y="189"/>
                    </a:lnTo>
                    <a:lnTo>
                      <a:pt x="1576" y="183"/>
                    </a:lnTo>
                    <a:lnTo>
                      <a:pt x="1587" y="183"/>
                    </a:lnTo>
                    <a:lnTo>
                      <a:pt x="1597" y="183"/>
                    </a:lnTo>
                    <a:lnTo>
                      <a:pt x="1597" y="189"/>
                    </a:lnTo>
                    <a:lnTo>
                      <a:pt x="1597" y="195"/>
                    </a:lnTo>
                    <a:lnTo>
                      <a:pt x="1607" y="195"/>
                    </a:lnTo>
                    <a:lnTo>
                      <a:pt x="1607" y="200"/>
                    </a:lnTo>
                    <a:lnTo>
                      <a:pt x="1607" y="206"/>
                    </a:lnTo>
                    <a:lnTo>
                      <a:pt x="1639" y="240"/>
                    </a:lnTo>
                    <a:lnTo>
                      <a:pt x="1649" y="240"/>
                    </a:lnTo>
                    <a:lnTo>
                      <a:pt x="1649" y="246"/>
                    </a:lnTo>
                    <a:lnTo>
                      <a:pt x="1680" y="275"/>
                    </a:lnTo>
                    <a:lnTo>
                      <a:pt x="1680" y="280"/>
                    </a:lnTo>
                    <a:lnTo>
                      <a:pt x="1690" y="280"/>
                    </a:lnTo>
                    <a:lnTo>
                      <a:pt x="1690" y="286"/>
                    </a:lnTo>
                    <a:lnTo>
                      <a:pt x="1690" y="292"/>
                    </a:lnTo>
                    <a:lnTo>
                      <a:pt x="1701" y="292"/>
                    </a:lnTo>
                    <a:lnTo>
                      <a:pt x="1711" y="292"/>
                    </a:lnTo>
                    <a:lnTo>
                      <a:pt x="1711" y="286"/>
                    </a:lnTo>
                    <a:lnTo>
                      <a:pt x="1722" y="286"/>
                    </a:lnTo>
                    <a:lnTo>
                      <a:pt x="1722" y="280"/>
                    </a:lnTo>
                    <a:lnTo>
                      <a:pt x="1722" y="275"/>
                    </a:lnTo>
                    <a:lnTo>
                      <a:pt x="1732" y="275"/>
                    </a:lnTo>
                    <a:lnTo>
                      <a:pt x="1732" y="269"/>
                    </a:lnTo>
                    <a:lnTo>
                      <a:pt x="1763" y="229"/>
                    </a:lnTo>
                    <a:lnTo>
                      <a:pt x="1763" y="223"/>
                    </a:lnTo>
                    <a:lnTo>
                      <a:pt x="1794" y="183"/>
                    </a:lnTo>
                    <a:lnTo>
                      <a:pt x="1794" y="177"/>
                    </a:lnTo>
                    <a:lnTo>
                      <a:pt x="1804" y="177"/>
                    </a:lnTo>
                    <a:lnTo>
                      <a:pt x="1804" y="172"/>
                    </a:lnTo>
                    <a:lnTo>
                      <a:pt x="1804" y="166"/>
                    </a:lnTo>
                    <a:lnTo>
                      <a:pt x="1815" y="166"/>
                    </a:lnTo>
                    <a:lnTo>
                      <a:pt x="1815" y="160"/>
                    </a:lnTo>
                    <a:lnTo>
                      <a:pt x="1815" y="155"/>
                    </a:lnTo>
                    <a:lnTo>
                      <a:pt x="1825" y="149"/>
                    </a:lnTo>
                    <a:lnTo>
                      <a:pt x="1836" y="149"/>
                    </a:lnTo>
                    <a:lnTo>
                      <a:pt x="1836" y="155"/>
                    </a:lnTo>
                    <a:lnTo>
                      <a:pt x="1836" y="160"/>
                    </a:lnTo>
                    <a:lnTo>
                      <a:pt x="1846" y="160"/>
                    </a:lnTo>
                    <a:lnTo>
                      <a:pt x="1846" y="166"/>
                    </a:lnTo>
                    <a:lnTo>
                      <a:pt x="1846" y="172"/>
                    </a:lnTo>
                    <a:lnTo>
                      <a:pt x="1856" y="172"/>
                    </a:lnTo>
                    <a:lnTo>
                      <a:pt x="1887" y="206"/>
                    </a:lnTo>
                    <a:lnTo>
                      <a:pt x="1887" y="212"/>
                    </a:lnTo>
                    <a:lnTo>
                      <a:pt x="1919" y="240"/>
                    </a:lnTo>
                    <a:lnTo>
                      <a:pt x="1919" y="246"/>
                    </a:lnTo>
                    <a:lnTo>
                      <a:pt x="1929" y="246"/>
                    </a:lnTo>
                    <a:lnTo>
                      <a:pt x="1929" y="252"/>
                    </a:lnTo>
                    <a:lnTo>
                      <a:pt x="1939" y="252"/>
                    </a:lnTo>
                    <a:lnTo>
                      <a:pt x="1939" y="258"/>
                    </a:lnTo>
                    <a:lnTo>
                      <a:pt x="1950" y="258"/>
                    </a:lnTo>
                    <a:lnTo>
                      <a:pt x="1950" y="252"/>
                    </a:lnTo>
                    <a:lnTo>
                      <a:pt x="1960" y="246"/>
                    </a:lnTo>
                    <a:lnTo>
                      <a:pt x="1960" y="240"/>
                    </a:lnTo>
                    <a:lnTo>
                      <a:pt x="1970" y="235"/>
                    </a:lnTo>
                    <a:lnTo>
                      <a:pt x="1970" y="229"/>
                    </a:lnTo>
                    <a:lnTo>
                      <a:pt x="2001" y="189"/>
                    </a:lnTo>
                    <a:lnTo>
                      <a:pt x="2001" y="183"/>
                    </a:lnTo>
                    <a:lnTo>
                      <a:pt x="2012" y="177"/>
                    </a:lnTo>
                    <a:lnTo>
                      <a:pt x="2033" y="132"/>
                    </a:lnTo>
                    <a:lnTo>
                      <a:pt x="2043" y="132"/>
                    </a:lnTo>
                    <a:lnTo>
                      <a:pt x="2043" y="126"/>
                    </a:lnTo>
                    <a:lnTo>
                      <a:pt x="2043" y="120"/>
                    </a:lnTo>
                    <a:lnTo>
                      <a:pt x="2043" y="115"/>
                    </a:lnTo>
                    <a:lnTo>
                      <a:pt x="2053" y="115"/>
                    </a:lnTo>
                    <a:lnTo>
                      <a:pt x="2053" y="109"/>
                    </a:lnTo>
                    <a:lnTo>
                      <a:pt x="2053" y="103"/>
                    </a:lnTo>
                    <a:lnTo>
                      <a:pt x="2064" y="103"/>
                    </a:lnTo>
                    <a:lnTo>
                      <a:pt x="2064" y="97"/>
                    </a:lnTo>
                    <a:lnTo>
                      <a:pt x="2074" y="97"/>
                    </a:lnTo>
                    <a:lnTo>
                      <a:pt x="2074" y="103"/>
                    </a:lnTo>
                    <a:lnTo>
                      <a:pt x="2084" y="103"/>
                    </a:lnTo>
                    <a:lnTo>
                      <a:pt x="2084" y="109"/>
                    </a:lnTo>
                    <a:lnTo>
                      <a:pt x="2084" y="115"/>
                    </a:lnTo>
                    <a:lnTo>
                      <a:pt x="2084" y="120"/>
                    </a:lnTo>
                    <a:lnTo>
                      <a:pt x="2095" y="120"/>
                    </a:lnTo>
                    <a:lnTo>
                      <a:pt x="2126" y="155"/>
                    </a:lnTo>
                    <a:lnTo>
                      <a:pt x="2126" y="160"/>
                    </a:lnTo>
                    <a:lnTo>
                      <a:pt x="2157" y="189"/>
                    </a:lnTo>
                    <a:lnTo>
                      <a:pt x="2157" y="195"/>
                    </a:lnTo>
                    <a:lnTo>
                      <a:pt x="2167" y="195"/>
                    </a:lnTo>
                    <a:lnTo>
                      <a:pt x="2167" y="200"/>
                    </a:lnTo>
                    <a:lnTo>
                      <a:pt x="2167" y="206"/>
                    </a:lnTo>
                    <a:lnTo>
                      <a:pt x="2178" y="206"/>
                    </a:lnTo>
                    <a:lnTo>
                      <a:pt x="2178" y="212"/>
                    </a:lnTo>
                    <a:lnTo>
                      <a:pt x="2188" y="212"/>
                    </a:lnTo>
                    <a:lnTo>
                      <a:pt x="2188" y="206"/>
                    </a:lnTo>
                    <a:lnTo>
                      <a:pt x="2198" y="206"/>
                    </a:lnTo>
                    <a:lnTo>
                      <a:pt x="2198" y="200"/>
                    </a:lnTo>
                    <a:lnTo>
                      <a:pt x="2198" y="195"/>
                    </a:lnTo>
                    <a:lnTo>
                      <a:pt x="2209" y="195"/>
                    </a:lnTo>
                    <a:lnTo>
                      <a:pt x="2209" y="189"/>
                    </a:lnTo>
                    <a:lnTo>
                      <a:pt x="2209" y="183"/>
                    </a:lnTo>
                    <a:lnTo>
                      <a:pt x="2209" y="177"/>
                    </a:lnTo>
                    <a:lnTo>
                      <a:pt x="2240" y="137"/>
                    </a:lnTo>
                    <a:lnTo>
                      <a:pt x="2250" y="132"/>
                    </a:lnTo>
                    <a:lnTo>
                      <a:pt x="2281" y="80"/>
                    </a:lnTo>
                    <a:lnTo>
                      <a:pt x="2281" y="75"/>
                    </a:lnTo>
                    <a:lnTo>
                      <a:pt x="2281" y="69"/>
                    </a:lnTo>
                    <a:lnTo>
                      <a:pt x="2292" y="69"/>
                    </a:lnTo>
                    <a:lnTo>
                      <a:pt x="2292" y="63"/>
                    </a:lnTo>
                    <a:lnTo>
                      <a:pt x="2292" y="57"/>
                    </a:lnTo>
                    <a:lnTo>
                      <a:pt x="2292" y="52"/>
                    </a:lnTo>
                    <a:lnTo>
                      <a:pt x="2302" y="52"/>
                    </a:lnTo>
                    <a:lnTo>
                      <a:pt x="2302" y="46"/>
                    </a:lnTo>
                    <a:lnTo>
                      <a:pt x="2313" y="46"/>
                    </a:lnTo>
                    <a:lnTo>
                      <a:pt x="2313" y="52"/>
                    </a:lnTo>
                    <a:lnTo>
                      <a:pt x="2323" y="52"/>
                    </a:lnTo>
                    <a:lnTo>
                      <a:pt x="2323" y="57"/>
                    </a:lnTo>
                    <a:lnTo>
                      <a:pt x="2323" y="63"/>
                    </a:lnTo>
                    <a:lnTo>
                      <a:pt x="2333" y="63"/>
                    </a:lnTo>
                    <a:lnTo>
                      <a:pt x="2333" y="69"/>
                    </a:lnTo>
                    <a:lnTo>
                      <a:pt x="2333" y="75"/>
                    </a:lnTo>
                    <a:lnTo>
                      <a:pt x="2364" y="109"/>
                    </a:lnTo>
                    <a:lnTo>
                      <a:pt x="2364" y="115"/>
                    </a:lnTo>
                    <a:lnTo>
                      <a:pt x="2395" y="149"/>
                    </a:lnTo>
                    <a:lnTo>
                      <a:pt x="2406" y="155"/>
                    </a:lnTo>
                    <a:lnTo>
                      <a:pt x="2406" y="160"/>
                    </a:lnTo>
                    <a:lnTo>
                      <a:pt x="2416" y="160"/>
                    </a:lnTo>
                    <a:lnTo>
                      <a:pt x="2416" y="166"/>
                    </a:lnTo>
                    <a:lnTo>
                      <a:pt x="2416" y="172"/>
                    </a:lnTo>
                    <a:lnTo>
                      <a:pt x="2427" y="172"/>
                    </a:lnTo>
                    <a:lnTo>
                      <a:pt x="2427" y="166"/>
                    </a:lnTo>
                    <a:lnTo>
                      <a:pt x="2437" y="166"/>
                    </a:lnTo>
                    <a:lnTo>
                      <a:pt x="2437" y="160"/>
                    </a:lnTo>
                    <a:lnTo>
                      <a:pt x="2437" y="155"/>
                    </a:lnTo>
                    <a:lnTo>
                      <a:pt x="2447" y="155"/>
                    </a:lnTo>
                    <a:lnTo>
                      <a:pt x="2447" y="149"/>
                    </a:lnTo>
                    <a:lnTo>
                      <a:pt x="2447" y="143"/>
                    </a:lnTo>
                    <a:lnTo>
                      <a:pt x="2458" y="143"/>
                    </a:lnTo>
                    <a:lnTo>
                      <a:pt x="2458" y="137"/>
                    </a:lnTo>
                    <a:lnTo>
                      <a:pt x="2458" y="132"/>
                    </a:lnTo>
                    <a:lnTo>
                      <a:pt x="2458" y="126"/>
                    </a:lnTo>
                    <a:lnTo>
                      <a:pt x="2468" y="126"/>
                    </a:lnTo>
                    <a:lnTo>
                      <a:pt x="2468" y="120"/>
                    </a:lnTo>
                    <a:lnTo>
                      <a:pt x="2468" y="115"/>
                    </a:lnTo>
                    <a:lnTo>
                      <a:pt x="2478" y="115"/>
                    </a:lnTo>
                    <a:lnTo>
                      <a:pt x="2478" y="109"/>
                    </a:lnTo>
                    <a:lnTo>
                      <a:pt x="2478" y="103"/>
                    </a:lnTo>
                    <a:lnTo>
                      <a:pt x="2478" y="97"/>
                    </a:lnTo>
                    <a:lnTo>
                      <a:pt x="2489" y="97"/>
                    </a:lnTo>
                    <a:lnTo>
                      <a:pt x="2489" y="92"/>
                    </a:lnTo>
                    <a:lnTo>
                      <a:pt x="2489" y="86"/>
                    </a:lnTo>
                    <a:lnTo>
                      <a:pt x="2489" y="80"/>
                    </a:lnTo>
                    <a:lnTo>
                      <a:pt x="2499" y="80"/>
                    </a:lnTo>
                    <a:lnTo>
                      <a:pt x="2499" y="75"/>
                    </a:lnTo>
                    <a:lnTo>
                      <a:pt x="2499" y="69"/>
                    </a:lnTo>
                    <a:lnTo>
                      <a:pt x="2510" y="63"/>
                    </a:lnTo>
                    <a:lnTo>
                      <a:pt x="2510" y="57"/>
                    </a:lnTo>
                    <a:lnTo>
                      <a:pt x="2510" y="52"/>
                    </a:lnTo>
                    <a:lnTo>
                      <a:pt x="2520" y="46"/>
                    </a:lnTo>
                    <a:lnTo>
                      <a:pt x="2520" y="40"/>
                    </a:lnTo>
                    <a:lnTo>
                      <a:pt x="2520" y="34"/>
                    </a:lnTo>
                    <a:lnTo>
                      <a:pt x="2530" y="29"/>
                    </a:lnTo>
                    <a:lnTo>
                      <a:pt x="2530" y="23"/>
                    </a:lnTo>
                    <a:lnTo>
                      <a:pt x="2530" y="17"/>
                    </a:lnTo>
                    <a:lnTo>
                      <a:pt x="2541" y="12"/>
                    </a:lnTo>
                    <a:lnTo>
                      <a:pt x="2541" y="6"/>
                    </a:lnTo>
                    <a:lnTo>
                      <a:pt x="2551" y="6"/>
                    </a:lnTo>
                    <a:lnTo>
                      <a:pt x="2551" y="12"/>
                    </a:lnTo>
                    <a:lnTo>
                      <a:pt x="2561" y="12"/>
                    </a:lnTo>
                    <a:lnTo>
                      <a:pt x="2561" y="17"/>
                    </a:lnTo>
                    <a:lnTo>
                      <a:pt x="2561" y="23"/>
                    </a:lnTo>
                    <a:lnTo>
                      <a:pt x="2561" y="29"/>
                    </a:lnTo>
                    <a:lnTo>
                      <a:pt x="2572" y="29"/>
                    </a:lnTo>
                    <a:lnTo>
                      <a:pt x="2572" y="34"/>
                    </a:lnTo>
                    <a:lnTo>
                      <a:pt x="2572" y="40"/>
                    </a:lnTo>
                    <a:lnTo>
                      <a:pt x="2572" y="46"/>
                    </a:lnTo>
                    <a:lnTo>
                      <a:pt x="2582" y="46"/>
                    </a:lnTo>
                    <a:lnTo>
                      <a:pt x="2582" y="52"/>
                    </a:lnTo>
                    <a:lnTo>
                      <a:pt x="2582" y="57"/>
                    </a:lnTo>
                    <a:lnTo>
                      <a:pt x="2592" y="57"/>
                    </a:lnTo>
                    <a:lnTo>
                      <a:pt x="2592" y="63"/>
                    </a:lnTo>
                    <a:lnTo>
                      <a:pt x="2592" y="69"/>
                    </a:lnTo>
                    <a:lnTo>
                      <a:pt x="2592" y="75"/>
                    </a:lnTo>
                    <a:lnTo>
                      <a:pt x="2603" y="75"/>
                    </a:lnTo>
                    <a:lnTo>
                      <a:pt x="2603" y="80"/>
                    </a:lnTo>
                    <a:lnTo>
                      <a:pt x="2603" y="86"/>
                    </a:lnTo>
                    <a:lnTo>
                      <a:pt x="2613" y="92"/>
                    </a:lnTo>
                    <a:lnTo>
                      <a:pt x="2613" y="97"/>
                    </a:lnTo>
                    <a:lnTo>
                      <a:pt x="2613" y="103"/>
                    </a:lnTo>
                    <a:lnTo>
                      <a:pt x="2624" y="103"/>
                    </a:lnTo>
                    <a:lnTo>
                      <a:pt x="2624" y="109"/>
                    </a:lnTo>
                    <a:lnTo>
                      <a:pt x="2624" y="115"/>
                    </a:lnTo>
                    <a:lnTo>
                      <a:pt x="2634" y="115"/>
                    </a:lnTo>
                    <a:lnTo>
                      <a:pt x="2634" y="120"/>
                    </a:lnTo>
                    <a:lnTo>
                      <a:pt x="2634" y="126"/>
                    </a:lnTo>
                    <a:lnTo>
                      <a:pt x="2644" y="126"/>
                    </a:lnTo>
                    <a:lnTo>
                      <a:pt x="2644" y="132"/>
                    </a:lnTo>
                    <a:lnTo>
                      <a:pt x="2644" y="137"/>
                    </a:lnTo>
                    <a:lnTo>
                      <a:pt x="2644" y="143"/>
                    </a:lnTo>
                    <a:lnTo>
                      <a:pt x="2655" y="143"/>
                    </a:lnTo>
                    <a:lnTo>
                      <a:pt x="2655" y="149"/>
                    </a:lnTo>
                    <a:lnTo>
                      <a:pt x="2665" y="149"/>
                    </a:lnTo>
                    <a:lnTo>
                      <a:pt x="2665" y="155"/>
                    </a:lnTo>
                    <a:lnTo>
                      <a:pt x="2675" y="149"/>
                    </a:lnTo>
                    <a:lnTo>
                      <a:pt x="2675" y="143"/>
                    </a:lnTo>
                    <a:lnTo>
                      <a:pt x="2686" y="143"/>
                    </a:lnTo>
                    <a:lnTo>
                      <a:pt x="2686" y="137"/>
                    </a:lnTo>
                    <a:lnTo>
                      <a:pt x="2686" y="132"/>
                    </a:lnTo>
                    <a:lnTo>
                      <a:pt x="2696" y="126"/>
                    </a:lnTo>
                    <a:lnTo>
                      <a:pt x="2727" y="86"/>
                    </a:lnTo>
                    <a:lnTo>
                      <a:pt x="2727" y="80"/>
                    </a:lnTo>
                    <a:lnTo>
                      <a:pt x="2727" y="75"/>
                    </a:lnTo>
                    <a:lnTo>
                      <a:pt x="2758" y="34"/>
                    </a:lnTo>
                    <a:lnTo>
                      <a:pt x="2758" y="29"/>
                    </a:lnTo>
                    <a:lnTo>
                      <a:pt x="2758" y="23"/>
                    </a:lnTo>
                    <a:lnTo>
                      <a:pt x="2769" y="23"/>
                    </a:lnTo>
                    <a:lnTo>
                      <a:pt x="2769" y="17"/>
                    </a:lnTo>
                    <a:lnTo>
                      <a:pt x="2769" y="12"/>
                    </a:lnTo>
                    <a:lnTo>
                      <a:pt x="2769" y="6"/>
                    </a:lnTo>
                    <a:lnTo>
                      <a:pt x="2779" y="6"/>
                    </a:lnTo>
                    <a:lnTo>
                      <a:pt x="2779" y="0"/>
                    </a:lnTo>
                    <a:lnTo>
                      <a:pt x="2789" y="0"/>
                    </a:lnTo>
                    <a:lnTo>
                      <a:pt x="2800" y="0"/>
                    </a:lnTo>
                    <a:lnTo>
                      <a:pt x="2800" y="6"/>
                    </a:lnTo>
                    <a:lnTo>
                      <a:pt x="2800" y="12"/>
                    </a:lnTo>
                    <a:lnTo>
                      <a:pt x="2800" y="17"/>
                    </a:lnTo>
                    <a:lnTo>
                      <a:pt x="2810" y="23"/>
                    </a:lnTo>
                    <a:lnTo>
                      <a:pt x="2810" y="29"/>
                    </a:lnTo>
                    <a:lnTo>
                      <a:pt x="2810" y="34"/>
                    </a:lnTo>
                    <a:lnTo>
                      <a:pt x="2841" y="86"/>
                    </a:lnTo>
                    <a:lnTo>
                      <a:pt x="2852" y="86"/>
                    </a:lnTo>
                    <a:lnTo>
                      <a:pt x="2852" y="92"/>
                    </a:lnTo>
                    <a:lnTo>
                      <a:pt x="2883" y="132"/>
                    </a:lnTo>
                    <a:lnTo>
                      <a:pt x="2883" y="137"/>
                    </a:lnTo>
                    <a:lnTo>
                      <a:pt x="2883" y="143"/>
                    </a:lnTo>
                    <a:lnTo>
                      <a:pt x="2883" y="149"/>
                    </a:lnTo>
                    <a:lnTo>
                      <a:pt x="2893" y="149"/>
                    </a:lnTo>
                    <a:lnTo>
                      <a:pt x="2893" y="155"/>
                    </a:lnTo>
                    <a:lnTo>
                      <a:pt x="2893" y="160"/>
                    </a:lnTo>
                    <a:lnTo>
                      <a:pt x="2904" y="160"/>
                    </a:lnTo>
                    <a:lnTo>
                      <a:pt x="2904" y="166"/>
                    </a:lnTo>
                    <a:lnTo>
                      <a:pt x="2914" y="166"/>
                    </a:lnTo>
                    <a:lnTo>
                      <a:pt x="2914" y="160"/>
                    </a:lnTo>
                    <a:lnTo>
                      <a:pt x="2914" y="155"/>
                    </a:lnTo>
                    <a:lnTo>
                      <a:pt x="2924" y="155"/>
                    </a:lnTo>
                    <a:lnTo>
                      <a:pt x="2924" y="149"/>
                    </a:lnTo>
                    <a:lnTo>
                      <a:pt x="2924" y="143"/>
                    </a:lnTo>
                    <a:lnTo>
                      <a:pt x="2935" y="143"/>
                    </a:lnTo>
                    <a:lnTo>
                      <a:pt x="2935" y="137"/>
                    </a:lnTo>
                    <a:lnTo>
                      <a:pt x="2966" y="103"/>
                    </a:lnTo>
                    <a:lnTo>
                      <a:pt x="2966" y="97"/>
                    </a:lnTo>
                    <a:lnTo>
                      <a:pt x="2997" y="57"/>
                    </a:lnTo>
                    <a:lnTo>
                      <a:pt x="2997" y="52"/>
                    </a:lnTo>
                    <a:lnTo>
                      <a:pt x="3007" y="52"/>
                    </a:lnTo>
                    <a:lnTo>
                      <a:pt x="3007" y="46"/>
                    </a:lnTo>
                    <a:lnTo>
                      <a:pt x="3007" y="40"/>
                    </a:lnTo>
                    <a:lnTo>
                      <a:pt x="3007" y="34"/>
                    </a:lnTo>
                    <a:lnTo>
                      <a:pt x="3018" y="34"/>
                    </a:lnTo>
                    <a:lnTo>
                      <a:pt x="3018" y="29"/>
                    </a:lnTo>
                    <a:lnTo>
                      <a:pt x="3018" y="23"/>
                    </a:lnTo>
                    <a:lnTo>
                      <a:pt x="3028" y="23"/>
                    </a:lnTo>
                    <a:lnTo>
                      <a:pt x="3028" y="29"/>
                    </a:lnTo>
                    <a:lnTo>
                      <a:pt x="3038" y="29"/>
                    </a:lnTo>
                    <a:lnTo>
                      <a:pt x="3038" y="34"/>
                    </a:lnTo>
                    <a:lnTo>
                      <a:pt x="3038" y="40"/>
                    </a:lnTo>
                    <a:lnTo>
                      <a:pt x="3038" y="46"/>
                    </a:lnTo>
                    <a:lnTo>
                      <a:pt x="3049" y="46"/>
                    </a:lnTo>
                    <a:lnTo>
                      <a:pt x="3049" y="52"/>
                    </a:lnTo>
                    <a:lnTo>
                      <a:pt x="3049" y="57"/>
                    </a:lnTo>
                    <a:lnTo>
                      <a:pt x="3049" y="63"/>
                    </a:lnTo>
                    <a:lnTo>
                      <a:pt x="3059" y="63"/>
                    </a:lnTo>
                    <a:lnTo>
                      <a:pt x="3080" y="115"/>
                    </a:lnTo>
                    <a:lnTo>
                      <a:pt x="3090" y="115"/>
                    </a:lnTo>
                    <a:lnTo>
                      <a:pt x="3090" y="120"/>
                    </a:lnTo>
                    <a:lnTo>
                      <a:pt x="3121" y="166"/>
                    </a:lnTo>
                    <a:lnTo>
                      <a:pt x="3121" y="172"/>
                    </a:lnTo>
                    <a:lnTo>
                      <a:pt x="3121" y="177"/>
                    </a:lnTo>
                    <a:lnTo>
                      <a:pt x="3132" y="177"/>
                    </a:lnTo>
                    <a:lnTo>
                      <a:pt x="3132" y="183"/>
                    </a:lnTo>
                    <a:lnTo>
                      <a:pt x="3132" y="189"/>
                    </a:lnTo>
                    <a:lnTo>
                      <a:pt x="3142" y="195"/>
                    </a:lnTo>
                    <a:lnTo>
                      <a:pt x="3142" y="200"/>
                    </a:lnTo>
                    <a:lnTo>
                      <a:pt x="3152" y="200"/>
                    </a:lnTo>
                    <a:lnTo>
                      <a:pt x="3152" y="195"/>
                    </a:lnTo>
                    <a:lnTo>
                      <a:pt x="3163" y="195"/>
                    </a:lnTo>
                    <a:lnTo>
                      <a:pt x="3163" y="189"/>
                    </a:lnTo>
                    <a:lnTo>
                      <a:pt x="3173" y="183"/>
                    </a:lnTo>
                    <a:lnTo>
                      <a:pt x="3173" y="177"/>
                    </a:lnTo>
                    <a:lnTo>
                      <a:pt x="3204" y="149"/>
                    </a:lnTo>
                    <a:lnTo>
                      <a:pt x="3204" y="143"/>
                    </a:lnTo>
                    <a:lnTo>
                      <a:pt x="3235" y="109"/>
                    </a:lnTo>
                    <a:lnTo>
                      <a:pt x="3235" y="103"/>
                    </a:lnTo>
                    <a:lnTo>
                      <a:pt x="3246" y="103"/>
                    </a:lnTo>
                    <a:lnTo>
                      <a:pt x="3246" y="97"/>
                    </a:lnTo>
                    <a:lnTo>
                      <a:pt x="3246" y="92"/>
                    </a:lnTo>
                    <a:lnTo>
                      <a:pt x="3256" y="92"/>
                    </a:lnTo>
                    <a:lnTo>
                      <a:pt x="3256" y="86"/>
                    </a:lnTo>
                    <a:lnTo>
                      <a:pt x="3256" y="80"/>
                    </a:lnTo>
                    <a:lnTo>
                      <a:pt x="3266" y="80"/>
                    </a:lnTo>
                    <a:lnTo>
                      <a:pt x="3266" y="86"/>
                    </a:lnTo>
                    <a:lnTo>
                      <a:pt x="3277" y="86"/>
                    </a:lnTo>
                    <a:lnTo>
                      <a:pt x="3277" y="92"/>
                    </a:lnTo>
                    <a:lnTo>
                      <a:pt x="3277" y="97"/>
                    </a:lnTo>
                    <a:lnTo>
                      <a:pt x="3287" y="97"/>
                    </a:lnTo>
                    <a:lnTo>
                      <a:pt x="3287" y="103"/>
                    </a:lnTo>
                    <a:lnTo>
                      <a:pt x="3287" y="109"/>
                    </a:lnTo>
                    <a:lnTo>
                      <a:pt x="3287" y="115"/>
                    </a:lnTo>
                    <a:lnTo>
                      <a:pt x="3298" y="115"/>
                    </a:lnTo>
                    <a:lnTo>
                      <a:pt x="3298" y="120"/>
                    </a:lnTo>
                    <a:lnTo>
                      <a:pt x="3329" y="172"/>
                    </a:lnTo>
                    <a:lnTo>
                      <a:pt x="3329" y="177"/>
                    </a:lnTo>
                    <a:lnTo>
                      <a:pt x="3360" y="217"/>
                    </a:lnTo>
                    <a:lnTo>
                      <a:pt x="3360" y="223"/>
                    </a:lnTo>
                    <a:lnTo>
                      <a:pt x="3370" y="229"/>
                    </a:lnTo>
                    <a:lnTo>
                      <a:pt x="3370" y="235"/>
                    </a:lnTo>
                    <a:lnTo>
                      <a:pt x="3370" y="240"/>
                    </a:lnTo>
                    <a:lnTo>
                      <a:pt x="3380" y="240"/>
                    </a:lnTo>
                    <a:lnTo>
                      <a:pt x="3380" y="246"/>
                    </a:lnTo>
                    <a:lnTo>
                      <a:pt x="3391" y="246"/>
                    </a:lnTo>
                    <a:lnTo>
                      <a:pt x="3401" y="246"/>
                    </a:lnTo>
                    <a:lnTo>
                      <a:pt x="3401" y="240"/>
                    </a:lnTo>
                    <a:lnTo>
                      <a:pt x="3412" y="240"/>
                    </a:lnTo>
                    <a:lnTo>
                      <a:pt x="3412" y="235"/>
                    </a:lnTo>
                    <a:lnTo>
                      <a:pt x="3412" y="229"/>
                    </a:lnTo>
                    <a:lnTo>
                      <a:pt x="3443" y="206"/>
                    </a:lnTo>
                    <a:lnTo>
                      <a:pt x="3443" y="200"/>
                    </a:lnTo>
                    <a:lnTo>
                      <a:pt x="3453" y="200"/>
                    </a:lnTo>
                    <a:lnTo>
                      <a:pt x="3484" y="172"/>
                    </a:lnTo>
                    <a:lnTo>
                      <a:pt x="3484" y="166"/>
                    </a:lnTo>
                    <a:lnTo>
                      <a:pt x="3484" y="160"/>
                    </a:lnTo>
                    <a:lnTo>
                      <a:pt x="3495" y="160"/>
                    </a:lnTo>
                    <a:lnTo>
                      <a:pt x="3495" y="155"/>
                    </a:lnTo>
                    <a:lnTo>
                      <a:pt x="3495" y="149"/>
                    </a:lnTo>
                    <a:lnTo>
                      <a:pt x="3505" y="149"/>
                    </a:lnTo>
                    <a:lnTo>
                      <a:pt x="3515" y="149"/>
                    </a:lnTo>
                    <a:lnTo>
                      <a:pt x="3515" y="155"/>
                    </a:lnTo>
                    <a:lnTo>
                      <a:pt x="3515" y="160"/>
                    </a:lnTo>
                    <a:lnTo>
                      <a:pt x="3526" y="160"/>
                    </a:lnTo>
                    <a:lnTo>
                      <a:pt x="3526" y="166"/>
                    </a:lnTo>
                    <a:lnTo>
                      <a:pt x="3526" y="172"/>
                    </a:lnTo>
                    <a:lnTo>
                      <a:pt x="3536" y="172"/>
                    </a:lnTo>
                    <a:lnTo>
                      <a:pt x="3536" y="177"/>
                    </a:lnTo>
                    <a:lnTo>
                      <a:pt x="3536" y="183"/>
                    </a:lnTo>
                    <a:lnTo>
                      <a:pt x="3567" y="223"/>
                    </a:lnTo>
                    <a:lnTo>
                      <a:pt x="3567" y="229"/>
                    </a:lnTo>
                    <a:lnTo>
                      <a:pt x="3598" y="263"/>
                    </a:lnTo>
                    <a:lnTo>
                      <a:pt x="3598" y="269"/>
                    </a:lnTo>
                    <a:lnTo>
                      <a:pt x="3609" y="269"/>
                    </a:lnTo>
                    <a:lnTo>
                      <a:pt x="3609" y="275"/>
                    </a:lnTo>
                    <a:lnTo>
                      <a:pt x="3609" y="280"/>
                    </a:lnTo>
                    <a:lnTo>
                      <a:pt x="3619" y="280"/>
                    </a:lnTo>
                    <a:lnTo>
                      <a:pt x="3619" y="286"/>
                    </a:lnTo>
                    <a:lnTo>
                      <a:pt x="3629" y="286"/>
                    </a:lnTo>
                    <a:lnTo>
                      <a:pt x="3640" y="286"/>
                    </a:lnTo>
                    <a:lnTo>
                      <a:pt x="3640" y="280"/>
                    </a:lnTo>
                    <a:lnTo>
                      <a:pt x="3650" y="280"/>
                    </a:lnTo>
                    <a:lnTo>
                      <a:pt x="3650" y="275"/>
                    </a:lnTo>
                    <a:lnTo>
                      <a:pt x="3660" y="275"/>
                    </a:lnTo>
                    <a:lnTo>
                      <a:pt x="3681" y="246"/>
                    </a:lnTo>
                    <a:lnTo>
                      <a:pt x="3692" y="246"/>
                    </a:lnTo>
                    <a:lnTo>
                      <a:pt x="3692" y="240"/>
                    </a:lnTo>
                    <a:lnTo>
                      <a:pt x="3723" y="212"/>
                    </a:lnTo>
                    <a:lnTo>
                      <a:pt x="3723" y="206"/>
                    </a:lnTo>
                    <a:lnTo>
                      <a:pt x="3723" y="200"/>
                    </a:lnTo>
                    <a:lnTo>
                      <a:pt x="3733" y="200"/>
                    </a:lnTo>
                    <a:lnTo>
                      <a:pt x="3733" y="195"/>
                    </a:lnTo>
                    <a:lnTo>
                      <a:pt x="3733" y="189"/>
                    </a:lnTo>
                    <a:lnTo>
                      <a:pt x="3743" y="189"/>
                    </a:lnTo>
                    <a:lnTo>
                      <a:pt x="3754" y="189"/>
                    </a:lnTo>
                    <a:lnTo>
                      <a:pt x="3754" y="195"/>
                    </a:lnTo>
                    <a:lnTo>
                      <a:pt x="3764" y="195"/>
                    </a:lnTo>
                    <a:lnTo>
                      <a:pt x="3764" y="200"/>
                    </a:lnTo>
                    <a:lnTo>
                      <a:pt x="3764" y="206"/>
                    </a:lnTo>
                    <a:lnTo>
                      <a:pt x="3774" y="206"/>
                    </a:lnTo>
                    <a:lnTo>
                      <a:pt x="3774" y="212"/>
                    </a:lnTo>
                    <a:lnTo>
                      <a:pt x="3774" y="217"/>
                    </a:lnTo>
                    <a:lnTo>
                      <a:pt x="3806" y="252"/>
                    </a:lnTo>
                    <a:lnTo>
                      <a:pt x="3837" y="286"/>
                    </a:lnTo>
                    <a:lnTo>
                      <a:pt x="3847" y="286"/>
                    </a:lnTo>
                    <a:lnTo>
                      <a:pt x="3847" y="292"/>
                    </a:lnTo>
                    <a:lnTo>
                      <a:pt x="3847" y="298"/>
                    </a:lnTo>
                    <a:lnTo>
                      <a:pt x="3857" y="298"/>
                    </a:lnTo>
                    <a:lnTo>
                      <a:pt x="3857" y="303"/>
                    </a:lnTo>
                    <a:lnTo>
                      <a:pt x="3868" y="303"/>
                    </a:lnTo>
                    <a:lnTo>
                      <a:pt x="3878" y="303"/>
                    </a:lnTo>
                    <a:lnTo>
                      <a:pt x="3878" y="298"/>
                    </a:lnTo>
                    <a:lnTo>
                      <a:pt x="3889" y="298"/>
                    </a:lnTo>
                    <a:lnTo>
                      <a:pt x="3889" y="292"/>
                    </a:lnTo>
                    <a:lnTo>
                      <a:pt x="3889" y="286"/>
                    </a:lnTo>
                    <a:lnTo>
                      <a:pt x="3899" y="286"/>
                    </a:lnTo>
                    <a:lnTo>
                      <a:pt x="3899" y="280"/>
                    </a:lnTo>
                    <a:lnTo>
                      <a:pt x="3930" y="252"/>
                    </a:lnTo>
                    <a:lnTo>
                      <a:pt x="3930" y="246"/>
                    </a:lnTo>
                    <a:lnTo>
                      <a:pt x="3961" y="212"/>
                    </a:lnTo>
                    <a:lnTo>
                      <a:pt x="3961" y="206"/>
                    </a:lnTo>
                    <a:lnTo>
                      <a:pt x="3971" y="200"/>
                    </a:lnTo>
                    <a:lnTo>
                      <a:pt x="3971" y="195"/>
                    </a:lnTo>
                    <a:lnTo>
                      <a:pt x="3971" y="189"/>
                    </a:lnTo>
                    <a:lnTo>
                      <a:pt x="3982" y="189"/>
                    </a:lnTo>
                    <a:lnTo>
                      <a:pt x="3982" y="183"/>
                    </a:lnTo>
                    <a:lnTo>
                      <a:pt x="3992" y="183"/>
                    </a:lnTo>
                    <a:lnTo>
                      <a:pt x="4003" y="183"/>
                    </a:lnTo>
                    <a:lnTo>
                      <a:pt x="4003" y="189"/>
                    </a:lnTo>
                    <a:lnTo>
                      <a:pt x="4003" y="195"/>
                    </a:lnTo>
                    <a:lnTo>
                      <a:pt x="4013" y="200"/>
                    </a:lnTo>
                    <a:lnTo>
                      <a:pt x="4013" y="206"/>
                    </a:lnTo>
                    <a:lnTo>
                      <a:pt x="4044" y="240"/>
                    </a:lnTo>
                    <a:lnTo>
                      <a:pt x="4054" y="240"/>
                    </a:lnTo>
                    <a:lnTo>
                      <a:pt x="4054" y="246"/>
                    </a:lnTo>
                    <a:lnTo>
                      <a:pt x="4075" y="269"/>
                    </a:lnTo>
                    <a:lnTo>
                      <a:pt x="4085" y="275"/>
                    </a:lnTo>
                    <a:lnTo>
                      <a:pt x="4085" y="280"/>
                    </a:lnTo>
                    <a:lnTo>
                      <a:pt x="4096" y="280"/>
                    </a:lnTo>
                    <a:lnTo>
                      <a:pt x="4096" y="286"/>
                    </a:lnTo>
                    <a:lnTo>
                      <a:pt x="4106" y="286"/>
                    </a:lnTo>
                    <a:lnTo>
                      <a:pt x="4106" y="292"/>
                    </a:lnTo>
                    <a:lnTo>
                      <a:pt x="4106" y="286"/>
                    </a:lnTo>
                    <a:lnTo>
                      <a:pt x="4117" y="286"/>
                    </a:lnTo>
                    <a:lnTo>
                      <a:pt x="4117" y="280"/>
                    </a:lnTo>
                    <a:lnTo>
                      <a:pt x="4127" y="280"/>
                    </a:lnTo>
                    <a:lnTo>
                      <a:pt x="4127" y="275"/>
                    </a:lnTo>
                    <a:lnTo>
                      <a:pt x="4127" y="269"/>
                    </a:lnTo>
                    <a:lnTo>
                      <a:pt x="4137" y="269"/>
                    </a:lnTo>
                    <a:lnTo>
                      <a:pt x="4137" y="263"/>
                    </a:lnTo>
                    <a:lnTo>
                      <a:pt x="4168" y="223"/>
                    </a:lnTo>
                    <a:lnTo>
                      <a:pt x="4168" y="217"/>
                    </a:lnTo>
                    <a:lnTo>
                      <a:pt x="4200" y="177"/>
                    </a:lnTo>
                    <a:lnTo>
                      <a:pt x="4200" y="172"/>
                    </a:lnTo>
                    <a:lnTo>
                      <a:pt x="4210" y="172"/>
                    </a:lnTo>
                    <a:lnTo>
                      <a:pt x="4210" y="166"/>
                    </a:lnTo>
                    <a:lnTo>
                      <a:pt x="4210" y="160"/>
                    </a:lnTo>
                    <a:lnTo>
                      <a:pt x="4210" y="155"/>
                    </a:lnTo>
                    <a:lnTo>
                      <a:pt x="4220" y="149"/>
                    </a:lnTo>
                    <a:lnTo>
                      <a:pt x="4220" y="143"/>
                    </a:lnTo>
                    <a:lnTo>
                      <a:pt x="4231" y="143"/>
                    </a:lnTo>
                    <a:lnTo>
                      <a:pt x="4241" y="143"/>
                    </a:lnTo>
                    <a:lnTo>
                      <a:pt x="4241" y="149"/>
                    </a:lnTo>
                    <a:lnTo>
                      <a:pt x="4241" y="155"/>
                    </a:lnTo>
                    <a:lnTo>
                      <a:pt x="4251" y="155"/>
                    </a:lnTo>
                    <a:lnTo>
                      <a:pt x="4251" y="160"/>
                    </a:lnTo>
                    <a:lnTo>
                      <a:pt x="4251" y="166"/>
                    </a:lnTo>
                    <a:lnTo>
                      <a:pt x="4262" y="166"/>
                    </a:lnTo>
                    <a:lnTo>
                      <a:pt x="4282" y="206"/>
                    </a:lnTo>
                    <a:lnTo>
                      <a:pt x="4293" y="206"/>
                    </a:lnTo>
                    <a:lnTo>
                      <a:pt x="4293" y="212"/>
                    </a:lnTo>
                    <a:lnTo>
                      <a:pt x="4324" y="240"/>
                    </a:lnTo>
                    <a:lnTo>
                      <a:pt x="4324" y="246"/>
                    </a:lnTo>
                    <a:lnTo>
                      <a:pt x="4324" y="252"/>
                    </a:lnTo>
                    <a:lnTo>
                      <a:pt x="4334" y="252"/>
                    </a:lnTo>
                    <a:lnTo>
                      <a:pt x="4334" y="258"/>
                    </a:lnTo>
                    <a:lnTo>
                      <a:pt x="4345" y="258"/>
                    </a:lnTo>
                    <a:lnTo>
                      <a:pt x="4345" y="263"/>
                    </a:lnTo>
                    <a:lnTo>
                      <a:pt x="4355" y="263"/>
                    </a:lnTo>
                    <a:lnTo>
                      <a:pt x="4355" y="258"/>
                    </a:lnTo>
                    <a:lnTo>
                      <a:pt x="4355" y="252"/>
                    </a:lnTo>
                    <a:lnTo>
                      <a:pt x="4365" y="252"/>
                    </a:lnTo>
                    <a:lnTo>
                      <a:pt x="4365" y="246"/>
                    </a:lnTo>
                    <a:lnTo>
                      <a:pt x="4365" y="240"/>
                    </a:lnTo>
                    <a:lnTo>
                      <a:pt x="4376" y="240"/>
                    </a:lnTo>
                    <a:lnTo>
                      <a:pt x="4376" y="235"/>
                    </a:lnTo>
                    <a:lnTo>
                      <a:pt x="4407" y="189"/>
                    </a:lnTo>
                    <a:lnTo>
                      <a:pt x="4407" y="183"/>
                    </a:lnTo>
                    <a:lnTo>
                      <a:pt x="4438" y="137"/>
                    </a:lnTo>
                    <a:lnTo>
                      <a:pt x="4438" y="132"/>
                    </a:lnTo>
                    <a:lnTo>
                      <a:pt x="4448" y="132"/>
                    </a:lnTo>
                    <a:lnTo>
                      <a:pt x="4448" y="126"/>
                    </a:lnTo>
                    <a:lnTo>
                      <a:pt x="4448" y="120"/>
                    </a:lnTo>
                    <a:lnTo>
                      <a:pt x="4448" y="115"/>
                    </a:lnTo>
                    <a:lnTo>
                      <a:pt x="4459" y="115"/>
                    </a:lnTo>
                    <a:lnTo>
                      <a:pt x="4459" y="109"/>
                    </a:lnTo>
                    <a:lnTo>
                      <a:pt x="4459" y="103"/>
                    </a:lnTo>
                    <a:lnTo>
                      <a:pt x="4469" y="103"/>
                    </a:lnTo>
                    <a:lnTo>
                      <a:pt x="4469" y="97"/>
                    </a:lnTo>
                    <a:lnTo>
                      <a:pt x="4479" y="103"/>
                    </a:lnTo>
                    <a:lnTo>
                      <a:pt x="4479" y="109"/>
                    </a:lnTo>
                    <a:lnTo>
                      <a:pt x="4479" y="115"/>
                    </a:lnTo>
                    <a:lnTo>
                      <a:pt x="4490" y="115"/>
                    </a:lnTo>
                    <a:lnTo>
                      <a:pt x="4490" y="120"/>
                    </a:lnTo>
                    <a:lnTo>
                      <a:pt x="4490" y="126"/>
                    </a:lnTo>
                    <a:lnTo>
                      <a:pt x="4490" y="132"/>
                    </a:lnTo>
                    <a:lnTo>
                      <a:pt x="4500" y="132"/>
                    </a:lnTo>
                    <a:lnTo>
                      <a:pt x="4531" y="177"/>
                    </a:lnTo>
                    <a:lnTo>
                      <a:pt x="4531" y="183"/>
                    </a:lnTo>
                    <a:lnTo>
                      <a:pt x="4562" y="223"/>
                    </a:lnTo>
                    <a:lnTo>
                      <a:pt x="4562" y="229"/>
                    </a:lnTo>
                    <a:lnTo>
                      <a:pt x="4573" y="229"/>
                    </a:lnTo>
                    <a:lnTo>
                      <a:pt x="4573" y="235"/>
                    </a:lnTo>
                    <a:lnTo>
                      <a:pt x="4573" y="240"/>
                    </a:lnTo>
                    <a:lnTo>
                      <a:pt x="4583" y="240"/>
                    </a:lnTo>
                    <a:lnTo>
                      <a:pt x="4583" y="246"/>
                    </a:lnTo>
                    <a:lnTo>
                      <a:pt x="4594" y="246"/>
                    </a:lnTo>
                    <a:lnTo>
                      <a:pt x="4604" y="240"/>
                    </a:lnTo>
                    <a:lnTo>
                      <a:pt x="4604" y="235"/>
                    </a:lnTo>
                    <a:lnTo>
                      <a:pt x="4604" y="229"/>
                    </a:lnTo>
                    <a:lnTo>
                      <a:pt x="4614" y="229"/>
                    </a:lnTo>
                    <a:lnTo>
                      <a:pt x="4614" y="223"/>
                    </a:lnTo>
                    <a:lnTo>
                      <a:pt x="4645" y="183"/>
                    </a:lnTo>
                    <a:lnTo>
                      <a:pt x="4645" y="177"/>
                    </a:lnTo>
                    <a:lnTo>
                      <a:pt x="4656" y="177"/>
                    </a:lnTo>
                    <a:lnTo>
                      <a:pt x="4676" y="132"/>
                    </a:lnTo>
                    <a:lnTo>
                      <a:pt x="4687" y="126"/>
                    </a:lnTo>
                    <a:lnTo>
                      <a:pt x="4687" y="120"/>
                    </a:lnTo>
                    <a:lnTo>
                      <a:pt x="4687" y="115"/>
                    </a:lnTo>
                    <a:lnTo>
                      <a:pt x="4697" y="109"/>
                    </a:lnTo>
                    <a:lnTo>
                      <a:pt x="4697" y="103"/>
                    </a:lnTo>
                    <a:lnTo>
                      <a:pt x="4697" y="97"/>
                    </a:lnTo>
                    <a:lnTo>
                      <a:pt x="4708" y="97"/>
                    </a:lnTo>
                    <a:lnTo>
                      <a:pt x="4718" y="97"/>
                    </a:lnTo>
                    <a:lnTo>
                      <a:pt x="4718" y="103"/>
                    </a:lnTo>
                    <a:lnTo>
                      <a:pt x="4718" y="109"/>
                    </a:lnTo>
                    <a:lnTo>
                      <a:pt x="4728" y="109"/>
                    </a:lnTo>
                    <a:lnTo>
                      <a:pt x="4728" y="115"/>
                    </a:lnTo>
                    <a:lnTo>
                      <a:pt x="4728" y="120"/>
                    </a:lnTo>
                    <a:lnTo>
                      <a:pt x="4728" y="126"/>
                    </a:lnTo>
                    <a:lnTo>
                      <a:pt x="4739" y="126"/>
                    </a:lnTo>
                    <a:lnTo>
                      <a:pt x="4739" y="132"/>
                    </a:lnTo>
                    <a:lnTo>
                      <a:pt x="4739" y="137"/>
                    </a:lnTo>
                    <a:lnTo>
                      <a:pt x="4770" y="183"/>
                    </a:lnTo>
                    <a:lnTo>
                      <a:pt x="4770" y="189"/>
                    </a:lnTo>
                    <a:lnTo>
                      <a:pt x="4801" y="235"/>
                    </a:lnTo>
                    <a:lnTo>
                      <a:pt x="4801" y="240"/>
                    </a:lnTo>
                    <a:lnTo>
                      <a:pt x="4811" y="240"/>
                    </a:lnTo>
                    <a:lnTo>
                      <a:pt x="4811" y="246"/>
                    </a:lnTo>
                    <a:lnTo>
                      <a:pt x="4811" y="252"/>
                    </a:lnTo>
                    <a:lnTo>
                      <a:pt x="4822" y="258"/>
                    </a:lnTo>
                    <a:lnTo>
                      <a:pt x="4822" y="263"/>
                    </a:lnTo>
                    <a:lnTo>
                      <a:pt x="4832" y="263"/>
                    </a:lnTo>
                    <a:lnTo>
                      <a:pt x="4842" y="263"/>
                    </a:lnTo>
                    <a:lnTo>
                      <a:pt x="4842" y="258"/>
                    </a:lnTo>
                    <a:lnTo>
                      <a:pt x="4842" y="252"/>
                    </a:lnTo>
                    <a:lnTo>
                      <a:pt x="4853" y="252"/>
                    </a:lnTo>
                    <a:lnTo>
                      <a:pt x="4853" y="246"/>
                    </a:lnTo>
                    <a:lnTo>
                      <a:pt x="4884" y="212"/>
                    </a:lnTo>
                    <a:lnTo>
                      <a:pt x="4884" y="206"/>
                    </a:lnTo>
                    <a:lnTo>
                      <a:pt x="4894" y="206"/>
                    </a:lnTo>
                    <a:lnTo>
                      <a:pt x="4925" y="166"/>
                    </a:lnTo>
                    <a:lnTo>
                      <a:pt x="4925" y="160"/>
                    </a:lnTo>
                    <a:lnTo>
                      <a:pt x="4925" y="155"/>
                    </a:lnTo>
                    <a:lnTo>
                      <a:pt x="4936" y="155"/>
                    </a:lnTo>
                    <a:lnTo>
                      <a:pt x="4936" y="149"/>
                    </a:lnTo>
                    <a:lnTo>
                      <a:pt x="4936" y="143"/>
                    </a:lnTo>
                    <a:lnTo>
                      <a:pt x="4946" y="143"/>
                    </a:lnTo>
                    <a:lnTo>
                      <a:pt x="4946" y="137"/>
                    </a:lnTo>
                    <a:lnTo>
                      <a:pt x="4956" y="137"/>
                    </a:lnTo>
                    <a:lnTo>
                      <a:pt x="4956" y="143"/>
                    </a:lnTo>
                    <a:lnTo>
                      <a:pt x="4956" y="149"/>
                    </a:lnTo>
                    <a:lnTo>
                      <a:pt x="4967" y="155"/>
                    </a:lnTo>
                    <a:lnTo>
                      <a:pt x="4967" y="160"/>
                    </a:lnTo>
                    <a:lnTo>
                      <a:pt x="4967" y="166"/>
                    </a:lnTo>
                    <a:lnTo>
                      <a:pt x="4977" y="172"/>
                    </a:lnTo>
                    <a:lnTo>
                      <a:pt x="4977" y="177"/>
                    </a:lnTo>
                    <a:lnTo>
                      <a:pt x="5008" y="229"/>
                    </a:lnTo>
                    <a:lnTo>
                      <a:pt x="5008" y="235"/>
                    </a:lnTo>
                    <a:lnTo>
                      <a:pt x="5039" y="275"/>
                    </a:lnTo>
                    <a:lnTo>
                      <a:pt x="5039" y="280"/>
                    </a:lnTo>
                    <a:lnTo>
                      <a:pt x="5050" y="280"/>
                    </a:lnTo>
                    <a:lnTo>
                      <a:pt x="5050" y="286"/>
                    </a:lnTo>
                    <a:lnTo>
                      <a:pt x="5050" y="292"/>
                    </a:lnTo>
                    <a:lnTo>
                      <a:pt x="5060" y="292"/>
                    </a:lnTo>
                    <a:lnTo>
                      <a:pt x="5060" y="298"/>
                    </a:lnTo>
                    <a:lnTo>
                      <a:pt x="5060" y="303"/>
                    </a:lnTo>
                    <a:lnTo>
                      <a:pt x="5070" y="303"/>
                    </a:lnTo>
                    <a:lnTo>
                      <a:pt x="5081" y="303"/>
                    </a:lnTo>
                    <a:lnTo>
                      <a:pt x="5081" y="298"/>
                    </a:lnTo>
                    <a:lnTo>
                      <a:pt x="5091" y="298"/>
                    </a:lnTo>
                    <a:lnTo>
                      <a:pt x="5091" y="292"/>
                    </a:lnTo>
                    <a:lnTo>
                      <a:pt x="5102" y="292"/>
                    </a:lnTo>
                  </a:path>
                </a:pathLst>
              </a:custGeom>
              <a:noFill/>
              <a:ln w="15840">
                <a:solidFill>
                  <a:srgbClr val="00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8" name="Rectangle 330"/>
              <p:cNvSpPr/>
              <p:nvPr/>
            </p:nvSpPr>
            <p:spPr>
              <a:xfrm>
                <a:off x="2555640" y="5818320"/>
                <a:ext cx="34956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ff00"/>
                    </a:solidFill>
                    <a:effectLst/>
                    <a:uFillTx/>
                    <a:latin typeface="Arial"/>
                  </a:rPr>
                  <a:t>BETA_Y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399" name="Freeform 331"/>
              <p:cNvSpPr/>
              <p:nvPr/>
            </p:nvSpPr>
            <p:spPr>
              <a:xfrm>
                <a:off x="500040" y="5800680"/>
                <a:ext cx="8099280" cy="1800"/>
              </a:xfrm>
              <a:custGeom>
                <a:avLst/>
                <a:gdLst>
                  <a:gd name="textAreaLeft" fmla="*/ 0 w 8099280"/>
                  <a:gd name="textAreaRight" fmla="*/ 8099280 w 8099280"/>
                  <a:gd name="textAreaTop" fmla="*/ 0 h 1800"/>
                  <a:gd name="textAreaBottom" fmla="*/ 2160 h 1800"/>
                  <a:gd name="GluePoint1X" fmla="*/ 42 w 5102"/>
                  <a:gd name="GluePoint1Y" fmla="*/ 0 h 1"/>
                  <a:gd name="GluePoint2X" fmla="*/ 146 w 5102"/>
                  <a:gd name="GluePoint2Y" fmla="*/ 0 h 1"/>
                  <a:gd name="GluePoint3X" fmla="*/ 249 w 5102"/>
                  <a:gd name="GluePoint3Y" fmla="*/ 0 h 1"/>
                  <a:gd name="GluePoint4X" fmla="*/ 291 w 5102"/>
                  <a:gd name="GluePoint4Y" fmla="*/ 0 h 1"/>
                  <a:gd name="GluePoint5X" fmla="*/ 394 w 5102"/>
                  <a:gd name="GluePoint5Y" fmla="*/ 0 h 1"/>
                  <a:gd name="GluePoint6X" fmla="*/ 488 w 5102"/>
                  <a:gd name="GluePoint6Y" fmla="*/ 0 h 1"/>
                  <a:gd name="GluePoint7X" fmla="*/ 591 w 5102"/>
                  <a:gd name="GluePoint7Y" fmla="*/ 0 h 1"/>
                  <a:gd name="GluePoint8X" fmla="*/ 643 w 5102"/>
                  <a:gd name="GluePoint8Y" fmla="*/ 0 h 1"/>
                  <a:gd name="GluePoint9X" fmla="*/ 737 w 5102"/>
                  <a:gd name="GluePoint9Y" fmla="*/ 0 h 1"/>
                  <a:gd name="GluePoint10X" fmla="*/ 840 w 5102"/>
                  <a:gd name="GluePoint10Y" fmla="*/ 0 h 1"/>
                  <a:gd name="GluePoint11X" fmla="*/ 882 w 5102"/>
                  <a:gd name="GluePoint11Y" fmla="*/ 0 h 1"/>
                  <a:gd name="GluePoint12X" fmla="*/ 985 w 5102"/>
                  <a:gd name="GluePoint12Y" fmla="*/ 0 h 1"/>
                  <a:gd name="GluePoint13X" fmla="*/ 1089 w 5102"/>
                  <a:gd name="GluePoint13Y" fmla="*/ 0 h 1"/>
                  <a:gd name="GluePoint14X" fmla="*/ 1131 w 5102"/>
                  <a:gd name="GluePoint14Y" fmla="*/ 0 h 1"/>
                  <a:gd name="GluePoint15X" fmla="*/ 1234 w 5102"/>
                  <a:gd name="GluePoint15Y" fmla="*/ 0 h 1"/>
                  <a:gd name="GluePoint16X" fmla="*/ 1328 w 5102"/>
                  <a:gd name="GluePoint16Y" fmla="*/ 0 h 1"/>
                  <a:gd name="GluePoint17X" fmla="*/ 1400 w 5102"/>
                  <a:gd name="GluePoint17Y" fmla="*/ 0 h 1"/>
                  <a:gd name="GluePoint18X" fmla="*/ 1473 w 5102"/>
                  <a:gd name="GluePoint18Y" fmla="*/ 0 h 1"/>
                  <a:gd name="GluePoint19X" fmla="*/ 1576 w 5102"/>
                  <a:gd name="GluePoint19Y" fmla="*/ 0 h 1"/>
                  <a:gd name="GluePoint20X" fmla="*/ 1680 w 5102"/>
                  <a:gd name="GluePoint20Y" fmla="*/ 0 h 1"/>
                  <a:gd name="GluePoint21X" fmla="*/ 1722 w 5102"/>
                  <a:gd name="GluePoint21Y" fmla="*/ 0 h 1"/>
                  <a:gd name="GluePoint22X" fmla="*/ 1825 w 5102"/>
                  <a:gd name="GluePoint22Y" fmla="*/ 0 h 1"/>
                  <a:gd name="GluePoint23X" fmla="*/ 1919 w 5102"/>
                  <a:gd name="GluePoint23Y" fmla="*/ 0 h 1"/>
                  <a:gd name="GluePoint24X" fmla="*/ 1970 w 5102"/>
                  <a:gd name="GluePoint24Y" fmla="*/ 0 h 1"/>
                  <a:gd name="GluePoint25X" fmla="*/ 2074 w 5102"/>
                  <a:gd name="GluePoint25Y" fmla="*/ 0 h 1"/>
                  <a:gd name="GluePoint26X" fmla="*/ 2167 w 5102"/>
                  <a:gd name="GluePoint26Y" fmla="*/ 0 h 1"/>
                  <a:gd name="GluePoint27X" fmla="*/ 2209 w 5102"/>
                  <a:gd name="GluePoint27Y" fmla="*/ 0 h 1"/>
                  <a:gd name="GluePoint28X" fmla="*/ 2313 w 5102"/>
                  <a:gd name="GluePoint28Y" fmla="*/ 0 h 1"/>
                  <a:gd name="GluePoint29X" fmla="*/ 2416 w 5102"/>
                  <a:gd name="GluePoint29Y" fmla="*/ 0 h 1"/>
                  <a:gd name="GluePoint30X" fmla="*/ 2468 w 5102"/>
                  <a:gd name="GluePoint30Y" fmla="*/ 0 h 1"/>
                  <a:gd name="GluePoint31X" fmla="*/ 2510 w 5102"/>
                  <a:gd name="GluePoint31Y" fmla="*/ 0 h 1"/>
                  <a:gd name="GluePoint32X" fmla="*/ 2561 w 5102"/>
                  <a:gd name="GluePoint32Y" fmla="*/ 0 h 1"/>
                  <a:gd name="GluePoint33X" fmla="*/ 2613 w 5102"/>
                  <a:gd name="GluePoint33Y" fmla="*/ 0 h 1"/>
                  <a:gd name="GluePoint34X" fmla="*/ 2655 w 5102"/>
                  <a:gd name="GluePoint34Y" fmla="*/ 0 h 1"/>
                  <a:gd name="GluePoint35X" fmla="*/ 2758 w 5102"/>
                  <a:gd name="GluePoint35Y" fmla="*/ 0 h 1"/>
                  <a:gd name="GluePoint36X" fmla="*/ 2800 w 5102"/>
                  <a:gd name="GluePoint36Y" fmla="*/ 0 h 1"/>
                  <a:gd name="GluePoint37X" fmla="*/ 2904 w 5102"/>
                  <a:gd name="GluePoint37Y" fmla="*/ 0 h 1"/>
                  <a:gd name="GluePoint38X" fmla="*/ 3007 w 5102"/>
                  <a:gd name="GluePoint38Y" fmla="*/ 0 h 1"/>
                  <a:gd name="GluePoint39X" fmla="*/ 3049 w 5102"/>
                  <a:gd name="GluePoint39Y" fmla="*/ 0 h 1"/>
                  <a:gd name="GluePoint40X" fmla="*/ 3152 w 5102"/>
                  <a:gd name="GluePoint40Y" fmla="*/ 0 h 1"/>
                  <a:gd name="GluePoint41X" fmla="*/ 3246 w 5102"/>
                  <a:gd name="GluePoint41Y" fmla="*/ 0 h 1"/>
                  <a:gd name="GluePoint42X" fmla="*/ 3298 w 5102"/>
                  <a:gd name="GluePoint42Y" fmla="*/ 0 h 1"/>
                  <a:gd name="GluePoint43X" fmla="*/ 3401 w 5102"/>
                  <a:gd name="GluePoint43Y" fmla="*/ 0 h 1"/>
                  <a:gd name="GluePoint44X" fmla="*/ 3495 w 5102"/>
                  <a:gd name="GluePoint44Y" fmla="*/ 0 h 1"/>
                  <a:gd name="GluePoint45X" fmla="*/ 3567 w 5102"/>
                  <a:gd name="GluePoint45Y" fmla="*/ 0 h 1"/>
                  <a:gd name="GluePoint46X" fmla="*/ 3640 w 5102"/>
                  <a:gd name="GluePoint46Y" fmla="*/ 0 h 1"/>
                  <a:gd name="GluePoint47X" fmla="*/ 3743 w 5102"/>
                  <a:gd name="GluePoint47Y" fmla="*/ 0 h 1"/>
                  <a:gd name="GluePoint48X" fmla="*/ 3837 w 5102"/>
                  <a:gd name="GluePoint48Y" fmla="*/ 0 h 1"/>
                  <a:gd name="GluePoint49X" fmla="*/ 3889 w 5102"/>
                  <a:gd name="GluePoint49Y" fmla="*/ 0 h 1"/>
                  <a:gd name="GluePoint50X" fmla="*/ 3992 w 5102"/>
                  <a:gd name="GluePoint50Y" fmla="*/ 0 h 1"/>
                  <a:gd name="GluePoint51X" fmla="*/ 4085 w 5102"/>
                  <a:gd name="GluePoint51Y" fmla="*/ 0 h 1"/>
                  <a:gd name="GluePoint52X" fmla="*/ 4137 w 5102"/>
                  <a:gd name="GluePoint52Y" fmla="*/ 0 h 1"/>
                  <a:gd name="GluePoint53X" fmla="*/ 4231 w 5102"/>
                  <a:gd name="GluePoint53Y" fmla="*/ 0 h 1"/>
                  <a:gd name="GluePoint54X" fmla="*/ 4334 w 5102"/>
                  <a:gd name="GluePoint54Y" fmla="*/ 0 h 1"/>
                  <a:gd name="GluePoint55X" fmla="*/ 4407 w 5102"/>
                  <a:gd name="GluePoint55Y" fmla="*/ 0 h 1"/>
                  <a:gd name="GluePoint56X" fmla="*/ 4479 w 5102"/>
                  <a:gd name="GluePoint56Y" fmla="*/ 0 h 1"/>
                  <a:gd name="GluePoint57X" fmla="*/ 4583 w 5102"/>
                  <a:gd name="GluePoint57Y" fmla="*/ 0 h 1"/>
                  <a:gd name="GluePoint58X" fmla="*/ 4676 w 5102"/>
                  <a:gd name="GluePoint58Y" fmla="*/ 0 h 1"/>
                  <a:gd name="GluePoint59X" fmla="*/ 4728 w 5102"/>
                  <a:gd name="GluePoint59Y" fmla="*/ 0 h 1"/>
                  <a:gd name="GluePoint60X" fmla="*/ 4832 w 5102"/>
                  <a:gd name="GluePoint60Y" fmla="*/ 0 h 1"/>
                  <a:gd name="GluePoint61X" fmla="*/ 4925 w 5102"/>
                  <a:gd name="GluePoint61Y" fmla="*/ 0 h 1"/>
                  <a:gd name="GluePoint62X" fmla="*/ 4977 w 5102"/>
                  <a:gd name="GluePoint62Y" fmla="*/ 0 h 1"/>
                  <a:gd name="GluePoint63X" fmla="*/ 5070 w 5102"/>
                  <a:gd name="GluePoint63Y" fmla="*/ 0 h 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102" h="1">
                    <a:moveTo>
                      <a:pt x="0" y="0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1" y="0"/>
                    </a:lnTo>
                    <a:lnTo>
                      <a:pt x="32" y="0"/>
                    </a:lnTo>
                    <a:lnTo>
                      <a:pt x="42" y="0"/>
                    </a:lnTo>
                    <a:lnTo>
                      <a:pt x="52" y="0"/>
                    </a:lnTo>
                    <a:lnTo>
                      <a:pt x="83" y="0"/>
                    </a:lnTo>
                    <a:lnTo>
                      <a:pt x="114" y="0"/>
                    </a:lnTo>
                    <a:lnTo>
                      <a:pt x="125" y="0"/>
                    </a:lnTo>
                    <a:lnTo>
                      <a:pt x="135" y="0"/>
                    </a:lnTo>
                    <a:lnTo>
                      <a:pt x="146" y="0"/>
                    </a:lnTo>
                    <a:lnTo>
                      <a:pt x="156" y="0"/>
                    </a:lnTo>
                    <a:lnTo>
                      <a:pt x="166" y="0"/>
                    </a:lnTo>
                    <a:lnTo>
                      <a:pt x="197" y="0"/>
                    </a:lnTo>
                    <a:lnTo>
                      <a:pt x="208" y="0"/>
                    </a:lnTo>
                    <a:lnTo>
                      <a:pt x="239" y="0"/>
                    </a:lnTo>
                    <a:lnTo>
                      <a:pt x="249" y="0"/>
                    </a:lnTo>
                    <a:lnTo>
                      <a:pt x="260" y="0"/>
                    </a:lnTo>
                    <a:lnTo>
                      <a:pt x="270" y="0"/>
                    </a:lnTo>
                    <a:lnTo>
                      <a:pt x="280" y="0"/>
                    </a:lnTo>
                    <a:lnTo>
                      <a:pt x="291" y="0"/>
                    </a:lnTo>
                    <a:lnTo>
                      <a:pt x="322" y="0"/>
                    </a:lnTo>
                    <a:lnTo>
                      <a:pt x="353" y="0"/>
                    </a:lnTo>
                    <a:lnTo>
                      <a:pt x="363" y="0"/>
                    </a:lnTo>
                    <a:lnTo>
                      <a:pt x="374" y="0"/>
                    </a:lnTo>
                    <a:lnTo>
                      <a:pt x="384" y="0"/>
                    </a:lnTo>
                    <a:lnTo>
                      <a:pt x="394" y="0"/>
                    </a:lnTo>
                    <a:lnTo>
                      <a:pt x="405" y="0"/>
                    </a:lnTo>
                    <a:lnTo>
                      <a:pt x="415" y="0"/>
                    </a:lnTo>
                    <a:lnTo>
                      <a:pt x="436" y="0"/>
                    </a:lnTo>
                    <a:lnTo>
                      <a:pt x="446" y="0"/>
                    </a:lnTo>
                    <a:lnTo>
                      <a:pt x="477" y="0"/>
                    </a:lnTo>
                    <a:lnTo>
                      <a:pt x="488" y="0"/>
                    </a:lnTo>
                    <a:lnTo>
                      <a:pt x="498" y="0"/>
                    </a:lnTo>
                    <a:lnTo>
                      <a:pt x="508" y="0"/>
                    </a:lnTo>
                    <a:lnTo>
                      <a:pt x="519" y="0"/>
                    </a:lnTo>
                    <a:lnTo>
                      <a:pt x="529" y="0"/>
                    </a:lnTo>
                    <a:lnTo>
                      <a:pt x="560" y="0"/>
                    </a:lnTo>
                    <a:lnTo>
                      <a:pt x="591" y="0"/>
                    </a:lnTo>
                    <a:lnTo>
                      <a:pt x="602" y="0"/>
                    </a:lnTo>
                    <a:lnTo>
                      <a:pt x="612" y="0"/>
                    </a:lnTo>
                    <a:lnTo>
                      <a:pt x="623" y="0"/>
                    </a:lnTo>
                    <a:lnTo>
                      <a:pt x="633" y="0"/>
                    </a:lnTo>
                    <a:lnTo>
                      <a:pt x="643" y="0"/>
                    </a:lnTo>
                    <a:lnTo>
                      <a:pt x="654" y="0"/>
                    </a:lnTo>
                    <a:lnTo>
                      <a:pt x="685" y="0"/>
                    </a:lnTo>
                    <a:lnTo>
                      <a:pt x="716" y="0"/>
                    </a:lnTo>
                    <a:lnTo>
                      <a:pt x="726" y="0"/>
                    </a:lnTo>
                    <a:lnTo>
                      <a:pt x="737" y="0"/>
                    </a:lnTo>
                    <a:lnTo>
                      <a:pt x="747" y="0"/>
                    </a:lnTo>
                    <a:lnTo>
                      <a:pt x="757" y="0"/>
                    </a:lnTo>
                    <a:lnTo>
                      <a:pt x="768" y="0"/>
                    </a:lnTo>
                    <a:lnTo>
                      <a:pt x="799" y="0"/>
                    </a:lnTo>
                    <a:lnTo>
                      <a:pt x="809" y="0"/>
                    </a:lnTo>
                    <a:lnTo>
                      <a:pt x="830" y="0"/>
                    </a:lnTo>
                    <a:lnTo>
                      <a:pt x="840" y="0"/>
                    </a:lnTo>
                    <a:lnTo>
                      <a:pt x="851" y="0"/>
                    </a:lnTo>
                    <a:lnTo>
                      <a:pt x="861" y="0"/>
                    </a:lnTo>
                    <a:lnTo>
                      <a:pt x="871" y="0"/>
                    </a:lnTo>
                    <a:lnTo>
                      <a:pt x="882" y="0"/>
                    </a:lnTo>
                    <a:lnTo>
                      <a:pt x="892" y="0"/>
                    </a:lnTo>
                    <a:lnTo>
                      <a:pt x="923" y="0"/>
                    </a:lnTo>
                    <a:lnTo>
                      <a:pt x="954" y="0"/>
                    </a:lnTo>
                    <a:lnTo>
                      <a:pt x="965" y="0"/>
                    </a:lnTo>
                    <a:lnTo>
                      <a:pt x="975" y="0"/>
                    </a:lnTo>
                    <a:lnTo>
                      <a:pt x="985" y="0"/>
                    </a:lnTo>
                    <a:lnTo>
                      <a:pt x="996" y="0"/>
                    </a:lnTo>
                    <a:lnTo>
                      <a:pt x="1006" y="0"/>
                    </a:lnTo>
                    <a:lnTo>
                      <a:pt x="1017" y="0"/>
                    </a:lnTo>
                    <a:lnTo>
                      <a:pt x="1037" y="0"/>
                    </a:lnTo>
                    <a:lnTo>
                      <a:pt x="1048" y="0"/>
                    </a:lnTo>
                    <a:lnTo>
                      <a:pt x="1079" y="0"/>
                    </a:lnTo>
                    <a:lnTo>
                      <a:pt x="1089" y="0"/>
                    </a:lnTo>
                    <a:lnTo>
                      <a:pt x="1099" y="0"/>
                    </a:lnTo>
                    <a:lnTo>
                      <a:pt x="1110" y="0"/>
                    </a:lnTo>
                    <a:lnTo>
                      <a:pt x="1120" y="0"/>
                    </a:lnTo>
                    <a:lnTo>
                      <a:pt x="1131" y="0"/>
                    </a:lnTo>
                    <a:lnTo>
                      <a:pt x="1162" y="0"/>
                    </a:lnTo>
                    <a:lnTo>
                      <a:pt x="1193" y="0"/>
                    </a:lnTo>
                    <a:lnTo>
                      <a:pt x="1203" y="0"/>
                    </a:lnTo>
                    <a:lnTo>
                      <a:pt x="1214" y="0"/>
                    </a:lnTo>
                    <a:lnTo>
                      <a:pt x="1224" y="0"/>
                    </a:lnTo>
                    <a:lnTo>
                      <a:pt x="1234" y="0"/>
                    </a:lnTo>
                    <a:lnTo>
                      <a:pt x="1245" y="0"/>
                    </a:lnTo>
                    <a:lnTo>
                      <a:pt x="1255" y="0"/>
                    </a:lnTo>
                    <a:lnTo>
                      <a:pt x="1286" y="0"/>
                    </a:lnTo>
                    <a:lnTo>
                      <a:pt x="1317" y="0"/>
                    </a:lnTo>
                    <a:lnTo>
                      <a:pt x="1328" y="0"/>
                    </a:lnTo>
                    <a:lnTo>
                      <a:pt x="1338" y="0"/>
                    </a:lnTo>
                    <a:lnTo>
                      <a:pt x="1348" y="0"/>
                    </a:lnTo>
                    <a:lnTo>
                      <a:pt x="1359" y="0"/>
                    </a:lnTo>
                    <a:lnTo>
                      <a:pt x="1369" y="0"/>
                    </a:lnTo>
                    <a:lnTo>
                      <a:pt x="1400" y="0"/>
                    </a:lnTo>
                    <a:lnTo>
                      <a:pt x="1410" y="0"/>
                    </a:lnTo>
                    <a:lnTo>
                      <a:pt x="1431" y="0"/>
                    </a:lnTo>
                    <a:lnTo>
                      <a:pt x="1442" y="0"/>
                    </a:lnTo>
                    <a:lnTo>
                      <a:pt x="1452" y="0"/>
                    </a:lnTo>
                    <a:lnTo>
                      <a:pt x="1462" y="0"/>
                    </a:lnTo>
                    <a:lnTo>
                      <a:pt x="1473" y="0"/>
                    </a:lnTo>
                    <a:lnTo>
                      <a:pt x="1483" y="0"/>
                    </a:lnTo>
                    <a:lnTo>
                      <a:pt x="1493" y="0"/>
                    </a:lnTo>
                    <a:lnTo>
                      <a:pt x="1525" y="0"/>
                    </a:lnTo>
                    <a:lnTo>
                      <a:pt x="1556" y="0"/>
                    </a:lnTo>
                    <a:lnTo>
                      <a:pt x="1566" y="0"/>
                    </a:lnTo>
                    <a:lnTo>
                      <a:pt x="1576" y="0"/>
                    </a:lnTo>
                    <a:lnTo>
                      <a:pt x="1587" y="0"/>
                    </a:lnTo>
                    <a:lnTo>
                      <a:pt x="1597" y="0"/>
                    </a:lnTo>
                    <a:lnTo>
                      <a:pt x="1607" y="0"/>
                    </a:lnTo>
                    <a:lnTo>
                      <a:pt x="1639" y="0"/>
                    </a:lnTo>
                    <a:lnTo>
                      <a:pt x="1649" y="0"/>
                    </a:lnTo>
                    <a:lnTo>
                      <a:pt x="1680" y="0"/>
                    </a:lnTo>
                    <a:lnTo>
                      <a:pt x="1690" y="0"/>
                    </a:lnTo>
                    <a:lnTo>
                      <a:pt x="1701" y="0"/>
                    </a:lnTo>
                    <a:lnTo>
                      <a:pt x="1711" y="0"/>
                    </a:lnTo>
                    <a:lnTo>
                      <a:pt x="1722" y="0"/>
                    </a:lnTo>
                    <a:lnTo>
                      <a:pt x="1732" y="0"/>
                    </a:lnTo>
                    <a:lnTo>
                      <a:pt x="1763" y="0"/>
                    </a:lnTo>
                    <a:lnTo>
                      <a:pt x="1794" y="0"/>
                    </a:lnTo>
                    <a:lnTo>
                      <a:pt x="1804" y="0"/>
                    </a:lnTo>
                    <a:lnTo>
                      <a:pt x="1815" y="0"/>
                    </a:lnTo>
                    <a:lnTo>
                      <a:pt x="1825" y="0"/>
                    </a:lnTo>
                    <a:lnTo>
                      <a:pt x="1836" y="0"/>
                    </a:lnTo>
                    <a:lnTo>
                      <a:pt x="1846" y="0"/>
                    </a:lnTo>
                    <a:lnTo>
                      <a:pt x="1856" y="0"/>
                    </a:lnTo>
                    <a:lnTo>
                      <a:pt x="1887" y="0"/>
                    </a:lnTo>
                    <a:lnTo>
                      <a:pt x="1919" y="0"/>
                    </a:lnTo>
                    <a:lnTo>
                      <a:pt x="1929" y="0"/>
                    </a:lnTo>
                    <a:lnTo>
                      <a:pt x="1939" y="0"/>
                    </a:lnTo>
                    <a:lnTo>
                      <a:pt x="1950" y="0"/>
                    </a:lnTo>
                    <a:lnTo>
                      <a:pt x="1960" y="0"/>
                    </a:lnTo>
                    <a:lnTo>
                      <a:pt x="1970" y="0"/>
                    </a:lnTo>
                    <a:lnTo>
                      <a:pt x="2001" y="0"/>
                    </a:lnTo>
                    <a:lnTo>
                      <a:pt x="2012" y="0"/>
                    </a:lnTo>
                    <a:lnTo>
                      <a:pt x="2033" y="0"/>
                    </a:lnTo>
                    <a:lnTo>
                      <a:pt x="2043" y="0"/>
                    </a:lnTo>
                    <a:lnTo>
                      <a:pt x="2053" y="0"/>
                    </a:lnTo>
                    <a:lnTo>
                      <a:pt x="2064" y="0"/>
                    </a:lnTo>
                    <a:lnTo>
                      <a:pt x="2074" y="0"/>
                    </a:lnTo>
                    <a:lnTo>
                      <a:pt x="2084" y="0"/>
                    </a:lnTo>
                    <a:lnTo>
                      <a:pt x="2095" y="0"/>
                    </a:lnTo>
                    <a:lnTo>
                      <a:pt x="2126" y="0"/>
                    </a:lnTo>
                    <a:lnTo>
                      <a:pt x="2157" y="0"/>
                    </a:lnTo>
                    <a:lnTo>
                      <a:pt x="2167" y="0"/>
                    </a:lnTo>
                    <a:lnTo>
                      <a:pt x="2178" y="0"/>
                    </a:lnTo>
                    <a:lnTo>
                      <a:pt x="2188" y="0"/>
                    </a:lnTo>
                    <a:lnTo>
                      <a:pt x="2198" y="0"/>
                    </a:lnTo>
                    <a:lnTo>
                      <a:pt x="2209" y="0"/>
                    </a:lnTo>
                    <a:lnTo>
                      <a:pt x="2240" y="0"/>
                    </a:lnTo>
                    <a:lnTo>
                      <a:pt x="2250" y="0"/>
                    </a:lnTo>
                    <a:lnTo>
                      <a:pt x="2281" y="0"/>
                    </a:lnTo>
                    <a:lnTo>
                      <a:pt x="2292" y="0"/>
                    </a:lnTo>
                    <a:lnTo>
                      <a:pt x="2302" y="0"/>
                    </a:lnTo>
                    <a:lnTo>
                      <a:pt x="2313" y="0"/>
                    </a:lnTo>
                    <a:lnTo>
                      <a:pt x="2323" y="0"/>
                    </a:lnTo>
                    <a:lnTo>
                      <a:pt x="2333" y="0"/>
                    </a:lnTo>
                    <a:lnTo>
                      <a:pt x="2364" y="0"/>
                    </a:lnTo>
                    <a:lnTo>
                      <a:pt x="2395" y="0"/>
                    </a:lnTo>
                    <a:lnTo>
                      <a:pt x="2406" y="0"/>
                    </a:lnTo>
                    <a:lnTo>
                      <a:pt x="2416" y="0"/>
                    </a:lnTo>
                    <a:lnTo>
                      <a:pt x="2427" y="0"/>
                    </a:lnTo>
                    <a:lnTo>
                      <a:pt x="2437" y="0"/>
                    </a:lnTo>
                    <a:lnTo>
                      <a:pt x="2447" y="0"/>
                    </a:lnTo>
                    <a:lnTo>
                      <a:pt x="2458" y="0"/>
                    </a:lnTo>
                    <a:lnTo>
                      <a:pt x="2468" y="0"/>
                    </a:lnTo>
                    <a:lnTo>
                      <a:pt x="2478" y="0"/>
                    </a:lnTo>
                    <a:lnTo>
                      <a:pt x="2489" y="0"/>
                    </a:lnTo>
                    <a:lnTo>
                      <a:pt x="2499" y="0"/>
                    </a:lnTo>
                    <a:lnTo>
                      <a:pt x="2510" y="0"/>
                    </a:lnTo>
                    <a:lnTo>
                      <a:pt x="2520" y="0"/>
                    </a:lnTo>
                    <a:lnTo>
                      <a:pt x="2530" y="0"/>
                    </a:lnTo>
                    <a:lnTo>
                      <a:pt x="2541" y="0"/>
                    </a:lnTo>
                    <a:lnTo>
                      <a:pt x="2551" y="0"/>
                    </a:lnTo>
                    <a:lnTo>
                      <a:pt x="2561" y="0"/>
                    </a:lnTo>
                    <a:lnTo>
                      <a:pt x="2572" y="0"/>
                    </a:lnTo>
                    <a:lnTo>
                      <a:pt x="2582" y="0"/>
                    </a:lnTo>
                    <a:lnTo>
                      <a:pt x="2592" y="0"/>
                    </a:lnTo>
                    <a:lnTo>
                      <a:pt x="2603" y="0"/>
                    </a:lnTo>
                    <a:lnTo>
                      <a:pt x="2613" y="0"/>
                    </a:lnTo>
                    <a:lnTo>
                      <a:pt x="2624" y="0"/>
                    </a:lnTo>
                    <a:lnTo>
                      <a:pt x="2634" y="0"/>
                    </a:lnTo>
                    <a:lnTo>
                      <a:pt x="2644" y="0"/>
                    </a:lnTo>
                    <a:lnTo>
                      <a:pt x="2655" y="0"/>
                    </a:lnTo>
                    <a:lnTo>
                      <a:pt x="2665" y="0"/>
                    </a:lnTo>
                    <a:lnTo>
                      <a:pt x="2675" y="0"/>
                    </a:lnTo>
                    <a:lnTo>
                      <a:pt x="2686" y="0"/>
                    </a:lnTo>
                    <a:lnTo>
                      <a:pt x="2696" y="0"/>
                    </a:lnTo>
                    <a:lnTo>
                      <a:pt x="2727" y="0"/>
                    </a:lnTo>
                    <a:lnTo>
                      <a:pt x="2758" y="0"/>
                    </a:lnTo>
                    <a:lnTo>
                      <a:pt x="2769" y="0"/>
                    </a:lnTo>
                    <a:lnTo>
                      <a:pt x="2779" y="0"/>
                    </a:lnTo>
                    <a:lnTo>
                      <a:pt x="2789" y="0"/>
                    </a:lnTo>
                    <a:lnTo>
                      <a:pt x="2800" y="0"/>
                    </a:lnTo>
                    <a:lnTo>
                      <a:pt x="2810" y="0"/>
                    </a:lnTo>
                    <a:lnTo>
                      <a:pt x="2841" y="0"/>
                    </a:lnTo>
                    <a:lnTo>
                      <a:pt x="2852" y="0"/>
                    </a:lnTo>
                    <a:lnTo>
                      <a:pt x="2883" y="0"/>
                    </a:lnTo>
                    <a:lnTo>
                      <a:pt x="2893" y="0"/>
                    </a:lnTo>
                    <a:lnTo>
                      <a:pt x="2904" y="0"/>
                    </a:lnTo>
                    <a:lnTo>
                      <a:pt x="2914" y="0"/>
                    </a:lnTo>
                    <a:lnTo>
                      <a:pt x="2924" y="0"/>
                    </a:lnTo>
                    <a:lnTo>
                      <a:pt x="2935" y="0"/>
                    </a:lnTo>
                    <a:lnTo>
                      <a:pt x="2966" y="0"/>
                    </a:lnTo>
                    <a:lnTo>
                      <a:pt x="2997" y="0"/>
                    </a:lnTo>
                    <a:lnTo>
                      <a:pt x="3007" y="0"/>
                    </a:lnTo>
                    <a:lnTo>
                      <a:pt x="3018" y="0"/>
                    </a:lnTo>
                    <a:lnTo>
                      <a:pt x="3028" y="0"/>
                    </a:lnTo>
                    <a:lnTo>
                      <a:pt x="3038" y="0"/>
                    </a:lnTo>
                    <a:lnTo>
                      <a:pt x="3049" y="0"/>
                    </a:lnTo>
                    <a:lnTo>
                      <a:pt x="3059" y="0"/>
                    </a:lnTo>
                    <a:lnTo>
                      <a:pt x="3080" y="0"/>
                    </a:lnTo>
                    <a:lnTo>
                      <a:pt x="3090" y="0"/>
                    </a:lnTo>
                    <a:lnTo>
                      <a:pt x="3121" y="0"/>
                    </a:lnTo>
                    <a:lnTo>
                      <a:pt x="3132" y="0"/>
                    </a:lnTo>
                    <a:lnTo>
                      <a:pt x="3142" y="0"/>
                    </a:lnTo>
                    <a:lnTo>
                      <a:pt x="3152" y="0"/>
                    </a:lnTo>
                    <a:lnTo>
                      <a:pt x="3163" y="0"/>
                    </a:lnTo>
                    <a:lnTo>
                      <a:pt x="3173" y="0"/>
                    </a:lnTo>
                    <a:lnTo>
                      <a:pt x="3204" y="0"/>
                    </a:lnTo>
                    <a:lnTo>
                      <a:pt x="3235" y="0"/>
                    </a:lnTo>
                    <a:lnTo>
                      <a:pt x="3246" y="0"/>
                    </a:lnTo>
                    <a:lnTo>
                      <a:pt x="3256" y="0"/>
                    </a:lnTo>
                    <a:lnTo>
                      <a:pt x="3266" y="0"/>
                    </a:lnTo>
                    <a:lnTo>
                      <a:pt x="3277" y="0"/>
                    </a:lnTo>
                    <a:lnTo>
                      <a:pt x="3287" y="0"/>
                    </a:lnTo>
                    <a:lnTo>
                      <a:pt x="3298" y="0"/>
                    </a:lnTo>
                    <a:lnTo>
                      <a:pt x="3329" y="0"/>
                    </a:lnTo>
                    <a:lnTo>
                      <a:pt x="3360" y="0"/>
                    </a:lnTo>
                    <a:lnTo>
                      <a:pt x="3370" y="0"/>
                    </a:lnTo>
                    <a:lnTo>
                      <a:pt x="3380" y="0"/>
                    </a:lnTo>
                    <a:lnTo>
                      <a:pt x="3391" y="0"/>
                    </a:lnTo>
                    <a:lnTo>
                      <a:pt x="3401" y="0"/>
                    </a:lnTo>
                    <a:lnTo>
                      <a:pt x="3412" y="0"/>
                    </a:lnTo>
                    <a:lnTo>
                      <a:pt x="3443" y="0"/>
                    </a:lnTo>
                    <a:lnTo>
                      <a:pt x="3453" y="0"/>
                    </a:lnTo>
                    <a:lnTo>
                      <a:pt x="3484" y="0"/>
                    </a:lnTo>
                    <a:lnTo>
                      <a:pt x="3495" y="0"/>
                    </a:lnTo>
                    <a:lnTo>
                      <a:pt x="3505" y="0"/>
                    </a:lnTo>
                    <a:lnTo>
                      <a:pt x="3515" y="0"/>
                    </a:lnTo>
                    <a:lnTo>
                      <a:pt x="3526" y="0"/>
                    </a:lnTo>
                    <a:lnTo>
                      <a:pt x="3536" y="0"/>
                    </a:lnTo>
                    <a:lnTo>
                      <a:pt x="3567" y="0"/>
                    </a:lnTo>
                    <a:lnTo>
                      <a:pt x="3598" y="0"/>
                    </a:lnTo>
                    <a:lnTo>
                      <a:pt x="3609" y="0"/>
                    </a:lnTo>
                    <a:lnTo>
                      <a:pt x="3619" y="0"/>
                    </a:lnTo>
                    <a:lnTo>
                      <a:pt x="3629" y="0"/>
                    </a:lnTo>
                    <a:lnTo>
                      <a:pt x="3640" y="0"/>
                    </a:lnTo>
                    <a:lnTo>
                      <a:pt x="3650" y="0"/>
                    </a:lnTo>
                    <a:lnTo>
                      <a:pt x="3660" y="0"/>
                    </a:lnTo>
                    <a:lnTo>
                      <a:pt x="3681" y="0"/>
                    </a:lnTo>
                    <a:lnTo>
                      <a:pt x="3692" y="0"/>
                    </a:lnTo>
                    <a:lnTo>
                      <a:pt x="3723" y="0"/>
                    </a:lnTo>
                    <a:lnTo>
                      <a:pt x="3733" y="0"/>
                    </a:lnTo>
                    <a:lnTo>
                      <a:pt x="3743" y="0"/>
                    </a:lnTo>
                    <a:lnTo>
                      <a:pt x="3754" y="0"/>
                    </a:lnTo>
                    <a:lnTo>
                      <a:pt x="3764" y="0"/>
                    </a:lnTo>
                    <a:lnTo>
                      <a:pt x="3774" y="0"/>
                    </a:lnTo>
                    <a:lnTo>
                      <a:pt x="3806" y="0"/>
                    </a:lnTo>
                    <a:lnTo>
                      <a:pt x="3837" y="0"/>
                    </a:lnTo>
                    <a:lnTo>
                      <a:pt x="3847" y="0"/>
                    </a:lnTo>
                    <a:lnTo>
                      <a:pt x="3857" y="0"/>
                    </a:lnTo>
                    <a:lnTo>
                      <a:pt x="3868" y="0"/>
                    </a:lnTo>
                    <a:lnTo>
                      <a:pt x="3878" y="0"/>
                    </a:lnTo>
                    <a:lnTo>
                      <a:pt x="3889" y="0"/>
                    </a:lnTo>
                    <a:lnTo>
                      <a:pt x="3899" y="0"/>
                    </a:lnTo>
                    <a:lnTo>
                      <a:pt x="3930" y="0"/>
                    </a:lnTo>
                    <a:lnTo>
                      <a:pt x="3961" y="0"/>
                    </a:lnTo>
                    <a:lnTo>
                      <a:pt x="3971" y="0"/>
                    </a:lnTo>
                    <a:lnTo>
                      <a:pt x="3982" y="0"/>
                    </a:lnTo>
                    <a:lnTo>
                      <a:pt x="3992" y="0"/>
                    </a:lnTo>
                    <a:lnTo>
                      <a:pt x="4003" y="0"/>
                    </a:lnTo>
                    <a:lnTo>
                      <a:pt x="4013" y="0"/>
                    </a:lnTo>
                    <a:lnTo>
                      <a:pt x="4044" y="0"/>
                    </a:lnTo>
                    <a:lnTo>
                      <a:pt x="4054" y="0"/>
                    </a:lnTo>
                    <a:lnTo>
                      <a:pt x="4075" y="0"/>
                    </a:lnTo>
                    <a:lnTo>
                      <a:pt x="4085" y="0"/>
                    </a:lnTo>
                    <a:lnTo>
                      <a:pt x="4096" y="0"/>
                    </a:lnTo>
                    <a:lnTo>
                      <a:pt x="4106" y="0"/>
                    </a:lnTo>
                    <a:lnTo>
                      <a:pt x="4117" y="0"/>
                    </a:lnTo>
                    <a:lnTo>
                      <a:pt x="4127" y="0"/>
                    </a:lnTo>
                    <a:lnTo>
                      <a:pt x="4137" y="0"/>
                    </a:lnTo>
                    <a:lnTo>
                      <a:pt x="4168" y="0"/>
                    </a:lnTo>
                    <a:lnTo>
                      <a:pt x="4200" y="0"/>
                    </a:lnTo>
                    <a:lnTo>
                      <a:pt x="4210" y="0"/>
                    </a:lnTo>
                    <a:lnTo>
                      <a:pt x="4220" y="0"/>
                    </a:lnTo>
                    <a:lnTo>
                      <a:pt x="4231" y="0"/>
                    </a:lnTo>
                    <a:lnTo>
                      <a:pt x="4241" y="0"/>
                    </a:lnTo>
                    <a:lnTo>
                      <a:pt x="4251" y="0"/>
                    </a:lnTo>
                    <a:lnTo>
                      <a:pt x="4262" y="0"/>
                    </a:lnTo>
                    <a:lnTo>
                      <a:pt x="4282" y="0"/>
                    </a:lnTo>
                    <a:lnTo>
                      <a:pt x="4293" y="0"/>
                    </a:lnTo>
                    <a:lnTo>
                      <a:pt x="4324" y="0"/>
                    </a:lnTo>
                    <a:lnTo>
                      <a:pt x="4334" y="0"/>
                    </a:lnTo>
                    <a:lnTo>
                      <a:pt x="4345" y="0"/>
                    </a:lnTo>
                    <a:lnTo>
                      <a:pt x="4355" y="0"/>
                    </a:lnTo>
                    <a:lnTo>
                      <a:pt x="4365" y="0"/>
                    </a:lnTo>
                    <a:lnTo>
                      <a:pt x="4376" y="0"/>
                    </a:lnTo>
                    <a:lnTo>
                      <a:pt x="4407" y="0"/>
                    </a:lnTo>
                    <a:lnTo>
                      <a:pt x="4438" y="0"/>
                    </a:lnTo>
                    <a:lnTo>
                      <a:pt x="4448" y="0"/>
                    </a:lnTo>
                    <a:lnTo>
                      <a:pt x="4459" y="0"/>
                    </a:lnTo>
                    <a:lnTo>
                      <a:pt x="4469" y="0"/>
                    </a:lnTo>
                    <a:lnTo>
                      <a:pt x="4479" y="0"/>
                    </a:lnTo>
                    <a:lnTo>
                      <a:pt x="4490" y="0"/>
                    </a:lnTo>
                    <a:lnTo>
                      <a:pt x="4500" y="0"/>
                    </a:lnTo>
                    <a:lnTo>
                      <a:pt x="4531" y="0"/>
                    </a:lnTo>
                    <a:lnTo>
                      <a:pt x="4562" y="0"/>
                    </a:lnTo>
                    <a:lnTo>
                      <a:pt x="4573" y="0"/>
                    </a:lnTo>
                    <a:lnTo>
                      <a:pt x="4583" y="0"/>
                    </a:lnTo>
                    <a:lnTo>
                      <a:pt x="4594" y="0"/>
                    </a:lnTo>
                    <a:lnTo>
                      <a:pt x="4604" y="0"/>
                    </a:lnTo>
                    <a:lnTo>
                      <a:pt x="4614" y="0"/>
                    </a:lnTo>
                    <a:lnTo>
                      <a:pt x="4645" y="0"/>
                    </a:lnTo>
                    <a:lnTo>
                      <a:pt x="4656" y="0"/>
                    </a:lnTo>
                    <a:lnTo>
                      <a:pt x="4676" y="0"/>
                    </a:lnTo>
                    <a:lnTo>
                      <a:pt x="4687" y="0"/>
                    </a:lnTo>
                    <a:lnTo>
                      <a:pt x="4697" y="0"/>
                    </a:lnTo>
                    <a:lnTo>
                      <a:pt x="4708" y="0"/>
                    </a:lnTo>
                    <a:lnTo>
                      <a:pt x="4718" y="0"/>
                    </a:lnTo>
                    <a:lnTo>
                      <a:pt x="4728" y="0"/>
                    </a:lnTo>
                    <a:lnTo>
                      <a:pt x="4739" y="0"/>
                    </a:lnTo>
                    <a:lnTo>
                      <a:pt x="4770" y="0"/>
                    </a:lnTo>
                    <a:lnTo>
                      <a:pt x="4801" y="0"/>
                    </a:lnTo>
                    <a:lnTo>
                      <a:pt x="4811" y="0"/>
                    </a:lnTo>
                    <a:lnTo>
                      <a:pt x="4822" y="0"/>
                    </a:lnTo>
                    <a:lnTo>
                      <a:pt x="4832" y="0"/>
                    </a:lnTo>
                    <a:lnTo>
                      <a:pt x="4842" y="0"/>
                    </a:lnTo>
                    <a:lnTo>
                      <a:pt x="4853" y="0"/>
                    </a:lnTo>
                    <a:lnTo>
                      <a:pt x="4884" y="0"/>
                    </a:lnTo>
                    <a:lnTo>
                      <a:pt x="4894" y="0"/>
                    </a:lnTo>
                    <a:lnTo>
                      <a:pt x="4925" y="0"/>
                    </a:lnTo>
                    <a:lnTo>
                      <a:pt x="4936" y="0"/>
                    </a:lnTo>
                    <a:lnTo>
                      <a:pt x="4946" y="0"/>
                    </a:lnTo>
                    <a:lnTo>
                      <a:pt x="4956" y="0"/>
                    </a:lnTo>
                    <a:lnTo>
                      <a:pt x="4967" y="0"/>
                    </a:lnTo>
                    <a:lnTo>
                      <a:pt x="4977" y="0"/>
                    </a:lnTo>
                    <a:lnTo>
                      <a:pt x="5008" y="0"/>
                    </a:lnTo>
                    <a:lnTo>
                      <a:pt x="5039" y="0"/>
                    </a:lnTo>
                    <a:lnTo>
                      <a:pt x="5050" y="0"/>
                    </a:lnTo>
                    <a:lnTo>
                      <a:pt x="5060" y="0"/>
                    </a:lnTo>
                    <a:lnTo>
                      <a:pt x="5070" y="0"/>
                    </a:lnTo>
                    <a:lnTo>
                      <a:pt x="5081" y="0"/>
                    </a:lnTo>
                    <a:lnTo>
                      <a:pt x="5091" y="0"/>
                    </a:lnTo>
                    <a:lnTo>
                      <a:pt x="5102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0" name="Rectangle 332"/>
              <p:cNvSpPr/>
              <p:nvPr/>
            </p:nvSpPr>
            <p:spPr>
              <a:xfrm>
                <a:off x="3676320" y="5818320"/>
                <a:ext cx="31500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ff"/>
                    </a:solidFill>
                    <a:effectLst/>
                    <a:uFillTx/>
                    <a:latin typeface="Arial"/>
                  </a:rPr>
                  <a:t>DISP_X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1" name="Freeform 333"/>
              <p:cNvSpPr/>
              <p:nvPr/>
            </p:nvSpPr>
            <p:spPr>
              <a:xfrm>
                <a:off x="500040" y="5800680"/>
                <a:ext cx="8099280" cy="1800"/>
              </a:xfrm>
              <a:custGeom>
                <a:avLst/>
                <a:gdLst>
                  <a:gd name="textAreaLeft" fmla="*/ 0 w 8099280"/>
                  <a:gd name="textAreaRight" fmla="*/ 8099280 w 8099280"/>
                  <a:gd name="textAreaTop" fmla="*/ 0 h 1800"/>
                  <a:gd name="textAreaBottom" fmla="*/ 2160 h 1800"/>
                  <a:gd name="GluePoint1X" fmla="*/ 42 w 5102"/>
                  <a:gd name="GluePoint1Y" fmla="*/ 0 h 1"/>
                  <a:gd name="GluePoint2X" fmla="*/ 146 w 5102"/>
                  <a:gd name="GluePoint2Y" fmla="*/ 0 h 1"/>
                  <a:gd name="GluePoint3X" fmla="*/ 249 w 5102"/>
                  <a:gd name="GluePoint3Y" fmla="*/ 0 h 1"/>
                  <a:gd name="GluePoint4X" fmla="*/ 291 w 5102"/>
                  <a:gd name="GluePoint4Y" fmla="*/ 0 h 1"/>
                  <a:gd name="GluePoint5X" fmla="*/ 394 w 5102"/>
                  <a:gd name="GluePoint5Y" fmla="*/ 0 h 1"/>
                  <a:gd name="GluePoint6X" fmla="*/ 488 w 5102"/>
                  <a:gd name="GluePoint6Y" fmla="*/ 0 h 1"/>
                  <a:gd name="GluePoint7X" fmla="*/ 591 w 5102"/>
                  <a:gd name="GluePoint7Y" fmla="*/ 0 h 1"/>
                  <a:gd name="GluePoint8X" fmla="*/ 643 w 5102"/>
                  <a:gd name="GluePoint8Y" fmla="*/ 0 h 1"/>
                  <a:gd name="GluePoint9X" fmla="*/ 737 w 5102"/>
                  <a:gd name="GluePoint9Y" fmla="*/ 0 h 1"/>
                  <a:gd name="GluePoint10X" fmla="*/ 840 w 5102"/>
                  <a:gd name="GluePoint10Y" fmla="*/ 0 h 1"/>
                  <a:gd name="GluePoint11X" fmla="*/ 882 w 5102"/>
                  <a:gd name="GluePoint11Y" fmla="*/ 0 h 1"/>
                  <a:gd name="GluePoint12X" fmla="*/ 985 w 5102"/>
                  <a:gd name="GluePoint12Y" fmla="*/ 0 h 1"/>
                  <a:gd name="GluePoint13X" fmla="*/ 1089 w 5102"/>
                  <a:gd name="GluePoint13Y" fmla="*/ 0 h 1"/>
                  <a:gd name="GluePoint14X" fmla="*/ 1131 w 5102"/>
                  <a:gd name="GluePoint14Y" fmla="*/ 0 h 1"/>
                  <a:gd name="GluePoint15X" fmla="*/ 1234 w 5102"/>
                  <a:gd name="GluePoint15Y" fmla="*/ 0 h 1"/>
                  <a:gd name="GluePoint16X" fmla="*/ 1328 w 5102"/>
                  <a:gd name="GluePoint16Y" fmla="*/ 0 h 1"/>
                  <a:gd name="GluePoint17X" fmla="*/ 1400 w 5102"/>
                  <a:gd name="GluePoint17Y" fmla="*/ 0 h 1"/>
                  <a:gd name="GluePoint18X" fmla="*/ 1473 w 5102"/>
                  <a:gd name="GluePoint18Y" fmla="*/ 0 h 1"/>
                  <a:gd name="GluePoint19X" fmla="*/ 1576 w 5102"/>
                  <a:gd name="GluePoint19Y" fmla="*/ 0 h 1"/>
                  <a:gd name="GluePoint20X" fmla="*/ 1680 w 5102"/>
                  <a:gd name="GluePoint20Y" fmla="*/ 0 h 1"/>
                  <a:gd name="GluePoint21X" fmla="*/ 1722 w 5102"/>
                  <a:gd name="GluePoint21Y" fmla="*/ 0 h 1"/>
                  <a:gd name="GluePoint22X" fmla="*/ 1825 w 5102"/>
                  <a:gd name="GluePoint22Y" fmla="*/ 0 h 1"/>
                  <a:gd name="GluePoint23X" fmla="*/ 1919 w 5102"/>
                  <a:gd name="GluePoint23Y" fmla="*/ 0 h 1"/>
                  <a:gd name="GluePoint24X" fmla="*/ 1970 w 5102"/>
                  <a:gd name="GluePoint24Y" fmla="*/ 0 h 1"/>
                  <a:gd name="GluePoint25X" fmla="*/ 2074 w 5102"/>
                  <a:gd name="GluePoint25Y" fmla="*/ 0 h 1"/>
                  <a:gd name="GluePoint26X" fmla="*/ 2167 w 5102"/>
                  <a:gd name="GluePoint26Y" fmla="*/ 0 h 1"/>
                  <a:gd name="GluePoint27X" fmla="*/ 2209 w 5102"/>
                  <a:gd name="GluePoint27Y" fmla="*/ 0 h 1"/>
                  <a:gd name="GluePoint28X" fmla="*/ 2313 w 5102"/>
                  <a:gd name="GluePoint28Y" fmla="*/ 0 h 1"/>
                  <a:gd name="GluePoint29X" fmla="*/ 2416 w 5102"/>
                  <a:gd name="GluePoint29Y" fmla="*/ 0 h 1"/>
                  <a:gd name="GluePoint30X" fmla="*/ 2468 w 5102"/>
                  <a:gd name="GluePoint30Y" fmla="*/ 0 h 1"/>
                  <a:gd name="GluePoint31X" fmla="*/ 2510 w 5102"/>
                  <a:gd name="GluePoint31Y" fmla="*/ 0 h 1"/>
                  <a:gd name="GluePoint32X" fmla="*/ 2561 w 5102"/>
                  <a:gd name="GluePoint32Y" fmla="*/ 0 h 1"/>
                  <a:gd name="GluePoint33X" fmla="*/ 2613 w 5102"/>
                  <a:gd name="GluePoint33Y" fmla="*/ 0 h 1"/>
                  <a:gd name="GluePoint34X" fmla="*/ 2655 w 5102"/>
                  <a:gd name="GluePoint34Y" fmla="*/ 0 h 1"/>
                  <a:gd name="GluePoint35X" fmla="*/ 2758 w 5102"/>
                  <a:gd name="GluePoint35Y" fmla="*/ 0 h 1"/>
                  <a:gd name="GluePoint36X" fmla="*/ 2800 w 5102"/>
                  <a:gd name="GluePoint36Y" fmla="*/ 0 h 1"/>
                  <a:gd name="GluePoint37X" fmla="*/ 2904 w 5102"/>
                  <a:gd name="GluePoint37Y" fmla="*/ 0 h 1"/>
                  <a:gd name="GluePoint38X" fmla="*/ 3007 w 5102"/>
                  <a:gd name="GluePoint38Y" fmla="*/ 0 h 1"/>
                  <a:gd name="GluePoint39X" fmla="*/ 3049 w 5102"/>
                  <a:gd name="GluePoint39Y" fmla="*/ 0 h 1"/>
                  <a:gd name="GluePoint40X" fmla="*/ 3152 w 5102"/>
                  <a:gd name="GluePoint40Y" fmla="*/ 0 h 1"/>
                  <a:gd name="GluePoint41X" fmla="*/ 3246 w 5102"/>
                  <a:gd name="GluePoint41Y" fmla="*/ 0 h 1"/>
                  <a:gd name="GluePoint42X" fmla="*/ 3298 w 5102"/>
                  <a:gd name="GluePoint42Y" fmla="*/ 0 h 1"/>
                  <a:gd name="GluePoint43X" fmla="*/ 3401 w 5102"/>
                  <a:gd name="GluePoint43Y" fmla="*/ 0 h 1"/>
                  <a:gd name="GluePoint44X" fmla="*/ 3495 w 5102"/>
                  <a:gd name="GluePoint44Y" fmla="*/ 0 h 1"/>
                  <a:gd name="GluePoint45X" fmla="*/ 3567 w 5102"/>
                  <a:gd name="GluePoint45Y" fmla="*/ 0 h 1"/>
                  <a:gd name="GluePoint46X" fmla="*/ 3640 w 5102"/>
                  <a:gd name="GluePoint46Y" fmla="*/ 0 h 1"/>
                  <a:gd name="GluePoint47X" fmla="*/ 3743 w 5102"/>
                  <a:gd name="GluePoint47Y" fmla="*/ 0 h 1"/>
                  <a:gd name="GluePoint48X" fmla="*/ 3837 w 5102"/>
                  <a:gd name="GluePoint48Y" fmla="*/ 0 h 1"/>
                  <a:gd name="GluePoint49X" fmla="*/ 3889 w 5102"/>
                  <a:gd name="GluePoint49Y" fmla="*/ 0 h 1"/>
                  <a:gd name="GluePoint50X" fmla="*/ 3992 w 5102"/>
                  <a:gd name="GluePoint50Y" fmla="*/ 0 h 1"/>
                  <a:gd name="GluePoint51X" fmla="*/ 4085 w 5102"/>
                  <a:gd name="GluePoint51Y" fmla="*/ 0 h 1"/>
                  <a:gd name="GluePoint52X" fmla="*/ 4137 w 5102"/>
                  <a:gd name="GluePoint52Y" fmla="*/ 0 h 1"/>
                  <a:gd name="GluePoint53X" fmla="*/ 4231 w 5102"/>
                  <a:gd name="GluePoint53Y" fmla="*/ 0 h 1"/>
                  <a:gd name="GluePoint54X" fmla="*/ 4334 w 5102"/>
                  <a:gd name="GluePoint54Y" fmla="*/ 0 h 1"/>
                  <a:gd name="GluePoint55X" fmla="*/ 4407 w 5102"/>
                  <a:gd name="GluePoint55Y" fmla="*/ 0 h 1"/>
                  <a:gd name="GluePoint56X" fmla="*/ 4479 w 5102"/>
                  <a:gd name="GluePoint56Y" fmla="*/ 0 h 1"/>
                  <a:gd name="GluePoint57X" fmla="*/ 4583 w 5102"/>
                  <a:gd name="GluePoint57Y" fmla="*/ 0 h 1"/>
                  <a:gd name="GluePoint58X" fmla="*/ 4676 w 5102"/>
                  <a:gd name="GluePoint58Y" fmla="*/ 0 h 1"/>
                  <a:gd name="GluePoint59X" fmla="*/ 4728 w 5102"/>
                  <a:gd name="GluePoint59Y" fmla="*/ 0 h 1"/>
                  <a:gd name="GluePoint60X" fmla="*/ 4832 w 5102"/>
                  <a:gd name="GluePoint60Y" fmla="*/ 0 h 1"/>
                  <a:gd name="GluePoint61X" fmla="*/ 4925 w 5102"/>
                  <a:gd name="GluePoint61Y" fmla="*/ 0 h 1"/>
                  <a:gd name="GluePoint62X" fmla="*/ 4977 w 5102"/>
                  <a:gd name="GluePoint62Y" fmla="*/ 0 h 1"/>
                  <a:gd name="GluePoint63X" fmla="*/ 5070 w 5102"/>
                  <a:gd name="GluePoint63Y" fmla="*/ 0 h 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102" h="1">
                    <a:moveTo>
                      <a:pt x="0" y="0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1" y="0"/>
                    </a:lnTo>
                    <a:lnTo>
                      <a:pt x="32" y="0"/>
                    </a:lnTo>
                    <a:lnTo>
                      <a:pt x="42" y="0"/>
                    </a:lnTo>
                    <a:lnTo>
                      <a:pt x="52" y="0"/>
                    </a:lnTo>
                    <a:lnTo>
                      <a:pt x="83" y="0"/>
                    </a:lnTo>
                    <a:lnTo>
                      <a:pt x="114" y="0"/>
                    </a:lnTo>
                    <a:lnTo>
                      <a:pt x="125" y="0"/>
                    </a:lnTo>
                    <a:lnTo>
                      <a:pt x="135" y="0"/>
                    </a:lnTo>
                    <a:lnTo>
                      <a:pt x="146" y="0"/>
                    </a:lnTo>
                    <a:lnTo>
                      <a:pt x="156" y="0"/>
                    </a:lnTo>
                    <a:lnTo>
                      <a:pt x="166" y="0"/>
                    </a:lnTo>
                    <a:lnTo>
                      <a:pt x="197" y="0"/>
                    </a:lnTo>
                    <a:lnTo>
                      <a:pt x="208" y="0"/>
                    </a:lnTo>
                    <a:lnTo>
                      <a:pt x="239" y="0"/>
                    </a:lnTo>
                    <a:lnTo>
                      <a:pt x="249" y="0"/>
                    </a:lnTo>
                    <a:lnTo>
                      <a:pt x="260" y="0"/>
                    </a:lnTo>
                    <a:lnTo>
                      <a:pt x="270" y="0"/>
                    </a:lnTo>
                    <a:lnTo>
                      <a:pt x="280" y="0"/>
                    </a:lnTo>
                    <a:lnTo>
                      <a:pt x="291" y="0"/>
                    </a:lnTo>
                    <a:lnTo>
                      <a:pt x="322" y="0"/>
                    </a:lnTo>
                    <a:lnTo>
                      <a:pt x="353" y="0"/>
                    </a:lnTo>
                    <a:lnTo>
                      <a:pt x="363" y="0"/>
                    </a:lnTo>
                    <a:lnTo>
                      <a:pt x="374" y="0"/>
                    </a:lnTo>
                    <a:lnTo>
                      <a:pt x="384" y="0"/>
                    </a:lnTo>
                    <a:lnTo>
                      <a:pt x="394" y="0"/>
                    </a:lnTo>
                    <a:lnTo>
                      <a:pt x="405" y="0"/>
                    </a:lnTo>
                    <a:lnTo>
                      <a:pt x="415" y="0"/>
                    </a:lnTo>
                    <a:lnTo>
                      <a:pt x="436" y="0"/>
                    </a:lnTo>
                    <a:lnTo>
                      <a:pt x="446" y="0"/>
                    </a:lnTo>
                    <a:lnTo>
                      <a:pt x="477" y="0"/>
                    </a:lnTo>
                    <a:lnTo>
                      <a:pt x="488" y="0"/>
                    </a:lnTo>
                    <a:lnTo>
                      <a:pt x="498" y="0"/>
                    </a:lnTo>
                    <a:lnTo>
                      <a:pt x="508" y="0"/>
                    </a:lnTo>
                    <a:lnTo>
                      <a:pt x="519" y="0"/>
                    </a:lnTo>
                    <a:lnTo>
                      <a:pt x="529" y="0"/>
                    </a:lnTo>
                    <a:lnTo>
                      <a:pt x="560" y="0"/>
                    </a:lnTo>
                    <a:lnTo>
                      <a:pt x="591" y="0"/>
                    </a:lnTo>
                    <a:lnTo>
                      <a:pt x="602" y="0"/>
                    </a:lnTo>
                    <a:lnTo>
                      <a:pt x="612" y="0"/>
                    </a:lnTo>
                    <a:lnTo>
                      <a:pt x="623" y="0"/>
                    </a:lnTo>
                    <a:lnTo>
                      <a:pt x="633" y="0"/>
                    </a:lnTo>
                    <a:lnTo>
                      <a:pt x="643" y="0"/>
                    </a:lnTo>
                    <a:lnTo>
                      <a:pt x="654" y="0"/>
                    </a:lnTo>
                    <a:lnTo>
                      <a:pt x="685" y="0"/>
                    </a:lnTo>
                    <a:lnTo>
                      <a:pt x="716" y="0"/>
                    </a:lnTo>
                    <a:lnTo>
                      <a:pt x="726" y="0"/>
                    </a:lnTo>
                    <a:lnTo>
                      <a:pt x="737" y="0"/>
                    </a:lnTo>
                    <a:lnTo>
                      <a:pt x="747" y="0"/>
                    </a:lnTo>
                    <a:lnTo>
                      <a:pt x="757" y="0"/>
                    </a:lnTo>
                    <a:lnTo>
                      <a:pt x="768" y="0"/>
                    </a:lnTo>
                    <a:lnTo>
                      <a:pt x="799" y="0"/>
                    </a:lnTo>
                    <a:lnTo>
                      <a:pt x="809" y="0"/>
                    </a:lnTo>
                    <a:lnTo>
                      <a:pt x="830" y="0"/>
                    </a:lnTo>
                    <a:lnTo>
                      <a:pt x="840" y="0"/>
                    </a:lnTo>
                    <a:lnTo>
                      <a:pt x="851" y="0"/>
                    </a:lnTo>
                    <a:lnTo>
                      <a:pt x="861" y="0"/>
                    </a:lnTo>
                    <a:lnTo>
                      <a:pt x="871" y="0"/>
                    </a:lnTo>
                    <a:lnTo>
                      <a:pt x="882" y="0"/>
                    </a:lnTo>
                    <a:lnTo>
                      <a:pt x="892" y="0"/>
                    </a:lnTo>
                    <a:lnTo>
                      <a:pt x="923" y="0"/>
                    </a:lnTo>
                    <a:lnTo>
                      <a:pt x="954" y="0"/>
                    </a:lnTo>
                    <a:lnTo>
                      <a:pt x="965" y="0"/>
                    </a:lnTo>
                    <a:lnTo>
                      <a:pt x="975" y="0"/>
                    </a:lnTo>
                    <a:lnTo>
                      <a:pt x="985" y="0"/>
                    </a:lnTo>
                    <a:lnTo>
                      <a:pt x="996" y="0"/>
                    </a:lnTo>
                    <a:lnTo>
                      <a:pt x="1006" y="0"/>
                    </a:lnTo>
                    <a:lnTo>
                      <a:pt x="1017" y="0"/>
                    </a:lnTo>
                    <a:lnTo>
                      <a:pt x="1037" y="0"/>
                    </a:lnTo>
                    <a:lnTo>
                      <a:pt x="1048" y="0"/>
                    </a:lnTo>
                    <a:lnTo>
                      <a:pt x="1079" y="0"/>
                    </a:lnTo>
                    <a:lnTo>
                      <a:pt x="1089" y="0"/>
                    </a:lnTo>
                    <a:lnTo>
                      <a:pt x="1099" y="0"/>
                    </a:lnTo>
                    <a:lnTo>
                      <a:pt x="1110" y="0"/>
                    </a:lnTo>
                    <a:lnTo>
                      <a:pt x="1120" y="0"/>
                    </a:lnTo>
                    <a:lnTo>
                      <a:pt x="1131" y="0"/>
                    </a:lnTo>
                    <a:lnTo>
                      <a:pt x="1162" y="0"/>
                    </a:lnTo>
                    <a:lnTo>
                      <a:pt x="1193" y="0"/>
                    </a:lnTo>
                    <a:lnTo>
                      <a:pt x="1203" y="0"/>
                    </a:lnTo>
                    <a:lnTo>
                      <a:pt x="1214" y="0"/>
                    </a:lnTo>
                    <a:lnTo>
                      <a:pt x="1224" y="0"/>
                    </a:lnTo>
                    <a:lnTo>
                      <a:pt x="1234" y="0"/>
                    </a:lnTo>
                    <a:lnTo>
                      <a:pt x="1245" y="0"/>
                    </a:lnTo>
                    <a:lnTo>
                      <a:pt x="1255" y="0"/>
                    </a:lnTo>
                    <a:lnTo>
                      <a:pt x="1286" y="0"/>
                    </a:lnTo>
                    <a:lnTo>
                      <a:pt x="1317" y="0"/>
                    </a:lnTo>
                    <a:lnTo>
                      <a:pt x="1328" y="0"/>
                    </a:lnTo>
                    <a:lnTo>
                      <a:pt x="1338" y="0"/>
                    </a:lnTo>
                    <a:lnTo>
                      <a:pt x="1348" y="0"/>
                    </a:lnTo>
                    <a:lnTo>
                      <a:pt x="1359" y="0"/>
                    </a:lnTo>
                    <a:lnTo>
                      <a:pt x="1369" y="0"/>
                    </a:lnTo>
                    <a:lnTo>
                      <a:pt x="1400" y="0"/>
                    </a:lnTo>
                    <a:lnTo>
                      <a:pt x="1410" y="0"/>
                    </a:lnTo>
                    <a:lnTo>
                      <a:pt x="1431" y="0"/>
                    </a:lnTo>
                    <a:lnTo>
                      <a:pt x="1442" y="0"/>
                    </a:lnTo>
                    <a:lnTo>
                      <a:pt x="1452" y="0"/>
                    </a:lnTo>
                    <a:lnTo>
                      <a:pt x="1462" y="0"/>
                    </a:lnTo>
                    <a:lnTo>
                      <a:pt x="1473" y="0"/>
                    </a:lnTo>
                    <a:lnTo>
                      <a:pt x="1483" y="0"/>
                    </a:lnTo>
                    <a:lnTo>
                      <a:pt x="1493" y="0"/>
                    </a:lnTo>
                    <a:lnTo>
                      <a:pt x="1525" y="0"/>
                    </a:lnTo>
                    <a:lnTo>
                      <a:pt x="1556" y="0"/>
                    </a:lnTo>
                    <a:lnTo>
                      <a:pt x="1566" y="0"/>
                    </a:lnTo>
                    <a:lnTo>
                      <a:pt x="1576" y="0"/>
                    </a:lnTo>
                    <a:lnTo>
                      <a:pt x="1587" y="0"/>
                    </a:lnTo>
                    <a:lnTo>
                      <a:pt x="1597" y="0"/>
                    </a:lnTo>
                    <a:lnTo>
                      <a:pt x="1607" y="0"/>
                    </a:lnTo>
                    <a:lnTo>
                      <a:pt x="1639" y="0"/>
                    </a:lnTo>
                    <a:lnTo>
                      <a:pt x="1649" y="0"/>
                    </a:lnTo>
                    <a:lnTo>
                      <a:pt x="1680" y="0"/>
                    </a:lnTo>
                    <a:lnTo>
                      <a:pt x="1690" y="0"/>
                    </a:lnTo>
                    <a:lnTo>
                      <a:pt x="1701" y="0"/>
                    </a:lnTo>
                    <a:lnTo>
                      <a:pt x="1711" y="0"/>
                    </a:lnTo>
                    <a:lnTo>
                      <a:pt x="1722" y="0"/>
                    </a:lnTo>
                    <a:lnTo>
                      <a:pt x="1732" y="0"/>
                    </a:lnTo>
                    <a:lnTo>
                      <a:pt x="1763" y="0"/>
                    </a:lnTo>
                    <a:lnTo>
                      <a:pt x="1794" y="0"/>
                    </a:lnTo>
                    <a:lnTo>
                      <a:pt x="1804" y="0"/>
                    </a:lnTo>
                    <a:lnTo>
                      <a:pt x="1815" y="0"/>
                    </a:lnTo>
                    <a:lnTo>
                      <a:pt x="1825" y="0"/>
                    </a:lnTo>
                    <a:lnTo>
                      <a:pt x="1836" y="0"/>
                    </a:lnTo>
                    <a:lnTo>
                      <a:pt x="1846" y="0"/>
                    </a:lnTo>
                    <a:lnTo>
                      <a:pt x="1856" y="0"/>
                    </a:lnTo>
                    <a:lnTo>
                      <a:pt x="1887" y="0"/>
                    </a:lnTo>
                    <a:lnTo>
                      <a:pt x="1919" y="0"/>
                    </a:lnTo>
                    <a:lnTo>
                      <a:pt x="1929" y="0"/>
                    </a:lnTo>
                    <a:lnTo>
                      <a:pt x="1939" y="0"/>
                    </a:lnTo>
                    <a:lnTo>
                      <a:pt x="1950" y="0"/>
                    </a:lnTo>
                    <a:lnTo>
                      <a:pt x="1960" y="0"/>
                    </a:lnTo>
                    <a:lnTo>
                      <a:pt x="1970" y="0"/>
                    </a:lnTo>
                    <a:lnTo>
                      <a:pt x="2001" y="0"/>
                    </a:lnTo>
                    <a:lnTo>
                      <a:pt x="2012" y="0"/>
                    </a:lnTo>
                    <a:lnTo>
                      <a:pt x="2033" y="0"/>
                    </a:lnTo>
                    <a:lnTo>
                      <a:pt x="2043" y="0"/>
                    </a:lnTo>
                    <a:lnTo>
                      <a:pt x="2053" y="0"/>
                    </a:lnTo>
                    <a:lnTo>
                      <a:pt x="2064" y="0"/>
                    </a:lnTo>
                    <a:lnTo>
                      <a:pt x="2074" y="0"/>
                    </a:lnTo>
                    <a:lnTo>
                      <a:pt x="2084" y="0"/>
                    </a:lnTo>
                    <a:lnTo>
                      <a:pt x="2095" y="0"/>
                    </a:lnTo>
                    <a:lnTo>
                      <a:pt x="2126" y="0"/>
                    </a:lnTo>
                    <a:lnTo>
                      <a:pt x="2157" y="0"/>
                    </a:lnTo>
                    <a:lnTo>
                      <a:pt x="2167" y="0"/>
                    </a:lnTo>
                    <a:lnTo>
                      <a:pt x="2178" y="0"/>
                    </a:lnTo>
                    <a:lnTo>
                      <a:pt x="2188" y="0"/>
                    </a:lnTo>
                    <a:lnTo>
                      <a:pt x="2198" y="0"/>
                    </a:lnTo>
                    <a:lnTo>
                      <a:pt x="2209" y="0"/>
                    </a:lnTo>
                    <a:lnTo>
                      <a:pt x="2240" y="0"/>
                    </a:lnTo>
                    <a:lnTo>
                      <a:pt x="2250" y="0"/>
                    </a:lnTo>
                    <a:lnTo>
                      <a:pt x="2281" y="0"/>
                    </a:lnTo>
                    <a:lnTo>
                      <a:pt x="2292" y="0"/>
                    </a:lnTo>
                    <a:lnTo>
                      <a:pt x="2302" y="0"/>
                    </a:lnTo>
                    <a:lnTo>
                      <a:pt x="2313" y="0"/>
                    </a:lnTo>
                    <a:lnTo>
                      <a:pt x="2323" y="0"/>
                    </a:lnTo>
                    <a:lnTo>
                      <a:pt x="2333" y="0"/>
                    </a:lnTo>
                    <a:lnTo>
                      <a:pt x="2364" y="0"/>
                    </a:lnTo>
                    <a:lnTo>
                      <a:pt x="2395" y="0"/>
                    </a:lnTo>
                    <a:lnTo>
                      <a:pt x="2406" y="0"/>
                    </a:lnTo>
                    <a:lnTo>
                      <a:pt x="2416" y="0"/>
                    </a:lnTo>
                    <a:lnTo>
                      <a:pt x="2427" y="0"/>
                    </a:lnTo>
                    <a:lnTo>
                      <a:pt x="2437" y="0"/>
                    </a:lnTo>
                    <a:lnTo>
                      <a:pt x="2447" y="0"/>
                    </a:lnTo>
                    <a:lnTo>
                      <a:pt x="2458" y="0"/>
                    </a:lnTo>
                    <a:lnTo>
                      <a:pt x="2468" y="0"/>
                    </a:lnTo>
                    <a:lnTo>
                      <a:pt x="2478" y="0"/>
                    </a:lnTo>
                    <a:lnTo>
                      <a:pt x="2489" y="0"/>
                    </a:lnTo>
                    <a:lnTo>
                      <a:pt x="2499" y="0"/>
                    </a:lnTo>
                    <a:lnTo>
                      <a:pt x="2510" y="0"/>
                    </a:lnTo>
                    <a:lnTo>
                      <a:pt x="2520" y="0"/>
                    </a:lnTo>
                    <a:lnTo>
                      <a:pt x="2530" y="0"/>
                    </a:lnTo>
                    <a:lnTo>
                      <a:pt x="2541" y="0"/>
                    </a:lnTo>
                    <a:lnTo>
                      <a:pt x="2551" y="0"/>
                    </a:lnTo>
                    <a:lnTo>
                      <a:pt x="2561" y="0"/>
                    </a:lnTo>
                    <a:lnTo>
                      <a:pt x="2572" y="0"/>
                    </a:lnTo>
                    <a:lnTo>
                      <a:pt x="2582" y="0"/>
                    </a:lnTo>
                    <a:lnTo>
                      <a:pt x="2592" y="0"/>
                    </a:lnTo>
                    <a:lnTo>
                      <a:pt x="2603" y="0"/>
                    </a:lnTo>
                    <a:lnTo>
                      <a:pt x="2613" y="0"/>
                    </a:lnTo>
                    <a:lnTo>
                      <a:pt x="2624" y="0"/>
                    </a:lnTo>
                    <a:lnTo>
                      <a:pt x="2634" y="0"/>
                    </a:lnTo>
                    <a:lnTo>
                      <a:pt x="2644" y="0"/>
                    </a:lnTo>
                    <a:lnTo>
                      <a:pt x="2655" y="0"/>
                    </a:lnTo>
                    <a:lnTo>
                      <a:pt x="2665" y="0"/>
                    </a:lnTo>
                    <a:lnTo>
                      <a:pt x="2675" y="0"/>
                    </a:lnTo>
                    <a:lnTo>
                      <a:pt x="2686" y="0"/>
                    </a:lnTo>
                    <a:lnTo>
                      <a:pt x="2696" y="0"/>
                    </a:lnTo>
                    <a:lnTo>
                      <a:pt x="2727" y="0"/>
                    </a:lnTo>
                    <a:lnTo>
                      <a:pt x="2758" y="0"/>
                    </a:lnTo>
                    <a:lnTo>
                      <a:pt x="2769" y="0"/>
                    </a:lnTo>
                    <a:lnTo>
                      <a:pt x="2779" y="0"/>
                    </a:lnTo>
                    <a:lnTo>
                      <a:pt x="2789" y="0"/>
                    </a:lnTo>
                    <a:lnTo>
                      <a:pt x="2800" y="0"/>
                    </a:lnTo>
                    <a:lnTo>
                      <a:pt x="2810" y="0"/>
                    </a:lnTo>
                    <a:lnTo>
                      <a:pt x="2841" y="0"/>
                    </a:lnTo>
                    <a:lnTo>
                      <a:pt x="2852" y="0"/>
                    </a:lnTo>
                    <a:lnTo>
                      <a:pt x="2883" y="0"/>
                    </a:lnTo>
                    <a:lnTo>
                      <a:pt x="2893" y="0"/>
                    </a:lnTo>
                    <a:lnTo>
                      <a:pt x="2904" y="0"/>
                    </a:lnTo>
                    <a:lnTo>
                      <a:pt x="2914" y="0"/>
                    </a:lnTo>
                    <a:lnTo>
                      <a:pt x="2924" y="0"/>
                    </a:lnTo>
                    <a:lnTo>
                      <a:pt x="2935" y="0"/>
                    </a:lnTo>
                    <a:lnTo>
                      <a:pt x="2966" y="0"/>
                    </a:lnTo>
                    <a:lnTo>
                      <a:pt x="2997" y="0"/>
                    </a:lnTo>
                    <a:lnTo>
                      <a:pt x="3007" y="0"/>
                    </a:lnTo>
                    <a:lnTo>
                      <a:pt x="3018" y="0"/>
                    </a:lnTo>
                    <a:lnTo>
                      <a:pt x="3028" y="0"/>
                    </a:lnTo>
                    <a:lnTo>
                      <a:pt x="3038" y="0"/>
                    </a:lnTo>
                    <a:lnTo>
                      <a:pt x="3049" y="0"/>
                    </a:lnTo>
                    <a:lnTo>
                      <a:pt x="3059" y="0"/>
                    </a:lnTo>
                    <a:lnTo>
                      <a:pt x="3080" y="0"/>
                    </a:lnTo>
                    <a:lnTo>
                      <a:pt x="3090" y="0"/>
                    </a:lnTo>
                    <a:lnTo>
                      <a:pt x="3121" y="0"/>
                    </a:lnTo>
                    <a:lnTo>
                      <a:pt x="3132" y="0"/>
                    </a:lnTo>
                    <a:lnTo>
                      <a:pt x="3142" y="0"/>
                    </a:lnTo>
                    <a:lnTo>
                      <a:pt x="3152" y="0"/>
                    </a:lnTo>
                    <a:lnTo>
                      <a:pt x="3163" y="0"/>
                    </a:lnTo>
                    <a:lnTo>
                      <a:pt x="3173" y="0"/>
                    </a:lnTo>
                    <a:lnTo>
                      <a:pt x="3204" y="0"/>
                    </a:lnTo>
                    <a:lnTo>
                      <a:pt x="3235" y="0"/>
                    </a:lnTo>
                    <a:lnTo>
                      <a:pt x="3246" y="0"/>
                    </a:lnTo>
                    <a:lnTo>
                      <a:pt x="3256" y="0"/>
                    </a:lnTo>
                    <a:lnTo>
                      <a:pt x="3266" y="0"/>
                    </a:lnTo>
                    <a:lnTo>
                      <a:pt x="3277" y="0"/>
                    </a:lnTo>
                    <a:lnTo>
                      <a:pt x="3287" y="0"/>
                    </a:lnTo>
                    <a:lnTo>
                      <a:pt x="3298" y="0"/>
                    </a:lnTo>
                    <a:lnTo>
                      <a:pt x="3329" y="0"/>
                    </a:lnTo>
                    <a:lnTo>
                      <a:pt x="3360" y="0"/>
                    </a:lnTo>
                    <a:lnTo>
                      <a:pt x="3370" y="0"/>
                    </a:lnTo>
                    <a:lnTo>
                      <a:pt x="3380" y="0"/>
                    </a:lnTo>
                    <a:lnTo>
                      <a:pt x="3391" y="0"/>
                    </a:lnTo>
                    <a:lnTo>
                      <a:pt x="3401" y="0"/>
                    </a:lnTo>
                    <a:lnTo>
                      <a:pt x="3412" y="0"/>
                    </a:lnTo>
                    <a:lnTo>
                      <a:pt x="3443" y="0"/>
                    </a:lnTo>
                    <a:lnTo>
                      <a:pt x="3453" y="0"/>
                    </a:lnTo>
                    <a:lnTo>
                      <a:pt x="3484" y="0"/>
                    </a:lnTo>
                    <a:lnTo>
                      <a:pt x="3495" y="0"/>
                    </a:lnTo>
                    <a:lnTo>
                      <a:pt x="3505" y="0"/>
                    </a:lnTo>
                    <a:lnTo>
                      <a:pt x="3515" y="0"/>
                    </a:lnTo>
                    <a:lnTo>
                      <a:pt x="3526" y="0"/>
                    </a:lnTo>
                    <a:lnTo>
                      <a:pt x="3536" y="0"/>
                    </a:lnTo>
                    <a:lnTo>
                      <a:pt x="3567" y="0"/>
                    </a:lnTo>
                    <a:lnTo>
                      <a:pt x="3598" y="0"/>
                    </a:lnTo>
                    <a:lnTo>
                      <a:pt x="3609" y="0"/>
                    </a:lnTo>
                    <a:lnTo>
                      <a:pt x="3619" y="0"/>
                    </a:lnTo>
                    <a:lnTo>
                      <a:pt x="3629" y="0"/>
                    </a:lnTo>
                    <a:lnTo>
                      <a:pt x="3640" y="0"/>
                    </a:lnTo>
                    <a:lnTo>
                      <a:pt x="3650" y="0"/>
                    </a:lnTo>
                    <a:lnTo>
                      <a:pt x="3660" y="0"/>
                    </a:lnTo>
                    <a:lnTo>
                      <a:pt x="3681" y="0"/>
                    </a:lnTo>
                    <a:lnTo>
                      <a:pt x="3692" y="0"/>
                    </a:lnTo>
                    <a:lnTo>
                      <a:pt x="3723" y="0"/>
                    </a:lnTo>
                    <a:lnTo>
                      <a:pt x="3733" y="0"/>
                    </a:lnTo>
                    <a:lnTo>
                      <a:pt x="3743" y="0"/>
                    </a:lnTo>
                    <a:lnTo>
                      <a:pt x="3754" y="0"/>
                    </a:lnTo>
                    <a:lnTo>
                      <a:pt x="3764" y="0"/>
                    </a:lnTo>
                    <a:lnTo>
                      <a:pt x="3774" y="0"/>
                    </a:lnTo>
                    <a:lnTo>
                      <a:pt x="3806" y="0"/>
                    </a:lnTo>
                    <a:lnTo>
                      <a:pt x="3837" y="0"/>
                    </a:lnTo>
                    <a:lnTo>
                      <a:pt x="3847" y="0"/>
                    </a:lnTo>
                    <a:lnTo>
                      <a:pt x="3857" y="0"/>
                    </a:lnTo>
                    <a:lnTo>
                      <a:pt x="3868" y="0"/>
                    </a:lnTo>
                    <a:lnTo>
                      <a:pt x="3878" y="0"/>
                    </a:lnTo>
                    <a:lnTo>
                      <a:pt x="3889" y="0"/>
                    </a:lnTo>
                    <a:lnTo>
                      <a:pt x="3899" y="0"/>
                    </a:lnTo>
                    <a:lnTo>
                      <a:pt x="3930" y="0"/>
                    </a:lnTo>
                    <a:lnTo>
                      <a:pt x="3961" y="0"/>
                    </a:lnTo>
                    <a:lnTo>
                      <a:pt x="3971" y="0"/>
                    </a:lnTo>
                    <a:lnTo>
                      <a:pt x="3982" y="0"/>
                    </a:lnTo>
                    <a:lnTo>
                      <a:pt x="3992" y="0"/>
                    </a:lnTo>
                    <a:lnTo>
                      <a:pt x="4003" y="0"/>
                    </a:lnTo>
                    <a:lnTo>
                      <a:pt x="4013" y="0"/>
                    </a:lnTo>
                    <a:lnTo>
                      <a:pt x="4044" y="0"/>
                    </a:lnTo>
                    <a:lnTo>
                      <a:pt x="4054" y="0"/>
                    </a:lnTo>
                    <a:lnTo>
                      <a:pt x="4075" y="0"/>
                    </a:lnTo>
                    <a:lnTo>
                      <a:pt x="4085" y="0"/>
                    </a:lnTo>
                    <a:lnTo>
                      <a:pt x="4096" y="0"/>
                    </a:lnTo>
                    <a:lnTo>
                      <a:pt x="4106" y="0"/>
                    </a:lnTo>
                    <a:lnTo>
                      <a:pt x="4117" y="0"/>
                    </a:lnTo>
                    <a:lnTo>
                      <a:pt x="4127" y="0"/>
                    </a:lnTo>
                    <a:lnTo>
                      <a:pt x="4137" y="0"/>
                    </a:lnTo>
                    <a:lnTo>
                      <a:pt x="4168" y="0"/>
                    </a:lnTo>
                    <a:lnTo>
                      <a:pt x="4200" y="0"/>
                    </a:lnTo>
                    <a:lnTo>
                      <a:pt x="4210" y="0"/>
                    </a:lnTo>
                    <a:lnTo>
                      <a:pt x="4220" y="0"/>
                    </a:lnTo>
                    <a:lnTo>
                      <a:pt x="4231" y="0"/>
                    </a:lnTo>
                    <a:lnTo>
                      <a:pt x="4241" y="0"/>
                    </a:lnTo>
                    <a:lnTo>
                      <a:pt x="4251" y="0"/>
                    </a:lnTo>
                    <a:lnTo>
                      <a:pt x="4262" y="0"/>
                    </a:lnTo>
                    <a:lnTo>
                      <a:pt x="4282" y="0"/>
                    </a:lnTo>
                    <a:lnTo>
                      <a:pt x="4293" y="0"/>
                    </a:lnTo>
                    <a:lnTo>
                      <a:pt x="4324" y="0"/>
                    </a:lnTo>
                    <a:lnTo>
                      <a:pt x="4334" y="0"/>
                    </a:lnTo>
                    <a:lnTo>
                      <a:pt x="4345" y="0"/>
                    </a:lnTo>
                    <a:lnTo>
                      <a:pt x="4355" y="0"/>
                    </a:lnTo>
                    <a:lnTo>
                      <a:pt x="4365" y="0"/>
                    </a:lnTo>
                    <a:lnTo>
                      <a:pt x="4376" y="0"/>
                    </a:lnTo>
                    <a:lnTo>
                      <a:pt x="4407" y="0"/>
                    </a:lnTo>
                    <a:lnTo>
                      <a:pt x="4438" y="0"/>
                    </a:lnTo>
                    <a:lnTo>
                      <a:pt x="4448" y="0"/>
                    </a:lnTo>
                    <a:lnTo>
                      <a:pt x="4459" y="0"/>
                    </a:lnTo>
                    <a:lnTo>
                      <a:pt x="4469" y="0"/>
                    </a:lnTo>
                    <a:lnTo>
                      <a:pt x="4479" y="0"/>
                    </a:lnTo>
                    <a:lnTo>
                      <a:pt x="4490" y="0"/>
                    </a:lnTo>
                    <a:lnTo>
                      <a:pt x="4500" y="0"/>
                    </a:lnTo>
                    <a:lnTo>
                      <a:pt x="4531" y="0"/>
                    </a:lnTo>
                    <a:lnTo>
                      <a:pt x="4562" y="0"/>
                    </a:lnTo>
                    <a:lnTo>
                      <a:pt x="4573" y="0"/>
                    </a:lnTo>
                    <a:lnTo>
                      <a:pt x="4583" y="0"/>
                    </a:lnTo>
                    <a:lnTo>
                      <a:pt x="4594" y="0"/>
                    </a:lnTo>
                    <a:lnTo>
                      <a:pt x="4604" y="0"/>
                    </a:lnTo>
                    <a:lnTo>
                      <a:pt x="4614" y="0"/>
                    </a:lnTo>
                    <a:lnTo>
                      <a:pt x="4645" y="0"/>
                    </a:lnTo>
                    <a:lnTo>
                      <a:pt x="4656" y="0"/>
                    </a:lnTo>
                    <a:lnTo>
                      <a:pt x="4676" y="0"/>
                    </a:lnTo>
                    <a:lnTo>
                      <a:pt x="4687" y="0"/>
                    </a:lnTo>
                    <a:lnTo>
                      <a:pt x="4697" y="0"/>
                    </a:lnTo>
                    <a:lnTo>
                      <a:pt x="4708" y="0"/>
                    </a:lnTo>
                    <a:lnTo>
                      <a:pt x="4718" y="0"/>
                    </a:lnTo>
                    <a:lnTo>
                      <a:pt x="4728" y="0"/>
                    </a:lnTo>
                    <a:lnTo>
                      <a:pt x="4739" y="0"/>
                    </a:lnTo>
                    <a:lnTo>
                      <a:pt x="4770" y="0"/>
                    </a:lnTo>
                    <a:lnTo>
                      <a:pt x="4801" y="0"/>
                    </a:lnTo>
                    <a:lnTo>
                      <a:pt x="4811" y="0"/>
                    </a:lnTo>
                    <a:lnTo>
                      <a:pt x="4822" y="0"/>
                    </a:lnTo>
                    <a:lnTo>
                      <a:pt x="4832" y="0"/>
                    </a:lnTo>
                    <a:lnTo>
                      <a:pt x="4842" y="0"/>
                    </a:lnTo>
                    <a:lnTo>
                      <a:pt x="4853" y="0"/>
                    </a:lnTo>
                    <a:lnTo>
                      <a:pt x="4884" y="0"/>
                    </a:lnTo>
                    <a:lnTo>
                      <a:pt x="4894" y="0"/>
                    </a:lnTo>
                    <a:lnTo>
                      <a:pt x="4925" y="0"/>
                    </a:lnTo>
                    <a:lnTo>
                      <a:pt x="4936" y="0"/>
                    </a:lnTo>
                    <a:lnTo>
                      <a:pt x="4946" y="0"/>
                    </a:lnTo>
                    <a:lnTo>
                      <a:pt x="4956" y="0"/>
                    </a:lnTo>
                    <a:lnTo>
                      <a:pt x="4967" y="0"/>
                    </a:lnTo>
                    <a:lnTo>
                      <a:pt x="4977" y="0"/>
                    </a:lnTo>
                    <a:lnTo>
                      <a:pt x="5008" y="0"/>
                    </a:lnTo>
                    <a:lnTo>
                      <a:pt x="5039" y="0"/>
                    </a:lnTo>
                    <a:lnTo>
                      <a:pt x="5050" y="0"/>
                    </a:lnTo>
                    <a:lnTo>
                      <a:pt x="5060" y="0"/>
                    </a:lnTo>
                    <a:lnTo>
                      <a:pt x="5070" y="0"/>
                    </a:lnTo>
                    <a:lnTo>
                      <a:pt x="5081" y="0"/>
                    </a:lnTo>
                    <a:lnTo>
                      <a:pt x="5091" y="0"/>
                    </a:lnTo>
                    <a:lnTo>
                      <a:pt x="510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2" name="Rectangle 334"/>
              <p:cNvSpPr/>
              <p:nvPr/>
            </p:nvSpPr>
            <p:spPr>
              <a:xfrm>
                <a:off x="4828680" y="5818320"/>
                <a:ext cx="31500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DISP_Y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3" name="Rectangle 335"/>
              <p:cNvSpPr/>
              <p:nvPr/>
            </p:nvSpPr>
            <p:spPr>
              <a:xfrm>
                <a:off x="517680" y="5954760"/>
                <a:ext cx="331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4" name="Rectangle 336"/>
              <p:cNvSpPr/>
              <p:nvPr/>
            </p:nvSpPr>
            <p:spPr>
              <a:xfrm>
                <a:off x="58248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5" name="Rectangle 337"/>
              <p:cNvSpPr/>
              <p:nvPr/>
            </p:nvSpPr>
            <p:spPr>
              <a:xfrm>
                <a:off x="58248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6" name="Rectangle 338"/>
              <p:cNvSpPr/>
              <p:nvPr/>
            </p:nvSpPr>
            <p:spPr>
              <a:xfrm>
                <a:off x="63180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7" name="Rectangle 339"/>
              <p:cNvSpPr/>
              <p:nvPr/>
            </p:nvSpPr>
            <p:spPr>
              <a:xfrm>
                <a:off x="68112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8" name="Rectangle 340"/>
              <p:cNvSpPr/>
              <p:nvPr/>
            </p:nvSpPr>
            <p:spPr>
              <a:xfrm>
                <a:off x="698400" y="5954760"/>
                <a:ext cx="493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09" name="Rectangle 341"/>
              <p:cNvSpPr/>
              <p:nvPr/>
            </p:nvSpPr>
            <p:spPr>
              <a:xfrm>
                <a:off x="76356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0" name="Rectangle 342"/>
              <p:cNvSpPr/>
              <p:nvPr/>
            </p:nvSpPr>
            <p:spPr>
              <a:xfrm>
                <a:off x="7635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1" name="Rectangle 343"/>
              <p:cNvSpPr/>
              <p:nvPr/>
            </p:nvSpPr>
            <p:spPr>
              <a:xfrm>
                <a:off x="8301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2" name="Rectangle 344"/>
              <p:cNvSpPr/>
              <p:nvPr/>
            </p:nvSpPr>
            <p:spPr>
              <a:xfrm>
                <a:off x="87948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3" name="Rectangle 345"/>
              <p:cNvSpPr/>
              <p:nvPr/>
            </p:nvSpPr>
            <p:spPr>
              <a:xfrm>
                <a:off x="895320" y="5954760"/>
                <a:ext cx="334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4" name="Rectangle 346"/>
              <p:cNvSpPr/>
              <p:nvPr/>
            </p:nvSpPr>
            <p:spPr>
              <a:xfrm>
                <a:off x="96192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5" name="Rectangle 347"/>
              <p:cNvSpPr/>
              <p:nvPr/>
            </p:nvSpPr>
            <p:spPr>
              <a:xfrm>
                <a:off x="96192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6" name="Rectangle 348"/>
              <p:cNvSpPr/>
              <p:nvPr/>
            </p:nvSpPr>
            <p:spPr>
              <a:xfrm>
                <a:off x="101124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7" name="Rectangle 349"/>
              <p:cNvSpPr/>
              <p:nvPr/>
            </p:nvSpPr>
            <p:spPr>
              <a:xfrm>
                <a:off x="106056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8" name="Rectangle 350"/>
              <p:cNvSpPr/>
              <p:nvPr/>
            </p:nvSpPr>
            <p:spPr>
              <a:xfrm>
                <a:off x="1093680" y="5954760"/>
                <a:ext cx="316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19" name="Rectangle 351"/>
              <p:cNvSpPr/>
              <p:nvPr/>
            </p:nvSpPr>
            <p:spPr>
              <a:xfrm>
                <a:off x="115884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0" name="Rectangle 352"/>
              <p:cNvSpPr/>
              <p:nvPr/>
            </p:nvSpPr>
            <p:spPr>
              <a:xfrm>
                <a:off x="1158840" y="5991120"/>
                <a:ext cx="3348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1" name="Rectangle 353"/>
              <p:cNvSpPr/>
              <p:nvPr/>
            </p:nvSpPr>
            <p:spPr>
              <a:xfrm>
                <a:off x="12081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2" name="Rectangle 354"/>
              <p:cNvSpPr/>
              <p:nvPr/>
            </p:nvSpPr>
            <p:spPr>
              <a:xfrm>
                <a:off x="125748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3" name="Rectangle 355"/>
              <p:cNvSpPr/>
              <p:nvPr/>
            </p:nvSpPr>
            <p:spPr>
              <a:xfrm>
                <a:off x="1274760" y="5954760"/>
                <a:ext cx="493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4" name="Rectangle 356"/>
              <p:cNvSpPr/>
              <p:nvPr/>
            </p:nvSpPr>
            <p:spPr>
              <a:xfrm>
                <a:off x="133992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5" name="Rectangle 357"/>
              <p:cNvSpPr/>
              <p:nvPr/>
            </p:nvSpPr>
            <p:spPr>
              <a:xfrm>
                <a:off x="133992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6" name="Rectangle 358"/>
              <p:cNvSpPr/>
              <p:nvPr/>
            </p:nvSpPr>
            <p:spPr>
              <a:xfrm>
                <a:off x="138924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7" name="Rectangle 359"/>
              <p:cNvSpPr/>
              <p:nvPr/>
            </p:nvSpPr>
            <p:spPr>
              <a:xfrm>
                <a:off x="143820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8" name="Rectangle 360"/>
              <p:cNvSpPr/>
              <p:nvPr/>
            </p:nvSpPr>
            <p:spPr>
              <a:xfrm>
                <a:off x="1471680" y="5954760"/>
                <a:ext cx="331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29" name="Rectangle 361"/>
              <p:cNvSpPr/>
              <p:nvPr/>
            </p:nvSpPr>
            <p:spPr>
              <a:xfrm>
                <a:off x="153828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0" name="Rectangle 362"/>
              <p:cNvSpPr/>
              <p:nvPr/>
            </p:nvSpPr>
            <p:spPr>
              <a:xfrm>
                <a:off x="153828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1" name="Rectangle 363"/>
              <p:cNvSpPr/>
              <p:nvPr/>
            </p:nvSpPr>
            <p:spPr>
              <a:xfrm>
                <a:off x="158760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2" name="Rectangle 364"/>
              <p:cNvSpPr/>
              <p:nvPr/>
            </p:nvSpPr>
            <p:spPr>
              <a:xfrm>
                <a:off x="1636560" y="5991120"/>
                <a:ext cx="1620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3" name="Rectangle 365"/>
              <p:cNvSpPr/>
              <p:nvPr/>
            </p:nvSpPr>
            <p:spPr>
              <a:xfrm>
                <a:off x="1652760" y="5954760"/>
                <a:ext cx="4896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4" name="Rectangle 366"/>
              <p:cNvSpPr/>
              <p:nvPr/>
            </p:nvSpPr>
            <p:spPr>
              <a:xfrm>
                <a:off x="171936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5" name="Rectangle 367"/>
              <p:cNvSpPr/>
              <p:nvPr/>
            </p:nvSpPr>
            <p:spPr>
              <a:xfrm>
                <a:off x="171936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6" name="Rectangle 368"/>
              <p:cNvSpPr/>
              <p:nvPr/>
            </p:nvSpPr>
            <p:spPr>
              <a:xfrm>
                <a:off x="1784520" y="5991120"/>
                <a:ext cx="331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7" name="Rectangle 369"/>
              <p:cNvSpPr/>
              <p:nvPr/>
            </p:nvSpPr>
            <p:spPr>
              <a:xfrm>
                <a:off x="181764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8" name="Rectangle 370"/>
              <p:cNvSpPr/>
              <p:nvPr/>
            </p:nvSpPr>
            <p:spPr>
              <a:xfrm>
                <a:off x="1851120" y="5954760"/>
                <a:ext cx="316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39" name="Rectangle 371"/>
              <p:cNvSpPr/>
              <p:nvPr/>
            </p:nvSpPr>
            <p:spPr>
              <a:xfrm>
                <a:off x="191628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0" name="Rectangle 372"/>
              <p:cNvSpPr/>
              <p:nvPr/>
            </p:nvSpPr>
            <p:spPr>
              <a:xfrm>
                <a:off x="191628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1" name="Rectangle 373"/>
              <p:cNvSpPr/>
              <p:nvPr/>
            </p:nvSpPr>
            <p:spPr>
              <a:xfrm>
                <a:off x="196524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2" name="Rectangle 374"/>
              <p:cNvSpPr/>
              <p:nvPr/>
            </p:nvSpPr>
            <p:spPr>
              <a:xfrm>
                <a:off x="201456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3" name="Rectangle 375"/>
              <p:cNvSpPr/>
              <p:nvPr/>
            </p:nvSpPr>
            <p:spPr>
              <a:xfrm>
                <a:off x="2048040" y="5954760"/>
                <a:ext cx="331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4" name="Rectangle 376"/>
              <p:cNvSpPr/>
              <p:nvPr/>
            </p:nvSpPr>
            <p:spPr>
              <a:xfrm>
                <a:off x="211464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5" name="Rectangle 377"/>
              <p:cNvSpPr/>
              <p:nvPr/>
            </p:nvSpPr>
            <p:spPr>
              <a:xfrm>
                <a:off x="2114640" y="5991120"/>
                <a:ext cx="3168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6" name="Rectangle 378"/>
              <p:cNvSpPr/>
              <p:nvPr/>
            </p:nvSpPr>
            <p:spPr>
              <a:xfrm>
                <a:off x="216360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7" name="Rectangle 379"/>
              <p:cNvSpPr/>
              <p:nvPr/>
            </p:nvSpPr>
            <p:spPr>
              <a:xfrm>
                <a:off x="221292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8" name="Rectangle 380"/>
              <p:cNvSpPr/>
              <p:nvPr/>
            </p:nvSpPr>
            <p:spPr>
              <a:xfrm>
                <a:off x="2228760" y="5954760"/>
                <a:ext cx="493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49" name="Rectangle 381"/>
              <p:cNvSpPr/>
              <p:nvPr/>
            </p:nvSpPr>
            <p:spPr>
              <a:xfrm>
                <a:off x="2295360" y="5991120"/>
                <a:ext cx="1620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0" name="Rectangle 382"/>
              <p:cNvSpPr/>
              <p:nvPr/>
            </p:nvSpPr>
            <p:spPr>
              <a:xfrm>
                <a:off x="22953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1" name="Rectangle 383"/>
              <p:cNvSpPr/>
              <p:nvPr/>
            </p:nvSpPr>
            <p:spPr>
              <a:xfrm>
                <a:off x="234468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2" name="Rectangle 384"/>
              <p:cNvSpPr/>
              <p:nvPr/>
            </p:nvSpPr>
            <p:spPr>
              <a:xfrm>
                <a:off x="239400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3" name="Rectangle 385"/>
              <p:cNvSpPr/>
              <p:nvPr/>
            </p:nvSpPr>
            <p:spPr>
              <a:xfrm>
                <a:off x="2427120" y="5954760"/>
                <a:ext cx="3204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4" name="Rectangle 386"/>
              <p:cNvSpPr/>
              <p:nvPr/>
            </p:nvSpPr>
            <p:spPr>
              <a:xfrm>
                <a:off x="249228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5" name="Rectangle 387"/>
              <p:cNvSpPr/>
              <p:nvPr/>
            </p:nvSpPr>
            <p:spPr>
              <a:xfrm>
                <a:off x="249228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6" name="Rectangle 388"/>
              <p:cNvSpPr/>
              <p:nvPr/>
            </p:nvSpPr>
            <p:spPr>
              <a:xfrm>
                <a:off x="254160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7" name="Rectangle 389"/>
              <p:cNvSpPr/>
              <p:nvPr/>
            </p:nvSpPr>
            <p:spPr>
              <a:xfrm>
                <a:off x="259092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8" name="Rectangle 390"/>
              <p:cNvSpPr/>
              <p:nvPr/>
            </p:nvSpPr>
            <p:spPr>
              <a:xfrm>
                <a:off x="2608200" y="5954760"/>
                <a:ext cx="493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59" name="Rectangle 391"/>
              <p:cNvSpPr/>
              <p:nvPr/>
            </p:nvSpPr>
            <p:spPr>
              <a:xfrm>
                <a:off x="267336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0" name="Rectangle 392"/>
              <p:cNvSpPr/>
              <p:nvPr/>
            </p:nvSpPr>
            <p:spPr>
              <a:xfrm>
                <a:off x="26733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1" name="Rectangle 393"/>
              <p:cNvSpPr/>
              <p:nvPr/>
            </p:nvSpPr>
            <p:spPr>
              <a:xfrm>
                <a:off x="2738520" y="5991120"/>
                <a:ext cx="331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2" name="Rectangle 394"/>
              <p:cNvSpPr/>
              <p:nvPr/>
            </p:nvSpPr>
            <p:spPr>
              <a:xfrm>
                <a:off x="277164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3" name="Rectangle 395"/>
              <p:cNvSpPr/>
              <p:nvPr/>
            </p:nvSpPr>
            <p:spPr>
              <a:xfrm>
                <a:off x="2805120" y="5954760"/>
                <a:ext cx="334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4" name="Rectangle 396"/>
              <p:cNvSpPr/>
              <p:nvPr/>
            </p:nvSpPr>
            <p:spPr>
              <a:xfrm>
                <a:off x="287028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5" name="Rectangle 397"/>
              <p:cNvSpPr/>
              <p:nvPr/>
            </p:nvSpPr>
            <p:spPr>
              <a:xfrm>
                <a:off x="2870280" y="5991120"/>
                <a:ext cx="507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6" name="Rectangle 398"/>
              <p:cNvSpPr/>
              <p:nvPr/>
            </p:nvSpPr>
            <p:spPr>
              <a:xfrm>
                <a:off x="292104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7" name="Rectangle 399"/>
              <p:cNvSpPr/>
              <p:nvPr/>
            </p:nvSpPr>
            <p:spPr>
              <a:xfrm>
                <a:off x="297036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8" name="Rectangle 400"/>
              <p:cNvSpPr/>
              <p:nvPr/>
            </p:nvSpPr>
            <p:spPr>
              <a:xfrm>
                <a:off x="3002040" y="5954760"/>
                <a:ext cx="331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69" name="Rectangle 401"/>
              <p:cNvSpPr/>
              <p:nvPr/>
            </p:nvSpPr>
            <p:spPr>
              <a:xfrm>
                <a:off x="305100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0" name="Rectangle 402"/>
              <p:cNvSpPr/>
              <p:nvPr/>
            </p:nvSpPr>
            <p:spPr>
              <a:xfrm>
                <a:off x="3051000" y="5991120"/>
                <a:ext cx="511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1" name="Rectangle 403"/>
              <p:cNvSpPr/>
              <p:nvPr/>
            </p:nvSpPr>
            <p:spPr>
              <a:xfrm>
                <a:off x="311796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2" name="Rectangle 404"/>
              <p:cNvSpPr/>
              <p:nvPr/>
            </p:nvSpPr>
            <p:spPr>
              <a:xfrm>
                <a:off x="316692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3" name="Rectangle 405"/>
              <p:cNvSpPr/>
              <p:nvPr/>
            </p:nvSpPr>
            <p:spPr>
              <a:xfrm>
                <a:off x="3182760" y="5954760"/>
                <a:ext cx="511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4" name="Rectangle 406"/>
              <p:cNvSpPr/>
              <p:nvPr/>
            </p:nvSpPr>
            <p:spPr>
              <a:xfrm>
                <a:off x="324972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5" name="Rectangle 407"/>
              <p:cNvSpPr/>
              <p:nvPr/>
            </p:nvSpPr>
            <p:spPr>
              <a:xfrm>
                <a:off x="324972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6" name="Rectangle 408"/>
              <p:cNvSpPr/>
              <p:nvPr/>
            </p:nvSpPr>
            <p:spPr>
              <a:xfrm>
                <a:off x="329868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7" name="Rectangle 409"/>
              <p:cNvSpPr/>
              <p:nvPr/>
            </p:nvSpPr>
            <p:spPr>
              <a:xfrm>
                <a:off x="334800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8" name="Rectangle 410"/>
              <p:cNvSpPr/>
              <p:nvPr/>
            </p:nvSpPr>
            <p:spPr>
              <a:xfrm>
                <a:off x="3381480" y="5954760"/>
                <a:ext cx="331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79" name="Rectangle 411"/>
              <p:cNvSpPr/>
              <p:nvPr/>
            </p:nvSpPr>
            <p:spPr>
              <a:xfrm>
                <a:off x="344664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0" name="Rectangle 412"/>
              <p:cNvSpPr/>
              <p:nvPr/>
            </p:nvSpPr>
            <p:spPr>
              <a:xfrm>
                <a:off x="344664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1" name="Rectangle 413"/>
              <p:cNvSpPr/>
              <p:nvPr/>
            </p:nvSpPr>
            <p:spPr>
              <a:xfrm>
                <a:off x="3495600" y="5991120"/>
                <a:ext cx="507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2" name="Rectangle 414"/>
              <p:cNvSpPr/>
              <p:nvPr/>
            </p:nvSpPr>
            <p:spPr>
              <a:xfrm>
                <a:off x="354636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3" name="Rectangle 415"/>
              <p:cNvSpPr/>
              <p:nvPr/>
            </p:nvSpPr>
            <p:spPr>
              <a:xfrm>
                <a:off x="3562200" y="5954760"/>
                <a:ext cx="493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4" name="Rectangle 416"/>
              <p:cNvSpPr/>
              <p:nvPr/>
            </p:nvSpPr>
            <p:spPr>
              <a:xfrm>
                <a:off x="362736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5" name="Rectangle 417"/>
              <p:cNvSpPr/>
              <p:nvPr/>
            </p:nvSpPr>
            <p:spPr>
              <a:xfrm>
                <a:off x="36273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6" name="Rectangle 418"/>
              <p:cNvSpPr/>
              <p:nvPr/>
            </p:nvSpPr>
            <p:spPr>
              <a:xfrm>
                <a:off x="3693960" y="5991120"/>
                <a:ext cx="3348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7" name="Rectangle 419"/>
              <p:cNvSpPr/>
              <p:nvPr/>
            </p:nvSpPr>
            <p:spPr>
              <a:xfrm>
                <a:off x="372744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8" name="Rectangle 420"/>
              <p:cNvSpPr/>
              <p:nvPr/>
            </p:nvSpPr>
            <p:spPr>
              <a:xfrm>
                <a:off x="3759120" y="5954760"/>
                <a:ext cx="334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89" name="Rectangle 421"/>
              <p:cNvSpPr/>
              <p:nvPr/>
            </p:nvSpPr>
            <p:spPr>
              <a:xfrm>
                <a:off x="3825720" y="5991120"/>
                <a:ext cx="1620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0" name="Rectangle 422"/>
              <p:cNvSpPr/>
              <p:nvPr/>
            </p:nvSpPr>
            <p:spPr>
              <a:xfrm>
                <a:off x="382572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1" name="Rectangle 423"/>
              <p:cNvSpPr/>
              <p:nvPr/>
            </p:nvSpPr>
            <p:spPr>
              <a:xfrm>
                <a:off x="387504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2" name="Rectangle 424"/>
              <p:cNvSpPr/>
              <p:nvPr/>
            </p:nvSpPr>
            <p:spPr>
              <a:xfrm>
                <a:off x="392436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3" name="Rectangle 425"/>
              <p:cNvSpPr/>
              <p:nvPr/>
            </p:nvSpPr>
            <p:spPr>
              <a:xfrm>
                <a:off x="3957480" y="5954760"/>
                <a:ext cx="3204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4" name="Rectangle 426"/>
              <p:cNvSpPr/>
              <p:nvPr/>
            </p:nvSpPr>
            <p:spPr>
              <a:xfrm>
                <a:off x="400680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5" name="Rectangle 427"/>
              <p:cNvSpPr/>
              <p:nvPr/>
            </p:nvSpPr>
            <p:spPr>
              <a:xfrm>
                <a:off x="400680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6" name="Rectangle 428"/>
              <p:cNvSpPr/>
              <p:nvPr/>
            </p:nvSpPr>
            <p:spPr>
              <a:xfrm>
                <a:off x="40719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7" name="Rectangle 429"/>
              <p:cNvSpPr/>
              <p:nvPr/>
            </p:nvSpPr>
            <p:spPr>
              <a:xfrm>
                <a:off x="412128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8" name="Rectangle 430"/>
              <p:cNvSpPr/>
              <p:nvPr/>
            </p:nvSpPr>
            <p:spPr>
              <a:xfrm>
                <a:off x="4138560" y="5954760"/>
                <a:ext cx="493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499" name="Rectangle 431"/>
              <p:cNvSpPr/>
              <p:nvPr/>
            </p:nvSpPr>
            <p:spPr>
              <a:xfrm>
                <a:off x="420372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0" name="Rectangle 432"/>
              <p:cNvSpPr/>
              <p:nvPr/>
            </p:nvSpPr>
            <p:spPr>
              <a:xfrm>
                <a:off x="420372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1" name="Rectangle 433"/>
              <p:cNvSpPr/>
              <p:nvPr/>
            </p:nvSpPr>
            <p:spPr>
              <a:xfrm>
                <a:off x="425304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2" name="Rectangle 434"/>
              <p:cNvSpPr/>
              <p:nvPr/>
            </p:nvSpPr>
            <p:spPr>
              <a:xfrm>
                <a:off x="430200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3" name="Rectangle 435"/>
              <p:cNvSpPr/>
              <p:nvPr/>
            </p:nvSpPr>
            <p:spPr>
              <a:xfrm>
                <a:off x="4335480" y="5954760"/>
                <a:ext cx="334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4" name="Rectangle 436"/>
              <p:cNvSpPr/>
              <p:nvPr/>
            </p:nvSpPr>
            <p:spPr>
              <a:xfrm>
                <a:off x="4516560" y="5954760"/>
                <a:ext cx="4896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5" name="Rectangle 437"/>
              <p:cNvSpPr/>
              <p:nvPr/>
            </p:nvSpPr>
            <p:spPr>
              <a:xfrm>
                <a:off x="4714920" y="5954760"/>
                <a:ext cx="316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6" name="Rectangle 438"/>
              <p:cNvSpPr/>
              <p:nvPr/>
            </p:nvSpPr>
            <p:spPr>
              <a:xfrm>
                <a:off x="478008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7" name="Rectangle 439"/>
              <p:cNvSpPr/>
              <p:nvPr/>
            </p:nvSpPr>
            <p:spPr>
              <a:xfrm>
                <a:off x="478008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8" name="Rectangle 440"/>
              <p:cNvSpPr/>
              <p:nvPr/>
            </p:nvSpPr>
            <p:spPr>
              <a:xfrm>
                <a:off x="482904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09" name="Rectangle 441"/>
              <p:cNvSpPr/>
              <p:nvPr/>
            </p:nvSpPr>
            <p:spPr>
              <a:xfrm>
                <a:off x="487836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0" name="Rectangle 442"/>
              <p:cNvSpPr/>
              <p:nvPr/>
            </p:nvSpPr>
            <p:spPr>
              <a:xfrm>
                <a:off x="4896000" y="5954760"/>
                <a:ext cx="4896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1" name="Rectangle 443"/>
              <p:cNvSpPr/>
              <p:nvPr/>
            </p:nvSpPr>
            <p:spPr>
              <a:xfrm>
                <a:off x="496080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2" name="Rectangle 444"/>
              <p:cNvSpPr/>
              <p:nvPr/>
            </p:nvSpPr>
            <p:spPr>
              <a:xfrm>
                <a:off x="496080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3" name="Rectangle 445"/>
              <p:cNvSpPr/>
              <p:nvPr/>
            </p:nvSpPr>
            <p:spPr>
              <a:xfrm>
                <a:off x="502776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4" name="Rectangle 446"/>
              <p:cNvSpPr/>
              <p:nvPr/>
            </p:nvSpPr>
            <p:spPr>
              <a:xfrm>
                <a:off x="507672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5" name="Rectangle 447"/>
              <p:cNvSpPr/>
              <p:nvPr/>
            </p:nvSpPr>
            <p:spPr>
              <a:xfrm>
                <a:off x="5092560" y="5954760"/>
                <a:ext cx="334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6" name="Rectangle 448"/>
              <p:cNvSpPr/>
              <p:nvPr/>
            </p:nvSpPr>
            <p:spPr>
              <a:xfrm>
                <a:off x="515952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7" name="Rectangle 449"/>
              <p:cNvSpPr/>
              <p:nvPr/>
            </p:nvSpPr>
            <p:spPr>
              <a:xfrm>
                <a:off x="515952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8" name="Rectangle 450"/>
              <p:cNvSpPr/>
              <p:nvPr/>
            </p:nvSpPr>
            <p:spPr>
              <a:xfrm>
                <a:off x="520848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19" name="Rectangle 451"/>
              <p:cNvSpPr/>
              <p:nvPr/>
            </p:nvSpPr>
            <p:spPr>
              <a:xfrm>
                <a:off x="525780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0" name="Rectangle 452"/>
              <p:cNvSpPr/>
              <p:nvPr/>
            </p:nvSpPr>
            <p:spPr>
              <a:xfrm>
                <a:off x="5291280" y="5954760"/>
                <a:ext cx="316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1" name="Rectangle 453"/>
              <p:cNvSpPr/>
              <p:nvPr/>
            </p:nvSpPr>
            <p:spPr>
              <a:xfrm>
                <a:off x="5356080" y="5991120"/>
                <a:ext cx="1620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2" name="Rectangle 454"/>
              <p:cNvSpPr/>
              <p:nvPr/>
            </p:nvSpPr>
            <p:spPr>
              <a:xfrm>
                <a:off x="5356080" y="5991120"/>
                <a:ext cx="3348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3" name="Rectangle 455"/>
              <p:cNvSpPr/>
              <p:nvPr/>
            </p:nvSpPr>
            <p:spPr>
              <a:xfrm>
                <a:off x="540540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4" name="Rectangle 456"/>
              <p:cNvSpPr/>
              <p:nvPr/>
            </p:nvSpPr>
            <p:spPr>
              <a:xfrm>
                <a:off x="545472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5" name="Rectangle 457"/>
              <p:cNvSpPr/>
              <p:nvPr/>
            </p:nvSpPr>
            <p:spPr>
              <a:xfrm>
                <a:off x="5472000" y="5954760"/>
                <a:ext cx="493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6" name="Rectangle 458"/>
              <p:cNvSpPr/>
              <p:nvPr/>
            </p:nvSpPr>
            <p:spPr>
              <a:xfrm>
                <a:off x="553716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7" name="Rectangle 459"/>
              <p:cNvSpPr/>
              <p:nvPr/>
            </p:nvSpPr>
            <p:spPr>
              <a:xfrm>
                <a:off x="55371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8" name="Rectangle 460"/>
              <p:cNvSpPr/>
              <p:nvPr/>
            </p:nvSpPr>
            <p:spPr>
              <a:xfrm>
                <a:off x="558648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29" name="Rectangle 461"/>
              <p:cNvSpPr/>
              <p:nvPr/>
            </p:nvSpPr>
            <p:spPr>
              <a:xfrm>
                <a:off x="563580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0" name="Rectangle 462"/>
              <p:cNvSpPr/>
              <p:nvPr/>
            </p:nvSpPr>
            <p:spPr>
              <a:xfrm>
                <a:off x="5668920" y="5954760"/>
                <a:ext cx="334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1" name="Rectangle 463"/>
              <p:cNvSpPr/>
              <p:nvPr/>
            </p:nvSpPr>
            <p:spPr>
              <a:xfrm>
                <a:off x="573552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2" name="Rectangle 464"/>
              <p:cNvSpPr/>
              <p:nvPr/>
            </p:nvSpPr>
            <p:spPr>
              <a:xfrm>
                <a:off x="573552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3" name="Rectangle 465"/>
              <p:cNvSpPr/>
              <p:nvPr/>
            </p:nvSpPr>
            <p:spPr>
              <a:xfrm>
                <a:off x="578484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4" name="Rectangle 466"/>
              <p:cNvSpPr/>
              <p:nvPr/>
            </p:nvSpPr>
            <p:spPr>
              <a:xfrm>
                <a:off x="583416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5" name="Rectangle 467"/>
              <p:cNvSpPr/>
              <p:nvPr/>
            </p:nvSpPr>
            <p:spPr>
              <a:xfrm>
                <a:off x="5850000" y="5954760"/>
                <a:ext cx="493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6" name="Rectangle 468"/>
              <p:cNvSpPr/>
              <p:nvPr/>
            </p:nvSpPr>
            <p:spPr>
              <a:xfrm>
                <a:off x="591660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7" name="Rectangle 469"/>
              <p:cNvSpPr/>
              <p:nvPr/>
            </p:nvSpPr>
            <p:spPr>
              <a:xfrm>
                <a:off x="591660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8" name="Rectangle 470"/>
              <p:cNvSpPr/>
              <p:nvPr/>
            </p:nvSpPr>
            <p:spPr>
              <a:xfrm>
                <a:off x="598176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39" name="Rectangle 471"/>
              <p:cNvSpPr/>
              <p:nvPr/>
            </p:nvSpPr>
            <p:spPr>
              <a:xfrm>
                <a:off x="603108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40" name="Rectangle 472"/>
              <p:cNvSpPr/>
              <p:nvPr/>
            </p:nvSpPr>
            <p:spPr>
              <a:xfrm>
                <a:off x="6048360" y="5954760"/>
                <a:ext cx="3168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41" name="Rectangle 473"/>
              <p:cNvSpPr/>
              <p:nvPr/>
            </p:nvSpPr>
            <p:spPr>
              <a:xfrm>
                <a:off x="6113520" y="5991120"/>
                <a:ext cx="158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42" name="Rectangle 474"/>
              <p:cNvSpPr/>
              <p:nvPr/>
            </p:nvSpPr>
            <p:spPr>
              <a:xfrm>
                <a:off x="6113520" y="5991120"/>
                <a:ext cx="4932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43" name="Rectangle 475"/>
              <p:cNvSpPr/>
              <p:nvPr/>
            </p:nvSpPr>
            <p:spPr>
              <a:xfrm>
                <a:off x="6162840" y="5991120"/>
                <a:ext cx="48960" cy="2700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44" name="Rectangle 476"/>
              <p:cNvSpPr/>
              <p:nvPr/>
            </p:nvSpPr>
            <p:spPr>
              <a:xfrm>
                <a:off x="6211800" y="5991120"/>
                <a:ext cx="1764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45" name="Rectangle 477"/>
              <p:cNvSpPr/>
              <p:nvPr/>
            </p:nvSpPr>
            <p:spPr>
              <a:xfrm>
                <a:off x="6245280" y="5954760"/>
                <a:ext cx="33120" cy="6336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6560" bIns="165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546" name="Rectangle 478"/>
              <p:cNvSpPr/>
              <p:nvPr/>
            </p:nvSpPr>
            <p:spPr>
              <a:xfrm>
                <a:off x="6310440" y="5991120"/>
                <a:ext cx="17280" cy="270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9800" bIns="-19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1547" name="Rectangle 480"/>
            <p:cNvSpPr/>
            <p:nvPr/>
          </p:nvSpPr>
          <p:spPr>
            <a:xfrm>
              <a:off x="6310440" y="5991120"/>
              <a:ext cx="331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48" name="Rectangle 481"/>
            <p:cNvSpPr/>
            <p:nvPr/>
          </p:nvSpPr>
          <p:spPr>
            <a:xfrm>
              <a:off x="6361200" y="5991120"/>
              <a:ext cx="4896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49" name="Rectangle 482"/>
            <p:cNvSpPr/>
            <p:nvPr/>
          </p:nvSpPr>
          <p:spPr>
            <a:xfrm>
              <a:off x="6410160" y="5991120"/>
              <a:ext cx="1620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0" name="Rectangle 483"/>
            <p:cNvSpPr/>
            <p:nvPr/>
          </p:nvSpPr>
          <p:spPr>
            <a:xfrm>
              <a:off x="6426360" y="5954760"/>
              <a:ext cx="4896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1" name="Rectangle 484"/>
            <p:cNvSpPr/>
            <p:nvPr/>
          </p:nvSpPr>
          <p:spPr>
            <a:xfrm>
              <a:off x="6491160" y="5991120"/>
              <a:ext cx="176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2" name="Rectangle 485"/>
            <p:cNvSpPr/>
            <p:nvPr/>
          </p:nvSpPr>
          <p:spPr>
            <a:xfrm>
              <a:off x="6491160" y="5991120"/>
              <a:ext cx="5076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3" name="Rectangle 486"/>
            <p:cNvSpPr/>
            <p:nvPr/>
          </p:nvSpPr>
          <p:spPr>
            <a:xfrm>
              <a:off x="654192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4" name="Rectangle 487"/>
            <p:cNvSpPr/>
            <p:nvPr/>
          </p:nvSpPr>
          <p:spPr>
            <a:xfrm>
              <a:off x="659124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5" name="Rectangle 488"/>
            <p:cNvSpPr/>
            <p:nvPr/>
          </p:nvSpPr>
          <p:spPr>
            <a:xfrm>
              <a:off x="6622920" y="5954760"/>
              <a:ext cx="3348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6" name="Rectangle 489"/>
            <p:cNvSpPr/>
            <p:nvPr/>
          </p:nvSpPr>
          <p:spPr>
            <a:xfrm>
              <a:off x="668988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7" name="Rectangle 490"/>
            <p:cNvSpPr/>
            <p:nvPr/>
          </p:nvSpPr>
          <p:spPr>
            <a:xfrm>
              <a:off x="6689880" y="5991120"/>
              <a:ext cx="4896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8" name="Rectangle 491"/>
            <p:cNvSpPr/>
            <p:nvPr/>
          </p:nvSpPr>
          <p:spPr>
            <a:xfrm>
              <a:off x="673884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59" name="Rectangle 492"/>
            <p:cNvSpPr/>
            <p:nvPr/>
          </p:nvSpPr>
          <p:spPr>
            <a:xfrm>
              <a:off x="678816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0" name="Rectangle 493"/>
            <p:cNvSpPr/>
            <p:nvPr/>
          </p:nvSpPr>
          <p:spPr>
            <a:xfrm>
              <a:off x="6804000" y="5954760"/>
              <a:ext cx="5076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1" name="Rectangle 494"/>
            <p:cNvSpPr/>
            <p:nvPr/>
          </p:nvSpPr>
          <p:spPr>
            <a:xfrm>
              <a:off x="687060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2" name="Rectangle 495"/>
            <p:cNvSpPr/>
            <p:nvPr/>
          </p:nvSpPr>
          <p:spPr>
            <a:xfrm>
              <a:off x="687060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3" name="Rectangle 496"/>
            <p:cNvSpPr/>
            <p:nvPr/>
          </p:nvSpPr>
          <p:spPr>
            <a:xfrm>
              <a:off x="6935760" y="5991120"/>
              <a:ext cx="3348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4" name="Rectangle 497"/>
            <p:cNvSpPr/>
            <p:nvPr/>
          </p:nvSpPr>
          <p:spPr>
            <a:xfrm>
              <a:off x="696924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5" name="Rectangle 498"/>
            <p:cNvSpPr/>
            <p:nvPr/>
          </p:nvSpPr>
          <p:spPr>
            <a:xfrm>
              <a:off x="7002360" y="5954760"/>
              <a:ext cx="3348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6" name="Rectangle 499"/>
            <p:cNvSpPr/>
            <p:nvPr/>
          </p:nvSpPr>
          <p:spPr>
            <a:xfrm>
              <a:off x="7067520" y="5991120"/>
              <a:ext cx="176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7" name="Rectangle 500"/>
            <p:cNvSpPr/>
            <p:nvPr/>
          </p:nvSpPr>
          <p:spPr>
            <a:xfrm>
              <a:off x="706752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8" name="Rectangle 501"/>
            <p:cNvSpPr/>
            <p:nvPr/>
          </p:nvSpPr>
          <p:spPr>
            <a:xfrm>
              <a:off x="7116840" y="5991120"/>
              <a:ext cx="5076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69" name="Rectangle 502"/>
            <p:cNvSpPr/>
            <p:nvPr/>
          </p:nvSpPr>
          <p:spPr>
            <a:xfrm>
              <a:off x="716760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0" name="Rectangle 503"/>
            <p:cNvSpPr/>
            <p:nvPr/>
          </p:nvSpPr>
          <p:spPr>
            <a:xfrm>
              <a:off x="7199280" y="5954760"/>
              <a:ext cx="3348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1" name="Rectangle 504"/>
            <p:cNvSpPr/>
            <p:nvPr/>
          </p:nvSpPr>
          <p:spPr>
            <a:xfrm>
              <a:off x="726588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2" name="Rectangle 505"/>
            <p:cNvSpPr/>
            <p:nvPr/>
          </p:nvSpPr>
          <p:spPr>
            <a:xfrm>
              <a:off x="7265880" y="5991120"/>
              <a:ext cx="3168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3" name="Rectangle 506"/>
            <p:cNvSpPr/>
            <p:nvPr/>
          </p:nvSpPr>
          <p:spPr>
            <a:xfrm>
              <a:off x="731520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4" name="Rectangle 507"/>
            <p:cNvSpPr/>
            <p:nvPr/>
          </p:nvSpPr>
          <p:spPr>
            <a:xfrm>
              <a:off x="736452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5" name="Rectangle 508"/>
            <p:cNvSpPr/>
            <p:nvPr/>
          </p:nvSpPr>
          <p:spPr>
            <a:xfrm>
              <a:off x="7380360" y="5954760"/>
              <a:ext cx="4932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6" name="Rectangle 509"/>
            <p:cNvSpPr/>
            <p:nvPr/>
          </p:nvSpPr>
          <p:spPr>
            <a:xfrm>
              <a:off x="744696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7" name="Rectangle 510"/>
            <p:cNvSpPr/>
            <p:nvPr/>
          </p:nvSpPr>
          <p:spPr>
            <a:xfrm>
              <a:off x="744696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8" name="Rectangle 511"/>
            <p:cNvSpPr/>
            <p:nvPr/>
          </p:nvSpPr>
          <p:spPr>
            <a:xfrm>
              <a:off x="7496280" y="5991120"/>
              <a:ext cx="4896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79" name="Rectangle 512"/>
            <p:cNvSpPr/>
            <p:nvPr/>
          </p:nvSpPr>
          <p:spPr>
            <a:xfrm>
              <a:off x="7545240" y="5991120"/>
              <a:ext cx="1620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0" name="Rectangle 513"/>
            <p:cNvSpPr/>
            <p:nvPr/>
          </p:nvSpPr>
          <p:spPr>
            <a:xfrm>
              <a:off x="7578720" y="5954760"/>
              <a:ext cx="3168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1" name="Rectangle 514"/>
            <p:cNvSpPr/>
            <p:nvPr/>
          </p:nvSpPr>
          <p:spPr>
            <a:xfrm>
              <a:off x="7643880" y="5991120"/>
              <a:ext cx="1728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2" name="Rectangle 515"/>
            <p:cNvSpPr/>
            <p:nvPr/>
          </p:nvSpPr>
          <p:spPr>
            <a:xfrm>
              <a:off x="764388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3" name="Rectangle 516"/>
            <p:cNvSpPr/>
            <p:nvPr/>
          </p:nvSpPr>
          <p:spPr>
            <a:xfrm>
              <a:off x="7693200" y="5991120"/>
              <a:ext cx="4896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4" name="Rectangle 517"/>
            <p:cNvSpPr/>
            <p:nvPr/>
          </p:nvSpPr>
          <p:spPr>
            <a:xfrm>
              <a:off x="7742160" y="5991120"/>
              <a:ext cx="176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5" name="Rectangle 518"/>
            <p:cNvSpPr/>
            <p:nvPr/>
          </p:nvSpPr>
          <p:spPr>
            <a:xfrm>
              <a:off x="7759800" y="5954760"/>
              <a:ext cx="4896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6" name="Rectangle 519"/>
            <p:cNvSpPr/>
            <p:nvPr/>
          </p:nvSpPr>
          <p:spPr>
            <a:xfrm>
              <a:off x="7824960" y="5991120"/>
              <a:ext cx="1728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7" name="Rectangle 520"/>
            <p:cNvSpPr/>
            <p:nvPr/>
          </p:nvSpPr>
          <p:spPr>
            <a:xfrm>
              <a:off x="7824960" y="5991120"/>
              <a:ext cx="4896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8" name="Rectangle 521"/>
            <p:cNvSpPr/>
            <p:nvPr/>
          </p:nvSpPr>
          <p:spPr>
            <a:xfrm>
              <a:off x="7891560" y="5991120"/>
              <a:ext cx="3168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89" name="Rectangle 522"/>
            <p:cNvSpPr/>
            <p:nvPr/>
          </p:nvSpPr>
          <p:spPr>
            <a:xfrm>
              <a:off x="7923240" y="5991120"/>
              <a:ext cx="1728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0" name="Rectangle 523"/>
            <p:cNvSpPr/>
            <p:nvPr/>
          </p:nvSpPr>
          <p:spPr>
            <a:xfrm>
              <a:off x="7956720" y="5954760"/>
              <a:ext cx="3312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1" name="Rectangle 524"/>
            <p:cNvSpPr/>
            <p:nvPr/>
          </p:nvSpPr>
          <p:spPr>
            <a:xfrm>
              <a:off x="802332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2" name="Rectangle 525"/>
            <p:cNvSpPr/>
            <p:nvPr/>
          </p:nvSpPr>
          <p:spPr>
            <a:xfrm>
              <a:off x="8023320" y="5991120"/>
              <a:ext cx="4896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3" name="Rectangle 526"/>
            <p:cNvSpPr/>
            <p:nvPr/>
          </p:nvSpPr>
          <p:spPr>
            <a:xfrm>
              <a:off x="807228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4" name="Rectangle 527"/>
            <p:cNvSpPr/>
            <p:nvPr/>
          </p:nvSpPr>
          <p:spPr>
            <a:xfrm>
              <a:off x="8121600" y="5991120"/>
              <a:ext cx="158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5" name="Rectangle 528"/>
            <p:cNvSpPr/>
            <p:nvPr/>
          </p:nvSpPr>
          <p:spPr>
            <a:xfrm>
              <a:off x="8155080" y="5954760"/>
              <a:ext cx="3168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6" name="Rectangle 529"/>
            <p:cNvSpPr/>
            <p:nvPr/>
          </p:nvSpPr>
          <p:spPr>
            <a:xfrm>
              <a:off x="8204040" y="5991120"/>
              <a:ext cx="1620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7" name="Rectangle 530"/>
            <p:cNvSpPr/>
            <p:nvPr/>
          </p:nvSpPr>
          <p:spPr>
            <a:xfrm>
              <a:off x="820404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8" name="Rectangle 531"/>
            <p:cNvSpPr/>
            <p:nvPr/>
          </p:nvSpPr>
          <p:spPr>
            <a:xfrm>
              <a:off x="826920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599" name="Rectangle 532"/>
            <p:cNvSpPr/>
            <p:nvPr/>
          </p:nvSpPr>
          <p:spPr>
            <a:xfrm>
              <a:off x="8318520" y="5991120"/>
              <a:ext cx="1728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600" name="Rectangle 533"/>
            <p:cNvSpPr/>
            <p:nvPr/>
          </p:nvSpPr>
          <p:spPr>
            <a:xfrm>
              <a:off x="8335800" y="5954760"/>
              <a:ext cx="4932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601" name="Rectangle 534"/>
            <p:cNvSpPr/>
            <p:nvPr/>
          </p:nvSpPr>
          <p:spPr>
            <a:xfrm>
              <a:off x="8400960" y="5991120"/>
              <a:ext cx="1764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602" name="Rectangle 535"/>
            <p:cNvSpPr/>
            <p:nvPr/>
          </p:nvSpPr>
          <p:spPr>
            <a:xfrm>
              <a:off x="840096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603" name="Rectangle 536"/>
            <p:cNvSpPr/>
            <p:nvPr/>
          </p:nvSpPr>
          <p:spPr>
            <a:xfrm>
              <a:off x="8450280" y="5991120"/>
              <a:ext cx="49320" cy="2700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604" name="Rectangle 537"/>
            <p:cNvSpPr/>
            <p:nvPr/>
          </p:nvSpPr>
          <p:spPr>
            <a:xfrm>
              <a:off x="8499600" y="5991120"/>
              <a:ext cx="17280" cy="2700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9800" bIns="-19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605" name="Rectangle 538"/>
            <p:cNvSpPr/>
            <p:nvPr/>
          </p:nvSpPr>
          <p:spPr>
            <a:xfrm>
              <a:off x="8532720" y="5954760"/>
              <a:ext cx="33480" cy="6336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6560" bIns="165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grpSp>
        <p:nvGrpSpPr>
          <p:cNvPr id="1606" name="Group 15"/>
          <p:cNvGrpSpPr/>
          <p:nvPr/>
        </p:nvGrpSpPr>
        <p:grpSpPr>
          <a:xfrm>
            <a:off x="220680" y="1095480"/>
            <a:ext cx="8656560" cy="2239920"/>
            <a:chOff x="220680" y="1095480"/>
            <a:chExt cx="8656560" cy="2239920"/>
          </a:xfrm>
        </p:grpSpPr>
        <p:sp>
          <p:nvSpPr>
            <p:cNvPr id="1607" name="AutoShape 14"/>
            <p:cNvSpPr/>
            <p:nvPr/>
          </p:nvSpPr>
          <p:spPr>
            <a:xfrm>
              <a:off x="233280" y="1095480"/>
              <a:ext cx="8640720" cy="223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1608" name="Group 216"/>
            <p:cNvGrpSpPr/>
            <p:nvPr/>
          </p:nvGrpSpPr>
          <p:grpSpPr>
            <a:xfrm>
              <a:off x="220680" y="1095480"/>
              <a:ext cx="8656560" cy="2239920"/>
              <a:chOff x="220680" y="1095480"/>
              <a:chExt cx="8656560" cy="2239920"/>
            </a:xfrm>
          </p:grpSpPr>
          <p:sp>
            <p:nvSpPr>
              <p:cNvPr id="1609" name="Rectangle 16"/>
              <p:cNvSpPr/>
              <p:nvPr/>
            </p:nvSpPr>
            <p:spPr>
              <a:xfrm>
                <a:off x="233280" y="1095480"/>
                <a:ext cx="8640720" cy="223992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0" name="Rectangle 17"/>
              <p:cNvSpPr/>
              <p:nvPr/>
            </p:nvSpPr>
            <p:spPr>
              <a:xfrm>
                <a:off x="442800" y="1319040"/>
                <a:ext cx="8221680" cy="1783080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1" name="Rectangle 18"/>
              <p:cNvSpPr/>
              <p:nvPr/>
            </p:nvSpPr>
            <p:spPr>
              <a:xfrm>
                <a:off x="7931880" y="3121200"/>
                <a:ext cx="36972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254.651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2" name="Rectangle 19"/>
              <p:cNvSpPr/>
              <p:nvPr/>
            </p:nvSpPr>
            <p:spPr>
              <a:xfrm>
                <a:off x="531360" y="3121200"/>
                <a:ext cx="5004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3" name="Rectangle 21"/>
              <p:cNvSpPr/>
              <p:nvPr/>
            </p:nvSpPr>
            <p:spPr>
              <a:xfrm>
                <a:off x="983160" y="1216080"/>
                <a:ext cx="61452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                        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4" name="Rectangle 22"/>
              <p:cNvSpPr/>
              <p:nvPr/>
            </p:nvSpPr>
            <p:spPr>
              <a:xfrm rot="16200000">
                <a:off x="224640" y="1188720"/>
                <a:ext cx="1710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100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5" name="Rectangle 23"/>
              <p:cNvSpPr/>
              <p:nvPr/>
            </p:nvSpPr>
            <p:spPr>
              <a:xfrm rot="16200000">
                <a:off x="260280" y="2942640"/>
                <a:ext cx="5004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6" name="Rectangle 24"/>
              <p:cNvSpPr/>
              <p:nvPr/>
            </p:nvSpPr>
            <p:spPr>
              <a:xfrm rot="16200000">
                <a:off x="8686800" y="1230120"/>
                <a:ext cx="12204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5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7" name="Rectangle 25"/>
              <p:cNvSpPr/>
              <p:nvPr/>
            </p:nvSpPr>
            <p:spPr>
              <a:xfrm rot="16200000">
                <a:off x="8730000" y="293400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8" name="Rectangle 26"/>
              <p:cNvSpPr/>
              <p:nvPr/>
            </p:nvSpPr>
            <p:spPr>
              <a:xfrm rot="16200000">
                <a:off x="-70200" y="2076480"/>
                <a:ext cx="7041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BETA_X&amp;Y[m]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19" name="Rectangle 27"/>
              <p:cNvSpPr/>
              <p:nvPr/>
            </p:nvSpPr>
            <p:spPr>
              <a:xfrm rot="16200000">
                <a:off x="8483760" y="2089080"/>
                <a:ext cx="6645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DISP_X&amp;Y[m]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0" name="Line 28"/>
              <p:cNvSpPr/>
              <p:nvPr/>
            </p:nvSpPr>
            <p:spPr>
              <a:xfrm flipH="1">
                <a:off x="8594640" y="149688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1" name="Line 29"/>
              <p:cNvSpPr/>
              <p:nvPr/>
            </p:nvSpPr>
            <p:spPr>
              <a:xfrm>
                <a:off x="442800" y="149688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2" name="Line 30"/>
              <p:cNvSpPr/>
              <p:nvPr/>
            </p:nvSpPr>
            <p:spPr>
              <a:xfrm flipV="1">
                <a:off x="1265400" y="307332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3" name="Line 31"/>
              <p:cNvSpPr/>
              <p:nvPr/>
            </p:nvSpPr>
            <p:spPr>
              <a:xfrm>
                <a:off x="1265400" y="131904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4" name="Line 32"/>
              <p:cNvSpPr/>
              <p:nvPr/>
            </p:nvSpPr>
            <p:spPr>
              <a:xfrm flipH="1">
                <a:off x="8594640" y="167472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5" name="Line 33"/>
              <p:cNvSpPr/>
              <p:nvPr/>
            </p:nvSpPr>
            <p:spPr>
              <a:xfrm>
                <a:off x="442800" y="167472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6" name="Line 34"/>
              <p:cNvSpPr/>
              <p:nvPr/>
            </p:nvSpPr>
            <p:spPr>
              <a:xfrm flipV="1">
                <a:off x="2087640" y="307332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7" name="Line 35"/>
              <p:cNvSpPr/>
              <p:nvPr/>
            </p:nvSpPr>
            <p:spPr>
              <a:xfrm>
                <a:off x="2087640" y="131904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8" name="Line 36"/>
              <p:cNvSpPr/>
              <p:nvPr/>
            </p:nvSpPr>
            <p:spPr>
              <a:xfrm flipH="1">
                <a:off x="8594640" y="1851120"/>
                <a:ext cx="525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29" name="Line 37"/>
              <p:cNvSpPr/>
              <p:nvPr/>
            </p:nvSpPr>
            <p:spPr>
              <a:xfrm>
                <a:off x="442800" y="1851120"/>
                <a:ext cx="525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0" name="Line 38"/>
              <p:cNvSpPr/>
              <p:nvPr/>
            </p:nvSpPr>
            <p:spPr>
              <a:xfrm flipV="1">
                <a:off x="2909880" y="307332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1" name="Line 39"/>
              <p:cNvSpPr/>
              <p:nvPr/>
            </p:nvSpPr>
            <p:spPr>
              <a:xfrm>
                <a:off x="2909880" y="131904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2" name="Line 40"/>
              <p:cNvSpPr/>
              <p:nvPr/>
            </p:nvSpPr>
            <p:spPr>
              <a:xfrm flipH="1">
                <a:off x="8594640" y="2028960"/>
                <a:ext cx="525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3" name="Line 41"/>
              <p:cNvSpPr/>
              <p:nvPr/>
            </p:nvSpPr>
            <p:spPr>
              <a:xfrm>
                <a:off x="442800" y="2028960"/>
                <a:ext cx="525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4" name="Line 42"/>
              <p:cNvSpPr/>
              <p:nvPr/>
            </p:nvSpPr>
            <p:spPr>
              <a:xfrm flipV="1">
                <a:off x="3732120" y="3073320"/>
                <a:ext cx="180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5" name="Line 43"/>
              <p:cNvSpPr/>
              <p:nvPr/>
            </p:nvSpPr>
            <p:spPr>
              <a:xfrm>
                <a:off x="3732120" y="1319040"/>
                <a:ext cx="180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6" name="Line 44"/>
              <p:cNvSpPr/>
              <p:nvPr/>
            </p:nvSpPr>
            <p:spPr>
              <a:xfrm flipH="1">
                <a:off x="8594640" y="2216160"/>
                <a:ext cx="525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7" name="Line 45"/>
              <p:cNvSpPr/>
              <p:nvPr/>
            </p:nvSpPr>
            <p:spPr>
              <a:xfrm>
                <a:off x="442800" y="2216160"/>
                <a:ext cx="525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8" name="Line 46"/>
              <p:cNvSpPr/>
              <p:nvPr/>
            </p:nvSpPr>
            <p:spPr>
              <a:xfrm flipV="1">
                <a:off x="4554360" y="3073320"/>
                <a:ext cx="180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39" name="Line 47"/>
              <p:cNvSpPr/>
              <p:nvPr/>
            </p:nvSpPr>
            <p:spPr>
              <a:xfrm>
                <a:off x="4554360" y="1319040"/>
                <a:ext cx="180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0" name="Line 48"/>
              <p:cNvSpPr/>
              <p:nvPr/>
            </p:nvSpPr>
            <p:spPr>
              <a:xfrm flipH="1">
                <a:off x="8594640" y="239220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1" name="Line 49"/>
              <p:cNvSpPr/>
              <p:nvPr/>
            </p:nvSpPr>
            <p:spPr>
              <a:xfrm>
                <a:off x="442800" y="239220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2" name="Line 50"/>
              <p:cNvSpPr/>
              <p:nvPr/>
            </p:nvSpPr>
            <p:spPr>
              <a:xfrm flipV="1">
                <a:off x="5375160" y="3073320"/>
                <a:ext cx="180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3" name="Line 51"/>
              <p:cNvSpPr/>
              <p:nvPr/>
            </p:nvSpPr>
            <p:spPr>
              <a:xfrm>
                <a:off x="5375160" y="1319040"/>
                <a:ext cx="180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4" name="Line 52"/>
              <p:cNvSpPr/>
              <p:nvPr/>
            </p:nvSpPr>
            <p:spPr>
              <a:xfrm flipH="1">
                <a:off x="8594640" y="257004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5" name="Line 53"/>
              <p:cNvSpPr/>
              <p:nvPr/>
            </p:nvSpPr>
            <p:spPr>
              <a:xfrm>
                <a:off x="442800" y="257004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6" name="Line 54"/>
              <p:cNvSpPr/>
              <p:nvPr/>
            </p:nvSpPr>
            <p:spPr>
              <a:xfrm flipV="1">
                <a:off x="6197760" y="307332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7" name="Line 55"/>
              <p:cNvSpPr/>
              <p:nvPr/>
            </p:nvSpPr>
            <p:spPr>
              <a:xfrm>
                <a:off x="6197760" y="131904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8" name="Line 56"/>
              <p:cNvSpPr/>
              <p:nvPr/>
            </p:nvSpPr>
            <p:spPr>
              <a:xfrm flipH="1">
                <a:off x="8594640" y="274788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49" name="Line 57"/>
              <p:cNvSpPr/>
              <p:nvPr/>
            </p:nvSpPr>
            <p:spPr>
              <a:xfrm>
                <a:off x="442800" y="2747880"/>
                <a:ext cx="52560" cy="1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0" name="Line 58"/>
              <p:cNvSpPr/>
              <p:nvPr/>
            </p:nvSpPr>
            <p:spPr>
              <a:xfrm flipV="1">
                <a:off x="7020000" y="307332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1" name="Line 59"/>
              <p:cNvSpPr/>
              <p:nvPr/>
            </p:nvSpPr>
            <p:spPr>
              <a:xfrm>
                <a:off x="7020000" y="131904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2" name="Line 60"/>
              <p:cNvSpPr/>
              <p:nvPr/>
            </p:nvSpPr>
            <p:spPr>
              <a:xfrm flipH="1">
                <a:off x="8594640" y="2924280"/>
                <a:ext cx="525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3" name="Line 61"/>
              <p:cNvSpPr/>
              <p:nvPr/>
            </p:nvSpPr>
            <p:spPr>
              <a:xfrm>
                <a:off x="442800" y="2924280"/>
                <a:ext cx="5256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4" name="Line 62"/>
              <p:cNvSpPr/>
              <p:nvPr/>
            </p:nvSpPr>
            <p:spPr>
              <a:xfrm flipV="1">
                <a:off x="7842240" y="307332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5" name="Line 63"/>
              <p:cNvSpPr/>
              <p:nvPr/>
            </p:nvSpPr>
            <p:spPr>
              <a:xfrm>
                <a:off x="7842240" y="1319040"/>
                <a:ext cx="1440" cy="288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6" name="Freeform 64"/>
              <p:cNvSpPr/>
              <p:nvPr/>
            </p:nvSpPr>
            <p:spPr>
              <a:xfrm>
                <a:off x="442800" y="1841400"/>
                <a:ext cx="8221680" cy="906480"/>
              </a:xfrm>
              <a:custGeom>
                <a:avLst/>
                <a:gdLst>
                  <a:gd name="textAreaLeft" fmla="*/ 0 w 8221680"/>
                  <a:gd name="textAreaRight" fmla="*/ 8222040 w 8221680"/>
                  <a:gd name="textAreaTop" fmla="*/ 0 h 906480"/>
                  <a:gd name="textAreaBottom" fmla="*/ 906840 h 906480"/>
                  <a:gd name="GluePoint1X" fmla="*/ 44 w 5179"/>
                  <a:gd name="GluePoint1Y" fmla="*/ 465 h 571"/>
                  <a:gd name="GluePoint2X" fmla="*/ 143 w 5179"/>
                  <a:gd name="GluePoint2Y" fmla="*/ 541 h 571"/>
                  <a:gd name="GluePoint3X" fmla="*/ 254 w 5179"/>
                  <a:gd name="GluePoint3Y" fmla="*/ 371 h 571"/>
                  <a:gd name="GluePoint4X" fmla="*/ 298 w 5179"/>
                  <a:gd name="GluePoint4Y" fmla="*/ 371 h 571"/>
                  <a:gd name="GluePoint5X" fmla="*/ 397 w 5179"/>
                  <a:gd name="GluePoint5Y" fmla="*/ 465 h 571"/>
                  <a:gd name="GluePoint6X" fmla="*/ 496 w 5179"/>
                  <a:gd name="GluePoint6Y" fmla="*/ 288 h 571"/>
                  <a:gd name="GluePoint7X" fmla="*/ 606 w 5179"/>
                  <a:gd name="GluePoint7Y" fmla="*/ 418 h 571"/>
                  <a:gd name="GluePoint8X" fmla="*/ 650 w 5179"/>
                  <a:gd name="GluePoint8Y" fmla="*/ 435 h 571"/>
                  <a:gd name="GluePoint9X" fmla="*/ 749 w 5179"/>
                  <a:gd name="GluePoint9Y" fmla="*/ 283 h 571"/>
                  <a:gd name="GluePoint10X" fmla="*/ 849 w 5179"/>
                  <a:gd name="GluePoint10Y" fmla="*/ 435 h 571"/>
                  <a:gd name="GluePoint11X" fmla="*/ 904 w 5179"/>
                  <a:gd name="GluePoint11Y" fmla="*/ 453 h 571"/>
                  <a:gd name="GluePoint12X" fmla="*/ 1003 w 5179"/>
                  <a:gd name="GluePoint12Y" fmla="*/ 341 h 571"/>
                  <a:gd name="GluePoint13X" fmla="*/ 1102 w 5179"/>
                  <a:gd name="GluePoint13Y" fmla="*/ 488 h 571"/>
                  <a:gd name="GluePoint14X" fmla="*/ 1146 w 5179"/>
                  <a:gd name="GluePoint14Y" fmla="*/ 494 h 571"/>
                  <a:gd name="GluePoint15X" fmla="*/ 1245 w 5179"/>
                  <a:gd name="GluePoint15Y" fmla="*/ 418 h 571"/>
                  <a:gd name="GluePoint16X" fmla="*/ 1355 w 5179"/>
                  <a:gd name="GluePoint16Y" fmla="*/ 535 h 571"/>
                  <a:gd name="GluePoint17X" fmla="*/ 1422 w 5179"/>
                  <a:gd name="GluePoint17Y" fmla="*/ 500 h 571"/>
                  <a:gd name="GluePoint18X" fmla="*/ 1499 w 5179"/>
                  <a:gd name="GluePoint18Y" fmla="*/ 453 h 571"/>
                  <a:gd name="GluePoint19X" fmla="*/ 1598 w 5179"/>
                  <a:gd name="GluePoint19Y" fmla="*/ 535 h 571"/>
                  <a:gd name="GluePoint20X" fmla="*/ 1697 w 5179"/>
                  <a:gd name="GluePoint20Y" fmla="*/ 441 h 571"/>
                  <a:gd name="GluePoint21X" fmla="*/ 1752 w 5179"/>
                  <a:gd name="GluePoint21Y" fmla="*/ 424 h 571"/>
                  <a:gd name="GluePoint22X" fmla="*/ 1851 w 5179"/>
                  <a:gd name="GluePoint22Y" fmla="*/ 488 h 571"/>
                  <a:gd name="GluePoint23X" fmla="*/ 1950 w 5179"/>
                  <a:gd name="GluePoint23Y" fmla="*/ 359 h 571"/>
                  <a:gd name="GluePoint24X" fmla="*/ 1995 w 5179"/>
                  <a:gd name="GluePoint24Y" fmla="*/ 347 h 571"/>
                  <a:gd name="GluePoint25X" fmla="*/ 2105 w 5179"/>
                  <a:gd name="GluePoint25Y" fmla="*/ 406 h 571"/>
                  <a:gd name="GluePoint26X" fmla="*/ 2204 w 5179"/>
                  <a:gd name="GluePoint26Y" fmla="*/ 247 h 571"/>
                  <a:gd name="GluePoint27X" fmla="*/ 2248 w 5179"/>
                  <a:gd name="GluePoint27Y" fmla="*/ 241 h 571"/>
                  <a:gd name="GluePoint28X" fmla="*/ 2347 w 5179"/>
                  <a:gd name="GluePoint28Y" fmla="*/ 312 h 571"/>
                  <a:gd name="GluePoint29X" fmla="*/ 2446 w 5179"/>
                  <a:gd name="GluePoint29Y" fmla="*/ 130 h 571"/>
                  <a:gd name="GluePoint30X" fmla="*/ 2501 w 5179"/>
                  <a:gd name="GluePoint30Y" fmla="*/ 159 h 571"/>
                  <a:gd name="GluePoint31X" fmla="*/ 2545 w 5179"/>
                  <a:gd name="GluePoint31Y" fmla="*/ 218 h 571"/>
                  <a:gd name="GluePoint32X" fmla="*/ 2601 w 5179"/>
                  <a:gd name="GluePoint32Y" fmla="*/ 230 h 571"/>
                  <a:gd name="GluePoint33X" fmla="*/ 2645 w 5179"/>
                  <a:gd name="GluePoint33Y" fmla="*/ 141 h 571"/>
                  <a:gd name="GluePoint34X" fmla="*/ 2700 w 5179"/>
                  <a:gd name="GluePoint34Y" fmla="*/ 41 h 571"/>
                  <a:gd name="GluePoint35X" fmla="*/ 2799 w 5179"/>
                  <a:gd name="GluePoint35Y" fmla="*/ 171 h 571"/>
                  <a:gd name="GluePoint36X" fmla="*/ 2843 w 5179"/>
                  <a:gd name="GluePoint36Y" fmla="*/ 177 h 571"/>
                  <a:gd name="GluePoint37X" fmla="*/ 2942 w 5179"/>
                  <a:gd name="GluePoint37Y" fmla="*/ 0 h 571"/>
                  <a:gd name="GluePoint38X" fmla="*/ 3052 w 5179"/>
                  <a:gd name="GluePoint38Y" fmla="*/ 171 h 571"/>
                  <a:gd name="GluePoint39X" fmla="*/ 3096 w 5179"/>
                  <a:gd name="GluePoint39Y" fmla="*/ 177 h 571"/>
                  <a:gd name="GluePoint40X" fmla="*/ 3196 w 5179"/>
                  <a:gd name="GluePoint40Y" fmla="*/ 36 h 571"/>
                  <a:gd name="GluePoint41X" fmla="*/ 3295 w 5179"/>
                  <a:gd name="GluePoint41Y" fmla="*/ 241 h 571"/>
                  <a:gd name="GluePoint42X" fmla="*/ 3350 w 5179"/>
                  <a:gd name="GluePoint42Y" fmla="*/ 241 h 571"/>
                  <a:gd name="GluePoint43X" fmla="*/ 3449 w 5179"/>
                  <a:gd name="GluePoint43Y" fmla="*/ 153 h 571"/>
                  <a:gd name="GluePoint44X" fmla="*/ 3548 w 5179"/>
                  <a:gd name="GluePoint44Y" fmla="*/ 353 h 571"/>
                  <a:gd name="GluePoint45X" fmla="*/ 3625 w 5179"/>
                  <a:gd name="GluePoint45Y" fmla="*/ 324 h 571"/>
                  <a:gd name="GluePoint46X" fmla="*/ 3702 w 5179"/>
                  <a:gd name="GluePoint46Y" fmla="*/ 306 h 571"/>
                  <a:gd name="GluePoint47X" fmla="*/ 3802 w 5179"/>
                  <a:gd name="GluePoint47Y" fmla="*/ 471 h 571"/>
                  <a:gd name="GluePoint48X" fmla="*/ 3901 w 5179"/>
                  <a:gd name="GluePoint48Y" fmla="*/ 430 h 571"/>
                  <a:gd name="GluePoint49X" fmla="*/ 3945 w 5179"/>
                  <a:gd name="GluePoint49Y" fmla="*/ 441 h 571"/>
                  <a:gd name="GluePoint50X" fmla="*/ 4044 w 5179"/>
                  <a:gd name="GluePoint50Y" fmla="*/ 553 h 571"/>
                  <a:gd name="GluePoint51X" fmla="*/ 4154 w 5179"/>
                  <a:gd name="GluePoint51Y" fmla="*/ 494 h 571"/>
                  <a:gd name="GluePoint52X" fmla="*/ 4198 w 5179"/>
                  <a:gd name="GluePoint52Y" fmla="*/ 506 h 571"/>
                  <a:gd name="GluePoint53X" fmla="*/ 4297 w 5179"/>
                  <a:gd name="GluePoint53Y" fmla="*/ 571 h 571"/>
                  <a:gd name="GluePoint54X" fmla="*/ 4396 w 5179"/>
                  <a:gd name="GluePoint54Y" fmla="*/ 471 h 571"/>
                  <a:gd name="GluePoint55X" fmla="*/ 4474 w 5179"/>
                  <a:gd name="GluePoint55Y" fmla="*/ 494 h 571"/>
                  <a:gd name="GluePoint56X" fmla="*/ 4551 w 5179"/>
                  <a:gd name="GluePoint56Y" fmla="*/ 518 h 571"/>
                  <a:gd name="GluePoint57X" fmla="*/ 4650 w 5179"/>
                  <a:gd name="GluePoint57Y" fmla="*/ 365 h 571"/>
                  <a:gd name="GluePoint58X" fmla="*/ 4749 w 5179"/>
                  <a:gd name="GluePoint58Y" fmla="*/ 430 h 571"/>
                  <a:gd name="GluePoint59X" fmla="*/ 4804 w 5179"/>
                  <a:gd name="GluePoint59Y" fmla="*/ 424 h 571"/>
                  <a:gd name="GluePoint60X" fmla="*/ 4903 w 5179"/>
                  <a:gd name="GluePoint60Y" fmla="*/ 236 h 571"/>
                  <a:gd name="GluePoint61X" fmla="*/ 5002 w 5179"/>
                  <a:gd name="GluePoint61Y" fmla="*/ 353 h 571"/>
                  <a:gd name="GluePoint62X" fmla="*/ 5047 w 5179"/>
                  <a:gd name="GluePoint62Y" fmla="*/ 335 h 571"/>
                  <a:gd name="GluePoint63X" fmla="*/ 5146 w 5179"/>
                  <a:gd name="GluePoint63Y" fmla="*/ 153 h 57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179" h="571">
                    <a:moveTo>
                      <a:pt x="0" y="482"/>
                    </a:moveTo>
                    <a:lnTo>
                      <a:pt x="0" y="482"/>
                    </a:lnTo>
                    <a:lnTo>
                      <a:pt x="0" y="477"/>
                    </a:lnTo>
                    <a:lnTo>
                      <a:pt x="0" y="471"/>
                    </a:lnTo>
                    <a:lnTo>
                      <a:pt x="11" y="465"/>
                    </a:lnTo>
                    <a:lnTo>
                      <a:pt x="11" y="459"/>
                    </a:lnTo>
                    <a:lnTo>
                      <a:pt x="11" y="453"/>
                    </a:lnTo>
                    <a:lnTo>
                      <a:pt x="22" y="453"/>
                    </a:lnTo>
                    <a:lnTo>
                      <a:pt x="22" y="447"/>
                    </a:lnTo>
                    <a:lnTo>
                      <a:pt x="33" y="447"/>
                    </a:lnTo>
                    <a:lnTo>
                      <a:pt x="33" y="453"/>
                    </a:lnTo>
                    <a:lnTo>
                      <a:pt x="33" y="459"/>
                    </a:lnTo>
                    <a:lnTo>
                      <a:pt x="44" y="459"/>
                    </a:lnTo>
                    <a:lnTo>
                      <a:pt x="44" y="465"/>
                    </a:lnTo>
                    <a:lnTo>
                      <a:pt x="44" y="471"/>
                    </a:lnTo>
                    <a:lnTo>
                      <a:pt x="55" y="471"/>
                    </a:lnTo>
                    <a:lnTo>
                      <a:pt x="77" y="500"/>
                    </a:lnTo>
                    <a:lnTo>
                      <a:pt x="88" y="500"/>
                    </a:lnTo>
                    <a:lnTo>
                      <a:pt x="110" y="529"/>
                    </a:lnTo>
                    <a:lnTo>
                      <a:pt x="121" y="529"/>
                    </a:lnTo>
                    <a:lnTo>
                      <a:pt x="121" y="535"/>
                    </a:lnTo>
                    <a:lnTo>
                      <a:pt x="132" y="535"/>
                    </a:lnTo>
                    <a:lnTo>
                      <a:pt x="132" y="541"/>
                    </a:lnTo>
                    <a:lnTo>
                      <a:pt x="143" y="541"/>
                    </a:lnTo>
                    <a:lnTo>
                      <a:pt x="154" y="535"/>
                    </a:lnTo>
                    <a:lnTo>
                      <a:pt x="154" y="529"/>
                    </a:lnTo>
                    <a:lnTo>
                      <a:pt x="154" y="524"/>
                    </a:lnTo>
                    <a:lnTo>
                      <a:pt x="165" y="524"/>
                    </a:lnTo>
                    <a:lnTo>
                      <a:pt x="165" y="518"/>
                    </a:lnTo>
                    <a:lnTo>
                      <a:pt x="165" y="512"/>
                    </a:lnTo>
                    <a:lnTo>
                      <a:pt x="165" y="506"/>
                    </a:lnTo>
                    <a:lnTo>
                      <a:pt x="177" y="506"/>
                    </a:lnTo>
                    <a:lnTo>
                      <a:pt x="199" y="453"/>
                    </a:lnTo>
                    <a:lnTo>
                      <a:pt x="210" y="453"/>
                    </a:lnTo>
                    <a:lnTo>
                      <a:pt x="210" y="447"/>
                    </a:lnTo>
                    <a:lnTo>
                      <a:pt x="232" y="394"/>
                    </a:lnTo>
                    <a:lnTo>
                      <a:pt x="243" y="388"/>
                    </a:lnTo>
                    <a:lnTo>
                      <a:pt x="243" y="382"/>
                    </a:lnTo>
                    <a:lnTo>
                      <a:pt x="243" y="377"/>
                    </a:lnTo>
                    <a:lnTo>
                      <a:pt x="243" y="371"/>
                    </a:lnTo>
                    <a:lnTo>
                      <a:pt x="254" y="371"/>
                    </a:lnTo>
                    <a:lnTo>
                      <a:pt x="254" y="365"/>
                    </a:lnTo>
                    <a:lnTo>
                      <a:pt x="254" y="359"/>
                    </a:lnTo>
                    <a:lnTo>
                      <a:pt x="254" y="353"/>
                    </a:lnTo>
                    <a:lnTo>
                      <a:pt x="254" y="347"/>
                    </a:lnTo>
                    <a:lnTo>
                      <a:pt x="265" y="347"/>
                    </a:lnTo>
                    <a:lnTo>
                      <a:pt x="265" y="341"/>
                    </a:lnTo>
                    <a:lnTo>
                      <a:pt x="276" y="347"/>
                    </a:lnTo>
                    <a:lnTo>
                      <a:pt x="276" y="353"/>
                    </a:lnTo>
                    <a:lnTo>
                      <a:pt x="287" y="353"/>
                    </a:lnTo>
                    <a:lnTo>
                      <a:pt x="287" y="359"/>
                    </a:lnTo>
                    <a:lnTo>
                      <a:pt x="287" y="365"/>
                    </a:lnTo>
                    <a:lnTo>
                      <a:pt x="287" y="371"/>
                    </a:lnTo>
                    <a:lnTo>
                      <a:pt x="298" y="371"/>
                    </a:lnTo>
                    <a:lnTo>
                      <a:pt x="320" y="412"/>
                    </a:lnTo>
                    <a:lnTo>
                      <a:pt x="331" y="412"/>
                    </a:lnTo>
                    <a:lnTo>
                      <a:pt x="331" y="418"/>
                    </a:lnTo>
                    <a:lnTo>
                      <a:pt x="364" y="453"/>
                    </a:lnTo>
                    <a:lnTo>
                      <a:pt x="364" y="459"/>
                    </a:lnTo>
                    <a:lnTo>
                      <a:pt x="364" y="465"/>
                    </a:lnTo>
                    <a:lnTo>
                      <a:pt x="375" y="465"/>
                    </a:lnTo>
                    <a:lnTo>
                      <a:pt x="375" y="471"/>
                    </a:lnTo>
                    <a:lnTo>
                      <a:pt x="386" y="477"/>
                    </a:lnTo>
                    <a:lnTo>
                      <a:pt x="386" y="471"/>
                    </a:lnTo>
                    <a:lnTo>
                      <a:pt x="397" y="471"/>
                    </a:lnTo>
                    <a:lnTo>
                      <a:pt x="397" y="465"/>
                    </a:lnTo>
                    <a:lnTo>
                      <a:pt x="408" y="459"/>
                    </a:lnTo>
                    <a:lnTo>
                      <a:pt x="408" y="453"/>
                    </a:lnTo>
                    <a:lnTo>
                      <a:pt x="408" y="447"/>
                    </a:lnTo>
                    <a:lnTo>
                      <a:pt x="419" y="441"/>
                    </a:lnTo>
                    <a:lnTo>
                      <a:pt x="452" y="388"/>
                    </a:lnTo>
                    <a:lnTo>
                      <a:pt x="452" y="382"/>
                    </a:lnTo>
                    <a:lnTo>
                      <a:pt x="485" y="324"/>
                    </a:lnTo>
                    <a:lnTo>
                      <a:pt x="485" y="318"/>
                    </a:lnTo>
                    <a:lnTo>
                      <a:pt x="485" y="312"/>
                    </a:lnTo>
                    <a:lnTo>
                      <a:pt x="485" y="306"/>
                    </a:lnTo>
                    <a:lnTo>
                      <a:pt x="496" y="306"/>
                    </a:lnTo>
                    <a:lnTo>
                      <a:pt x="496" y="300"/>
                    </a:lnTo>
                    <a:lnTo>
                      <a:pt x="496" y="294"/>
                    </a:lnTo>
                    <a:lnTo>
                      <a:pt x="496" y="288"/>
                    </a:lnTo>
                    <a:lnTo>
                      <a:pt x="496" y="283"/>
                    </a:lnTo>
                    <a:lnTo>
                      <a:pt x="507" y="283"/>
                    </a:lnTo>
                    <a:lnTo>
                      <a:pt x="507" y="277"/>
                    </a:lnTo>
                    <a:lnTo>
                      <a:pt x="518" y="277"/>
                    </a:lnTo>
                    <a:lnTo>
                      <a:pt x="518" y="283"/>
                    </a:lnTo>
                    <a:lnTo>
                      <a:pt x="518" y="288"/>
                    </a:lnTo>
                    <a:lnTo>
                      <a:pt x="529" y="288"/>
                    </a:lnTo>
                    <a:lnTo>
                      <a:pt x="529" y="294"/>
                    </a:lnTo>
                    <a:lnTo>
                      <a:pt x="529" y="300"/>
                    </a:lnTo>
                    <a:lnTo>
                      <a:pt x="529" y="306"/>
                    </a:lnTo>
                    <a:lnTo>
                      <a:pt x="540" y="306"/>
                    </a:lnTo>
                    <a:lnTo>
                      <a:pt x="540" y="312"/>
                    </a:lnTo>
                    <a:lnTo>
                      <a:pt x="540" y="318"/>
                    </a:lnTo>
                    <a:lnTo>
                      <a:pt x="573" y="365"/>
                    </a:lnTo>
                    <a:lnTo>
                      <a:pt x="573" y="371"/>
                    </a:lnTo>
                    <a:lnTo>
                      <a:pt x="606" y="418"/>
                    </a:lnTo>
                    <a:lnTo>
                      <a:pt x="606" y="424"/>
                    </a:lnTo>
                    <a:lnTo>
                      <a:pt x="606" y="430"/>
                    </a:lnTo>
                    <a:lnTo>
                      <a:pt x="617" y="430"/>
                    </a:lnTo>
                    <a:lnTo>
                      <a:pt x="617" y="435"/>
                    </a:lnTo>
                    <a:lnTo>
                      <a:pt x="617" y="441"/>
                    </a:lnTo>
                    <a:lnTo>
                      <a:pt x="628" y="441"/>
                    </a:lnTo>
                    <a:lnTo>
                      <a:pt x="628" y="447"/>
                    </a:lnTo>
                    <a:lnTo>
                      <a:pt x="639" y="447"/>
                    </a:lnTo>
                    <a:lnTo>
                      <a:pt x="639" y="441"/>
                    </a:lnTo>
                    <a:lnTo>
                      <a:pt x="650" y="435"/>
                    </a:lnTo>
                    <a:lnTo>
                      <a:pt x="650" y="430"/>
                    </a:lnTo>
                    <a:lnTo>
                      <a:pt x="650" y="424"/>
                    </a:lnTo>
                    <a:lnTo>
                      <a:pt x="661" y="424"/>
                    </a:lnTo>
                    <a:lnTo>
                      <a:pt x="661" y="418"/>
                    </a:lnTo>
                    <a:lnTo>
                      <a:pt x="694" y="371"/>
                    </a:lnTo>
                    <a:lnTo>
                      <a:pt x="694" y="365"/>
                    </a:lnTo>
                    <a:lnTo>
                      <a:pt x="727" y="318"/>
                    </a:lnTo>
                    <a:lnTo>
                      <a:pt x="727" y="312"/>
                    </a:lnTo>
                    <a:lnTo>
                      <a:pt x="727" y="306"/>
                    </a:lnTo>
                    <a:lnTo>
                      <a:pt x="738" y="306"/>
                    </a:lnTo>
                    <a:lnTo>
                      <a:pt x="738" y="300"/>
                    </a:lnTo>
                    <a:lnTo>
                      <a:pt x="738" y="294"/>
                    </a:lnTo>
                    <a:lnTo>
                      <a:pt x="738" y="288"/>
                    </a:lnTo>
                    <a:lnTo>
                      <a:pt x="749" y="288"/>
                    </a:lnTo>
                    <a:lnTo>
                      <a:pt x="749" y="283"/>
                    </a:lnTo>
                    <a:lnTo>
                      <a:pt x="760" y="283"/>
                    </a:lnTo>
                    <a:lnTo>
                      <a:pt x="760" y="288"/>
                    </a:lnTo>
                    <a:lnTo>
                      <a:pt x="760" y="294"/>
                    </a:lnTo>
                    <a:lnTo>
                      <a:pt x="771" y="294"/>
                    </a:lnTo>
                    <a:lnTo>
                      <a:pt x="771" y="300"/>
                    </a:lnTo>
                    <a:lnTo>
                      <a:pt x="771" y="306"/>
                    </a:lnTo>
                    <a:lnTo>
                      <a:pt x="771" y="312"/>
                    </a:lnTo>
                    <a:lnTo>
                      <a:pt x="783" y="318"/>
                    </a:lnTo>
                    <a:lnTo>
                      <a:pt x="783" y="324"/>
                    </a:lnTo>
                    <a:lnTo>
                      <a:pt x="816" y="377"/>
                    </a:lnTo>
                    <a:lnTo>
                      <a:pt x="816" y="382"/>
                    </a:lnTo>
                    <a:lnTo>
                      <a:pt x="849" y="430"/>
                    </a:lnTo>
                    <a:lnTo>
                      <a:pt x="849" y="435"/>
                    </a:lnTo>
                    <a:lnTo>
                      <a:pt x="849" y="441"/>
                    </a:lnTo>
                    <a:lnTo>
                      <a:pt x="860" y="441"/>
                    </a:lnTo>
                    <a:lnTo>
                      <a:pt x="860" y="447"/>
                    </a:lnTo>
                    <a:lnTo>
                      <a:pt x="860" y="453"/>
                    </a:lnTo>
                    <a:lnTo>
                      <a:pt x="860" y="459"/>
                    </a:lnTo>
                    <a:lnTo>
                      <a:pt x="871" y="459"/>
                    </a:lnTo>
                    <a:lnTo>
                      <a:pt x="871" y="465"/>
                    </a:lnTo>
                    <a:lnTo>
                      <a:pt x="882" y="465"/>
                    </a:lnTo>
                    <a:lnTo>
                      <a:pt x="893" y="459"/>
                    </a:lnTo>
                    <a:lnTo>
                      <a:pt x="893" y="453"/>
                    </a:lnTo>
                    <a:lnTo>
                      <a:pt x="904" y="453"/>
                    </a:lnTo>
                    <a:lnTo>
                      <a:pt x="904" y="447"/>
                    </a:lnTo>
                    <a:lnTo>
                      <a:pt x="937" y="412"/>
                    </a:lnTo>
                    <a:lnTo>
                      <a:pt x="937" y="406"/>
                    </a:lnTo>
                    <a:lnTo>
                      <a:pt x="970" y="371"/>
                    </a:lnTo>
                    <a:lnTo>
                      <a:pt x="970" y="365"/>
                    </a:lnTo>
                    <a:lnTo>
                      <a:pt x="981" y="365"/>
                    </a:lnTo>
                    <a:lnTo>
                      <a:pt x="981" y="359"/>
                    </a:lnTo>
                    <a:lnTo>
                      <a:pt x="981" y="353"/>
                    </a:lnTo>
                    <a:lnTo>
                      <a:pt x="981" y="347"/>
                    </a:lnTo>
                    <a:lnTo>
                      <a:pt x="992" y="347"/>
                    </a:lnTo>
                    <a:lnTo>
                      <a:pt x="992" y="341"/>
                    </a:lnTo>
                    <a:lnTo>
                      <a:pt x="1003" y="341"/>
                    </a:lnTo>
                    <a:lnTo>
                      <a:pt x="1003" y="347"/>
                    </a:lnTo>
                    <a:lnTo>
                      <a:pt x="1003" y="353"/>
                    </a:lnTo>
                    <a:lnTo>
                      <a:pt x="1014" y="353"/>
                    </a:lnTo>
                    <a:lnTo>
                      <a:pt x="1014" y="359"/>
                    </a:lnTo>
                    <a:lnTo>
                      <a:pt x="1014" y="365"/>
                    </a:lnTo>
                    <a:lnTo>
                      <a:pt x="1014" y="371"/>
                    </a:lnTo>
                    <a:lnTo>
                      <a:pt x="1025" y="371"/>
                    </a:lnTo>
                    <a:lnTo>
                      <a:pt x="1025" y="377"/>
                    </a:lnTo>
                    <a:lnTo>
                      <a:pt x="1025" y="382"/>
                    </a:lnTo>
                    <a:lnTo>
                      <a:pt x="1058" y="430"/>
                    </a:lnTo>
                    <a:lnTo>
                      <a:pt x="1058" y="435"/>
                    </a:lnTo>
                    <a:lnTo>
                      <a:pt x="1091" y="477"/>
                    </a:lnTo>
                    <a:lnTo>
                      <a:pt x="1091" y="482"/>
                    </a:lnTo>
                    <a:lnTo>
                      <a:pt x="1102" y="488"/>
                    </a:lnTo>
                    <a:lnTo>
                      <a:pt x="1102" y="494"/>
                    </a:lnTo>
                    <a:lnTo>
                      <a:pt x="1102" y="500"/>
                    </a:lnTo>
                    <a:lnTo>
                      <a:pt x="1113" y="500"/>
                    </a:lnTo>
                    <a:lnTo>
                      <a:pt x="1113" y="506"/>
                    </a:lnTo>
                    <a:lnTo>
                      <a:pt x="1124" y="506"/>
                    </a:lnTo>
                    <a:lnTo>
                      <a:pt x="1124" y="512"/>
                    </a:lnTo>
                    <a:lnTo>
                      <a:pt x="1124" y="506"/>
                    </a:lnTo>
                    <a:lnTo>
                      <a:pt x="1135" y="506"/>
                    </a:lnTo>
                    <a:lnTo>
                      <a:pt x="1135" y="500"/>
                    </a:lnTo>
                    <a:lnTo>
                      <a:pt x="1146" y="500"/>
                    </a:lnTo>
                    <a:lnTo>
                      <a:pt x="1146" y="494"/>
                    </a:lnTo>
                    <a:lnTo>
                      <a:pt x="1179" y="465"/>
                    </a:lnTo>
                    <a:lnTo>
                      <a:pt x="1212" y="435"/>
                    </a:lnTo>
                    <a:lnTo>
                      <a:pt x="1212" y="430"/>
                    </a:lnTo>
                    <a:lnTo>
                      <a:pt x="1223" y="430"/>
                    </a:lnTo>
                    <a:lnTo>
                      <a:pt x="1223" y="424"/>
                    </a:lnTo>
                    <a:lnTo>
                      <a:pt x="1223" y="418"/>
                    </a:lnTo>
                    <a:lnTo>
                      <a:pt x="1234" y="418"/>
                    </a:lnTo>
                    <a:lnTo>
                      <a:pt x="1234" y="412"/>
                    </a:lnTo>
                    <a:lnTo>
                      <a:pt x="1245" y="412"/>
                    </a:lnTo>
                    <a:lnTo>
                      <a:pt x="1245" y="418"/>
                    </a:lnTo>
                    <a:lnTo>
                      <a:pt x="1256" y="418"/>
                    </a:lnTo>
                    <a:lnTo>
                      <a:pt x="1256" y="424"/>
                    </a:lnTo>
                    <a:lnTo>
                      <a:pt x="1256" y="430"/>
                    </a:lnTo>
                    <a:lnTo>
                      <a:pt x="1267" y="435"/>
                    </a:lnTo>
                    <a:lnTo>
                      <a:pt x="1267" y="441"/>
                    </a:lnTo>
                    <a:lnTo>
                      <a:pt x="1300" y="482"/>
                    </a:lnTo>
                    <a:lnTo>
                      <a:pt x="1300" y="488"/>
                    </a:lnTo>
                    <a:lnTo>
                      <a:pt x="1333" y="518"/>
                    </a:lnTo>
                    <a:lnTo>
                      <a:pt x="1333" y="524"/>
                    </a:lnTo>
                    <a:lnTo>
                      <a:pt x="1344" y="524"/>
                    </a:lnTo>
                    <a:lnTo>
                      <a:pt x="1344" y="529"/>
                    </a:lnTo>
                    <a:lnTo>
                      <a:pt x="1344" y="535"/>
                    </a:lnTo>
                    <a:lnTo>
                      <a:pt x="1355" y="535"/>
                    </a:lnTo>
                    <a:lnTo>
                      <a:pt x="1355" y="541"/>
                    </a:lnTo>
                    <a:lnTo>
                      <a:pt x="1366" y="541"/>
                    </a:lnTo>
                    <a:lnTo>
                      <a:pt x="1377" y="541"/>
                    </a:lnTo>
                    <a:lnTo>
                      <a:pt x="1377" y="535"/>
                    </a:lnTo>
                    <a:lnTo>
                      <a:pt x="1389" y="529"/>
                    </a:lnTo>
                    <a:lnTo>
                      <a:pt x="1389" y="524"/>
                    </a:lnTo>
                    <a:lnTo>
                      <a:pt x="1422" y="500"/>
                    </a:lnTo>
                    <a:lnTo>
                      <a:pt x="1422" y="494"/>
                    </a:lnTo>
                    <a:lnTo>
                      <a:pt x="1455" y="465"/>
                    </a:lnTo>
                    <a:lnTo>
                      <a:pt x="1466" y="465"/>
                    </a:lnTo>
                    <a:lnTo>
                      <a:pt x="1466" y="459"/>
                    </a:lnTo>
                    <a:lnTo>
                      <a:pt x="1466" y="453"/>
                    </a:lnTo>
                    <a:lnTo>
                      <a:pt x="1477" y="453"/>
                    </a:lnTo>
                    <a:lnTo>
                      <a:pt x="1477" y="447"/>
                    </a:lnTo>
                    <a:lnTo>
                      <a:pt x="1488" y="447"/>
                    </a:lnTo>
                    <a:lnTo>
                      <a:pt x="1488" y="441"/>
                    </a:lnTo>
                    <a:lnTo>
                      <a:pt x="1488" y="447"/>
                    </a:lnTo>
                    <a:lnTo>
                      <a:pt x="1499" y="447"/>
                    </a:lnTo>
                    <a:lnTo>
                      <a:pt x="1499" y="453"/>
                    </a:lnTo>
                    <a:lnTo>
                      <a:pt x="1510" y="459"/>
                    </a:lnTo>
                    <a:lnTo>
                      <a:pt x="1510" y="465"/>
                    </a:lnTo>
                    <a:lnTo>
                      <a:pt x="1543" y="494"/>
                    </a:lnTo>
                    <a:lnTo>
                      <a:pt x="1554" y="500"/>
                    </a:lnTo>
                    <a:lnTo>
                      <a:pt x="1576" y="524"/>
                    </a:lnTo>
                    <a:lnTo>
                      <a:pt x="1587" y="524"/>
                    </a:lnTo>
                    <a:lnTo>
                      <a:pt x="1587" y="529"/>
                    </a:lnTo>
                    <a:lnTo>
                      <a:pt x="1598" y="535"/>
                    </a:lnTo>
                    <a:lnTo>
                      <a:pt x="1609" y="535"/>
                    </a:lnTo>
                    <a:lnTo>
                      <a:pt x="1620" y="535"/>
                    </a:lnTo>
                    <a:lnTo>
                      <a:pt x="1620" y="529"/>
                    </a:lnTo>
                    <a:lnTo>
                      <a:pt x="1631" y="524"/>
                    </a:lnTo>
                    <a:lnTo>
                      <a:pt x="1631" y="518"/>
                    </a:lnTo>
                    <a:lnTo>
                      <a:pt x="1642" y="518"/>
                    </a:lnTo>
                    <a:lnTo>
                      <a:pt x="1664" y="482"/>
                    </a:lnTo>
                    <a:lnTo>
                      <a:pt x="1675" y="482"/>
                    </a:lnTo>
                    <a:lnTo>
                      <a:pt x="1697" y="441"/>
                    </a:lnTo>
                    <a:lnTo>
                      <a:pt x="1708" y="441"/>
                    </a:lnTo>
                    <a:lnTo>
                      <a:pt x="1708" y="435"/>
                    </a:lnTo>
                    <a:lnTo>
                      <a:pt x="1708" y="430"/>
                    </a:lnTo>
                    <a:lnTo>
                      <a:pt x="1719" y="430"/>
                    </a:lnTo>
                    <a:lnTo>
                      <a:pt x="1719" y="424"/>
                    </a:lnTo>
                    <a:lnTo>
                      <a:pt x="1719" y="418"/>
                    </a:lnTo>
                    <a:lnTo>
                      <a:pt x="1730" y="418"/>
                    </a:lnTo>
                    <a:lnTo>
                      <a:pt x="1730" y="412"/>
                    </a:lnTo>
                    <a:lnTo>
                      <a:pt x="1741" y="412"/>
                    </a:lnTo>
                    <a:lnTo>
                      <a:pt x="1741" y="418"/>
                    </a:lnTo>
                    <a:lnTo>
                      <a:pt x="1752" y="424"/>
                    </a:lnTo>
                    <a:lnTo>
                      <a:pt x="1752" y="430"/>
                    </a:lnTo>
                    <a:lnTo>
                      <a:pt x="1763" y="430"/>
                    </a:lnTo>
                    <a:lnTo>
                      <a:pt x="1785" y="453"/>
                    </a:lnTo>
                    <a:lnTo>
                      <a:pt x="1796" y="459"/>
                    </a:lnTo>
                    <a:lnTo>
                      <a:pt x="1818" y="477"/>
                    </a:lnTo>
                    <a:lnTo>
                      <a:pt x="1829" y="477"/>
                    </a:lnTo>
                    <a:lnTo>
                      <a:pt x="1829" y="482"/>
                    </a:lnTo>
                    <a:lnTo>
                      <a:pt x="1840" y="488"/>
                    </a:lnTo>
                    <a:lnTo>
                      <a:pt x="1851" y="488"/>
                    </a:lnTo>
                    <a:lnTo>
                      <a:pt x="1862" y="488"/>
                    </a:lnTo>
                    <a:lnTo>
                      <a:pt x="1862" y="482"/>
                    </a:lnTo>
                    <a:lnTo>
                      <a:pt x="1862" y="477"/>
                    </a:lnTo>
                    <a:lnTo>
                      <a:pt x="1873" y="477"/>
                    </a:lnTo>
                    <a:lnTo>
                      <a:pt x="1873" y="471"/>
                    </a:lnTo>
                    <a:lnTo>
                      <a:pt x="1873" y="465"/>
                    </a:lnTo>
                    <a:lnTo>
                      <a:pt x="1884" y="465"/>
                    </a:lnTo>
                    <a:lnTo>
                      <a:pt x="1884" y="459"/>
                    </a:lnTo>
                    <a:lnTo>
                      <a:pt x="1906" y="418"/>
                    </a:lnTo>
                    <a:lnTo>
                      <a:pt x="1917" y="418"/>
                    </a:lnTo>
                    <a:lnTo>
                      <a:pt x="1917" y="412"/>
                    </a:lnTo>
                    <a:lnTo>
                      <a:pt x="1950" y="371"/>
                    </a:lnTo>
                    <a:lnTo>
                      <a:pt x="1950" y="365"/>
                    </a:lnTo>
                    <a:lnTo>
                      <a:pt x="1950" y="359"/>
                    </a:lnTo>
                    <a:lnTo>
                      <a:pt x="1950" y="353"/>
                    </a:lnTo>
                    <a:lnTo>
                      <a:pt x="1961" y="353"/>
                    </a:lnTo>
                    <a:lnTo>
                      <a:pt x="1961" y="347"/>
                    </a:lnTo>
                    <a:lnTo>
                      <a:pt x="1961" y="341"/>
                    </a:lnTo>
                    <a:lnTo>
                      <a:pt x="1961" y="335"/>
                    </a:lnTo>
                    <a:lnTo>
                      <a:pt x="1972" y="335"/>
                    </a:lnTo>
                    <a:lnTo>
                      <a:pt x="1972" y="330"/>
                    </a:lnTo>
                    <a:lnTo>
                      <a:pt x="1983" y="330"/>
                    </a:lnTo>
                    <a:lnTo>
                      <a:pt x="1983" y="335"/>
                    </a:lnTo>
                    <a:lnTo>
                      <a:pt x="1995" y="335"/>
                    </a:lnTo>
                    <a:lnTo>
                      <a:pt x="1995" y="341"/>
                    </a:lnTo>
                    <a:lnTo>
                      <a:pt x="1995" y="347"/>
                    </a:lnTo>
                    <a:lnTo>
                      <a:pt x="2006" y="347"/>
                    </a:lnTo>
                    <a:lnTo>
                      <a:pt x="2028" y="371"/>
                    </a:lnTo>
                    <a:lnTo>
                      <a:pt x="2039" y="371"/>
                    </a:lnTo>
                    <a:lnTo>
                      <a:pt x="2039" y="377"/>
                    </a:lnTo>
                    <a:lnTo>
                      <a:pt x="2072" y="400"/>
                    </a:lnTo>
                    <a:lnTo>
                      <a:pt x="2072" y="406"/>
                    </a:lnTo>
                    <a:lnTo>
                      <a:pt x="2083" y="406"/>
                    </a:lnTo>
                    <a:lnTo>
                      <a:pt x="2083" y="412"/>
                    </a:lnTo>
                    <a:lnTo>
                      <a:pt x="2094" y="412"/>
                    </a:lnTo>
                    <a:lnTo>
                      <a:pt x="2105" y="412"/>
                    </a:lnTo>
                    <a:lnTo>
                      <a:pt x="2105" y="406"/>
                    </a:lnTo>
                    <a:lnTo>
                      <a:pt x="2105" y="400"/>
                    </a:lnTo>
                    <a:lnTo>
                      <a:pt x="2116" y="394"/>
                    </a:lnTo>
                    <a:lnTo>
                      <a:pt x="2116" y="388"/>
                    </a:lnTo>
                    <a:lnTo>
                      <a:pt x="2116" y="382"/>
                    </a:lnTo>
                    <a:lnTo>
                      <a:pt x="2127" y="377"/>
                    </a:lnTo>
                    <a:lnTo>
                      <a:pt x="2160" y="324"/>
                    </a:lnTo>
                    <a:lnTo>
                      <a:pt x="2160" y="318"/>
                    </a:lnTo>
                    <a:lnTo>
                      <a:pt x="2193" y="265"/>
                    </a:lnTo>
                    <a:lnTo>
                      <a:pt x="2193" y="259"/>
                    </a:lnTo>
                    <a:lnTo>
                      <a:pt x="2193" y="253"/>
                    </a:lnTo>
                    <a:lnTo>
                      <a:pt x="2204" y="247"/>
                    </a:lnTo>
                    <a:lnTo>
                      <a:pt x="2204" y="241"/>
                    </a:lnTo>
                    <a:lnTo>
                      <a:pt x="2204" y="236"/>
                    </a:lnTo>
                    <a:lnTo>
                      <a:pt x="2204" y="230"/>
                    </a:lnTo>
                    <a:lnTo>
                      <a:pt x="2215" y="230"/>
                    </a:lnTo>
                    <a:lnTo>
                      <a:pt x="2215" y="224"/>
                    </a:lnTo>
                    <a:lnTo>
                      <a:pt x="2226" y="224"/>
                    </a:lnTo>
                    <a:lnTo>
                      <a:pt x="2237" y="230"/>
                    </a:lnTo>
                    <a:lnTo>
                      <a:pt x="2237" y="236"/>
                    </a:lnTo>
                    <a:lnTo>
                      <a:pt x="2248" y="241"/>
                    </a:lnTo>
                    <a:lnTo>
                      <a:pt x="2281" y="271"/>
                    </a:lnTo>
                    <a:lnTo>
                      <a:pt x="2281" y="277"/>
                    </a:lnTo>
                    <a:lnTo>
                      <a:pt x="2314" y="306"/>
                    </a:lnTo>
                    <a:lnTo>
                      <a:pt x="2314" y="312"/>
                    </a:lnTo>
                    <a:lnTo>
                      <a:pt x="2325" y="312"/>
                    </a:lnTo>
                    <a:lnTo>
                      <a:pt x="2325" y="318"/>
                    </a:lnTo>
                    <a:lnTo>
                      <a:pt x="2325" y="324"/>
                    </a:lnTo>
                    <a:lnTo>
                      <a:pt x="2336" y="324"/>
                    </a:lnTo>
                    <a:lnTo>
                      <a:pt x="2347" y="318"/>
                    </a:lnTo>
                    <a:lnTo>
                      <a:pt x="2347" y="312"/>
                    </a:lnTo>
                    <a:lnTo>
                      <a:pt x="2358" y="312"/>
                    </a:lnTo>
                    <a:lnTo>
                      <a:pt x="2358" y="306"/>
                    </a:lnTo>
                    <a:lnTo>
                      <a:pt x="2358" y="300"/>
                    </a:lnTo>
                    <a:lnTo>
                      <a:pt x="2358" y="294"/>
                    </a:lnTo>
                    <a:lnTo>
                      <a:pt x="2369" y="288"/>
                    </a:lnTo>
                    <a:lnTo>
                      <a:pt x="2369" y="283"/>
                    </a:lnTo>
                    <a:lnTo>
                      <a:pt x="2402" y="230"/>
                    </a:lnTo>
                    <a:lnTo>
                      <a:pt x="2402" y="224"/>
                    </a:lnTo>
                    <a:lnTo>
                      <a:pt x="2435" y="165"/>
                    </a:lnTo>
                    <a:lnTo>
                      <a:pt x="2435" y="159"/>
                    </a:lnTo>
                    <a:lnTo>
                      <a:pt x="2435" y="153"/>
                    </a:lnTo>
                    <a:lnTo>
                      <a:pt x="2446" y="153"/>
                    </a:lnTo>
                    <a:lnTo>
                      <a:pt x="2446" y="147"/>
                    </a:lnTo>
                    <a:lnTo>
                      <a:pt x="2446" y="141"/>
                    </a:lnTo>
                    <a:lnTo>
                      <a:pt x="2446" y="136"/>
                    </a:lnTo>
                    <a:lnTo>
                      <a:pt x="2446" y="130"/>
                    </a:lnTo>
                    <a:lnTo>
                      <a:pt x="2457" y="130"/>
                    </a:lnTo>
                    <a:lnTo>
                      <a:pt x="2457" y="124"/>
                    </a:lnTo>
                    <a:lnTo>
                      <a:pt x="2457" y="118"/>
                    </a:lnTo>
                    <a:lnTo>
                      <a:pt x="2468" y="118"/>
                    </a:lnTo>
                    <a:lnTo>
                      <a:pt x="2468" y="124"/>
                    </a:lnTo>
                    <a:lnTo>
                      <a:pt x="2479" y="124"/>
                    </a:lnTo>
                    <a:lnTo>
                      <a:pt x="2479" y="130"/>
                    </a:lnTo>
                    <a:lnTo>
                      <a:pt x="2479" y="136"/>
                    </a:lnTo>
                    <a:lnTo>
                      <a:pt x="2490" y="136"/>
                    </a:lnTo>
                    <a:lnTo>
                      <a:pt x="2490" y="141"/>
                    </a:lnTo>
                    <a:lnTo>
                      <a:pt x="2490" y="147"/>
                    </a:lnTo>
                    <a:lnTo>
                      <a:pt x="2490" y="153"/>
                    </a:lnTo>
                    <a:lnTo>
                      <a:pt x="2501" y="153"/>
                    </a:lnTo>
                    <a:lnTo>
                      <a:pt x="2501" y="159"/>
                    </a:lnTo>
                    <a:lnTo>
                      <a:pt x="2501" y="165"/>
                    </a:lnTo>
                    <a:lnTo>
                      <a:pt x="2512" y="165"/>
                    </a:lnTo>
                    <a:lnTo>
                      <a:pt x="2512" y="171"/>
                    </a:lnTo>
                    <a:lnTo>
                      <a:pt x="2512" y="177"/>
                    </a:lnTo>
                    <a:lnTo>
                      <a:pt x="2523" y="183"/>
                    </a:lnTo>
                    <a:lnTo>
                      <a:pt x="2523" y="188"/>
                    </a:lnTo>
                    <a:lnTo>
                      <a:pt x="2534" y="194"/>
                    </a:lnTo>
                    <a:lnTo>
                      <a:pt x="2534" y="200"/>
                    </a:lnTo>
                    <a:lnTo>
                      <a:pt x="2534" y="206"/>
                    </a:lnTo>
                    <a:lnTo>
                      <a:pt x="2545" y="206"/>
                    </a:lnTo>
                    <a:lnTo>
                      <a:pt x="2545" y="212"/>
                    </a:lnTo>
                    <a:lnTo>
                      <a:pt x="2545" y="218"/>
                    </a:lnTo>
                    <a:lnTo>
                      <a:pt x="2556" y="218"/>
                    </a:lnTo>
                    <a:lnTo>
                      <a:pt x="2556" y="224"/>
                    </a:lnTo>
                    <a:lnTo>
                      <a:pt x="2556" y="230"/>
                    </a:lnTo>
                    <a:lnTo>
                      <a:pt x="2567" y="230"/>
                    </a:lnTo>
                    <a:lnTo>
                      <a:pt x="2567" y="236"/>
                    </a:lnTo>
                    <a:lnTo>
                      <a:pt x="2567" y="241"/>
                    </a:lnTo>
                    <a:lnTo>
                      <a:pt x="2578" y="241"/>
                    </a:lnTo>
                    <a:lnTo>
                      <a:pt x="2578" y="247"/>
                    </a:lnTo>
                    <a:lnTo>
                      <a:pt x="2590" y="247"/>
                    </a:lnTo>
                    <a:lnTo>
                      <a:pt x="2590" y="241"/>
                    </a:lnTo>
                    <a:lnTo>
                      <a:pt x="2590" y="236"/>
                    </a:lnTo>
                    <a:lnTo>
                      <a:pt x="2601" y="236"/>
                    </a:lnTo>
                    <a:lnTo>
                      <a:pt x="2601" y="230"/>
                    </a:lnTo>
                    <a:lnTo>
                      <a:pt x="2601" y="224"/>
                    </a:lnTo>
                    <a:lnTo>
                      <a:pt x="2601" y="218"/>
                    </a:lnTo>
                    <a:lnTo>
                      <a:pt x="2612" y="212"/>
                    </a:lnTo>
                    <a:lnTo>
                      <a:pt x="2612" y="206"/>
                    </a:lnTo>
                    <a:lnTo>
                      <a:pt x="2612" y="200"/>
                    </a:lnTo>
                    <a:lnTo>
                      <a:pt x="2623" y="194"/>
                    </a:lnTo>
                    <a:lnTo>
                      <a:pt x="2623" y="188"/>
                    </a:lnTo>
                    <a:lnTo>
                      <a:pt x="2623" y="183"/>
                    </a:lnTo>
                    <a:lnTo>
                      <a:pt x="2623" y="177"/>
                    </a:lnTo>
                    <a:lnTo>
                      <a:pt x="2634" y="177"/>
                    </a:lnTo>
                    <a:lnTo>
                      <a:pt x="2634" y="171"/>
                    </a:lnTo>
                    <a:lnTo>
                      <a:pt x="2634" y="165"/>
                    </a:lnTo>
                    <a:lnTo>
                      <a:pt x="2634" y="159"/>
                    </a:lnTo>
                    <a:lnTo>
                      <a:pt x="2645" y="153"/>
                    </a:lnTo>
                    <a:lnTo>
                      <a:pt x="2645" y="147"/>
                    </a:lnTo>
                    <a:lnTo>
                      <a:pt x="2645" y="141"/>
                    </a:lnTo>
                    <a:lnTo>
                      <a:pt x="2645" y="136"/>
                    </a:lnTo>
                    <a:lnTo>
                      <a:pt x="2656" y="136"/>
                    </a:lnTo>
                    <a:lnTo>
                      <a:pt x="2656" y="130"/>
                    </a:lnTo>
                    <a:lnTo>
                      <a:pt x="2656" y="124"/>
                    </a:lnTo>
                    <a:lnTo>
                      <a:pt x="2656" y="118"/>
                    </a:lnTo>
                    <a:lnTo>
                      <a:pt x="2667" y="112"/>
                    </a:lnTo>
                    <a:lnTo>
                      <a:pt x="2667" y="106"/>
                    </a:lnTo>
                    <a:lnTo>
                      <a:pt x="2667" y="100"/>
                    </a:lnTo>
                    <a:lnTo>
                      <a:pt x="2667" y="94"/>
                    </a:lnTo>
                    <a:lnTo>
                      <a:pt x="2678" y="89"/>
                    </a:lnTo>
                    <a:lnTo>
                      <a:pt x="2678" y="83"/>
                    </a:lnTo>
                    <a:lnTo>
                      <a:pt x="2678" y="77"/>
                    </a:lnTo>
                    <a:lnTo>
                      <a:pt x="2678" y="71"/>
                    </a:lnTo>
                    <a:lnTo>
                      <a:pt x="2689" y="71"/>
                    </a:lnTo>
                    <a:lnTo>
                      <a:pt x="2689" y="65"/>
                    </a:lnTo>
                    <a:lnTo>
                      <a:pt x="2689" y="59"/>
                    </a:lnTo>
                    <a:lnTo>
                      <a:pt x="2689" y="53"/>
                    </a:lnTo>
                    <a:lnTo>
                      <a:pt x="2689" y="47"/>
                    </a:lnTo>
                    <a:lnTo>
                      <a:pt x="2700" y="47"/>
                    </a:lnTo>
                    <a:lnTo>
                      <a:pt x="2700" y="41"/>
                    </a:lnTo>
                    <a:lnTo>
                      <a:pt x="2700" y="36"/>
                    </a:lnTo>
                    <a:lnTo>
                      <a:pt x="2711" y="36"/>
                    </a:lnTo>
                    <a:lnTo>
                      <a:pt x="2711" y="41"/>
                    </a:lnTo>
                    <a:lnTo>
                      <a:pt x="2722" y="41"/>
                    </a:lnTo>
                    <a:lnTo>
                      <a:pt x="2722" y="47"/>
                    </a:lnTo>
                    <a:lnTo>
                      <a:pt x="2722" y="53"/>
                    </a:lnTo>
                    <a:lnTo>
                      <a:pt x="2722" y="59"/>
                    </a:lnTo>
                    <a:lnTo>
                      <a:pt x="2733" y="59"/>
                    </a:lnTo>
                    <a:lnTo>
                      <a:pt x="2733" y="65"/>
                    </a:lnTo>
                    <a:lnTo>
                      <a:pt x="2733" y="71"/>
                    </a:lnTo>
                    <a:lnTo>
                      <a:pt x="2766" y="118"/>
                    </a:lnTo>
                    <a:lnTo>
                      <a:pt x="2766" y="124"/>
                    </a:lnTo>
                    <a:lnTo>
                      <a:pt x="2799" y="171"/>
                    </a:lnTo>
                    <a:lnTo>
                      <a:pt x="2799" y="177"/>
                    </a:lnTo>
                    <a:lnTo>
                      <a:pt x="2810" y="177"/>
                    </a:lnTo>
                    <a:lnTo>
                      <a:pt x="2810" y="183"/>
                    </a:lnTo>
                    <a:lnTo>
                      <a:pt x="2810" y="188"/>
                    </a:lnTo>
                    <a:lnTo>
                      <a:pt x="2810" y="194"/>
                    </a:lnTo>
                    <a:lnTo>
                      <a:pt x="2821" y="194"/>
                    </a:lnTo>
                    <a:lnTo>
                      <a:pt x="2821" y="200"/>
                    </a:lnTo>
                    <a:lnTo>
                      <a:pt x="2832" y="200"/>
                    </a:lnTo>
                    <a:lnTo>
                      <a:pt x="2832" y="194"/>
                    </a:lnTo>
                    <a:lnTo>
                      <a:pt x="2843" y="194"/>
                    </a:lnTo>
                    <a:lnTo>
                      <a:pt x="2843" y="188"/>
                    </a:lnTo>
                    <a:lnTo>
                      <a:pt x="2843" y="183"/>
                    </a:lnTo>
                    <a:lnTo>
                      <a:pt x="2843" y="177"/>
                    </a:lnTo>
                    <a:lnTo>
                      <a:pt x="2854" y="177"/>
                    </a:lnTo>
                    <a:lnTo>
                      <a:pt x="2854" y="171"/>
                    </a:lnTo>
                    <a:lnTo>
                      <a:pt x="2854" y="165"/>
                    </a:lnTo>
                    <a:lnTo>
                      <a:pt x="2854" y="159"/>
                    </a:lnTo>
                    <a:lnTo>
                      <a:pt x="2887" y="106"/>
                    </a:lnTo>
                    <a:lnTo>
                      <a:pt x="2887" y="100"/>
                    </a:lnTo>
                    <a:lnTo>
                      <a:pt x="2920" y="41"/>
                    </a:lnTo>
                    <a:lnTo>
                      <a:pt x="2920" y="36"/>
                    </a:lnTo>
                    <a:lnTo>
                      <a:pt x="2931" y="30"/>
                    </a:lnTo>
                    <a:lnTo>
                      <a:pt x="2931" y="24"/>
                    </a:lnTo>
                    <a:lnTo>
                      <a:pt x="2931" y="18"/>
                    </a:lnTo>
                    <a:lnTo>
                      <a:pt x="2931" y="12"/>
                    </a:lnTo>
                    <a:lnTo>
                      <a:pt x="2942" y="12"/>
                    </a:lnTo>
                    <a:lnTo>
                      <a:pt x="2942" y="6"/>
                    </a:lnTo>
                    <a:lnTo>
                      <a:pt x="2942" y="0"/>
                    </a:lnTo>
                    <a:lnTo>
                      <a:pt x="2953" y="0"/>
                    </a:lnTo>
                    <a:lnTo>
                      <a:pt x="2964" y="6"/>
                    </a:lnTo>
                    <a:lnTo>
                      <a:pt x="2964" y="12"/>
                    </a:lnTo>
                    <a:lnTo>
                      <a:pt x="2964" y="18"/>
                    </a:lnTo>
                    <a:lnTo>
                      <a:pt x="2964" y="24"/>
                    </a:lnTo>
                    <a:lnTo>
                      <a:pt x="2975" y="24"/>
                    </a:lnTo>
                    <a:lnTo>
                      <a:pt x="2975" y="30"/>
                    </a:lnTo>
                    <a:lnTo>
                      <a:pt x="2975" y="36"/>
                    </a:lnTo>
                    <a:lnTo>
                      <a:pt x="2975" y="41"/>
                    </a:lnTo>
                    <a:lnTo>
                      <a:pt x="3008" y="100"/>
                    </a:lnTo>
                    <a:lnTo>
                      <a:pt x="3008" y="106"/>
                    </a:lnTo>
                    <a:lnTo>
                      <a:pt x="3008" y="112"/>
                    </a:lnTo>
                    <a:lnTo>
                      <a:pt x="3041" y="165"/>
                    </a:lnTo>
                    <a:lnTo>
                      <a:pt x="3041" y="171"/>
                    </a:lnTo>
                    <a:lnTo>
                      <a:pt x="3052" y="171"/>
                    </a:lnTo>
                    <a:lnTo>
                      <a:pt x="3052" y="177"/>
                    </a:lnTo>
                    <a:lnTo>
                      <a:pt x="3052" y="183"/>
                    </a:lnTo>
                    <a:lnTo>
                      <a:pt x="3052" y="188"/>
                    </a:lnTo>
                    <a:lnTo>
                      <a:pt x="3063" y="188"/>
                    </a:lnTo>
                    <a:lnTo>
                      <a:pt x="3063" y="194"/>
                    </a:lnTo>
                    <a:lnTo>
                      <a:pt x="3063" y="200"/>
                    </a:lnTo>
                    <a:lnTo>
                      <a:pt x="3063" y="206"/>
                    </a:lnTo>
                    <a:lnTo>
                      <a:pt x="3074" y="206"/>
                    </a:lnTo>
                    <a:lnTo>
                      <a:pt x="3074" y="200"/>
                    </a:lnTo>
                    <a:lnTo>
                      <a:pt x="3085" y="200"/>
                    </a:lnTo>
                    <a:lnTo>
                      <a:pt x="3085" y="194"/>
                    </a:lnTo>
                    <a:lnTo>
                      <a:pt x="3085" y="188"/>
                    </a:lnTo>
                    <a:lnTo>
                      <a:pt x="3096" y="188"/>
                    </a:lnTo>
                    <a:lnTo>
                      <a:pt x="3096" y="183"/>
                    </a:lnTo>
                    <a:lnTo>
                      <a:pt x="3096" y="177"/>
                    </a:lnTo>
                    <a:lnTo>
                      <a:pt x="3096" y="171"/>
                    </a:lnTo>
                    <a:lnTo>
                      <a:pt x="3129" y="124"/>
                    </a:lnTo>
                    <a:lnTo>
                      <a:pt x="3140" y="118"/>
                    </a:lnTo>
                    <a:lnTo>
                      <a:pt x="3162" y="71"/>
                    </a:lnTo>
                    <a:lnTo>
                      <a:pt x="3162" y="65"/>
                    </a:lnTo>
                    <a:lnTo>
                      <a:pt x="3173" y="65"/>
                    </a:lnTo>
                    <a:lnTo>
                      <a:pt x="3173" y="59"/>
                    </a:lnTo>
                    <a:lnTo>
                      <a:pt x="3173" y="53"/>
                    </a:lnTo>
                    <a:lnTo>
                      <a:pt x="3173" y="47"/>
                    </a:lnTo>
                    <a:lnTo>
                      <a:pt x="3184" y="47"/>
                    </a:lnTo>
                    <a:lnTo>
                      <a:pt x="3184" y="41"/>
                    </a:lnTo>
                    <a:lnTo>
                      <a:pt x="3184" y="36"/>
                    </a:lnTo>
                    <a:lnTo>
                      <a:pt x="3196" y="36"/>
                    </a:lnTo>
                    <a:lnTo>
                      <a:pt x="3196" y="41"/>
                    </a:lnTo>
                    <a:lnTo>
                      <a:pt x="3207" y="41"/>
                    </a:lnTo>
                    <a:lnTo>
                      <a:pt x="3207" y="47"/>
                    </a:lnTo>
                    <a:lnTo>
                      <a:pt x="3207" y="53"/>
                    </a:lnTo>
                    <a:lnTo>
                      <a:pt x="3207" y="59"/>
                    </a:lnTo>
                    <a:lnTo>
                      <a:pt x="3207" y="65"/>
                    </a:lnTo>
                    <a:lnTo>
                      <a:pt x="3218" y="65"/>
                    </a:lnTo>
                    <a:lnTo>
                      <a:pt x="3218" y="71"/>
                    </a:lnTo>
                    <a:lnTo>
                      <a:pt x="3218" y="77"/>
                    </a:lnTo>
                    <a:lnTo>
                      <a:pt x="3218" y="83"/>
                    </a:lnTo>
                    <a:lnTo>
                      <a:pt x="3218" y="89"/>
                    </a:lnTo>
                    <a:lnTo>
                      <a:pt x="3251" y="153"/>
                    </a:lnTo>
                    <a:lnTo>
                      <a:pt x="3251" y="159"/>
                    </a:lnTo>
                    <a:lnTo>
                      <a:pt x="3262" y="159"/>
                    </a:lnTo>
                    <a:lnTo>
                      <a:pt x="3284" y="218"/>
                    </a:lnTo>
                    <a:lnTo>
                      <a:pt x="3284" y="224"/>
                    </a:lnTo>
                    <a:lnTo>
                      <a:pt x="3295" y="224"/>
                    </a:lnTo>
                    <a:lnTo>
                      <a:pt x="3295" y="230"/>
                    </a:lnTo>
                    <a:lnTo>
                      <a:pt x="3295" y="236"/>
                    </a:lnTo>
                    <a:lnTo>
                      <a:pt x="3295" y="241"/>
                    </a:lnTo>
                    <a:lnTo>
                      <a:pt x="3306" y="247"/>
                    </a:lnTo>
                    <a:lnTo>
                      <a:pt x="3306" y="253"/>
                    </a:lnTo>
                    <a:lnTo>
                      <a:pt x="3306" y="259"/>
                    </a:lnTo>
                    <a:lnTo>
                      <a:pt x="3317" y="265"/>
                    </a:lnTo>
                    <a:lnTo>
                      <a:pt x="3328" y="265"/>
                    </a:lnTo>
                    <a:lnTo>
                      <a:pt x="3328" y="259"/>
                    </a:lnTo>
                    <a:lnTo>
                      <a:pt x="3339" y="253"/>
                    </a:lnTo>
                    <a:lnTo>
                      <a:pt x="3339" y="247"/>
                    </a:lnTo>
                    <a:lnTo>
                      <a:pt x="3339" y="241"/>
                    </a:lnTo>
                    <a:lnTo>
                      <a:pt x="3350" y="241"/>
                    </a:lnTo>
                    <a:lnTo>
                      <a:pt x="3372" y="206"/>
                    </a:lnTo>
                    <a:lnTo>
                      <a:pt x="3383" y="206"/>
                    </a:lnTo>
                    <a:lnTo>
                      <a:pt x="3405" y="165"/>
                    </a:lnTo>
                    <a:lnTo>
                      <a:pt x="3416" y="165"/>
                    </a:lnTo>
                    <a:lnTo>
                      <a:pt x="3416" y="159"/>
                    </a:lnTo>
                    <a:lnTo>
                      <a:pt x="3416" y="153"/>
                    </a:lnTo>
                    <a:lnTo>
                      <a:pt x="3427" y="147"/>
                    </a:lnTo>
                    <a:lnTo>
                      <a:pt x="3427" y="141"/>
                    </a:lnTo>
                    <a:lnTo>
                      <a:pt x="3438" y="141"/>
                    </a:lnTo>
                    <a:lnTo>
                      <a:pt x="3449" y="147"/>
                    </a:lnTo>
                    <a:lnTo>
                      <a:pt x="3449" y="153"/>
                    </a:lnTo>
                    <a:lnTo>
                      <a:pt x="3449" y="159"/>
                    </a:lnTo>
                    <a:lnTo>
                      <a:pt x="3449" y="165"/>
                    </a:lnTo>
                    <a:lnTo>
                      <a:pt x="3460" y="165"/>
                    </a:lnTo>
                    <a:lnTo>
                      <a:pt x="3460" y="171"/>
                    </a:lnTo>
                    <a:lnTo>
                      <a:pt x="3460" y="177"/>
                    </a:lnTo>
                    <a:lnTo>
                      <a:pt x="3460" y="183"/>
                    </a:lnTo>
                    <a:lnTo>
                      <a:pt x="3460" y="188"/>
                    </a:lnTo>
                    <a:lnTo>
                      <a:pt x="3471" y="188"/>
                    </a:lnTo>
                    <a:lnTo>
                      <a:pt x="3471" y="194"/>
                    </a:lnTo>
                    <a:lnTo>
                      <a:pt x="3493" y="259"/>
                    </a:lnTo>
                    <a:lnTo>
                      <a:pt x="3504" y="259"/>
                    </a:lnTo>
                    <a:lnTo>
                      <a:pt x="3504" y="265"/>
                    </a:lnTo>
                    <a:lnTo>
                      <a:pt x="3526" y="324"/>
                    </a:lnTo>
                    <a:lnTo>
                      <a:pt x="3537" y="324"/>
                    </a:lnTo>
                    <a:lnTo>
                      <a:pt x="3537" y="330"/>
                    </a:lnTo>
                    <a:lnTo>
                      <a:pt x="3537" y="335"/>
                    </a:lnTo>
                    <a:lnTo>
                      <a:pt x="3537" y="341"/>
                    </a:lnTo>
                    <a:lnTo>
                      <a:pt x="3548" y="347"/>
                    </a:lnTo>
                    <a:lnTo>
                      <a:pt x="3548" y="353"/>
                    </a:lnTo>
                    <a:lnTo>
                      <a:pt x="3548" y="359"/>
                    </a:lnTo>
                    <a:lnTo>
                      <a:pt x="3559" y="365"/>
                    </a:lnTo>
                    <a:lnTo>
                      <a:pt x="3570" y="365"/>
                    </a:lnTo>
                    <a:lnTo>
                      <a:pt x="3581" y="365"/>
                    </a:lnTo>
                    <a:lnTo>
                      <a:pt x="3581" y="359"/>
                    </a:lnTo>
                    <a:lnTo>
                      <a:pt x="3581" y="353"/>
                    </a:lnTo>
                    <a:lnTo>
                      <a:pt x="3592" y="353"/>
                    </a:lnTo>
                    <a:lnTo>
                      <a:pt x="3614" y="330"/>
                    </a:lnTo>
                    <a:lnTo>
                      <a:pt x="3625" y="330"/>
                    </a:lnTo>
                    <a:lnTo>
                      <a:pt x="3625" y="324"/>
                    </a:lnTo>
                    <a:lnTo>
                      <a:pt x="3658" y="300"/>
                    </a:lnTo>
                    <a:lnTo>
                      <a:pt x="3658" y="294"/>
                    </a:lnTo>
                    <a:lnTo>
                      <a:pt x="3669" y="288"/>
                    </a:lnTo>
                    <a:lnTo>
                      <a:pt x="3669" y="283"/>
                    </a:lnTo>
                    <a:lnTo>
                      <a:pt x="3680" y="283"/>
                    </a:lnTo>
                    <a:lnTo>
                      <a:pt x="3680" y="288"/>
                    </a:lnTo>
                    <a:lnTo>
                      <a:pt x="3691" y="288"/>
                    </a:lnTo>
                    <a:lnTo>
                      <a:pt x="3691" y="294"/>
                    </a:lnTo>
                    <a:lnTo>
                      <a:pt x="3691" y="300"/>
                    </a:lnTo>
                    <a:lnTo>
                      <a:pt x="3702" y="306"/>
                    </a:lnTo>
                    <a:lnTo>
                      <a:pt x="3702" y="312"/>
                    </a:lnTo>
                    <a:lnTo>
                      <a:pt x="3702" y="318"/>
                    </a:lnTo>
                    <a:lnTo>
                      <a:pt x="3702" y="324"/>
                    </a:lnTo>
                    <a:lnTo>
                      <a:pt x="3713" y="324"/>
                    </a:lnTo>
                    <a:lnTo>
                      <a:pt x="3713" y="330"/>
                    </a:lnTo>
                    <a:lnTo>
                      <a:pt x="3746" y="382"/>
                    </a:lnTo>
                    <a:lnTo>
                      <a:pt x="3746" y="388"/>
                    </a:lnTo>
                    <a:lnTo>
                      <a:pt x="3779" y="441"/>
                    </a:lnTo>
                    <a:lnTo>
                      <a:pt x="3779" y="447"/>
                    </a:lnTo>
                    <a:lnTo>
                      <a:pt x="3779" y="453"/>
                    </a:lnTo>
                    <a:lnTo>
                      <a:pt x="3790" y="453"/>
                    </a:lnTo>
                    <a:lnTo>
                      <a:pt x="3790" y="459"/>
                    </a:lnTo>
                    <a:lnTo>
                      <a:pt x="3790" y="465"/>
                    </a:lnTo>
                    <a:lnTo>
                      <a:pt x="3790" y="471"/>
                    </a:lnTo>
                    <a:lnTo>
                      <a:pt x="3802" y="471"/>
                    </a:lnTo>
                    <a:lnTo>
                      <a:pt x="3802" y="477"/>
                    </a:lnTo>
                    <a:lnTo>
                      <a:pt x="3813" y="477"/>
                    </a:lnTo>
                    <a:lnTo>
                      <a:pt x="3824" y="477"/>
                    </a:lnTo>
                    <a:lnTo>
                      <a:pt x="3824" y="471"/>
                    </a:lnTo>
                    <a:lnTo>
                      <a:pt x="3835" y="471"/>
                    </a:lnTo>
                    <a:lnTo>
                      <a:pt x="3835" y="465"/>
                    </a:lnTo>
                    <a:lnTo>
                      <a:pt x="3868" y="447"/>
                    </a:lnTo>
                    <a:lnTo>
                      <a:pt x="3901" y="430"/>
                    </a:lnTo>
                    <a:lnTo>
                      <a:pt x="3901" y="424"/>
                    </a:lnTo>
                    <a:lnTo>
                      <a:pt x="3912" y="424"/>
                    </a:lnTo>
                    <a:lnTo>
                      <a:pt x="3912" y="418"/>
                    </a:lnTo>
                    <a:lnTo>
                      <a:pt x="3923" y="412"/>
                    </a:lnTo>
                    <a:lnTo>
                      <a:pt x="3923" y="418"/>
                    </a:lnTo>
                    <a:lnTo>
                      <a:pt x="3934" y="418"/>
                    </a:lnTo>
                    <a:lnTo>
                      <a:pt x="3934" y="424"/>
                    </a:lnTo>
                    <a:lnTo>
                      <a:pt x="3945" y="430"/>
                    </a:lnTo>
                    <a:lnTo>
                      <a:pt x="3945" y="435"/>
                    </a:lnTo>
                    <a:lnTo>
                      <a:pt x="3945" y="441"/>
                    </a:lnTo>
                    <a:lnTo>
                      <a:pt x="3956" y="441"/>
                    </a:lnTo>
                    <a:lnTo>
                      <a:pt x="3956" y="447"/>
                    </a:lnTo>
                    <a:lnTo>
                      <a:pt x="3989" y="488"/>
                    </a:lnTo>
                    <a:lnTo>
                      <a:pt x="3989" y="494"/>
                    </a:lnTo>
                    <a:lnTo>
                      <a:pt x="4022" y="529"/>
                    </a:lnTo>
                    <a:lnTo>
                      <a:pt x="4022" y="535"/>
                    </a:lnTo>
                    <a:lnTo>
                      <a:pt x="4033" y="535"/>
                    </a:lnTo>
                    <a:lnTo>
                      <a:pt x="4033" y="541"/>
                    </a:lnTo>
                    <a:lnTo>
                      <a:pt x="4033" y="547"/>
                    </a:lnTo>
                    <a:lnTo>
                      <a:pt x="4044" y="547"/>
                    </a:lnTo>
                    <a:lnTo>
                      <a:pt x="4044" y="553"/>
                    </a:lnTo>
                    <a:lnTo>
                      <a:pt x="4055" y="553"/>
                    </a:lnTo>
                    <a:lnTo>
                      <a:pt x="4066" y="553"/>
                    </a:lnTo>
                    <a:lnTo>
                      <a:pt x="4066" y="547"/>
                    </a:lnTo>
                    <a:lnTo>
                      <a:pt x="4077" y="547"/>
                    </a:lnTo>
                    <a:lnTo>
                      <a:pt x="4077" y="541"/>
                    </a:lnTo>
                    <a:lnTo>
                      <a:pt x="4110" y="524"/>
                    </a:lnTo>
                    <a:lnTo>
                      <a:pt x="4143" y="500"/>
                    </a:lnTo>
                    <a:lnTo>
                      <a:pt x="4143" y="494"/>
                    </a:lnTo>
                    <a:lnTo>
                      <a:pt x="4154" y="494"/>
                    </a:lnTo>
                    <a:lnTo>
                      <a:pt x="4154" y="488"/>
                    </a:lnTo>
                    <a:lnTo>
                      <a:pt x="4154" y="482"/>
                    </a:lnTo>
                    <a:lnTo>
                      <a:pt x="4165" y="482"/>
                    </a:lnTo>
                    <a:lnTo>
                      <a:pt x="4176" y="482"/>
                    </a:lnTo>
                    <a:lnTo>
                      <a:pt x="4176" y="488"/>
                    </a:lnTo>
                    <a:lnTo>
                      <a:pt x="4187" y="488"/>
                    </a:lnTo>
                    <a:lnTo>
                      <a:pt x="4187" y="494"/>
                    </a:lnTo>
                    <a:lnTo>
                      <a:pt x="4187" y="500"/>
                    </a:lnTo>
                    <a:lnTo>
                      <a:pt x="4198" y="500"/>
                    </a:lnTo>
                    <a:lnTo>
                      <a:pt x="4198" y="506"/>
                    </a:lnTo>
                    <a:lnTo>
                      <a:pt x="4231" y="529"/>
                    </a:lnTo>
                    <a:lnTo>
                      <a:pt x="4231" y="535"/>
                    </a:lnTo>
                    <a:lnTo>
                      <a:pt x="4264" y="559"/>
                    </a:lnTo>
                    <a:lnTo>
                      <a:pt x="4275" y="565"/>
                    </a:lnTo>
                    <a:lnTo>
                      <a:pt x="4275" y="571"/>
                    </a:lnTo>
                    <a:lnTo>
                      <a:pt x="4286" y="571"/>
                    </a:lnTo>
                    <a:lnTo>
                      <a:pt x="4297" y="571"/>
                    </a:lnTo>
                    <a:lnTo>
                      <a:pt x="4308" y="565"/>
                    </a:lnTo>
                    <a:lnTo>
                      <a:pt x="4308" y="559"/>
                    </a:lnTo>
                    <a:lnTo>
                      <a:pt x="4319" y="559"/>
                    </a:lnTo>
                    <a:lnTo>
                      <a:pt x="4319" y="553"/>
                    </a:lnTo>
                    <a:lnTo>
                      <a:pt x="4352" y="524"/>
                    </a:lnTo>
                    <a:lnTo>
                      <a:pt x="4352" y="518"/>
                    </a:lnTo>
                    <a:lnTo>
                      <a:pt x="4385" y="488"/>
                    </a:lnTo>
                    <a:lnTo>
                      <a:pt x="4385" y="482"/>
                    </a:lnTo>
                    <a:lnTo>
                      <a:pt x="4396" y="482"/>
                    </a:lnTo>
                    <a:lnTo>
                      <a:pt x="4396" y="477"/>
                    </a:lnTo>
                    <a:lnTo>
                      <a:pt x="4396" y="471"/>
                    </a:lnTo>
                    <a:lnTo>
                      <a:pt x="4396" y="465"/>
                    </a:lnTo>
                    <a:lnTo>
                      <a:pt x="4408" y="465"/>
                    </a:lnTo>
                    <a:lnTo>
                      <a:pt x="4408" y="459"/>
                    </a:lnTo>
                    <a:lnTo>
                      <a:pt x="4419" y="459"/>
                    </a:lnTo>
                    <a:lnTo>
                      <a:pt x="4430" y="459"/>
                    </a:lnTo>
                    <a:lnTo>
                      <a:pt x="4430" y="465"/>
                    </a:lnTo>
                    <a:lnTo>
                      <a:pt x="4430" y="471"/>
                    </a:lnTo>
                    <a:lnTo>
                      <a:pt x="4441" y="471"/>
                    </a:lnTo>
                    <a:lnTo>
                      <a:pt x="4441" y="477"/>
                    </a:lnTo>
                    <a:lnTo>
                      <a:pt x="4474" y="494"/>
                    </a:lnTo>
                    <a:lnTo>
                      <a:pt x="4474" y="500"/>
                    </a:lnTo>
                    <a:lnTo>
                      <a:pt x="4507" y="518"/>
                    </a:lnTo>
                    <a:lnTo>
                      <a:pt x="4518" y="518"/>
                    </a:lnTo>
                    <a:lnTo>
                      <a:pt x="4518" y="524"/>
                    </a:lnTo>
                    <a:lnTo>
                      <a:pt x="4529" y="524"/>
                    </a:lnTo>
                    <a:lnTo>
                      <a:pt x="4529" y="529"/>
                    </a:lnTo>
                    <a:lnTo>
                      <a:pt x="4540" y="529"/>
                    </a:lnTo>
                    <a:lnTo>
                      <a:pt x="4540" y="524"/>
                    </a:lnTo>
                    <a:lnTo>
                      <a:pt x="4551" y="518"/>
                    </a:lnTo>
                    <a:lnTo>
                      <a:pt x="4551" y="512"/>
                    </a:lnTo>
                    <a:lnTo>
                      <a:pt x="4551" y="506"/>
                    </a:lnTo>
                    <a:lnTo>
                      <a:pt x="4562" y="506"/>
                    </a:lnTo>
                    <a:lnTo>
                      <a:pt x="4562" y="500"/>
                    </a:lnTo>
                    <a:lnTo>
                      <a:pt x="4562" y="494"/>
                    </a:lnTo>
                    <a:lnTo>
                      <a:pt x="4595" y="453"/>
                    </a:lnTo>
                    <a:lnTo>
                      <a:pt x="4595" y="447"/>
                    </a:lnTo>
                    <a:lnTo>
                      <a:pt x="4628" y="400"/>
                    </a:lnTo>
                    <a:lnTo>
                      <a:pt x="4628" y="394"/>
                    </a:lnTo>
                    <a:lnTo>
                      <a:pt x="4639" y="388"/>
                    </a:lnTo>
                    <a:lnTo>
                      <a:pt x="4639" y="382"/>
                    </a:lnTo>
                    <a:lnTo>
                      <a:pt x="4639" y="377"/>
                    </a:lnTo>
                    <a:lnTo>
                      <a:pt x="4650" y="371"/>
                    </a:lnTo>
                    <a:lnTo>
                      <a:pt x="4650" y="365"/>
                    </a:lnTo>
                    <a:lnTo>
                      <a:pt x="4650" y="359"/>
                    </a:lnTo>
                    <a:lnTo>
                      <a:pt x="4661" y="359"/>
                    </a:lnTo>
                    <a:lnTo>
                      <a:pt x="4672" y="359"/>
                    </a:lnTo>
                    <a:lnTo>
                      <a:pt x="4672" y="365"/>
                    </a:lnTo>
                    <a:lnTo>
                      <a:pt x="4683" y="371"/>
                    </a:lnTo>
                    <a:lnTo>
                      <a:pt x="4683" y="377"/>
                    </a:lnTo>
                    <a:lnTo>
                      <a:pt x="4716" y="406"/>
                    </a:lnTo>
                    <a:lnTo>
                      <a:pt x="4749" y="430"/>
                    </a:lnTo>
                    <a:lnTo>
                      <a:pt x="4749" y="435"/>
                    </a:lnTo>
                    <a:lnTo>
                      <a:pt x="4760" y="435"/>
                    </a:lnTo>
                    <a:lnTo>
                      <a:pt x="4760" y="441"/>
                    </a:lnTo>
                    <a:lnTo>
                      <a:pt x="4771" y="441"/>
                    </a:lnTo>
                    <a:lnTo>
                      <a:pt x="4771" y="447"/>
                    </a:lnTo>
                    <a:lnTo>
                      <a:pt x="4782" y="447"/>
                    </a:lnTo>
                    <a:lnTo>
                      <a:pt x="4782" y="441"/>
                    </a:lnTo>
                    <a:lnTo>
                      <a:pt x="4793" y="441"/>
                    </a:lnTo>
                    <a:lnTo>
                      <a:pt x="4793" y="435"/>
                    </a:lnTo>
                    <a:lnTo>
                      <a:pt x="4793" y="430"/>
                    </a:lnTo>
                    <a:lnTo>
                      <a:pt x="4793" y="424"/>
                    </a:lnTo>
                    <a:lnTo>
                      <a:pt x="4804" y="424"/>
                    </a:lnTo>
                    <a:lnTo>
                      <a:pt x="4804" y="418"/>
                    </a:lnTo>
                    <a:lnTo>
                      <a:pt x="4804" y="412"/>
                    </a:lnTo>
                    <a:lnTo>
                      <a:pt x="4804" y="406"/>
                    </a:lnTo>
                    <a:lnTo>
                      <a:pt x="4837" y="353"/>
                    </a:lnTo>
                    <a:lnTo>
                      <a:pt x="4837" y="347"/>
                    </a:lnTo>
                    <a:lnTo>
                      <a:pt x="4848" y="341"/>
                    </a:lnTo>
                    <a:lnTo>
                      <a:pt x="4870" y="283"/>
                    </a:lnTo>
                    <a:lnTo>
                      <a:pt x="4870" y="277"/>
                    </a:lnTo>
                    <a:lnTo>
                      <a:pt x="4881" y="277"/>
                    </a:lnTo>
                    <a:lnTo>
                      <a:pt x="4881" y="271"/>
                    </a:lnTo>
                    <a:lnTo>
                      <a:pt x="4881" y="265"/>
                    </a:lnTo>
                    <a:lnTo>
                      <a:pt x="4881" y="259"/>
                    </a:lnTo>
                    <a:lnTo>
                      <a:pt x="4881" y="253"/>
                    </a:lnTo>
                    <a:lnTo>
                      <a:pt x="4892" y="253"/>
                    </a:lnTo>
                    <a:lnTo>
                      <a:pt x="4892" y="247"/>
                    </a:lnTo>
                    <a:lnTo>
                      <a:pt x="4892" y="241"/>
                    </a:lnTo>
                    <a:lnTo>
                      <a:pt x="4892" y="236"/>
                    </a:lnTo>
                    <a:lnTo>
                      <a:pt x="4903" y="236"/>
                    </a:lnTo>
                    <a:lnTo>
                      <a:pt x="4903" y="230"/>
                    </a:lnTo>
                    <a:lnTo>
                      <a:pt x="4903" y="236"/>
                    </a:lnTo>
                    <a:lnTo>
                      <a:pt x="4914" y="236"/>
                    </a:lnTo>
                    <a:lnTo>
                      <a:pt x="4914" y="241"/>
                    </a:lnTo>
                    <a:lnTo>
                      <a:pt x="4914" y="247"/>
                    </a:lnTo>
                    <a:lnTo>
                      <a:pt x="4925" y="247"/>
                    </a:lnTo>
                    <a:lnTo>
                      <a:pt x="4925" y="253"/>
                    </a:lnTo>
                    <a:lnTo>
                      <a:pt x="4925" y="259"/>
                    </a:lnTo>
                    <a:lnTo>
                      <a:pt x="4936" y="265"/>
                    </a:lnTo>
                    <a:lnTo>
                      <a:pt x="4958" y="306"/>
                    </a:lnTo>
                    <a:lnTo>
                      <a:pt x="4969" y="306"/>
                    </a:lnTo>
                    <a:lnTo>
                      <a:pt x="4969" y="312"/>
                    </a:lnTo>
                    <a:lnTo>
                      <a:pt x="4991" y="347"/>
                    </a:lnTo>
                    <a:lnTo>
                      <a:pt x="5002" y="347"/>
                    </a:lnTo>
                    <a:lnTo>
                      <a:pt x="5002" y="353"/>
                    </a:lnTo>
                    <a:lnTo>
                      <a:pt x="5002" y="359"/>
                    </a:lnTo>
                    <a:lnTo>
                      <a:pt x="5002" y="365"/>
                    </a:lnTo>
                    <a:lnTo>
                      <a:pt x="5014" y="365"/>
                    </a:lnTo>
                    <a:lnTo>
                      <a:pt x="5014" y="371"/>
                    </a:lnTo>
                    <a:lnTo>
                      <a:pt x="5025" y="371"/>
                    </a:lnTo>
                    <a:lnTo>
                      <a:pt x="5036" y="371"/>
                    </a:lnTo>
                    <a:lnTo>
                      <a:pt x="5036" y="365"/>
                    </a:lnTo>
                    <a:lnTo>
                      <a:pt x="5036" y="359"/>
                    </a:lnTo>
                    <a:lnTo>
                      <a:pt x="5036" y="353"/>
                    </a:lnTo>
                    <a:lnTo>
                      <a:pt x="5047" y="353"/>
                    </a:lnTo>
                    <a:lnTo>
                      <a:pt x="5047" y="347"/>
                    </a:lnTo>
                    <a:lnTo>
                      <a:pt x="5047" y="341"/>
                    </a:lnTo>
                    <a:lnTo>
                      <a:pt x="5047" y="335"/>
                    </a:lnTo>
                    <a:lnTo>
                      <a:pt x="5058" y="335"/>
                    </a:lnTo>
                    <a:lnTo>
                      <a:pt x="5058" y="330"/>
                    </a:lnTo>
                    <a:lnTo>
                      <a:pt x="5080" y="277"/>
                    </a:lnTo>
                    <a:lnTo>
                      <a:pt x="5080" y="271"/>
                    </a:lnTo>
                    <a:lnTo>
                      <a:pt x="5091" y="271"/>
                    </a:lnTo>
                    <a:lnTo>
                      <a:pt x="5091" y="265"/>
                    </a:lnTo>
                    <a:lnTo>
                      <a:pt x="5113" y="200"/>
                    </a:lnTo>
                    <a:lnTo>
                      <a:pt x="5124" y="200"/>
                    </a:lnTo>
                    <a:lnTo>
                      <a:pt x="5124" y="194"/>
                    </a:lnTo>
                    <a:lnTo>
                      <a:pt x="5124" y="188"/>
                    </a:lnTo>
                    <a:lnTo>
                      <a:pt x="5124" y="183"/>
                    </a:lnTo>
                    <a:lnTo>
                      <a:pt x="5124" y="177"/>
                    </a:lnTo>
                    <a:lnTo>
                      <a:pt x="5135" y="177"/>
                    </a:lnTo>
                    <a:lnTo>
                      <a:pt x="5135" y="171"/>
                    </a:lnTo>
                    <a:lnTo>
                      <a:pt x="5135" y="165"/>
                    </a:lnTo>
                    <a:lnTo>
                      <a:pt x="5135" y="159"/>
                    </a:lnTo>
                    <a:lnTo>
                      <a:pt x="5146" y="159"/>
                    </a:lnTo>
                    <a:lnTo>
                      <a:pt x="5146" y="153"/>
                    </a:lnTo>
                    <a:lnTo>
                      <a:pt x="5157" y="153"/>
                    </a:lnTo>
                    <a:lnTo>
                      <a:pt x="5157" y="159"/>
                    </a:lnTo>
                    <a:lnTo>
                      <a:pt x="5157" y="165"/>
                    </a:lnTo>
                    <a:lnTo>
                      <a:pt x="5157" y="171"/>
                    </a:lnTo>
                    <a:lnTo>
                      <a:pt x="5168" y="171"/>
                    </a:lnTo>
                    <a:lnTo>
                      <a:pt x="5168" y="177"/>
                    </a:lnTo>
                    <a:lnTo>
                      <a:pt x="5168" y="183"/>
                    </a:lnTo>
                    <a:lnTo>
                      <a:pt x="5168" y="188"/>
                    </a:lnTo>
                    <a:lnTo>
                      <a:pt x="5179" y="194"/>
                    </a:lnTo>
                  </a:path>
                </a:pathLst>
              </a:custGeom>
              <a:noFill/>
              <a:ln w="1584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7" name="Rectangle 65"/>
              <p:cNvSpPr/>
              <p:nvPr/>
            </p:nvSpPr>
            <p:spPr>
              <a:xfrm>
                <a:off x="1414080" y="3121200"/>
                <a:ext cx="34956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ff0000"/>
                    </a:solidFill>
                    <a:effectLst/>
                    <a:uFillTx/>
                    <a:latin typeface="Arial"/>
                  </a:rPr>
                  <a:t>BETA_X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8" name="Freeform 66"/>
              <p:cNvSpPr/>
              <p:nvPr/>
            </p:nvSpPr>
            <p:spPr>
              <a:xfrm>
                <a:off x="442800" y="2048040"/>
                <a:ext cx="8221680" cy="699840"/>
              </a:xfrm>
              <a:custGeom>
                <a:avLst/>
                <a:gdLst>
                  <a:gd name="textAreaLeft" fmla="*/ 0 w 8221680"/>
                  <a:gd name="textAreaRight" fmla="*/ 8222040 w 8221680"/>
                  <a:gd name="textAreaTop" fmla="*/ 0 h 699840"/>
                  <a:gd name="textAreaBottom" fmla="*/ 700200 h 699840"/>
                  <a:gd name="GluePoint1X" fmla="*/ 44 w 5179"/>
                  <a:gd name="GluePoint1Y" fmla="*/ 423 h 441"/>
                  <a:gd name="GluePoint2X" fmla="*/ 143 w 5179"/>
                  <a:gd name="GluePoint2Y" fmla="*/ 276 h 441"/>
                  <a:gd name="GluePoint3X" fmla="*/ 254 w 5179"/>
                  <a:gd name="GluePoint3Y" fmla="*/ 388 h 441"/>
                  <a:gd name="GluePoint4X" fmla="*/ 298 w 5179"/>
                  <a:gd name="GluePoint4Y" fmla="*/ 370 h 441"/>
                  <a:gd name="GluePoint5X" fmla="*/ 397 w 5179"/>
                  <a:gd name="GluePoint5Y" fmla="*/ 235 h 441"/>
                  <a:gd name="GluePoint6X" fmla="*/ 496 w 5179"/>
                  <a:gd name="GluePoint6Y" fmla="*/ 370 h 441"/>
                  <a:gd name="GluePoint7X" fmla="*/ 606 w 5179"/>
                  <a:gd name="GluePoint7Y" fmla="*/ 258 h 441"/>
                  <a:gd name="GluePoint8X" fmla="*/ 650 w 5179"/>
                  <a:gd name="GluePoint8Y" fmla="*/ 241 h 441"/>
                  <a:gd name="GluePoint9X" fmla="*/ 749 w 5179"/>
                  <a:gd name="GluePoint9Y" fmla="*/ 376 h 441"/>
                  <a:gd name="GluePoint10X" fmla="*/ 849 w 5179"/>
                  <a:gd name="GluePoint10Y" fmla="*/ 276 h 441"/>
                  <a:gd name="GluePoint11X" fmla="*/ 904 w 5179"/>
                  <a:gd name="GluePoint11Y" fmla="*/ 276 h 441"/>
                  <a:gd name="GluePoint12X" fmla="*/ 1003 w 5179"/>
                  <a:gd name="GluePoint12Y" fmla="*/ 394 h 441"/>
                  <a:gd name="GluePoint13X" fmla="*/ 1102 w 5179"/>
                  <a:gd name="GluePoint13Y" fmla="*/ 294 h 441"/>
                  <a:gd name="GluePoint14X" fmla="*/ 1146 w 5179"/>
                  <a:gd name="GluePoint14Y" fmla="*/ 311 h 441"/>
                  <a:gd name="GluePoint15X" fmla="*/ 1245 w 5179"/>
                  <a:gd name="GluePoint15Y" fmla="*/ 399 h 441"/>
                  <a:gd name="GluePoint16X" fmla="*/ 1355 w 5179"/>
                  <a:gd name="GluePoint16Y" fmla="*/ 294 h 441"/>
                  <a:gd name="GluePoint17X" fmla="*/ 1422 w 5179"/>
                  <a:gd name="GluePoint17Y" fmla="*/ 341 h 441"/>
                  <a:gd name="GluePoint18X" fmla="*/ 1499 w 5179"/>
                  <a:gd name="GluePoint18Y" fmla="*/ 382 h 441"/>
                  <a:gd name="GluePoint19X" fmla="*/ 1598 w 5179"/>
                  <a:gd name="GluePoint19Y" fmla="*/ 258 h 441"/>
                  <a:gd name="GluePoint20X" fmla="*/ 1697 w 5179"/>
                  <a:gd name="GluePoint20Y" fmla="*/ 335 h 441"/>
                  <a:gd name="GluePoint21X" fmla="*/ 1752 w 5179"/>
                  <a:gd name="GluePoint21Y" fmla="*/ 335 h 441"/>
                  <a:gd name="GluePoint22X" fmla="*/ 1851 w 5179"/>
                  <a:gd name="GluePoint22Y" fmla="*/ 200 h 441"/>
                  <a:gd name="GluePoint23X" fmla="*/ 1950 w 5179"/>
                  <a:gd name="GluePoint23Y" fmla="*/ 282 h 441"/>
                  <a:gd name="GluePoint24X" fmla="*/ 1995 w 5179"/>
                  <a:gd name="GluePoint24Y" fmla="*/ 264 h 441"/>
                  <a:gd name="GluePoint25X" fmla="*/ 2105 w 5179"/>
                  <a:gd name="GluePoint25Y" fmla="*/ 129 h 441"/>
                  <a:gd name="GluePoint26X" fmla="*/ 2204 w 5179"/>
                  <a:gd name="GluePoint26Y" fmla="*/ 229 h 441"/>
                  <a:gd name="GluePoint27X" fmla="*/ 2248 w 5179"/>
                  <a:gd name="GluePoint27Y" fmla="*/ 205 h 441"/>
                  <a:gd name="GluePoint28X" fmla="*/ 2347 w 5179"/>
                  <a:gd name="GluePoint28Y" fmla="*/ 64 h 441"/>
                  <a:gd name="GluePoint29X" fmla="*/ 2446 w 5179"/>
                  <a:gd name="GluePoint29Y" fmla="*/ 182 h 441"/>
                  <a:gd name="GluePoint30X" fmla="*/ 2501 w 5179"/>
                  <a:gd name="GluePoint30Y" fmla="*/ 141 h 441"/>
                  <a:gd name="GluePoint31X" fmla="*/ 2545 w 5179"/>
                  <a:gd name="GluePoint31Y" fmla="*/ 64 h 441"/>
                  <a:gd name="GluePoint32X" fmla="*/ 2601 w 5179"/>
                  <a:gd name="GluePoint32Y" fmla="*/ 29 h 441"/>
                  <a:gd name="GluePoint33X" fmla="*/ 2645 w 5179"/>
                  <a:gd name="GluePoint33Y" fmla="*/ 100 h 441"/>
                  <a:gd name="GluePoint34X" fmla="*/ 2700 w 5179"/>
                  <a:gd name="GluePoint34Y" fmla="*/ 158 h 441"/>
                  <a:gd name="GluePoint35X" fmla="*/ 2799 w 5179"/>
                  <a:gd name="GluePoint35Y" fmla="*/ 35 h 441"/>
                  <a:gd name="GluePoint36X" fmla="*/ 2843 w 5179"/>
                  <a:gd name="GluePoint36Y" fmla="*/ 17 h 441"/>
                  <a:gd name="GluePoint37X" fmla="*/ 2942 w 5179"/>
                  <a:gd name="GluePoint37Y" fmla="*/ 164 h 441"/>
                  <a:gd name="GluePoint38X" fmla="*/ 3052 w 5179"/>
                  <a:gd name="GluePoint38Y" fmla="*/ 41 h 441"/>
                  <a:gd name="GluePoint39X" fmla="*/ 3096 w 5179"/>
                  <a:gd name="GluePoint39Y" fmla="*/ 53 h 441"/>
                  <a:gd name="GluePoint40X" fmla="*/ 3196 w 5179"/>
                  <a:gd name="GluePoint40Y" fmla="*/ 200 h 441"/>
                  <a:gd name="GluePoint41X" fmla="*/ 3295 w 5179"/>
                  <a:gd name="GluePoint41Y" fmla="*/ 88 h 441"/>
                  <a:gd name="GluePoint42X" fmla="*/ 3350 w 5179"/>
                  <a:gd name="GluePoint42Y" fmla="*/ 117 h 441"/>
                  <a:gd name="GluePoint43X" fmla="*/ 3449 w 5179"/>
                  <a:gd name="GluePoint43Y" fmla="*/ 258 h 441"/>
                  <a:gd name="GluePoint44X" fmla="*/ 3548 w 5179"/>
                  <a:gd name="GluePoint44Y" fmla="*/ 164 h 441"/>
                  <a:gd name="GluePoint45X" fmla="*/ 3625 w 5179"/>
                  <a:gd name="GluePoint45Y" fmla="*/ 252 h 441"/>
                  <a:gd name="GluePoint46X" fmla="*/ 3702 w 5179"/>
                  <a:gd name="GluePoint46Y" fmla="*/ 323 h 441"/>
                  <a:gd name="GluePoint47X" fmla="*/ 3802 w 5179"/>
                  <a:gd name="GluePoint47Y" fmla="*/ 241 h 441"/>
                  <a:gd name="GluePoint48X" fmla="*/ 3901 w 5179"/>
                  <a:gd name="GluePoint48Y" fmla="*/ 358 h 441"/>
                  <a:gd name="GluePoint49X" fmla="*/ 3945 w 5179"/>
                  <a:gd name="GluePoint49Y" fmla="*/ 376 h 441"/>
                  <a:gd name="GluePoint50X" fmla="*/ 4044 w 5179"/>
                  <a:gd name="GluePoint50Y" fmla="*/ 294 h 441"/>
                  <a:gd name="GluePoint51X" fmla="*/ 4154 w 5179"/>
                  <a:gd name="GluePoint51Y" fmla="*/ 394 h 441"/>
                  <a:gd name="GluePoint52X" fmla="*/ 4198 w 5179"/>
                  <a:gd name="GluePoint52Y" fmla="*/ 388 h 441"/>
                  <a:gd name="GluePoint53X" fmla="*/ 4297 w 5179"/>
                  <a:gd name="GluePoint53Y" fmla="*/ 300 h 441"/>
                  <a:gd name="GluePoint54X" fmla="*/ 4396 w 5179"/>
                  <a:gd name="GluePoint54Y" fmla="*/ 388 h 441"/>
                  <a:gd name="GluePoint55X" fmla="*/ 4474 w 5179"/>
                  <a:gd name="GluePoint55Y" fmla="*/ 329 h 441"/>
                  <a:gd name="GluePoint56X" fmla="*/ 4551 w 5179"/>
                  <a:gd name="GluePoint56Y" fmla="*/ 258 h 441"/>
                  <a:gd name="GluePoint57X" fmla="*/ 4650 w 5179"/>
                  <a:gd name="GluePoint57Y" fmla="*/ 352 h 441"/>
                  <a:gd name="GluePoint58X" fmla="*/ 4749 w 5179"/>
                  <a:gd name="GluePoint58Y" fmla="*/ 229 h 441"/>
                  <a:gd name="GluePoint59X" fmla="*/ 4804 w 5179"/>
                  <a:gd name="GluePoint59Y" fmla="*/ 205 h 441"/>
                  <a:gd name="GluePoint60X" fmla="*/ 4903 w 5179"/>
                  <a:gd name="GluePoint60Y" fmla="*/ 317 h 441"/>
                  <a:gd name="GluePoint61X" fmla="*/ 5002 w 5179"/>
                  <a:gd name="GluePoint61Y" fmla="*/ 176 h 441"/>
                  <a:gd name="GluePoint62X" fmla="*/ 5047 w 5179"/>
                  <a:gd name="GluePoint62Y" fmla="*/ 176 h 441"/>
                  <a:gd name="GluePoint63X" fmla="*/ 5146 w 5179"/>
                  <a:gd name="GluePoint63Y" fmla="*/ 305 h 4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179" h="441">
                    <a:moveTo>
                      <a:pt x="0" y="429"/>
                    </a:moveTo>
                    <a:lnTo>
                      <a:pt x="0" y="429"/>
                    </a:lnTo>
                    <a:lnTo>
                      <a:pt x="0" y="435"/>
                    </a:lnTo>
                    <a:lnTo>
                      <a:pt x="11" y="435"/>
                    </a:lnTo>
                    <a:lnTo>
                      <a:pt x="11" y="441"/>
                    </a:lnTo>
                    <a:lnTo>
                      <a:pt x="22" y="441"/>
                    </a:lnTo>
                    <a:lnTo>
                      <a:pt x="33" y="435"/>
                    </a:lnTo>
                    <a:lnTo>
                      <a:pt x="33" y="429"/>
                    </a:lnTo>
                    <a:lnTo>
                      <a:pt x="44" y="423"/>
                    </a:lnTo>
                    <a:lnTo>
                      <a:pt x="44" y="417"/>
                    </a:lnTo>
                    <a:lnTo>
                      <a:pt x="55" y="411"/>
                    </a:lnTo>
                    <a:lnTo>
                      <a:pt x="77" y="370"/>
                    </a:lnTo>
                    <a:lnTo>
                      <a:pt x="88" y="364"/>
                    </a:lnTo>
                    <a:lnTo>
                      <a:pt x="110" y="317"/>
                    </a:lnTo>
                    <a:lnTo>
                      <a:pt x="121" y="317"/>
                    </a:lnTo>
                    <a:lnTo>
                      <a:pt x="121" y="311"/>
                    </a:lnTo>
                    <a:lnTo>
                      <a:pt x="121" y="305"/>
                    </a:lnTo>
                    <a:lnTo>
                      <a:pt x="121" y="300"/>
                    </a:lnTo>
                    <a:lnTo>
                      <a:pt x="132" y="294"/>
                    </a:lnTo>
                    <a:lnTo>
                      <a:pt x="132" y="288"/>
                    </a:lnTo>
                    <a:lnTo>
                      <a:pt x="132" y="282"/>
                    </a:lnTo>
                    <a:lnTo>
                      <a:pt x="143" y="282"/>
                    </a:lnTo>
                    <a:lnTo>
                      <a:pt x="143" y="276"/>
                    </a:lnTo>
                    <a:lnTo>
                      <a:pt x="154" y="276"/>
                    </a:lnTo>
                    <a:lnTo>
                      <a:pt x="154" y="282"/>
                    </a:lnTo>
                    <a:lnTo>
                      <a:pt x="154" y="288"/>
                    </a:lnTo>
                    <a:lnTo>
                      <a:pt x="165" y="288"/>
                    </a:lnTo>
                    <a:lnTo>
                      <a:pt x="165" y="294"/>
                    </a:lnTo>
                    <a:lnTo>
                      <a:pt x="165" y="300"/>
                    </a:lnTo>
                    <a:lnTo>
                      <a:pt x="165" y="305"/>
                    </a:lnTo>
                    <a:lnTo>
                      <a:pt x="177" y="305"/>
                    </a:lnTo>
                    <a:lnTo>
                      <a:pt x="199" y="341"/>
                    </a:lnTo>
                    <a:lnTo>
                      <a:pt x="210" y="341"/>
                    </a:lnTo>
                    <a:lnTo>
                      <a:pt x="210" y="347"/>
                    </a:lnTo>
                    <a:lnTo>
                      <a:pt x="232" y="376"/>
                    </a:lnTo>
                    <a:lnTo>
                      <a:pt x="243" y="376"/>
                    </a:lnTo>
                    <a:lnTo>
                      <a:pt x="243" y="382"/>
                    </a:lnTo>
                    <a:lnTo>
                      <a:pt x="243" y="388"/>
                    </a:lnTo>
                    <a:lnTo>
                      <a:pt x="254" y="388"/>
                    </a:lnTo>
                    <a:lnTo>
                      <a:pt x="254" y="394"/>
                    </a:lnTo>
                    <a:lnTo>
                      <a:pt x="254" y="399"/>
                    </a:lnTo>
                    <a:lnTo>
                      <a:pt x="265" y="399"/>
                    </a:lnTo>
                    <a:lnTo>
                      <a:pt x="276" y="394"/>
                    </a:lnTo>
                    <a:lnTo>
                      <a:pt x="276" y="388"/>
                    </a:lnTo>
                    <a:lnTo>
                      <a:pt x="287" y="388"/>
                    </a:lnTo>
                    <a:lnTo>
                      <a:pt x="287" y="382"/>
                    </a:lnTo>
                    <a:lnTo>
                      <a:pt x="287" y="376"/>
                    </a:lnTo>
                    <a:lnTo>
                      <a:pt x="287" y="370"/>
                    </a:lnTo>
                    <a:lnTo>
                      <a:pt x="298" y="370"/>
                    </a:lnTo>
                    <a:lnTo>
                      <a:pt x="320" y="323"/>
                    </a:lnTo>
                    <a:lnTo>
                      <a:pt x="331" y="323"/>
                    </a:lnTo>
                    <a:lnTo>
                      <a:pt x="331" y="317"/>
                    </a:lnTo>
                    <a:lnTo>
                      <a:pt x="364" y="270"/>
                    </a:lnTo>
                    <a:lnTo>
                      <a:pt x="364" y="264"/>
                    </a:lnTo>
                    <a:lnTo>
                      <a:pt x="364" y="258"/>
                    </a:lnTo>
                    <a:lnTo>
                      <a:pt x="364" y="252"/>
                    </a:lnTo>
                    <a:lnTo>
                      <a:pt x="375" y="252"/>
                    </a:lnTo>
                    <a:lnTo>
                      <a:pt x="375" y="247"/>
                    </a:lnTo>
                    <a:lnTo>
                      <a:pt x="375" y="241"/>
                    </a:lnTo>
                    <a:lnTo>
                      <a:pt x="375" y="235"/>
                    </a:lnTo>
                    <a:lnTo>
                      <a:pt x="386" y="235"/>
                    </a:lnTo>
                    <a:lnTo>
                      <a:pt x="386" y="229"/>
                    </a:lnTo>
                    <a:lnTo>
                      <a:pt x="386" y="235"/>
                    </a:lnTo>
                    <a:lnTo>
                      <a:pt x="397" y="235"/>
                    </a:lnTo>
                    <a:lnTo>
                      <a:pt x="397" y="241"/>
                    </a:lnTo>
                    <a:lnTo>
                      <a:pt x="408" y="241"/>
                    </a:lnTo>
                    <a:lnTo>
                      <a:pt x="408" y="247"/>
                    </a:lnTo>
                    <a:lnTo>
                      <a:pt x="408" y="252"/>
                    </a:lnTo>
                    <a:lnTo>
                      <a:pt x="408" y="258"/>
                    </a:lnTo>
                    <a:lnTo>
                      <a:pt x="419" y="258"/>
                    </a:lnTo>
                    <a:lnTo>
                      <a:pt x="419" y="264"/>
                    </a:lnTo>
                    <a:lnTo>
                      <a:pt x="452" y="305"/>
                    </a:lnTo>
                    <a:lnTo>
                      <a:pt x="452" y="311"/>
                    </a:lnTo>
                    <a:lnTo>
                      <a:pt x="485" y="347"/>
                    </a:lnTo>
                    <a:lnTo>
                      <a:pt x="485" y="352"/>
                    </a:lnTo>
                    <a:lnTo>
                      <a:pt x="485" y="358"/>
                    </a:lnTo>
                    <a:lnTo>
                      <a:pt x="496" y="358"/>
                    </a:lnTo>
                    <a:lnTo>
                      <a:pt x="496" y="364"/>
                    </a:lnTo>
                    <a:lnTo>
                      <a:pt x="496" y="370"/>
                    </a:lnTo>
                    <a:lnTo>
                      <a:pt x="507" y="370"/>
                    </a:lnTo>
                    <a:lnTo>
                      <a:pt x="507" y="376"/>
                    </a:lnTo>
                    <a:lnTo>
                      <a:pt x="518" y="376"/>
                    </a:lnTo>
                    <a:lnTo>
                      <a:pt x="518" y="370"/>
                    </a:lnTo>
                    <a:lnTo>
                      <a:pt x="518" y="364"/>
                    </a:lnTo>
                    <a:lnTo>
                      <a:pt x="529" y="364"/>
                    </a:lnTo>
                    <a:lnTo>
                      <a:pt x="529" y="358"/>
                    </a:lnTo>
                    <a:lnTo>
                      <a:pt x="529" y="352"/>
                    </a:lnTo>
                    <a:lnTo>
                      <a:pt x="540" y="352"/>
                    </a:lnTo>
                    <a:lnTo>
                      <a:pt x="540" y="347"/>
                    </a:lnTo>
                    <a:lnTo>
                      <a:pt x="573" y="311"/>
                    </a:lnTo>
                    <a:lnTo>
                      <a:pt x="573" y="305"/>
                    </a:lnTo>
                    <a:lnTo>
                      <a:pt x="606" y="258"/>
                    </a:lnTo>
                    <a:lnTo>
                      <a:pt x="606" y="252"/>
                    </a:lnTo>
                    <a:lnTo>
                      <a:pt x="606" y="247"/>
                    </a:lnTo>
                    <a:lnTo>
                      <a:pt x="617" y="247"/>
                    </a:lnTo>
                    <a:lnTo>
                      <a:pt x="617" y="241"/>
                    </a:lnTo>
                    <a:lnTo>
                      <a:pt x="617" y="235"/>
                    </a:lnTo>
                    <a:lnTo>
                      <a:pt x="617" y="229"/>
                    </a:lnTo>
                    <a:lnTo>
                      <a:pt x="628" y="229"/>
                    </a:lnTo>
                    <a:lnTo>
                      <a:pt x="628" y="223"/>
                    </a:lnTo>
                    <a:lnTo>
                      <a:pt x="639" y="223"/>
                    </a:lnTo>
                    <a:lnTo>
                      <a:pt x="639" y="229"/>
                    </a:lnTo>
                    <a:lnTo>
                      <a:pt x="639" y="235"/>
                    </a:lnTo>
                    <a:lnTo>
                      <a:pt x="650" y="235"/>
                    </a:lnTo>
                    <a:lnTo>
                      <a:pt x="650" y="241"/>
                    </a:lnTo>
                    <a:lnTo>
                      <a:pt x="650" y="247"/>
                    </a:lnTo>
                    <a:lnTo>
                      <a:pt x="650" y="252"/>
                    </a:lnTo>
                    <a:lnTo>
                      <a:pt x="661" y="252"/>
                    </a:lnTo>
                    <a:lnTo>
                      <a:pt x="661" y="258"/>
                    </a:lnTo>
                    <a:lnTo>
                      <a:pt x="694" y="305"/>
                    </a:lnTo>
                    <a:lnTo>
                      <a:pt x="694" y="311"/>
                    </a:lnTo>
                    <a:lnTo>
                      <a:pt x="727" y="352"/>
                    </a:lnTo>
                    <a:lnTo>
                      <a:pt x="727" y="358"/>
                    </a:lnTo>
                    <a:lnTo>
                      <a:pt x="738" y="358"/>
                    </a:lnTo>
                    <a:lnTo>
                      <a:pt x="738" y="364"/>
                    </a:lnTo>
                    <a:lnTo>
                      <a:pt x="738" y="370"/>
                    </a:lnTo>
                    <a:lnTo>
                      <a:pt x="749" y="370"/>
                    </a:lnTo>
                    <a:lnTo>
                      <a:pt x="749" y="376"/>
                    </a:lnTo>
                    <a:lnTo>
                      <a:pt x="760" y="376"/>
                    </a:lnTo>
                    <a:lnTo>
                      <a:pt x="760" y="370"/>
                    </a:lnTo>
                    <a:lnTo>
                      <a:pt x="771" y="370"/>
                    </a:lnTo>
                    <a:lnTo>
                      <a:pt x="771" y="364"/>
                    </a:lnTo>
                    <a:lnTo>
                      <a:pt x="771" y="358"/>
                    </a:lnTo>
                    <a:lnTo>
                      <a:pt x="783" y="358"/>
                    </a:lnTo>
                    <a:lnTo>
                      <a:pt x="783" y="352"/>
                    </a:lnTo>
                    <a:lnTo>
                      <a:pt x="816" y="323"/>
                    </a:lnTo>
                    <a:lnTo>
                      <a:pt x="816" y="317"/>
                    </a:lnTo>
                    <a:lnTo>
                      <a:pt x="849" y="282"/>
                    </a:lnTo>
                    <a:lnTo>
                      <a:pt x="849" y="276"/>
                    </a:lnTo>
                    <a:lnTo>
                      <a:pt x="849" y="270"/>
                    </a:lnTo>
                    <a:lnTo>
                      <a:pt x="860" y="270"/>
                    </a:lnTo>
                    <a:lnTo>
                      <a:pt x="860" y="264"/>
                    </a:lnTo>
                    <a:lnTo>
                      <a:pt x="860" y="258"/>
                    </a:lnTo>
                    <a:lnTo>
                      <a:pt x="871" y="258"/>
                    </a:lnTo>
                    <a:lnTo>
                      <a:pt x="871" y="252"/>
                    </a:lnTo>
                    <a:lnTo>
                      <a:pt x="882" y="252"/>
                    </a:lnTo>
                    <a:lnTo>
                      <a:pt x="882" y="258"/>
                    </a:lnTo>
                    <a:lnTo>
                      <a:pt x="893" y="258"/>
                    </a:lnTo>
                    <a:lnTo>
                      <a:pt x="893" y="264"/>
                    </a:lnTo>
                    <a:lnTo>
                      <a:pt x="893" y="270"/>
                    </a:lnTo>
                    <a:lnTo>
                      <a:pt x="893" y="276"/>
                    </a:lnTo>
                    <a:lnTo>
                      <a:pt x="904" y="276"/>
                    </a:lnTo>
                    <a:lnTo>
                      <a:pt x="904" y="282"/>
                    </a:lnTo>
                    <a:lnTo>
                      <a:pt x="937" y="323"/>
                    </a:lnTo>
                    <a:lnTo>
                      <a:pt x="937" y="329"/>
                    </a:lnTo>
                    <a:lnTo>
                      <a:pt x="970" y="370"/>
                    </a:lnTo>
                    <a:lnTo>
                      <a:pt x="970" y="376"/>
                    </a:lnTo>
                    <a:lnTo>
                      <a:pt x="981" y="376"/>
                    </a:lnTo>
                    <a:lnTo>
                      <a:pt x="981" y="382"/>
                    </a:lnTo>
                    <a:lnTo>
                      <a:pt x="981" y="388"/>
                    </a:lnTo>
                    <a:lnTo>
                      <a:pt x="992" y="388"/>
                    </a:lnTo>
                    <a:lnTo>
                      <a:pt x="992" y="394"/>
                    </a:lnTo>
                    <a:lnTo>
                      <a:pt x="1003" y="394"/>
                    </a:lnTo>
                    <a:lnTo>
                      <a:pt x="1003" y="388"/>
                    </a:lnTo>
                    <a:lnTo>
                      <a:pt x="1014" y="388"/>
                    </a:lnTo>
                    <a:lnTo>
                      <a:pt x="1014" y="382"/>
                    </a:lnTo>
                    <a:lnTo>
                      <a:pt x="1025" y="382"/>
                    </a:lnTo>
                    <a:lnTo>
                      <a:pt x="1025" y="376"/>
                    </a:lnTo>
                    <a:lnTo>
                      <a:pt x="1058" y="347"/>
                    </a:lnTo>
                    <a:lnTo>
                      <a:pt x="1058" y="341"/>
                    </a:lnTo>
                    <a:lnTo>
                      <a:pt x="1091" y="305"/>
                    </a:lnTo>
                    <a:lnTo>
                      <a:pt x="1091" y="300"/>
                    </a:lnTo>
                    <a:lnTo>
                      <a:pt x="1102" y="300"/>
                    </a:lnTo>
                    <a:lnTo>
                      <a:pt x="1102" y="294"/>
                    </a:lnTo>
                    <a:lnTo>
                      <a:pt x="1102" y="288"/>
                    </a:lnTo>
                    <a:lnTo>
                      <a:pt x="1113" y="288"/>
                    </a:lnTo>
                    <a:lnTo>
                      <a:pt x="1113" y="282"/>
                    </a:lnTo>
                    <a:lnTo>
                      <a:pt x="1124" y="282"/>
                    </a:lnTo>
                    <a:lnTo>
                      <a:pt x="1124" y="288"/>
                    </a:lnTo>
                    <a:lnTo>
                      <a:pt x="1135" y="288"/>
                    </a:lnTo>
                    <a:lnTo>
                      <a:pt x="1135" y="294"/>
                    </a:lnTo>
                    <a:lnTo>
                      <a:pt x="1135" y="300"/>
                    </a:lnTo>
                    <a:lnTo>
                      <a:pt x="1146" y="300"/>
                    </a:lnTo>
                    <a:lnTo>
                      <a:pt x="1146" y="305"/>
                    </a:lnTo>
                    <a:lnTo>
                      <a:pt x="1146" y="311"/>
                    </a:lnTo>
                    <a:lnTo>
                      <a:pt x="1179" y="347"/>
                    </a:lnTo>
                    <a:lnTo>
                      <a:pt x="1212" y="382"/>
                    </a:lnTo>
                    <a:lnTo>
                      <a:pt x="1223" y="388"/>
                    </a:lnTo>
                    <a:lnTo>
                      <a:pt x="1223" y="394"/>
                    </a:lnTo>
                    <a:lnTo>
                      <a:pt x="1234" y="394"/>
                    </a:lnTo>
                    <a:lnTo>
                      <a:pt x="1234" y="399"/>
                    </a:lnTo>
                    <a:lnTo>
                      <a:pt x="1245" y="399"/>
                    </a:lnTo>
                    <a:lnTo>
                      <a:pt x="1256" y="399"/>
                    </a:lnTo>
                    <a:lnTo>
                      <a:pt x="1256" y="394"/>
                    </a:lnTo>
                    <a:lnTo>
                      <a:pt x="1256" y="388"/>
                    </a:lnTo>
                    <a:lnTo>
                      <a:pt x="1267" y="388"/>
                    </a:lnTo>
                    <a:lnTo>
                      <a:pt x="1267" y="382"/>
                    </a:lnTo>
                    <a:lnTo>
                      <a:pt x="1300" y="352"/>
                    </a:lnTo>
                    <a:lnTo>
                      <a:pt x="1300" y="347"/>
                    </a:lnTo>
                    <a:lnTo>
                      <a:pt x="1333" y="311"/>
                    </a:lnTo>
                    <a:lnTo>
                      <a:pt x="1344" y="305"/>
                    </a:lnTo>
                    <a:lnTo>
                      <a:pt x="1344" y="300"/>
                    </a:lnTo>
                    <a:lnTo>
                      <a:pt x="1355" y="294"/>
                    </a:lnTo>
                    <a:lnTo>
                      <a:pt x="1355" y="288"/>
                    </a:lnTo>
                    <a:lnTo>
                      <a:pt x="1366" y="288"/>
                    </a:lnTo>
                    <a:lnTo>
                      <a:pt x="1377" y="288"/>
                    </a:lnTo>
                    <a:lnTo>
                      <a:pt x="1377" y="294"/>
                    </a:lnTo>
                    <a:lnTo>
                      <a:pt x="1377" y="300"/>
                    </a:lnTo>
                    <a:lnTo>
                      <a:pt x="1389" y="300"/>
                    </a:lnTo>
                    <a:lnTo>
                      <a:pt x="1389" y="305"/>
                    </a:lnTo>
                    <a:lnTo>
                      <a:pt x="1389" y="311"/>
                    </a:lnTo>
                    <a:lnTo>
                      <a:pt x="1422" y="341"/>
                    </a:lnTo>
                    <a:lnTo>
                      <a:pt x="1422" y="347"/>
                    </a:lnTo>
                    <a:lnTo>
                      <a:pt x="1455" y="370"/>
                    </a:lnTo>
                    <a:lnTo>
                      <a:pt x="1455" y="376"/>
                    </a:lnTo>
                    <a:lnTo>
                      <a:pt x="1466" y="376"/>
                    </a:lnTo>
                    <a:lnTo>
                      <a:pt x="1466" y="382"/>
                    </a:lnTo>
                    <a:lnTo>
                      <a:pt x="1477" y="382"/>
                    </a:lnTo>
                    <a:lnTo>
                      <a:pt x="1477" y="388"/>
                    </a:lnTo>
                    <a:lnTo>
                      <a:pt x="1488" y="388"/>
                    </a:lnTo>
                    <a:lnTo>
                      <a:pt x="1499" y="388"/>
                    </a:lnTo>
                    <a:lnTo>
                      <a:pt x="1499" y="382"/>
                    </a:lnTo>
                    <a:lnTo>
                      <a:pt x="1499" y="376"/>
                    </a:lnTo>
                    <a:lnTo>
                      <a:pt x="1510" y="376"/>
                    </a:lnTo>
                    <a:lnTo>
                      <a:pt x="1510" y="370"/>
                    </a:lnTo>
                    <a:lnTo>
                      <a:pt x="1510" y="364"/>
                    </a:lnTo>
                    <a:lnTo>
                      <a:pt x="1543" y="329"/>
                    </a:lnTo>
                    <a:lnTo>
                      <a:pt x="1554" y="323"/>
                    </a:lnTo>
                    <a:lnTo>
                      <a:pt x="1576" y="288"/>
                    </a:lnTo>
                    <a:lnTo>
                      <a:pt x="1587" y="282"/>
                    </a:lnTo>
                    <a:lnTo>
                      <a:pt x="1587" y="276"/>
                    </a:lnTo>
                    <a:lnTo>
                      <a:pt x="1587" y="270"/>
                    </a:lnTo>
                    <a:lnTo>
                      <a:pt x="1598" y="270"/>
                    </a:lnTo>
                    <a:lnTo>
                      <a:pt x="1598" y="264"/>
                    </a:lnTo>
                    <a:lnTo>
                      <a:pt x="1598" y="258"/>
                    </a:lnTo>
                    <a:lnTo>
                      <a:pt x="1609" y="258"/>
                    </a:lnTo>
                    <a:lnTo>
                      <a:pt x="1620" y="258"/>
                    </a:lnTo>
                    <a:lnTo>
                      <a:pt x="1620" y="264"/>
                    </a:lnTo>
                    <a:lnTo>
                      <a:pt x="1631" y="264"/>
                    </a:lnTo>
                    <a:lnTo>
                      <a:pt x="1631" y="270"/>
                    </a:lnTo>
                    <a:lnTo>
                      <a:pt x="1631" y="276"/>
                    </a:lnTo>
                    <a:lnTo>
                      <a:pt x="1642" y="276"/>
                    </a:lnTo>
                    <a:lnTo>
                      <a:pt x="1664" y="305"/>
                    </a:lnTo>
                    <a:lnTo>
                      <a:pt x="1675" y="305"/>
                    </a:lnTo>
                    <a:lnTo>
                      <a:pt x="1675" y="311"/>
                    </a:lnTo>
                    <a:lnTo>
                      <a:pt x="1697" y="335"/>
                    </a:lnTo>
                    <a:lnTo>
                      <a:pt x="1708" y="335"/>
                    </a:lnTo>
                    <a:lnTo>
                      <a:pt x="1708" y="341"/>
                    </a:lnTo>
                    <a:lnTo>
                      <a:pt x="1719" y="347"/>
                    </a:lnTo>
                    <a:lnTo>
                      <a:pt x="1719" y="352"/>
                    </a:lnTo>
                    <a:lnTo>
                      <a:pt x="1730" y="352"/>
                    </a:lnTo>
                    <a:lnTo>
                      <a:pt x="1730" y="347"/>
                    </a:lnTo>
                    <a:lnTo>
                      <a:pt x="1741" y="347"/>
                    </a:lnTo>
                    <a:lnTo>
                      <a:pt x="1741" y="341"/>
                    </a:lnTo>
                    <a:lnTo>
                      <a:pt x="1741" y="335"/>
                    </a:lnTo>
                    <a:lnTo>
                      <a:pt x="1752" y="335"/>
                    </a:lnTo>
                    <a:lnTo>
                      <a:pt x="1752" y="329"/>
                    </a:lnTo>
                    <a:lnTo>
                      <a:pt x="1752" y="323"/>
                    </a:lnTo>
                    <a:lnTo>
                      <a:pt x="1763" y="323"/>
                    </a:lnTo>
                    <a:lnTo>
                      <a:pt x="1785" y="282"/>
                    </a:lnTo>
                    <a:lnTo>
                      <a:pt x="1796" y="282"/>
                    </a:lnTo>
                    <a:lnTo>
                      <a:pt x="1796" y="276"/>
                    </a:lnTo>
                    <a:lnTo>
                      <a:pt x="1818" y="235"/>
                    </a:lnTo>
                    <a:lnTo>
                      <a:pt x="1829" y="235"/>
                    </a:lnTo>
                    <a:lnTo>
                      <a:pt x="1829" y="229"/>
                    </a:lnTo>
                    <a:lnTo>
                      <a:pt x="1829" y="223"/>
                    </a:lnTo>
                    <a:lnTo>
                      <a:pt x="1829" y="217"/>
                    </a:lnTo>
                    <a:lnTo>
                      <a:pt x="1840" y="217"/>
                    </a:lnTo>
                    <a:lnTo>
                      <a:pt x="1840" y="211"/>
                    </a:lnTo>
                    <a:lnTo>
                      <a:pt x="1840" y="205"/>
                    </a:lnTo>
                    <a:lnTo>
                      <a:pt x="1840" y="200"/>
                    </a:lnTo>
                    <a:lnTo>
                      <a:pt x="1851" y="200"/>
                    </a:lnTo>
                    <a:lnTo>
                      <a:pt x="1862" y="200"/>
                    </a:lnTo>
                    <a:lnTo>
                      <a:pt x="1862" y="205"/>
                    </a:lnTo>
                    <a:lnTo>
                      <a:pt x="1873" y="205"/>
                    </a:lnTo>
                    <a:lnTo>
                      <a:pt x="1873" y="211"/>
                    </a:lnTo>
                    <a:lnTo>
                      <a:pt x="1873" y="217"/>
                    </a:lnTo>
                    <a:lnTo>
                      <a:pt x="1884" y="217"/>
                    </a:lnTo>
                    <a:lnTo>
                      <a:pt x="1906" y="247"/>
                    </a:lnTo>
                    <a:lnTo>
                      <a:pt x="1917" y="247"/>
                    </a:lnTo>
                    <a:lnTo>
                      <a:pt x="1917" y="252"/>
                    </a:lnTo>
                    <a:lnTo>
                      <a:pt x="1950" y="276"/>
                    </a:lnTo>
                    <a:lnTo>
                      <a:pt x="1950" y="282"/>
                    </a:lnTo>
                    <a:lnTo>
                      <a:pt x="1950" y="288"/>
                    </a:lnTo>
                    <a:lnTo>
                      <a:pt x="1961" y="288"/>
                    </a:lnTo>
                    <a:lnTo>
                      <a:pt x="1961" y="294"/>
                    </a:lnTo>
                    <a:lnTo>
                      <a:pt x="1972" y="294"/>
                    </a:lnTo>
                    <a:lnTo>
                      <a:pt x="1983" y="294"/>
                    </a:lnTo>
                    <a:lnTo>
                      <a:pt x="1983" y="288"/>
                    </a:lnTo>
                    <a:lnTo>
                      <a:pt x="1983" y="282"/>
                    </a:lnTo>
                    <a:lnTo>
                      <a:pt x="1995" y="282"/>
                    </a:lnTo>
                    <a:lnTo>
                      <a:pt x="1995" y="276"/>
                    </a:lnTo>
                    <a:lnTo>
                      <a:pt x="1995" y="270"/>
                    </a:lnTo>
                    <a:lnTo>
                      <a:pt x="1995" y="264"/>
                    </a:lnTo>
                    <a:lnTo>
                      <a:pt x="2006" y="264"/>
                    </a:lnTo>
                    <a:lnTo>
                      <a:pt x="2028" y="217"/>
                    </a:lnTo>
                    <a:lnTo>
                      <a:pt x="2039" y="217"/>
                    </a:lnTo>
                    <a:lnTo>
                      <a:pt x="2039" y="211"/>
                    </a:lnTo>
                    <a:lnTo>
                      <a:pt x="2072" y="164"/>
                    </a:lnTo>
                    <a:lnTo>
                      <a:pt x="2072" y="158"/>
                    </a:lnTo>
                    <a:lnTo>
                      <a:pt x="2072" y="153"/>
                    </a:lnTo>
                    <a:lnTo>
                      <a:pt x="2072" y="147"/>
                    </a:lnTo>
                    <a:lnTo>
                      <a:pt x="2083" y="147"/>
                    </a:lnTo>
                    <a:lnTo>
                      <a:pt x="2083" y="141"/>
                    </a:lnTo>
                    <a:lnTo>
                      <a:pt x="2083" y="135"/>
                    </a:lnTo>
                    <a:lnTo>
                      <a:pt x="2094" y="129"/>
                    </a:lnTo>
                    <a:lnTo>
                      <a:pt x="2105" y="129"/>
                    </a:lnTo>
                    <a:lnTo>
                      <a:pt x="2105" y="135"/>
                    </a:lnTo>
                    <a:lnTo>
                      <a:pt x="2116" y="135"/>
                    </a:lnTo>
                    <a:lnTo>
                      <a:pt x="2116" y="141"/>
                    </a:lnTo>
                    <a:lnTo>
                      <a:pt x="2116" y="147"/>
                    </a:lnTo>
                    <a:lnTo>
                      <a:pt x="2127" y="147"/>
                    </a:lnTo>
                    <a:lnTo>
                      <a:pt x="2127" y="153"/>
                    </a:lnTo>
                    <a:lnTo>
                      <a:pt x="2160" y="182"/>
                    </a:lnTo>
                    <a:lnTo>
                      <a:pt x="2160" y="188"/>
                    </a:lnTo>
                    <a:lnTo>
                      <a:pt x="2193" y="217"/>
                    </a:lnTo>
                    <a:lnTo>
                      <a:pt x="2193" y="223"/>
                    </a:lnTo>
                    <a:lnTo>
                      <a:pt x="2204" y="229"/>
                    </a:lnTo>
                    <a:lnTo>
                      <a:pt x="2204" y="235"/>
                    </a:lnTo>
                    <a:lnTo>
                      <a:pt x="2215" y="235"/>
                    </a:lnTo>
                    <a:lnTo>
                      <a:pt x="2226" y="235"/>
                    </a:lnTo>
                    <a:lnTo>
                      <a:pt x="2226" y="229"/>
                    </a:lnTo>
                    <a:lnTo>
                      <a:pt x="2237" y="223"/>
                    </a:lnTo>
                    <a:lnTo>
                      <a:pt x="2237" y="217"/>
                    </a:lnTo>
                    <a:lnTo>
                      <a:pt x="2237" y="211"/>
                    </a:lnTo>
                    <a:lnTo>
                      <a:pt x="2248" y="211"/>
                    </a:lnTo>
                    <a:lnTo>
                      <a:pt x="2248" y="205"/>
                    </a:lnTo>
                    <a:lnTo>
                      <a:pt x="2281" y="158"/>
                    </a:lnTo>
                    <a:lnTo>
                      <a:pt x="2281" y="153"/>
                    </a:lnTo>
                    <a:lnTo>
                      <a:pt x="2314" y="100"/>
                    </a:lnTo>
                    <a:lnTo>
                      <a:pt x="2314" y="94"/>
                    </a:lnTo>
                    <a:lnTo>
                      <a:pt x="2314" y="88"/>
                    </a:lnTo>
                    <a:lnTo>
                      <a:pt x="2325" y="88"/>
                    </a:lnTo>
                    <a:lnTo>
                      <a:pt x="2325" y="82"/>
                    </a:lnTo>
                    <a:lnTo>
                      <a:pt x="2325" y="76"/>
                    </a:lnTo>
                    <a:lnTo>
                      <a:pt x="2325" y="70"/>
                    </a:lnTo>
                    <a:lnTo>
                      <a:pt x="2336" y="70"/>
                    </a:lnTo>
                    <a:lnTo>
                      <a:pt x="2336" y="64"/>
                    </a:lnTo>
                    <a:lnTo>
                      <a:pt x="2347" y="64"/>
                    </a:lnTo>
                    <a:lnTo>
                      <a:pt x="2347" y="70"/>
                    </a:lnTo>
                    <a:lnTo>
                      <a:pt x="2358" y="70"/>
                    </a:lnTo>
                    <a:lnTo>
                      <a:pt x="2358" y="76"/>
                    </a:lnTo>
                    <a:lnTo>
                      <a:pt x="2358" y="82"/>
                    </a:lnTo>
                    <a:lnTo>
                      <a:pt x="2369" y="82"/>
                    </a:lnTo>
                    <a:lnTo>
                      <a:pt x="2369" y="88"/>
                    </a:lnTo>
                    <a:lnTo>
                      <a:pt x="2402" y="123"/>
                    </a:lnTo>
                    <a:lnTo>
                      <a:pt x="2402" y="129"/>
                    </a:lnTo>
                    <a:lnTo>
                      <a:pt x="2435" y="164"/>
                    </a:lnTo>
                    <a:lnTo>
                      <a:pt x="2435" y="170"/>
                    </a:lnTo>
                    <a:lnTo>
                      <a:pt x="2446" y="170"/>
                    </a:lnTo>
                    <a:lnTo>
                      <a:pt x="2446" y="176"/>
                    </a:lnTo>
                    <a:lnTo>
                      <a:pt x="2446" y="182"/>
                    </a:lnTo>
                    <a:lnTo>
                      <a:pt x="2457" y="182"/>
                    </a:lnTo>
                    <a:lnTo>
                      <a:pt x="2457" y="188"/>
                    </a:lnTo>
                    <a:lnTo>
                      <a:pt x="2468" y="188"/>
                    </a:lnTo>
                    <a:lnTo>
                      <a:pt x="2468" y="182"/>
                    </a:lnTo>
                    <a:lnTo>
                      <a:pt x="2468" y="176"/>
                    </a:lnTo>
                    <a:lnTo>
                      <a:pt x="2479" y="176"/>
                    </a:lnTo>
                    <a:lnTo>
                      <a:pt x="2479" y="170"/>
                    </a:lnTo>
                    <a:lnTo>
                      <a:pt x="2479" y="164"/>
                    </a:lnTo>
                    <a:lnTo>
                      <a:pt x="2490" y="164"/>
                    </a:lnTo>
                    <a:lnTo>
                      <a:pt x="2490" y="158"/>
                    </a:lnTo>
                    <a:lnTo>
                      <a:pt x="2490" y="153"/>
                    </a:lnTo>
                    <a:lnTo>
                      <a:pt x="2490" y="147"/>
                    </a:lnTo>
                    <a:lnTo>
                      <a:pt x="2501" y="147"/>
                    </a:lnTo>
                    <a:lnTo>
                      <a:pt x="2501" y="141"/>
                    </a:lnTo>
                    <a:lnTo>
                      <a:pt x="2501" y="135"/>
                    </a:lnTo>
                    <a:lnTo>
                      <a:pt x="2501" y="129"/>
                    </a:lnTo>
                    <a:lnTo>
                      <a:pt x="2512" y="129"/>
                    </a:lnTo>
                    <a:lnTo>
                      <a:pt x="2512" y="123"/>
                    </a:lnTo>
                    <a:lnTo>
                      <a:pt x="2512" y="117"/>
                    </a:lnTo>
                    <a:lnTo>
                      <a:pt x="2512" y="111"/>
                    </a:lnTo>
                    <a:lnTo>
                      <a:pt x="2523" y="111"/>
                    </a:lnTo>
                    <a:lnTo>
                      <a:pt x="2523" y="106"/>
                    </a:lnTo>
                    <a:lnTo>
                      <a:pt x="2523" y="100"/>
                    </a:lnTo>
                    <a:lnTo>
                      <a:pt x="2534" y="100"/>
                    </a:lnTo>
                    <a:lnTo>
                      <a:pt x="2534" y="94"/>
                    </a:lnTo>
                    <a:lnTo>
                      <a:pt x="2534" y="88"/>
                    </a:lnTo>
                    <a:lnTo>
                      <a:pt x="2534" y="82"/>
                    </a:lnTo>
                    <a:lnTo>
                      <a:pt x="2545" y="76"/>
                    </a:lnTo>
                    <a:lnTo>
                      <a:pt x="2545" y="70"/>
                    </a:lnTo>
                    <a:lnTo>
                      <a:pt x="2545" y="64"/>
                    </a:lnTo>
                    <a:lnTo>
                      <a:pt x="2556" y="58"/>
                    </a:lnTo>
                    <a:lnTo>
                      <a:pt x="2556" y="53"/>
                    </a:lnTo>
                    <a:lnTo>
                      <a:pt x="2556" y="47"/>
                    </a:lnTo>
                    <a:lnTo>
                      <a:pt x="2567" y="41"/>
                    </a:lnTo>
                    <a:lnTo>
                      <a:pt x="2567" y="35"/>
                    </a:lnTo>
                    <a:lnTo>
                      <a:pt x="2567" y="29"/>
                    </a:lnTo>
                    <a:lnTo>
                      <a:pt x="2578" y="23"/>
                    </a:lnTo>
                    <a:lnTo>
                      <a:pt x="2578" y="17"/>
                    </a:lnTo>
                    <a:lnTo>
                      <a:pt x="2590" y="17"/>
                    </a:lnTo>
                    <a:lnTo>
                      <a:pt x="2590" y="23"/>
                    </a:lnTo>
                    <a:lnTo>
                      <a:pt x="2601" y="23"/>
                    </a:lnTo>
                    <a:lnTo>
                      <a:pt x="2601" y="29"/>
                    </a:lnTo>
                    <a:lnTo>
                      <a:pt x="2601" y="35"/>
                    </a:lnTo>
                    <a:lnTo>
                      <a:pt x="2601" y="41"/>
                    </a:lnTo>
                    <a:lnTo>
                      <a:pt x="2612" y="41"/>
                    </a:lnTo>
                    <a:lnTo>
                      <a:pt x="2612" y="47"/>
                    </a:lnTo>
                    <a:lnTo>
                      <a:pt x="2612" y="53"/>
                    </a:lnTo>
                    <a:lnTo>
                      <a:pt x="2623" y="53"/>
                    </a:lnTo>
                    <a:lnTo>
                      <a:pt x="2623" y="58"/>
                    </a:lnTo>
                    <a:lnTo>
                      <a:pt x="2623" y="64"/>
                    </a:lnTo>
                    <a:lnTo>
                      <a:pt x="2623" y="70"/>
                    </a:lnTo>
                    <a:lnTo>
                      <a:pt x="2634" y="70"/>
                    </a:lnTo>
                    <a:lnTo>
                      <a:pt x="2634" y="76"/>
                    </a:lnTo>
                    <a:lnTo>
                      <a:pt x="2634" y="82"/>
                    </a:lnTo>
                    <a:lnTo>
                      <a:pt x="2645" y="88"/>
                    </a:lnTo>
                    <a:lnTo>
                      <a:pt x="2645" y="94"/>
                    </a:lnTo>
                    <a:lnTo>
                      <a:pt x="2645" y="100"/>
                    </a:lnTo>
                    <a:lnTo>
                      <a:pt x="2656" y="100"/>
                    </a:lnTo>
                    <a:lnTo>
                      <a:pt x="2656" y="106"/>
                    </a:lnTo>
                    <a:lnTo>
                      <a:pt x="2656" y="111"/>
                    </a:lnTo>
                    <a:lnTo>
                      <a:pt x="2667" y="117"/>
                    </a:lnTo>
                    <a:lnTo>
                      <a:pt x="2667" y="123"/>
                    </a:lnTo>
                    <a:lnTo>
                      <a:pt x="2667" y="129"/>
                    </a:lnTo>
                    <a:lnTo>
                      <a:pt x="2678" y="129"/>
                    </a:lnTo>
                    <a:lnTo>
                      <a:pt x="2678" y="135"/>
                    </a:lnTo>
                    <a:lnTo>
                      <a:pt x="2678" y="141"/>
                    </a:lnTo>
                    <a:lnTo>
                      <a:pt x="2689" y="141"/>
                    </a:lnTo>
                    <a:lnTo>
                      <a:pt x="2689" y="147"/>
                    </a:lnTo>
                    <a:lnTo>
                      <a:pt x="2689" y="153"/>
                    </a:lnTo>
                    <a:lnTo>
                      <a:pt x="2700" y="158"/>
                    </a:lnTo>
                    <a:lnTo>
                      <a:pt x="2700" y="164"/>
                    </a:lnTo>
                    <a:lnTo>
                      <a:pt x="2711" y="164"/>
                    </a:lnTo>
                    <a:lnTo>
                      <a:pt x="2711" y="158"/>
                    </a:lnTo>
                    <a:lnTo>
                      <a:pt x="2722" y="153"/>
                    </a:lnTo>
                    <a:lnTo>
                      <a:pt x="2722" y="147"/>
                    </a:lnTo>
                    <a:lnTo>
                      <a:pt x="2722" y="141"/>
                    </a:lnTo>
                    <a:lnTo>
                      <a:pt x="2733" y="141"/>
                    </a:lnTo>
                    <a:lnTo>
                      <a:pt x="2733" y="135"/>
                    </a:lnTo>
                    <a:lnTo>
                      <a:pt x="2733" y="129"/>
                    </a:lnTo>
                    <a:lnTo>
                      <a:pt x="2766" y="88"/>
                    </a:lnTo>
                    <a:lnTo>
                      <a:pt x="2766" y="82"/>
                    </a:lnTo>
                    <a:lnTo>
                      <a:pt x="2799" y="35"/>
                    </a:lnTo>
                    <a:lnTo>
                      <a:pt x="2799" y="29"/>
                    </a:lnTo>
                    <a:lnTo>
                      <a:pt x="2810" y="23"/>
                    </a:lnTo>
                    <a:lnTo>
                      <a:pt x="2810" y="17"/>
                    </a:lnTo>
                    <a:lnTo>
                      <a:pt x="2810" y="11"/>
                    </a:lnTo>
                    <a:lnTo>
                      <a:pt x="2821" y="6"/>
                    </a:lnTo>
                    <a:lnTo>
                      <a:pt x="2821" y="0"/>
                    </a:lnTo>
                    <a:lnTo>
                      <a:pt x="2832" y="0"/>
                    </a:lnTo>
                    <a:lnTo>
                      <a:pt x="2832" y="6"/>
                    </a:lnTo>
                    <a:lnTo>
                      <a:pt x="2843" y="6"/>
                    </a:lnTo>
                    <a:lnTo>
                      <a:pt x="2843" y="11"/>
                    </a:lnTo>
                    <a:lnTo>
                      <a:pt x="2843" y="17"/>
                    </a:lnTo>
                    <a:lnTo>
                      <a:pt x="2843" y="23"/>
                    </a:lnTo>
                    <a:lnTo>
                      <a:pt x="2854" y="23"/>
                    </a:lnTo>
                    <a:lnTo>
                      <a:pt x="2854" y="29"/>
                    </a:lnTo>
                    <a:lnTo>
                      <a:pt x="2854" y="35"/>
                    </a:lnTo>
                    <a:lnTo>
                      <a:pt x="2887" y="82"/>
                    </a:lnTo>
                    <a:lnTo>
                      <a:pt x="2887" y="88"/>
                    </a:lnTo>
                    <a:lnTo>
                      <a:pt x="2920" y="135"/>
                    </a:lnTo>
                    <a:lnTo>
                      <a:pt x="2920" y="141"/>
                    </a:lnTo>
                    <a:lnTo>
                      <a:pt x="2931" y="141"/>
                    </a:lnTo>
                    <a:lnTo>
                      <a:pt x="2931" y="147"/>
                    </a:lnTo>
                    <a:lnTo>
                      <a:pt x="2931" y="153"/>
                    </a:lnTo>
                    <a:lnTo>
                      <a:pt x="2931" y="158"/>
                    </a:lnTo>
                    <a:lnTo>
                      <a:pt x="2942" y="158"/>
                    </a:lnTo>
                    <a:lnTo>
                      <a:pt x="2942" y="164"/>
                    </a:lnTo>
                    <a:lnTo>
                      <a:pt x="2953" y="164"/>
                    </a:lnTo>
                    <a:lnTo>
                      <a:pt x="2964" y="164"/>
                    </a:lnTo>
                    <a:lnTo>
                      <a:pt x="2964" y="158"/>
                    </a:lnTo>
                    <a:lnTo>
                      <a:pt x="2964" y="153"/>
                    </a:lnTo>
                    <a:lnTo>
                      <a:pt x="2975" y="153"/>
                    </a:lnTo>
                    <a:lnTo>
                      <a:pt x="2975" y="147"/>
                    </a:lnTo>
                    <a:lnTo>
                      <a:pt x="2975" y="141"/>
                    </a:lnTo>
                    <a:lnTo>
                      <a:pt x="3008" y="100"/>
                    </a:lnTo>
                    <a:lnTo>
                      <a:pt x="3008" y="94"/>
                    </a:lnTo>
                    <a:lnTo>
                      <a:pt x="3041" y="53"/>
                    </a:lnTo>
                    <a:lnTo>
                      <a:pt x="3041" y="47"/>
                    </a:lnTo>
                    <a:lnTo>
                      <a:pt x="3052" y="47"/>
                    </a:lnTo>
                    <a:lnTo>
                      <a:pt x="3052" y="41"/>
                    </a:lnTo>
                    <a:lnTo>
                      <a:pt x="3052" y="35"/>
                    </a:lnTo>
                    <a:lnTo>
                      <a:pt x="3052" y="29"/>
                    </a:lnTo>
                    <a:lnTo>
                      <a:pt x="3063" y="29"/>
                    </a:lnTo>
                    <a:lnTo>
                      <a:pt x="3063" y="23"/>
                    </a:lnTo>
                    <a:lnTo>
                      <a:pt x="3063" y="17"/>
                    </a:lnTo>
                    <a:lnTo>
                      <a:pt x="3074" y="17"/>
                    </a:lnTo>
                    <a:lnTo>
                      <a:pt x="3074" y="23"/>
                    </a:lnTo>
                    <a:lnTo>
                      <a:pt x="3085" y="23"/>
                    </a:lnTo>
                    <a:lnTo>
                      <a:pt x="3085" y="29"/>
                    </a:lnTo>
                    <a:lnTo>
                      <a:pt x="3085" y="35"/>
                    </a:lnTo>
                    <a:lnTo>
                      <a:pt x="3085" y="41"/>
                    </a:lnTo>
                    <a:lnTo>
                      <a:pt x="3096" y="41"/>
                    </a:lnTo>
                    <a:lnTo>
                      <a:pt x="3096" y="47"/>
                    </a:lnTo>
                    <a:lnTo>
                      <a:pt x="3096" y="53"/>
                    </a:lnTo>
                    <a:lnTo>
                      <a:pt x="3096" y="58"/>
                    </a:lnTo>
                    <a:lnTo>
                      <a:pt x="3129" y="111"/>
                    </a:lnTo>
                    <a:lnTo>
                      <a:pt x="3129" y="117"/>
                    </a:lnTo>
                    <a:lnTo>
                      <a:pt x="3140" y="117"/>
                    </a:lnTo>
                    <a:lnTo>
                      <a:pt x="3162" y="164"/>
                    </a:lnTo>
                    <a:lnTo>
                      <a:pt x="3162" y="170"/>
                    </a:lnTo>
                    <a:lnTo>
                      <a:pt x="3173" y="170"/>
                    </a:lnTo>
                    <a:lnTo>
                      <a:pt x="3173" y="176"/>
                    </a:lnTo>
                    <a:lnTo>
                      <a:pt x="3173" y="182"/>
                    </a:lnTo>
                    <a:lnTo>
                      <a:pt x="3173" y="188"/>
                    </a:lnTo>
                    <a:lnTo>
                      <a:pt x="3184" y="188"/>
                    </a:lnTo>
                    <a:lnTo>
                      <a:pt x="3184" y="194"/>
                    </a:lnTo>
                    <a:lnTo>
                      <a:pt x="3184" y="200"/>
                    </a:lnTo>
                    <a:lnTo>
                      <a:pt x="3196" y="200"/>
                    </a:lnTo>
                    <a:lnTo>
                      <a:pt x="3207" y="200"/>
                    </a:lnTo>
                    <a:lnTo>
                      <a:pt x="3207" y="194"/>
                    </a:lnTo>
                    <a:lnTo>
                      <a:pt x="3218" y="188"/>
                    </a:lnTo>
                    <a:lnTo>
                      <a:pt x="3218" y="182"/>
                    </a:lnTo>
                    <a:lnTo>
                      <a:pt x="3218" y="176"/>
                    </a:lnTo>
                    <a:lnTo>
                      <a:pt x="3251" y="147"/>
                    </a:lnTo>
                    <a:lnTo>
                      <a:pt x="3251" y="141"/>
                    </a:lnTo>
                    <a:lnTo>
                      <a:pt x="3262" y="141"/>
                    </a:lnTo>
                    <a:lnTo>
                      <a:pt x="3284" y="106"/>
                    </a:lnTo>
                    <a:lnTo>
                      <a:pt x="3284" y="100"/>
                    </a:lnTo>
                    <a:lnTo>
                      <a:pt x="3295" y="100"/>
                    </a:lnTo>
                    <a:lnTo>
                      <a:pt x="3295" y="94"/>
                    </a:lnTo>
                    <a:lnTo>
                      <a:pt x="3295" y="88"/>
                    </a:lnTo>
                    <a:lnTo>
                      <a:pt x="3306" y="88"/>
                    </a:lnTo>
                    <a:lnTo>
                      <a:pt x="3306" y="82"/>
                    </a:lnTo>
                    <a:lnTo>
                      <a:pt x="3306" y="76"/>
                    </a:lnTo>
                    <a:lnTo>
                      <a:pt x="3317" y="76"/>
                    </a:lnTo>
                    <a:lnTo>
                      <a:pt x="3317" y="82"/>
                    </a:lnTo>
                    <a:lnTo>
                      <a:pt x="3328" y="82"/>
                    </a:lnTo>
                    <a:lnTo>
                      <a:pt x="3328" y="88"/>
                    </a:lnTo>
                    <a:lnTo>
                      <a:pt x="3328" y="94"/>
                    </a:lnTo>
                    <a:lnTo>
                      <a:pt x="3328" y="100"/>
                    </a:lnTo>
                    <a:lnTo>
                      <a:pt x="3339" y="100"/>
                    </a:lnTo>
                    <a:lnTo>
                      <a:pt x="3339" y="106"/>
                    </a:lnTo>
                    <a:lnTo>
                      <a:pt x="3339" y="111"/>
                    </a:lnTo>
                    <a:lnTo>
                      <a:pt x="3339" y="117"/>
                    </a:lnTo>
                    <a:lnTo>
                      <a:pt x="3350" y="117"/>
                    </a:lnTo>
                    <a:lnTo>
                      <a:pt x="3372" y="170"/>
                    </a:lnTo>
                    <a:lnTo>
                      <a:pt x="3372" y="176"/>
                    </a:lnTo>
                    <a:lnTo>
                      <a:pt x="3383" y="176"/>
                    </a:lnTo>
                    <a:lnTo>
                      <a:pt x="3405" y="223"/>
                    </a:lnTo>
                    <a:lnTo>
                      <a:pt x="3405" y="229"/>
                    </a:lnTo>
                    <a:lnTo>
                      <a:pt x="3416" y="229"/>
                    </a:lnTo>
                    <a:lnTo>
                      <a:pt x="3416" y="235"/>
                    </a:lnTo>
                    <a:lnTo>
                      <a:pt x="3416" y="241"/>
                    </a:lnTo>
                    <a:lnTo>
                      <a:pt x="3427" y="247"/>
                    </a:lnTo>
                    <a:lnTo>
                      <a:pt x="3427" y="252"/>
                    </a:lnTo>
                    <a:lnTo>
                      <a:pt x="3427" y="258"/>
                    </a:lnTo>
                    <a:lnTo>
                      <a:pt x="3438" y="258"/>
                    </a:lnTo>
                    <a:lnTo>
                      <a:pt x="3449" y="258"/>
                    </a:lnTo>
                    <a:lnTo>
                      <a:pt x="3449" y="252"/>
                    </a:lnTo>
                    <a:lnTo>
                      <a:pt x="3460" y="252"/>
                    </a:lnTo>
                    <a:lnTo>
                      <a:pt x="3460" y="247"/>
                    </a:lnTo>
                    <a:lnTo>
                      <a:pt x="3471" y="247"/>
                    </a:lnTo>
                    <a:lnTo>
                      <a:pt x="3471" y="241"/>
                    </a:lnTo>
                    <a:lnTo>
                      <a:pt x="3493" y="217"/>
                    </a:lnTo>
                    <a:lnTo>
                      <a:pt x="3504" y="211"/>
                    </a:lnTo>
                    <a:lnTo>
                      <a:pt x="3526" y="182"/>
                    </a:lnTo>
                    <a:lnTo>
                      <a:pt x="3537" y="182"/>
                    </a:lnTo>
                    <a:lnTo>
                      <a:pt x="3537" y="176"/>
                    </a:lnTo>
                    <a:lnTo>
                      <a:pt x="3537" y="170"/>
                    </a:lnTo>
                    <a:lnTo>
                      <a:pt x="3548" y="170"/>
                    </a:lnTo>
                    <a:lnTo>
                      <a:pt x="3548" y="164"/>
                    </a:lnTo>
                    <a:lnTo>
                      <a:pt x="3548" y="158"/>
                    </a:lnTo>
                    <a:lnTo>
                      <a:pt x="3559" y="158"/>
                    </a:lnTo>
                    <a:lnTo>
                      <a:pt x="3559" y="164"/>
                    </a:lnTo>
                    <a:lnTo>
                      <a:pt x="3570" y="164"/>
                    </a:lnTo>
                    <a:lnTo>
                      <a:pt x="3570" y="170"/>
                    </a:lnTo>
                    <a:lnTo>
                      <a:pt x="3570" y="176"/>
                    </a:lnTo>
                    <a:lnTo>
                      <a:pt x="3581" y="176"/>
                    </a:lnTo>
                    <a:lnTo>
                      <a:pt x="3581" y="182"/>
                    </a:lnTo>
                    <a:lnTo>
                      <a:pt x="3581" y="188"/>
                    </a:lnTo>
                    <a:lnTo>
                      <a:pt x="3581" y="194"/>
                    </a:lnTo>
                    <a:lnTo>
                      <a:pt x="3592" y="194"/>
                    </a:lnTo>
                    <a:lnTo>
                      <a:pt x="3592" y="200"/>
                    </a:lnTo>
                    <a:lnTo>
                      <a:pt x="3614" y="247"/>
                    </a:lnTo>
                    <a:lnTo>
                      <a:pt x="3625" y="247"/>
                    </a:lnTo>
                    <a:lnTo>
                      <a:pt x="3625" y="252"/>
                    </a:lnTo>
                    <a:lnTo>
                      <a:pt x="3658" y="300"/>
                    </a:lnTo>
                    <a:lnTo>
                      <a:pt x="3658" y="305"/>
                    </a:lnTo>
                    <a:lnTo>
                      <a:pt x="3658" y="311"/>
                    </a:lnTo>
                    <a:lnTo>
                      <a:pt x="3669" y="311"/>
                    </a:lnTo>
                    <a:lnTo>
                      <a:pt x="3669" y="317"/>
                    </a:lnTo>
                    <a:lnTo>
                      <a:pt x="3669" y="323"/>
                    </a:lnTo>
                    <a:lnTo>
                      <a:pt x="3680" y="323"/>
                    </a:lnTo>
                    <a:lnTo>
                      <a:pt x="3680" y="329"/>
                    </a:lnTo>
                    <a:lnTo>
                      <a:pt x="3691" y="329"/>
                    </a:lnTo>
                    <a:lnTo>
                      <a:pt x="3691" y="323"/>
                    </a:lnTo>
                    <a:lnTo>
                      <a:pt x="3702" y="323"/>
                    </a:lnTo>
                    <a:lnTo>
                      <a:pt x="3702" y="317"/>
                    </a:lnTo>
                    <a:lnTo>
                      <a:pt x="3713" y="317"/>
                    </a:lnTo>
                    <a:lnTo>
                      <a:pt x="3713" y="311"/>
                    </a:lnTo>
                    <a:lnTo>
                      <a:pt x="3746" y="294"/>
                    </a:lnTo>
                    <a:lnTo>
                      <a:pt x="3746" y="288"/>
                    </a:lnTo>
                    <a:lnTo>
                      <a:pt x="3779" y="264"/>
                    </a:lnTo>
                    <a:lnTo>
                      <a:pt x="3779" y="258"/>
                    </a:lnTo>
                    <a:lnTo>
                      <a:pt x="3779" y="252"/>
                    </a:lnTo>
                    <a:lnTo>
                      <a:pt x="3790" y="252"/>
                    </a:lnTo>
                    <a:lnTo>
                      <a:pt x="3790" y="247"/>
                    </a:lnTo>
                    <a:lnTo>
                      <a:pt x="3802" y="241"/>
                    </a:lnTo>
                    <a:lnTo>
                      <a:pt x="3813" y="247"/>
                    </a:lnTo>
                    <a:lnTo>
                      <a:pt x="3813" y="252"/>
                    </a:lnTo>
                    <a:lnTo>
                      <a:pt x="3824" y="258"/>
                    </a:lnTo>
                    <a:lnTo>
                      <a:pt x="3824" y="264"/>
                    </a:lnTo>
                    <a:lnTo>
                      <a:pt x="3824" y="270"/>
                    </a:lnTo>
                    <a:lnTo>
                      <a:pt x="3835" y="270"/>
                    </a:lnTo>
                    <a:lnTo>
                      <a:pt x="3835" y="276"/>
                    </a:lnTo>
                    <a:lnTo>
                      <a:pt x="3868" y="317"/>
                    </a:lnTo>
                    <a:lnTo>
                      <a:pt x="3868" y="323"/>
                    </a:lnTo>
                    <a:lnTo>
                      <a:pt x="3901" y="358"/>
                    </a:lnTo>
                    <a:lnTo>
                      <a:pt x="3901" y="364"/>
                    </a:lnTo>
                    <a:lnTo>
                      <a:pt x="3912" y="370"/>
                    </a:lnTo>
                    <a:lnTo>
                      <a:pt x="3912" y="376"/>
                    </a:lnTo>
                    <a:lnTo>
                      <a:pt x="3923" y="376"/>
                    </a:lnTo>
                    <a:lnTo>
                      <a:pt x="3923" y="382"/>
                    </a:lnTo>
                    <a:lnTo>
                      <a:pt x="3934" y="382"/>
                    </a:lnTo>
                    <a:lnTo>
                      <a:pt x="3945" y="382"/>
                    </a:lnTo>
                    <a:lnTo>
                      <a:pt x="3945" y="376"/>
                    </a:lnTo>
                    <a:lnTo>
                      <a:pt x="3945" y="370"/>
                    </a:lnTo>
                    <a:lnTo>
                      <a:pt x="3956" y="370"/>
                    </a:lnTo>
                    <a:lnTo>
                      <a:pt x="3989" y="347"/>
                    </a:lnTo>
                    <a:lnTo>
                      <a:pt x="3989" y="341"/>
                    </a:lnTo>
                    <a:lnTo>
                      <a:pt x="4022" y="317"/>
                    </a:lnTo>
                    <a:lnTo>
                      <a:pt x="4022" y="311"/>
                    </a:lnTo>
                    <a:lnTo>
                      <a:pt x="4022" y="305"/>
                    </a:lnTo>
                    <a:lnTo>
                      <a:pt x="4033" y="305"/>
                    </a:lnTo>
                    <a:lnTo>
                      <a:pt x="4033" y="300"/>
                    </a:lnTo>
                    <a:lnTo>
                      <a:pt x="4044" y="300"/>
                    </a:lnTo>
                    <a:lnTo>
                      <a:pt x="4044" y="294"/>
                    </a:lnTo>
                    <a:lnTo>
                      <a:pt x="4055" y="294"/>
                    </a:lnTo>
                    <a:lnTo>
                      <a:pt x="4055" y="300"/>
                    </a:lnTo>
                    <a:lnTo>
                      <a:pt x="4066" y="305"/>
                    </a:lnTo>
                    <a:lnTo>
                      <a:pt x="4066" y="311"/>
                    </a:lnTo>
                    <a:lnTo>
                      <a:pt x="4066" y="317"/>
                    </a:lnTo>
                    <a:lnTo>
                      <a:pt x="4077" y="317"/>
                    </a:lnTo>
                    <a:lnTo>
                      <a:pt x="4077" y="323"/>
                    </a:lnTo>
                    <a:lnTo>
                      <a:pt x="4110" y="352"/>
                    </a:lnTo>
                    <a:lnTo>
                      <a:pt x="4110" y="358"/>
                    </a:lnTo>
                    <a:lnTo>
                      <a:pt x="4143" y="388"/>
                    </a:lnTo>
                    <a:lnTo>
                      <a:pt x="4143" y="394"/>
                    </a:lnTo>
                    <a:lnTo>
                      <a:pt x="4154" y="394"/>
                    </a:lnTo>
                    <a:lnTo>
                      <a:pt x="4154" y="399"/>
                    </a:lnTo>
                    <a:lnTo>
                      <a:pt x="4154" y="405"/>
                    </a:lnTo>
                    <a:lnTo>
                      <a:pt x="4165" y="405"/>
                    </a:lnTo>
                    <a:lnTo>
                      <a:pt x="4176" y="405"/>
                    </a:lnTo>
                    <a:lnTo>
                      <a:pt x="4187" y="399"/>
                    </a:lnTo>
                    <a:lnTo>
                      <a:pt x="4187" y="394"/>
                    </a:lnTo>
                    <a:lnTo>
                      <a:pt x="4198" y="394"/>
                    </a:lnTo>
                    <a:lnTo>
                      <a:pt x="4198" y="388"/>
                    </a:lnTo>
                    <a:lnTo>
                      <a:pt x="4231" y="358"/>
                    </a:lnTo>
                    <a:lnTo>
                      <a:pt x="4264" y="323"/>
                    </a:lnTo>
                    <a:lnTo>
                      <a:pt x="4264" y="317"/>
                    </a:lnTo>
                    <a:lnTo>
                      <a:pt x="4275" y="317"/>
                    </a:lnTo>
                    <a:lnTo>
                      <a:pt x="4275" y="311"/>
                    </a:lnTo>
                    <a:lnTo>
                      <a:pt x="4275" y="305"/>
                    </a:lnTo>
                    <a:lnTo>
                      <a:pt x="4286" y="305"/>
                    </a:lnTo>
                    <a:lnTo>
                      <a:pt x="4286" y="300"/>
                    </a:lnTo>
                    <a:lnTo>
                      <a:pt x="4297" y="300"/>
                    </a:lnTo>
                    <a:lnTo>
                      <a:pt x="4308" y="300"/>
                    </a:lnTo>
                    <a:lnTo>
                      <a:pt x="4308" y="305"/>
                    </a:lnTo>
                    <a:lnTo>
                      <a:pt x="4308" y="311"/>
                    </a:lnTo>
                    <a:lnTo>
                      <a:pt x="4319" y="311"/>
                    </a:lnTo>
                    <a:lnTo>
                      <a:pt x="4319" y="317"/>
                    </a:lnTo>
                    <a:lnTo>
                      <a:pt x="4319" y="323"/>
                    </a:lnTo>
                    <a:lnTo>
                      <a:pt x="4352" y="347"/>
                    </a:lnTo>
                    <a:lnTo>
                      <a:pt x="4352" y="352"/>
                    </a:lnTo>
                    <a:lnTo>
                      <a:pt x="4385" y="376"/>
                    </a:lnTo>
                    <a:lnTo>
                      <a:pt x="4385" y="382"/>
                    </a:lnTo>
                    <a:lnTo>
                      <a:pt x="4396" y="382"/>
                    </a:lnTo>
                    <a:lnTo>
                      <a:pt x="4396" y="388"/>
                    </a:lnTo>
                    <a:lnTo>
                      <a:pt x="4408" y="388"/>
                    </a:lnTo>
                    <a:lnTo>
                      <a:pt x="4408" y="394"/>
                    </a:lnTo>
                    <a:lnTo>
                      <a:pt x="4419" y="394"/>
                    </a:lnTo>
                    <a:lnTo>
                      <a:pt x="4419" y="388"/>
                    </a:lnTo>
                    <a:lnTo>
                      <a:pt x="4430" y="388"/>
                    </a:lnTo>
                    <a:lnTo>
                      <a:pt x="4430" y="382"/>
                    </a:lnTo>
                    <a:lnTo>
                      <a:pt x="4430" y="376"/>
                    </a:lnTo>
                    <a:lnTo>
                      <a:pt x="4441" y="376"/>
                    </a:lnTo>
                    <a:lnTo>
                      <a:pt x="4441" y="370"/>
                    </a:lnTo>
                    <a:lnTo>
                      <a:pt x="4474" y="335"/>
                    </a:lnTo>
                    <a:lnTo>
                      <a:pt x="4474" y="329"/>
                    </a:lnTo>
                    <a:lnTo>
                      <a:pt x="4507" y="288"/>
                    </a:lnTo>
                    <a:lnTo>
                      <a:pt x="4507" y="282"/>
                    </a:lnTo>
                    <a:lnTo>
                      <a:pt x="4518" y="282"/>
                    </a:lnTo>
                    <a:lnTo>
                      <a:pt x="4518" y="276"/>
                    </a:lnTo>
                    <a:lnTo>
                      <a:pt x="4518" y="270"/>
                    </a:lnTo>
                    <a:lnTo>
                      <a:pt x="4518" y="264"/>
                    </a:lnTo>
                    <a:lnTo>
                      <a:pt x="4529" y="264"/>
                    </a:lnTo>
                    <a:lnTo>
                      <a:pt x="4529" y="258"/>
                    </a:lnTo>
                    <a:lnTo>
                      <a:pt x="4529" y="252"/>
                    </a:lnTo>
                    <a:lnTo>
                      <a:pt x="4540" y="252"/>
                    </a:lnTo>
                    <a:lnTo>
                      <a:pt x="4540" y="258"/>
                    </a:lnTo>
                    <a:lnTo>
                      <a:pt x="4551" y="258"/>
                    </a:lnTo>
                    <a:lnTo>
                      <a:pt x="4551" y="264"/>
                    </a:lnTo>
                    <a:lnTo>
                      <a:pt x="4551" y="270"/>
                    </a:lnTo>
                    <a:lnTo>
                      <a:pt x="4562" y="270"/>
                    </a:lnTo>
                    <a:lnTo>
                      <a:pt x="4562" y="276"/>
                    </a:lnTo>
                    <a:lnTo>
                      <a:pt x="4595" y="305"/>
                    </a:lnTo>
                    <a:lnTo>
                      <a:pt x="4595" y="311"/>
                    </a:lnTo>
                    <a:lnTo>
                      <a:pt x="4628" y="341"/>
                    </a:lnTo>
                    <a:lnTo>
                      <a:pt x="4639" y="341"/>
                    </a:lnTo>
                    <a:lnTo>
                      <a:pt x="4639" y="347"/>
                    </a:lnTo>
                    <a:lnTo>
                      <a:pt x="4639" y="352"/>
                    </a:lnTo>
                    <a:lnTo>
                      <a:pt x="4650" y="352"/>
                    </a:lnTo>
                    <a:lnTo>
                      <a:pt x="4661" y="352"/>
                    </a:lnTo>
                    <a:lnTo>
                      <a:pt x="4672" y="352"/>
                    </a:lnTo>
                    <a:lnTo>
                      <a:pt x="4672" y="347"/>
                    </a:lnTo>
                    <a:lnTo>
                      <a:pt x="4672" y="341"/>
                    </a:lnTo>
                    <a:lnTo>
                      <a:pt x="4683" y="335"/>
                    </a:lnTo>
                    <a:lnTo>
                      <a:pt x="4683" y="329"/>
                    </a:lnTo>
                    <a:lnTo>
                      <a:pt x="4683" y="323"/>
                    </a:lnTo>
                    <a:lnTo>
                      <a:pt x="4716" y="282"/>
                    </a:lnTo>
                    <a:lnTo>
                      <a:pt x="4716" y="276"/>
                    </a:lnTo>
                    <a:lnTo>
                      <a:pt x="4749" y="229"/>
                    </a:lnTo>
                    <a:lnTo>
                      <a:pt x="4749" y="223"/>
                    </a:lnTo>
                    <a:lnTo>
                      <a:pt x="4760" y="223"/>
                    </a:lnTo>
                    <a:lnTo>
                      <a:pt x="4760" y="217"/>
                    </a:lnTo>
                    <a:lnTo>
                      <a:pt x="4760" y="211"/>
                    </a:lnTo>
                    <a:lnTo>
                      <a:pt x="4760" y="205"/>
                    </a:lnTo>
                    <a:lnTo>
                      <a:pt x="4771" y="205"/>
                    </a:lnTo>
                    <a:lnTo>
                      <a:pt x="4771" y="200"/>
                    </a:lnTo>
                    <a:lnTo>
                      <a:pt x="4771" y="194"/>
                    </a:lnTo>
                    <a:lnTo>
                      <a:pt x="4782" y="194"/>
                    </a:lnTo>
                    <a:lnTo>
                      <a:pt x="4782" y="188"/>
                    </a:lnTo>
                    <a:lnTo>
                      <a:pt x="4782" y="194"/>
                    </a:lnTo>
                    <a:lnTo>
                      <a:pt x="4793" y="194"/>
                    </a:lnTo>
                    <a:lnTo>
                      <a:pt x="4793" y="200"/>
                    </a:lnTo>
                    <a:lnTo>
                      <a:pt x="4793" y="205"/>
                    </a:lnTo>
                    <a:lnTo>
                      <a:pt x="4804" y="205"/>
                    </a:lnTo>
                    <a:lnTo>
                      <a:pt x="4804" y="211"/>
                    </a:lnTo>
                    <a:lnTo>
                      <a:pt x="4804" y="217"/>
                    </a:lnTo>
                    <a:lnTo>
                      <a:pt x="4837" y="258"/>
                    </a:lnTo>
                    <a:lnTo>
                      <a:pt x="4848" y="258"/>
                    </a:lnTo>
                    <a:lnTo>
                      <a:pt x="4870" y="294"/>
                    </a:lnTo>
                    <a:lnTo>
                      <a:pt x="4870" y="300"/>
                    </a:lnTo>
                    <a:lnTo>
                      <a:pt x="4881" y="300"/>
                    </a:lnTo>
                    <a:lnTo>
                      <a:pt x="4881" y="305"/>
                    </a:lnTo>
                    <a:lnTo>
                      <a:pt x="4881" y="311"/>
                    </a:lnTo>
                    <a:lnTo>
                      <a:pt x="4892" y="311"/>
                    </a:lnTo>
                    <a:lnTo>
                      <a:pt x="4892" y="317"/>
                    </a:lnTo>
                    <a:lnTo>
                      <a:pt x="4903" y="317"/>
                    </a:lnTo>
                    <a:lnTo>
                      <a:pt x="4914" y="317"/>
                    </a:lnTo>
                    <a:lnTo>
                      <a:pt x="4914" y="311"/>
                    </a:lnTo>
                    <a:lnTo>
                      <a:pt x="4914" y="305"/>
                    </a:lnTo>
                    <a:lnTo>
                      <a:pt x="4925" y="300"/>
                    </a:lnTo>
                    <a:lnTo>
                      <a:pt x="4925" y="294"/>
                    </a:lnTo>
                    <a:lnTo>
                      <a:pt x="4925" y="288"/>
                    </a:lnTo>
                    <a:lnTo>
                      <a:pt x="4936" y="288"/>
                    </a:lnTo>
                    <a:lnTo>
                      <a:pt x="4958" y="241"/>
                    </a:lnTo>
                    <a:lnTo>
                      <a:pt x="4969" y="235"/>
                    </a:lnTo>
                    <a:lnTo>
                      <a:pt x="4991" y="188"/>
                    </a:lnTo>
                    <a:lnTo>
                      <a:pt x="5002" y="182"/>
                    </a:lnTo>
                    <a:lnTo>
                      <a:pt x="5002" y="176"/>
                    </a:lnTo>
                    <a:lnTo>
                      <a:pt x="5002" y="170"/>
                    </a:lnTo>
                    <a:lnTo>
                      <a:pt x="5002" y="164"/>
                    </a:lnTo>
                    <a:lnTo>
                      <a:pt x="5014" y="164"/>
                    </a:lnTo>
                    <a:lnTo>
                      <a:pt x="5014" y="158"/>
                    </a:lnTo>
                    <a:lnTo>
                      <a:pt x="5014" y="153"/>
                    </a:lnTo>
                    <a:lnTo>
                      <a:pt x="5025" y="147"/>
                    </a:lnTo>
                    <a:lnTo>
                      <a:pt x="5036" y="153"/>
                    </a:lnTo>
                    <a:lnTo>
                      <a:pt x="5036" y="158"/>
                    </a:lnTo>
                    <a:lnTo>
                      <a:pt x="5036" y="164"/>
                    </a:lnTo>
                    <a:lnTo>
                      <a:pt x="5047" y="164"/>
                    </a:lnTo>
                    <a:lnTo>
                      <a:pt x="5047" y="170"/>
                    </a:lnTo>
                    <a:lnTo>
                      <a:pt x="5047" y="176"/>
                    </a:lnTo>
                    <a:lnTo>
                      <a:pt x="5047" y="182"/>
                    </a:lnTo>
                    <a:lnTo>
                      <a:pt x="5058" y="182"/>
                    </a:lnTo>
                    <a:lnTo>
                      <a:pt x="5080" y="229"/>
                    </a:lnTo>
                    <a:lnTo>
                      <a:pt x="5091" y="235"/>
                    </a:lnTo>
                    <a:lnTo>
                      <a:pt x="5113" y="276"/>
                    </a:lnTo>
                    <a:lnTo>
                      <a:pt x="5124" y="282"/>
                    </a:lnTo>
                    <a:lnTo>
                      <a:pt x="5124" y="288"/>
                    </a:lnTo>
                    <a:lnTo>
                      <a:pt x="5124" y="294"/>
                    </a:lnTo>
                    <a:lnTo>
                      <a:pt x="5135" y="294"/>
                    </a:lnTo>
                    <a:lnTo>
                      <a:pt x="5135" y="300"/>
                    </a:lnTo>
                    <a:lnTo>
                      <a:pt x="5135" y="305"/>
                    </a:lnTo>
                    <a:lnTo>
                      <a:pt x="5146" y="305"/>
                    </a:lnTo>
                    <a:lnTo>
                      <a:pt x="5157" y="305"/>
                    </a:lnTo>
                    <a:lnTo>
                      <a:pt x="5157" y="300"/>
                    </a:lnTo>
                    <a:lnTo>
                      <a:pt x="5168" y="294"/>
                    </a:lnTo>
                    <a:lnTo>
                      <a:pt x="5168" y="288"/>
                    </a:lnTo>
                    <a:lnTo>
                      <a:pt x="5168" y="282"/>
                    </a:lnTo>
                    <a:lnTo>
                      <a:pt x="5179" y="282"/>
                    </a:lnTo>
                  </a:path>
                </a:pathLst>
              </a:custGeom>
              <a:noFill/>
              <a:ln w="15840">
                <a:solidFill>
                  <a:srgbClr val="00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59" name="Rectangle 67"/>
              <p:cNvSpPr/>
              <p:nvPr/>
            </p:nvSpPr>
            <p:spPr>
              <a:xfrm>
                <a:off x="2638080" y="3121200"/>
                <a:ext cx="34956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ff00"/>
                    </a:solidFill>
                    <a:effectLst/>
                    <a:uFillTx/>
                    <a:latin typeface="Arial"/>
                  </a:rPr>
                  <a:t>BETA_Y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0" name="Freeform 68"/>
              <p:cNvSpPr/>
              <p:nvPr/>
            </p:nvSpPr>
            <p:spPr>
              <a:xfrm>
                <a:off x="442800" y="3102120"/>
                <a:ext cx="8221680" cy="1440"/>
              </a:xfrm>
              <a:custGeom>
                <a:avLst/>
                <a:gdLst>
                  <a:gd name="textAreaLeft" fmla="*/ 0 w 8221680"/>
                  <a:gd name="textAreaRight" fmla="*/ 8222040 w 8221680"/>
                  <a:gd name="textAreaTop" fmla="*/ 0 h 1440"/>
                  <a:gd name="textAreaBottom" fmla="*/ 1800 h 1440"/>
                  <a:gd name="GluePoint1X" fmla="*/ 44 w 5179"/>
                  <a:gd name="GluePoint1Y" fmla="*/ 0 h 1"/>
                  <a:gd name="GluePoint2X" fmla="*/ 143 w 5179"/>
                  <a:gd name="GluePoint2Y" fmla="*/ 0 h 1"/>
                  <a:gd name="GluePoint3X" fmla="*/ 254 w 5179"/>
                  <a:gd name="GluePoint3Y" fmla="*/ 0 h 1"/>
                  <a:gd name="GluePoint4X" fmla="*/ 298 w 5179"/>
                  <a:gd name="GluePoint4Y" fmla="*/ 0 h 1"/>
                  <a:gd name="GluePoint5X" fmla="*/ 397 w 5179"/>
                  <a:gd name="GluePoint5Y" fmla="*/ 0 h 1"/>
                  <a:gd name="GluePoint6X" fmla="*/ 496 w 5179"/>
                  <a:gd name="GluePoint6Y" fmla="*/ 0 h 1"/>
                  <a:gd name="GluePoint7X" fmla="*/ 606 w 5179"/>
                  <a:gd name="GluePoint7Y" fmla="*/ 0 h 1"/>
                  <a:gd name="GluePoint8X" fmla="*/ 650 w 5179"/>
                  <a:gd name="GluePoint8Y" fmla="*/ 0 h 1"/>
                  <a:gd name="GluePoint9X" fmla="*/ 749 w 5179"/>
                  <a:gd name="GluePoint9Y" fmla="*/ 0 h 1"/>
                  <a:gd name="GluePoint10X" fmla="*/ 849 w 5179"/>
                  <a:gd name="GluePoint10Y" fmla="*/ 0 h 1"/>
                  <a:gd name="GluePoint11X" fmla="*/ 904 w 5179"/>
                  <a:gd name="GluePoint11Y" fmla="*/ 0 h 1"/>
                  <a:gd name="GluePoint12X" fmla="*/ 1003 w 5179"/>
                  <a:gd name="GluePoint12Y" fmla="*/ 0 h 1"/>
                  <a:gd name="GluePoint13X" fmla="*/ 1102 w 5179"/>
                  <a:gd name="GluePoint13Y" fmla="*/ 0 h 1"/>
                  <a:gd name="GluePoint14X" fmla="*/ 1146 w 5179"/>
                  <a:gd name="GluePoint14Y" fmla="*/ 0 h 1"/>
                  <a:gd name="GluePoint15X" fmla="*/ 1245 w 5179"/>
                  <a:gd name="GluePoint15Y" fmla="*/ 0 h 1"/>
                  <a:gd name="GluePoint16X" fmla="*/ 1355 w 5179"/>
                  <a:gd name="GluePoint16Y" fmla="*/ 0 h 1"/>
                  <a:gd name="GluePoint17X" fmla="*/ 1422 w 5179"/>
                  <a:gd name="GluePoint17Y" fmla="*/ 0 h 1"/>
                  <a:gd name="GluePoint18X" fmla="*/ 1499 w 5179"/>
                  <a:gd name="GluePoint18Y" fmla="*/ 0 h 1"/>
                  <a:gd name="GluePoint19X" fmla="*/ 1598 w 5179"/>
                  <a:gd name="GluePoint19Y" fmla="*/ 0 h 1"/>
                  <a:gd name="GluePoint20X" fmla="*/ 1697 w 5179"/>
                  <a:gd name="GluePoint20Y" fmla="*/ 0 h 1"/>
                  <a:gd name="GluePoint21X" fmla="*/ 1752 w 5179"/>
                  <a:gd name="GluePoint21Y" fmla="*/ 0 h 1"/>
                  <a:gd name="GluePoint22X" fmla="*/ 1851 w 5179"/>
                  <a:gd name="GluePoint22Y" fmla="*/ 0 h 1"/>
                  <a:gd name="GluePoint23X" fmla="*/ 1950 w 5179"/>
                  <a:gd name="GluePoint23Y" fmla="*/ 0 h 1"/>
                  <a:gd name="GluePoint24X" fmla="*/ 1995 w 5179"/>
                  <a:gd name="GluePoint24Y" fmla="*/ 0 h 1"/>
                  <a:gd name="GluePoint25X" fmla="*/ 2105 w 5179"/>
                  <a:gd name="GluePoint25Y" fmla="*/ 0 h 1"/>
                  <a:gd name="GluePoint26X" fmla="*/ 2204 w 5179"/>
                  <a:gd name="GluePoint26Y" fmla="*/ 0 h 1"/>
                  <a:gd name="GluePoint27X" fmla="*/ 2248 w 5179"/>
                  <a:gd name="GluePoint27Y" fmla="*/ 0 h 1"/>
                  <a:gd name="GluePoint28X" fmla="*/ 2347 w 5179"/>
                  <a:gd name="GluePoint28Y" fmla="*/ 0 h 1"/>
                  <a:gd name="GluePoint29X" fmla="*/ 2446 w 5179"/>
                  <a:gd name="GluePoint29Y" fmla="*/ 0 h 1"/>
                  <a:gd name="GluePoint30X" fmla="*/ 2501 w 5179"/>
                  <a:gd name="GluePoint30Y" fmla="*/ 0 h 1"/>
                  <a:gd name="GluePoint31X" fmla="*/ 2545 w 5179"/>
                  <a:gd name="GluePoint31Y" fmla="*/ 0 h 1"/>
                  <a:gd name="GluePoint32X" fmla="*/ 2601 w 5179"/>
                  <a:gd name="GluePoint32Y" fmla="*/ 0 h 1"/>
                  <a:gd name="GluePoint33X" fmla="*/ 2645 w 5179"/>
                  <a:gd name="GluePoint33Y" fmla="*/ 0 h 1"/>
                  <a:gd name="GluePoint34X" fmla="*/ 2700 w 5179"/>
                  <a:gd name="GluePoint34Y" fmla="*/ 0 h 1"/>
                  <a:gd name="GluePoint35X" fmla="*/ 2799 w 5179"/>
                  <a:gd name="GluePoint35Y" fmla="*/ 0 h 1"/>
                  <a:gd name="GluePoint36X" fmla="*/ 2843 w 5179"/>
                  <a:gd name="GluePoint36Y" fmla="*/ 0 h 1"/>
                  <a:gd name="GluePoint37X" fmla="*/ 2942 w 5179"/>
                  <a:gd name="GluePoint37Y" fmla="*/ 0 h 1"/>
                  <a:gd name="GluePoint38X" fmla="*/ 3052 w 5179"/>
                  <a:gd name="GluePoint38Y" fmla="*/ 0 h 1"/>
                  <a:gd name="GluePoint39X" fmla="*/ 3096 w 5179"/>
                  <a:gd name="GluePoint39Y" fmla="*/ 0 h 1"/>
                  <a:gd name="GluePoint40X" fmla="*/ 3196 w 5179"/>
                  <a:gd name="GluePoint40Y" fmla="*/ 0 h 1"/>
                  <a:gd name="GluePoint41X" fmla="*/ 3295 w 5179"/>
                  <a:gd name="GluePoint41Y" fmla="*/ 0 h 1"/>
                  <a:gd name="GluePoint42X" fmla="*/ 3350 w 5179"/>
                  <a:gd name="GluePoint42Y" fmla="*/ 0 h 1"/>
                  <a:gd name="GluePoint43X" fmla="*/ 3449 w 5179"/>
                  <a:gd name="GluePoint43Y" fmla="*/ 0 h 1"/>
                  <a:gd name="GluePoint44X" fmla="*/ 3548 w 5179"/>
                  <a:gd name="GluePoint44Y" fmla="*/ 0 h 1"/>
                  <a:gd name="GluePoint45X" fmla="*/ 3625 w 5179"/>
                  <a:gd name="GluePoint45Y" fmla="*/ 0 h 1"/>
                  <a:gd name="GluePoint46X" fmla="*/ 3702 w 5179"/>
                  <a:gd name="GluePoint46Y" fmla="*/ 0 h 1"/>
                  <a:gd name="GluePoint47X" fmla="*/ 3802 w 5179"/>
                  <a:gd name="GluePoint47Y" fmla="*/ 0 h 1"/>
                  <a:gd name="GluePoint48X" fmla="*/ 3901 w 5179"/>
                  <a:gd name="GluePoint48Y" fmla="*/ 0 h 1"/>
                  <a:gd name="GluePoint49X" fmla="*/ 3945 w 5179"/>
                  <a:gd name="GluePoint49Y" fmla="*/ 0 h 1"/>
                  <a:gd name="GluePoint50X" fmla="*/ 4044 w 5179"/>
                  <a:gd name="GluePoint50Y" fmla="*/ 0 h 1"/>
                  <a:gd name="GluePoint51X" fmla="*/ 4154 w 5179"/>
                  <a:gd name="GluePoint51Y" fmla="*/ 0 h 1"/>
                  <a:gd name="GluePoint52X" fmla="*/ 4198 w 5179"/>
                  <a:gd name="GluePoint52Y" fmla="*/ 0 h 1"/>
                  <a:gd name="GluePoint53X" fmla="*/ 4297 w 5179"/>
                  <a:gd name="GluePoint53Y" fmla="*/ 0 h 1"/>
                  <a:gd name="GluePoint54X" fmla="*/ 4396 w 5179"/>
                  <a:gd name="GluePoint54Y" fmla="*/ 0 h 1"/>
                  <a:gd name="GluePoint55X" fmla="*/ 4474 w 5179"/>
                  <a:gd name="GluePoint55Y" fmla="*/ 0 h 1"/>
                  <a:gd name="GluePoint56X" fmla="*/ 4551 w 5179"/>
                  <a:gd name="GluePoint56Y" fmla="*/ 0 h 1"/>
                  <a:gd name="GluePoint57X" fmla="*/ 4650 w 5179"/>
                  <a:gd name="GluePoint57Y" fmla="*/ 0 h 1"/>
                  <a:gd name="GluePoint58X" fmla="*/ 4749 w 5179"/>
                  <a:gd name="GluePoint58Y" fmla="*/ 0 h 1"/>
                  <a:gd name="GluePoint59X" fmla="*/ 4804 w 5179"/>
                  <a:gd name="GluePoint59Y" fmla="*/ 0 h 1"/>
                  <a:gd name="GluePoint60X" fmla="*/ 4903 w 5179"/>
                  <a:gd name="GluePoint60Y" fmla="*/ 0 h 1"/>
                  <a:gd name="GluePoint61X" fmla="*/ 5002 w 5179"/>
                  <a:gd name="GluePoint61Y" fmla="*/ 0 h 1"/>
                  <a:gd name="GluePoint62X" fmla="*/ 5047 w 5179"/>
                  <a:gd name="GluePoint62Y" fmla="*/ 0 h 1"/>
                  <a:gd name="GluePoint63X" fmla="*/ 5146 w 5179"/>
                  <a:gd name="GluePoint63Y" fmla="*/ 0 h 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179" h="1">
                    <a:moveTo>
                      <a:pt x="0" y="0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2" y="0"/>
                    </a:lnTo>
                    <a:lnTo>
                      <a:pt x="33" y="0"/>
                    </a:lnTo>
                    <a:lnTo>
                      <a:pt x="44" y="0"/>
                    </a:lnTo>
                    <a:lnTo>
                      <a:pt x="55" y="0"/>
                    </a:lnTo>
                    <a:lnTo>
                      <a:pt x="77" y="0"/>
                    </a:lnTo>
                    <a:lnTo>
                      <a:pt x="88" y="0"/>
                    </a:lnTo>
                    <a:lnTo>
                      <a:pt x="110" y="0"/>
                    </a:lnTo>
                    <a:lnTo>
                      <a:pt x="121" y="0"/>
                    </a:lnTo>
                    <a:lnTo>
                      <a:pt x="132" y="0"/>
                    </a:lnTo>
                    <a:lnTo>
                      <a:pt x="143" y="0"/>
                    </a:lnTo>
                    <a:lnTo>
                      <a:pt x="154" y="0"/>
                    </a:lnTo>
                    <a:lnTo>
                      <a:pt x="165" y="0"/>
                    </a:lnTo>
                    <a:lnTo>
                      <a:pt x="177" y="0"/>
                    </a:lnTo>
                    <a:lnTo>
                      <a:pt x="199" y="0"/>
                    </a:lnTo>
                    <a:lnTo>
                      <a:pt x="210" y="0"/>
                    </a:lnTo>
                    <a:lnTo>
                      <a:pt x="232" y="0"/>
                    </a:lnTo>
                    <a:lnTo>
                      <a:pt x="243" y="0"/>
                    </a:lnTo>
                    <a:lnTo>
                      <a:pt x="254" y="0"/>
                    </a:lnTo>
                    <a:lnTo>
                      <a:pt x="265" y="0"/>
                    </a:lnTo>
                    <a:lnTo>
                      <a:pt x="276" y="0"/>
                    </a:lnTo>
                    <a:lnTo>
                      <a:pt x="287" y="0"/>
                    </a:lnTo>
                    <a:lnTo>
                      <a:pt x="298" y="0"/>
                    </a:lnTo>
                    <a:lnTo>
                      <a:pt x="320" y="0"/>
                    </a:lnTo>
                    <a:lnTo>
                      <a:pt x="331" y="0"/>
                    </a:lnTo>
                    <a:lnTo>
                      <a:pt x="364" y="0"/>
                    </a:lnTo>
                    <a:lnTo>
                      <a:pt x="375" y="0"/>
                    </a:lnTo>
                    <a:lnTo>
                      <a:pt x="386" y="0"/>
                    </a:lnTo>
                    <a:lnTo>
                      <a:pt x="397" y="0"/>
                    </a:lnTo>
                    <a:lnTo>
                      <a:pt x="408" y="0"/>
                    </a:lnTo>
                    <a:lnTo>
                      <a:pt x="419" y="0"/>
                    </a:lnTo>
                    <a:lnTo>
                      <a:pt x="452" y="0"/>
                    </a:lnTo>
                    <a:lnTo>
                      <a:pt x="485" y="0"/>
                    </a:lnTo>
                    <a:lnTo>
                      <a:pt x="496" y="0"/>
                    </a:lnTo>
                    <a:lnTo>
                      <a:pt x="507" y="0"/>
                    </a:lnTo>
                    <a:lnTo>
                      <a:pt x="518" y="0"/>
                    </a:lnTo>
                    <a:lnTo>
                      <a:pt x="529" y="0"/>
                    </a:lnTo>
                    <a:lnTo>
                      <a:pt x="540" y="0"/>
                    </a:lnTo>
                    <a:lnTo>
                      <a:pt x="573" y="0"/>
                    </a:lnTo>
                    <a:lnTo>
                      <a:pt x="606" y="0"/>
                    </a:lnTo>
                    <a:lnTo>
                      <a:pt x="617" y="0"/>
                    </a:lnTo>
                    <a:lnTo>
                      <a:pt x="628" y="0"/>
                    </a:lnTo>
                    <a:lnTo>
                      <a:pt x="639" y="0"/>
                    </a:lnTo>
                    <a:lnTo>
                      <a:pt x="650" y="0"/>
                    </a:lnTo>
                    <a:lnTo>
                      <a:pt x="661" y="0"/>
                    </a:lnTo>
                    <a:lnTo>
                      <a:pt x="694" y="0"/>
                    </a:lnTo>
                    <a:lnTo>
                      <a:pt x="727" y="0"/>
                    </a:lnTo>
                    <a:lnTo>
                      <a:pt x="738" y="0"/>
                    </a:lnTo>
                    <a:lnTo>
                      <a:pt x="749" y="0"/>
                    </a:lnTo>
                    <a:lnTo>
                      <a:pt x="760" y="0"/>
                    </a:lnTo>
                    <a:lnTo>
                      <a:pt x="771" y="0"/>
                    </a:lnTo>
                    <a:lnTo>
                      <a:pt x="783" y="0"/>
                    </a:lnTo>
                    <a:lnTo>
                      <a:pt x="816" y="0"/>
                    </a:lnTo>
                    <a:lnTo>
                      <a:pt x="849" y="0"/>
                    </a:lnTo>
                    <a:lnTo>
                      <a:pt x="860" y="0"/>
                    </a:lnTo>
                    <a:lnTo>
                      <a:pt x="871" y="0"/>
                    </a:lnTo>
                    <a:lnTo>
                      <a:pt x="882" y="0"/>
                    </a:lnTo>
                    <a:lnTo>
                      <a:pt x="893" y="0"/>
                    </a:lnTo>
                    <a:lnTo>
                      <a:pt x="904" y="0"/>
                    </a:lnTo>
                    <a:lnTo>
                      <a:pt x="937" y="0"/>
                    </a:lnTo>
                    <a:lnTo>
                      <a:pt x="970" y="0"/>
                    </a:lnTo>
                    <a:lnTo>
                      <a:pt x="981" y="0"/>
                    </a:lnTo>
                    <a:lnTo>
                      <a:pt x="992" y="0"/>
                    </a:lnTo>
                    <a:lnTo>
                      <a:pt x="1003" y="0"/>
                    </a:lnTo>
                    <a:lnTo>
                      <a:pt x="1014" y="0"/>
                    </a:lnTo>
                    <a:lnTo>
                      <a:pt x="1025" y="0"/>
                    </a:lnTo>
                    <a:lnTo>
                      <a:pt x="1058" y="0"/>
                    </a:lnTo>
                    <a:lnTo>
                      <a:pt x="1091" y="0"/>
                    </a:lnTo>
                    <a:lnTo>
                      <a:pt x="1102" y="0"/>
                    </a:lnTo>
                    <a:lnTo>
                      <a:pt x="1113" y="0"/>
                    </a:lnTo>
                    <a:lnTo>
                      <a:pt x="1124" y="0"/>
                    </a:lnTo>
                    <a:lnTo>
                      <a:pt x="1135" y="0"/>
                    </a:lnTo>
                    <a:lnTo>
                      <a:pt x="1146" y="0"/>
                    </a:lnTo>
                    <a:lnTo>
                      <a:pt x="1179" y="0"/>
                    </a:lnTo>
                    <a:lnTo>
                      <a:pt x="1212" y="0"/>
                    </a:lnTo>
                    <a:lnTo>
                      <a:pt x="1223" y="0"/>
                    </a:lnTo>
                    <a:lnTo>
                      <a:pt x="1234" y="0"/>
                    </a:lnTo>
                    <a:lnTo>
                      <a:pt x="1245" y="0"/>
                    </a:lnTo>
                    <a:lnTo>
                      <a:pt x="1256" y="0"/>
                    </a:lnTo>
                    <a:lnTo>
                      <a:pt x="1267" y="0"/>
                    </a:lnTo>
                    <a:lnTo>
                      <a:pt x="1300" y="0"/>
                    </a:lnTo>
                    <a:lnTo>
                      <a:pt x="1333" y="0"/>
                    </a:lnTo>
                    <a:lnTo>
                      <a:pt x="1344" y="0"/>
                    </a:lnTo>
                    <a:lnTo>
                      <a:pt x="1355" y="0"/>
                    </a:lnTo>
                    <a:lnTo>
                      <a:pt x="1366" y="0"/>
                    </a:lnTo>
                    <a:lnTo>
                      <a:pt x="1377" y="0"/>
                    </a:lnTo>
                    <a:lnTo>
                      <a:pt x="1389" y="0"/>
                    </a:lnTo>
                    <a:lnTo>
                      <a:pt x="1422" y="0"/>
                    </a:lnTo>
                    <a:lnTo>
                      <a:pt x="1455" y="0"/>
                    </a:lnTo>
                    <a:lnTo>
                      <a:pt x="1466" y="0"/>
                    </a:lnTo>
                    <a:lnTo>
                      <a:pt x="1477" y="0"/>
                    </a:lnTo>
                    <a:lnTo>
                      <a:pt x="1488" y="0"/>
                    </a:lnTo>
                    <a:lnTo>
                      <a:pt x="1499" y="0"/>
                    </a:lnTo>
                    <a:lnTo>
                      <a:pt x="1510" y="0"/>
                    </a:lnTo>
                    <a:lnTo>
                      <a:pt x="1543" y="0"/>
                    </a:lnTo>
                    <a:lnTo>
                      <a:pt x="1554" y="0"/>
                    </a:lnTo>
                    <a:lnTo>
                      <a:pt x="1576" y="0"/>
                    </a:lnTo>
                    <a:lnTo>
                      <a:pt x="1587" y="0"/>
                    </a:lnTo>
                    <a:lnTo>
                      <a:pt x="1598" y="0"/>
                    </a:lnTo>
                    <a:lnTo>
                      <a:pt x="1609" y="0"/>
                    </a:lnTo>
                    <a:lnTo>
                      <a:pt x="1620" y="0"/>
                    </a:lnTo>
                    <a:lnTo>
                      <a:pt x="1631" y="0"/>
                    </a:lnTo>
                    <a:lnTo>
                      <a:pt x="1642" y="0"/>
                    </a:lnTo>
                    <a:lnTo>
                      <a:pt x="1664" y="0"/>
                    </a:lnTo>
                    <a:lnTo>
                      <a:pt x="1675" y="0"/>
                    </a:lnTo>
                    <a:lnTo>
                      <a:pt x="1697" y="0"/>
                    </a:lnTo>
                    <a:lnTo>
                      <a:pt x="1708" y="0"/>
                    </a:lnTo>
                    <a:lnTo>
                      <a:pt x="1719" y="0"/>
                    </a:lnTo>
                    <a:lnTo>
                      <a:pt x="1730" y="0"/>
                    </a:lnTo>
                    <a:lnTo>
                      <a:pt x="1741" y="0"/>
                    </a:lnTo>
                    <a:lnTo>
                      <a:pt x="1752" y="0"/>
                    </a:lnTo>
                    <a:lnTo>
                      <a:pt x="1763" y="0"/>
                    </a:lnTo>
                    <a:lnTo>
                      <a:pt x="1785" y="0"/>
                    </a:lnTo>
                    <a:lnTo>
                      <a:pt x="1796" y="0"/>
                    </a:lnTo>
                    <a:lnTo>
                      <a:pt x="1818" y="0"/>
                    </a:lnTo>
                    <a:lnTo>
                      <a:pt x="1829" y="0"/>
                    </a:lnTo>
                    <a:lnTo>
                      <a:pt x="1840" y="0"/>
                    </a:lnTo>
                    <a:lnTo>
                      <a:pt x="1851" y="0"/>
                    </a:lnTo>
                    <a:lnTo>
                      <a:pt x="1862" y="0"/>
                    </a:lnTo>
                    <a:lnTo>
                      <a:pt x="1873" y="0"/>
                    </a:lnTo>
                    <a:lnTo>
                      <a:pt x="1884" y="0"/>
                    </a:lnTo>
                    <a:lnTo>
                      <a:pt x="1906" y="0"/>
                    </a:lnTo>
                    <a:lnTo>
                      <a:pt x="1917" y="0"/>
                    </a:lnTo>
                    <a:lnTo>
                      <a:pt x="1950" y="0"/>
                    </a:lnTo>
                    <a:lnTo>
                      <a:pt x="1961" y="0"/>
                    </a:lnTo>
                    <a:lnTo>
                      <a:pt x="1972" y="0"/>
                    </a:lnTo>
                    <a:lnTo>
                      <a:pt x="1983" y="0"/>
                    </a:lnTo>
                    <a:lnTo>
                      <a:pt x="1995" y="0"/>
                    </a:lnTo>
                    <a:lnTo>
                      <a:pt x="2006" y="0"/>
                    </a:lnTo>
                    <a:lnTo>
                      <a:pt x="2028" y="0"/>
                    </a:lnTo>
                    <a:lnTo>
                      <a:pt x="2039" y="0"/>
                    </a:lnTo>
                    <a:lnTo>
                      <a:pt x="2072" y="0"/>
                    </a:lnTo>
                    <a:lnTo>
                      <a:pt x="2083" y="0"/>
                    </a:lnTo>
                    <a:lnTo>
                      <a:pt x="2094" y="0"/>
                    </a:lnTo>
                    <a:lnTo>
                      <a:pt x="2105" y="0"/>
                    </a:lnTo>
                    <a:lnTo>
                      <a:pt x="2116" y="0"/>
                    </a:lnTo>
                    <a:lnTo>
                      <a:pt x="2127" y="0"/>
                    </a:lnTo>
                    <a:lnTo>
                      <a:pt x="2160" y="0"/>
                    </a:lnTo>
                    <a:lnTo>
                      <a:pt x="2193" y="0"/>
                    </a:lnTo>
                    <a:lnTo>
                      <a:pt x="2204" y="0"/>
                    </a:lnTo>
                    <a:lnTo>
                      <a:pt x="2215" y="0"/>
                    </a:lnTo>
                    <a:lnTo>
                      <a:pt x="2226" y="0"/>
                    </a:lnTo>
                    <a:lnTo>
                      <a:pt x="2237" y="0"/>
                    </a:lnTo>
                    <a:lnTo>
                      <a:pt x="2248" y="0"/>
                    </a:lnTo>
                    <a:lnTo>
                      <a:pt x="2281" y="0"/>
                    </a:lnTo>
                    <a:lnTo>
                      <a:pt x="2314" y="0"/>
                    </a:lnTo>
                    <a:lnTo>
                      <a:pt x="2325" y="0"/>
                    </a:lnTo>
                    <a:lnTo>
                      <a:pt x="2336" y="0"/>
                    </a:lnTo>
                    <a:lnTo>
                      <a:pt x="2347" y="0"/>
                    </a:lnTo>
                    <a:lnTo>
                      <a:pt x="2358" y="0"/>
                    </a:lnTo>
                    <a:lnTo>
                      <a:pt x="2369" y="0"/>
                    </a:lnTo>
                    <a:lnTo>
                      <a:pt x="2402" y="0"/>
                    </a:lnTo>
                    <a:lnTo>
                      <a:pt x="2435" y="0"/>
                    </a:lnTo>
                    <a:lnTo>
                      <a:pt x="2446" y="0"/>
                    </a:lnTo>
                    <a:lnTo>
                      <a:pt x="2457" y="0"/>
                    </a:lnTo>
                    <a:lnTo>
                      <a:pt x="2468" y="0"/>
                    </a:lnTo>
                    <a:lnTo>
                      <a:pt x="2479" y="0"/>
                    </a:lnTo>
                    <a:lnTo>
                      <a:pt x="2490" y="0"/>
                    </a:lnTo>
                    <a:lnTo>
                      <a:pt x="2501" y="0"/>
                    </a:lnTo>
                    <a:lnTo>
                      <a:pt x="2512" y="0"/>
                    </a:lnTo>
                    <a:lnTo>
                      <a:pt x="2523" y="0"/>
                    </a:lnTo>
                    <a:lnTo>
                      <a:pt x="2534" y="0"/>
                    </a:lnTo>
                    <a:lnTo>
                      <a:pt x="2545" y="0"/>
                    </a:lnTo>
                    <a:lnTo>
                      <a:pt x="2556" y="0"/>
                    </a:lnTo>
                    <a:lnTo>
                      <a:pt x="2567" y="0"/>
                    </a:lnTo>
                    <a:lnTo>
                      <a:pt x="2578" y="0"/>
                    </a:lnTo>
                    <a:lnTo>
                      <a:pt x="2590" y="0"/>
                    </a:lnTo>
                    <a:lnTo>
                      <a:pt x="2601" y="0"/>
                    </a:lnTo>
                    <a:lnTo>
                      <a:pt x="2612" y="0"/>
                    </a:lnTo>
                    <a:lnTo>
                      <a:pt x="2623" y="0"/>
                    </a:lnTo>
                    <a:lnTo>
                      <a:pt x="2634" y="0"/>
                    </a:lnTo>
                    <a:lnTo>
                      <a:pt x="2645" y="0"/>
                    </a:lnTo>
                    <a:lnTo>
                      <a:pt x="2656" y="0"/>
                    </a:lnTo>
                    <a:lnTo>
                      <a:pt x="2667" y="0"/>
                    </a:lnTo>
                    <a:lnTo>
                      <a:pt x="2678" y="0"/>
                    </a:lnTo>
                    <a:lnTo>
                      <a:pt x="2689" y="0"/>
                    </a:lnTo>
                    <a:lnTo>
                      <a:pt x="2700" y="0"/>
                    </a:lnTo>
                    <a:lnTo>
                      <a:pt x="2711" y="0"/>
                    </a:lnTo>
                    <a:lnTo>
                      <a:pt x="2722" y="0"/>
                    </a:lnTo>
                    <a:lnTo>
                      <a:pt x="2733" y="0"/>
                    </a:lnTo>
                    <a:lnTo>
                      <a:pt x="2766" y="0"/>
                    </a:lnTo>
                    <a:lnTo>
                      <a:pt x="2799" y="0"/>
                    </a:lnTo>
                    <a:lnTo>
                      <a:pt x="2810" y="0"/>
                    </a:lnTo>
                    <a:lnTo>
                      <a:pt x="2821" y="0"/>
                    </a:lnTo>
                    <a:lnTo>
                      <a:pt x="2832" y="0"/>
                    </a:lnTo>
                    <a:lnTo>
                      <a:pt x="2843" y="0"/>
                    </a:lnTo>
                    <a:lnTo>
                      <a:pt x="2854" y="0"/>
                    </a:lnTo>
                    <a:lnTo>
                      <a:pt x="2887" y="0"/>
                    </a:lnTo>
                    <a:lnTo>
                      <a:pt x="2920" y="0"/>
                    </a:lnTo>
                    <a:lnTo>
                      <a:pt x="2931" y="0"/>
                    </a:lnTo>
                    <a:lnTo>
                      <a:pt x="2942" y="0"/>
                    </a:lnTo>
                    <a:lnTo>
                      <a:pt x="2953" y="0"/>
                    </a:lnTo>
                    <a:lnTo>
                      <a:pt x="2964" y="0"/>
                    </a:lnTo>
                    <a:lnTo>
                      <a:pt x="2975" y="0"/>
                    </a:lnTo>
                    <a:lnTo>
                      <a:pt x="3008" y="0"/>
                    </a:lnTo>
                    <a:lnTo>
                      <a:pt x="3041" y="0"/>
                    </a:lnTo>
                    <a:lnTo>
                      <a:pt x="3052" y="0"/>
                    </a:lnTo>
                    <a:lnTo>
                      <a:pt x="3063" y="0"/>
                    </a:lnTo>
                    <a:lnTo>
                      <a:pt x="3074" y="0"/>
                    </a:lnTo>
                    <a:lnTo>
                      <a:pt x="3085" y="0"/>
                    </a:lnTo>
                    <a:lnTo>
                      <a:pt x="3096" y="0"/>
                    </a:lnTo>
                    <a:lnTo>
                      <a:pt x="3129" y="0"/>
                    </a:lnTo>
                    <a:lnTo>
                      <a:pt x="3140" y="0"/>
                    </a:lnTo>
                    <a:lnTo>
                      <a:pt x="3162" y="0"/>
                    </a:lnTo>
                    <a:lnTo>
                      <a:pt x="3173" y="0"/>
                    </a:lnTo>
                    <a:lnTo>
                      <a:pt x="3184" y="0"/>
                    </a:lnTo>
                    <a:lnTo>
                      <a:pt x="3196" y="0"/>
                    </a:lnTo>
                    <a:lnTo>
                      <a:pt x="3207" y="0"/>
                    </a:lnTo>
                    <a:lnTo>
                      <a:pt x="3218" y="0"/>
                    </a:lnTo>
                    <a:lnTo>
                      <a:pt x="3251" y="0"/>
                    </a:lnTo>
                    <a:lnTo>
                      <a:pt x="3262" y="0"/>
                    </a:lnTo>
                    <a:lnTo>
                      <a:pt x="3284" y="0"/>
                    </a:lnTo>
                    <a:lnTo>
                      <a:pt x="3295" y="0"/>
                    </a:lnTo>
                    <a:lnTo>
                      <a:pt x="3306" y="0"/>
                    </a:lnTo>
                    <a:lnTo>
                      <a:pt x="3317" y="0"/>
                    </a:lnTo>
                    <a:lnTo>
                      <a:pt x="3328" y="0"/>
                    </a:lnTo>
                    <a:lnTo>
                      <a:pt x="3339" y="0"/>
                    </a:lnTo>
                    <a:lnTo>
                      <a:pt x="3350" y="0"/>
                    </a:lnTo>
                    <a:lnTo>
                      <a:pt x="3372" y="0"/>
                    </a:lnTo>
                    <a:lnTo>
                      <a:pt x="3383" y="0"/>
                    </a:lnTo>
                    <a:lnTo>
                      <a:pt x="3405" y="0"/>
                    </a:lnTo>
                    <a:lnTo>
                      <a:pt x="3416" y="0"/>
                    </a:lnTo>
                    <a:lnTo>
                      <a:pt x="3427" y="0"/>
                    </a:lnTo>
                    <a:lnTo>
                      <a:pt x="3438" y="0"/>
                    </a:lnTo>
                    <a:lnTo>
                      <a:pt x="3449" y="0"/>
                    </a:lnTo>
                    <a:lnTo>
                      <a:pt x="3460" y="0"/>
                    </a:lnTo>
                    <a:lnTo>
                      <a:pt x="3471" y="0"/>
                    </a:lnTo>
                    <a:lnTo>
                      <a:pt x="3493" y="0"/>
                    </a:lnTo>
                    <a:lnTo>
                      <a:pt x="3504" y="0"/>
                    </a:lnTo>
                    <a:lnTo>
                      <a:pt x="3526" y="0"/>
                    </a:lnTo>
                    <a:lnTo>
                      <a:pt x="3537" y="0"/>
                    </a:lnTo>
                    <a:lnTo>
                      <a:pt x="3548" y="0"/>
                    </a:lnTo>
                    <a:lnTo>
                      <a:pt x="3559" y="0"/>
                    </a:lnTo>
                    <a:lnTo>
                      <a:pt x="3570" y="0"/>
                    </a:lnTo>
                    <a:lnTo>
                      <a:pt x="3581" y="0"/>
                    </a:lnTo>
                    <a:lnTo>
                      <a:pt x="3592" y="0"/>
                    </a:lnTo>
                    <a:lnTo>
                      <a:pt x="3614" y="0"/>
                    </a:lnTo>
                    <a:lnTo>
                      <a:pt x="3625" y="0"/>
                    </a:lnTo>
                    <a:lnTo>
                      <a:pt x="3658" y="0"/>
                    </a:lnTo>
                    <a:lnTo>
                      <a:pt x="3669" y="0"/>
                    </a:lnTo>
                    <a:lnTo>
                      <a:pt x="3680" y="0"/>
                    </a:lnTo>
                    <a:lnTo>
                      <a:pt x="3691" y="0"/>
                    </a:lnTo>
                    <a:lnTo>
                      <a:pt x="3702" y="0"/>
                    </a:lnTo>
                    <a:lnTo>
                      <a:pt x="3713" y="0"/>
                    </a:lnTo>
                    <a:lnTo>
                      <a:pt x="3746" y="0"/>
                    </a:lnTo>
                    <a:lnTo>
                      <a:pt x="3779" y="0"/>
                    </a:lnTo>
                    <a:lnTo>
                      <a:pt x="3790" y="0"/>
                    </a:lnTo>
                    <a:lnTo>
                      <a:pt x="3802" y="0"/>
                    </a:lnTo>
                    <a:lnTo>
                      <a:pt x="3813" y="0"/>
                    </a:lnTo>
                    <a:lnTo>
                      <a:pt x="3824" y="0"/>
                    </a:lnTo>
                    <a:lnTo>
                      <a:pt x="3835" y="0"/>
                    </a:lnTo>
                    <a:lnTo>
                      <a:pt x="3868" y="0"/>
                    </a:lnTo>
                    <a:lnTo>
                      <a:pt x="3901" y="0"/>
                    </a:lnTo>
                    <a:lnTo>
                      <a:pt x="3912" y="0"/>
                    </a:lnTo>
                    <a:lnTo>
                      <a:pt x="3923" y="0"/>
                    </a:lnTo>
                    <a:lnTo>
                      <a:pt x="3934" y="0"/>
                    </a:lnTo>
                    <a:lnTo>
                      <a:pt x="3945" y="0"/>
                    </a:lnTo>
                    <a:lnTo>
                      <a:pt x="3956" y="0"/>
                    </a:lnTo>
                    <a:lnTo>
                      <a:pt x="3989" y="0"/>
                    </a:lnTo>
                    <a:lnTo>
                      <a:pt x="4022" y="0"/>
                    </a:lnTo>
                    <a:lnTo>
                      <a:pt x="4033" y="0"/>
                    </a:lnTo>
                    <a:lnTo>
                      <a:pt x="4044" y="0"/>
                    </a:lnTo>
                    <a:lnTo>
                      <a:pt x="4055" y="0"/>
                    </a:lnTo>
                    <a:lnTo>
                      <a:pt x="4066" y="0"/>
                    </a:lnTo>
                    <a:lnTo>
                      <a:pt x="4077" y="0"/>
                    </a:lnTo>
                    <a:lnTo>
                      <a:pt x="4110" y="0"/>
                    </a:lnTo>
                    <a:lnTo>
                      <a:pt x="4143" y="0"/>
                    </a:lnTo>
                    <a:lnTo>
                      <a:pt x="4154" y="0"/>
                    </a:lnTo>
                    <a:lnTo>
                      <a:pt x="4165" y="0"/>
                    </a:lnTo>
                    <a:lnTo>
                      <a:pt x="4176" y="0"/>
                    </a:lnTo>
                    <a:lnTo>
                      <a:pt x="4187" y="0"/>
                    </a:lnTo>
                    <a:lnTo>
                      <a:pt x="4198" y="0"/>
                    </a:lnTo>
                    <a:lnTo>
                      <a:pt x="4231" y="0"/>
                    </a:lnTo>
                    <a:lnTo>
                      <a:pt x="4264" y="0"/>
                    </a:lnTo>
                    <a:lnTo>
                      <a:pt x="4275" y="0"/>
                    </a:lnTo>
                    <a:lnTo>
                      <a:pt x="4286" y="0"/>
                    </a:lnTo>
                    <a:lnTo>
                      <a:pt x="4297" y="0"/>
                    </a:lnTo>
                    <a:lnTo>
                      <a:pt x="4308" y="0"/>
                    </a:lnTo>
                    <a:lnTo>
                      <a:pt x="4319" y="0"/>
                    </a:lnTo>
                    <a:lnTo>
                      <a:pt x="4352" y="0"/>
                    </a:lnTo>
                    <a:lnTo>
                      <a:pt x="4385" y="0"/>
                    </a:lnTo>
                    <a:lnTo>
                      <a:pt x="4396" y="0"/>
                    </a:lnTo>
                    <a:lnTo>
                      <a:pt x="4408" y="0"/>
                    </a:lnTo>
                    <a:lnTo>
                      <a:pt x="4419" y="0"/>
                    </a:lnTo>
                    <a:lnTo>
                      <a:pt x="4430" y="0"/>
                    </a:lnTo>
                    <a:lnTo>
                      <a:pt x="4441" y="0"/>
                    </a:lnTo>
                    <a:lnTo>
                      <a:pt x="4474" y="0"/>
                    </a:lnTo>
                    <a:lnTo>
                      <a:pt x="4507" y="0"/>
                    </a:lnTo>
                    <a:lnTo>
                      <a:pt x="4518" y="0"/>
                    </a:lnTo>
                    <a:lnTo>
                      <a:pt x="4529" y="0"/>
                    </a:lnTo>
                    <a:lnTo>
                      <a:pt x="4540" y="0"/>
                    </a:lnTo>
                    <a:lnTo>
                      <a:pt x="4551" y="0"/>
                    </a:lnTo>
                    <a:lnTo>
                      <a:pt x="4562" y="0"/>
                    </a:lnTo>
                    <a:lnTo>
                      <a:pt x="4595" y="0"/>
                    </a:lnTo>
                    <a:lnTo>
                      <a:pt x="4628" y="0"/>
                    </a:lnTo>
                    <a:lnTo>
                      <a:pt x="4639" y="0"/>
                    </a:lnTo>
                    <a:lnTo>
                      <a:pt x="4650" y="0"/>
                    </a:lnTo>
                    <a:lnTo>
                      <a:pt x="4661" y="0"/>
                    </a:lnTo>
                    <a:lnTo>
                      <a:pt x="4672" y="0"/>
                    </a:lnTo>
                    <a:lnTo>
                      <a:pt x="4683" y="0"/>
                    </a:lnTo>
                    <a:lnTo>
                      <a:pt x="4716" y="0"/>
                    </a:lnTo>
                    <a:lnTo>
                      <a:pt x="4749" y="0"/>
                    </a:lnTo>
                    <a:lnTo>
                      <a:pt x="4760" y="0"/>
                    </a:lnTo>
                    <a:lnTo>
                      <a:pt x="4771" y="0"/>
                    </a:lnTo>
                    <a:lnTo>
                      <a:pt x="4782" y="0"/>
                    </a:lnTo>
                    <a:lnTo>
                      <a:pt x="4793" y="0"/>
                    </a:lnTo>
                    <a:lnTo>
                      <a:pt x="4804" y="0"/>
                    </a:lnTo>
                    <a:lnTo>
                      <a:pt x="4837" y="0"/>
                    </a:lnTo>
                    <a:lnTo>
                      <a:pt x="4848" y="0"/>
                    </a:lnTo>
                    <a:lnTo>
                      <a:pt x="4870" y="0"/>
                    </a:lnTo>
                    <a:lnTo>
                      <a:pt x="4881" y="0"/>
                    </a:lnTo>
                    <a:lnTo>
                      <a:pt x="4892" y="0"/>
                    </a:lnTo>
                    <a:lnTo>
                      <a:pt x="4903" y="0"/>
                    </a:lnTo>
                    <a:lnTo>
                      <a:pt x="4914" y="0"/>
                    </a:lnTo>
                    <a:lnTo>
                      <a:pt x="4925" y="0"/>
                    </a:lnTo>
                    <a:lnTo>
                      <a:pt x="4936" y="0"/>
                    </a:lnTo>
                    <a:lnTo>
                      <a:pt x="4958" y="0"/>
                    </a:lnTo>
                    <a:lnTo>
                      <a:pt x="4969" y="0"/>
                    </a:lnTo>
                    <a:lnTo>
                      <a:pt x="4991" y="0"/>
                    </a:lnTo>
                    <a:lnTo>
                      <a:pt x="5002" y="0"/>
                    </a:lnTo>
                    <a:lnTo>
                      <a:pt x="5014" y="0"/>
                    </a:lnTo>
                    <a:lnTo>
                      <a:pt x="5025" y="0"/>
                    </a:lnTo>
                    <a:lnTo>
                      <a:pt x="5036" y="0"/>
                    </a:lnTo>
                    <a:lnTo>
                      <a:pt x="5047" y="0"/>
                    </a:lnTo>
                    <a:lnTo>
                      <a:pt x="5058" y="0"/>
                    </a:lnTo>
                    <a:lnTo>
                      <a:pt x="5080" y="0"/>
                    </a:lnTo>
                    <a:lnTo>
                      <a:pt x="5091" y="0"/>
                    </a:lnTo>
                    <a:lnTo>
                      <a:pt x="5113" y="0"/>
                    </a:lnTo>
                    <a:lnTo>
                      <a:pt x="5124" y="0"/>
                    </a:lnTo>
                    <a:lnTo>
                      <a:pt x="5135" y="0"/>
                    </a:lnTo>
                    <a:lnTo>
                      <a:pt x="5146" y="0"/>
                    </a:lnTo>
                    <a:lnTo>
                      <a:pt x="5157" y="0"/>
                    </a:lnTo>
                    <a:lnTo>
                      <a:pt x="5168" y="0"/>
                    </a:lnTo>
                    <a:lnTo>
                      <a:pt x="5179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1" name="Rectangle 69"/>
              <p:cNvSpPr/>
              <p:nvPr/>
            </p:nvSpPr>
            <p:spPr>
              <a:xfrm>
                <a:off x="3827160" y="3121200"/>
                <a:ext cx="31500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ff"/>
                    </a:solidFill>
                    <a:effectLst/>
                    <a:uFillTx/>
                    <a:latin typeface="Arial"/>
                  </a:rPr>
                  <a:t>DISP_X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2" name="Freeform 70"/>
              <p:cNvSpPr/>
              <p:nvPr/>
            </p:nvSpPr>
            <p:spPr>
              <a:xfrm>
                <a:off x="442800" y="3102120"/>
                <a:ext cx="8221680" cy="1440"/>
              </a:xfrm>
              <a:custGeom>
                <a:avLst/>
                <a:gdLst>
                  <a:gd name="textAreaLeft" fmla="*/ 0 w 8221680"/>
                  <a:gd name="textAreaRight" fmla="*/ 8222040 w 8221680"/>
                  <a:gd name="textAreaTop" fmla="*/ 0 h 1440"/>
                  <a:gd name="textAreaBottom" fmla="*/ 1800 h 1440"/>
                  <a:gd name="GluePoint1X" fmla="*/ 44 w 5179"/>
                  <a:gd name="GluePoint1Y" fmla="*/ 0 h 1"/>
                  <a:gd name="GluePoint2X" fmla="*/ 143 w 5179"/>
                  <a:gd name="GluePoint2Y" fmla="*/ 0 h 1"/>
                  <a:gd name="GluePoint3X" fmla="*/ 254 w 5179"/>
                  <a:gd name="GluePoint3Y" fmla="*/ 0 h 1"/>
                  <a:gd name="GluePoint4X" fmla="*/ 298 w 5179"/>
                  <a:gd name="GluePoint4Y" fmla="*/ 0 h 1"/>
                  <a:gd name="GluePoint5X" fmla="*/ 397 w 5179"/>
                  <a:gd name="GluePoint5Y" fmla="*/ 0 h 1"/>
                  <a:gd name="GluePoint6X" fmla="*/ 496 w 5179"/>
                  <a:gd name="GluePoint6Y" fmla="*/ 0 h 1"/>
                  <a:gd name="GluePoint7X" fmla="*/ 606 w 5179"/>
                  <a:gd name="GluePoint7Y" fmla="*/ 0 h 1"/>
                  <a:gd name="GluePoint8X" fmla="*/ 650 w 5179"/>
                  <a:gd name="GluePoint8Y" fmla="*/ 0 h 1"/>
                  <a:gd name="GluePoint9X" fmla="*/ 749 w 5179"/>
                  <a:gd name="GluePoint9Y" fmla="*/ 0 h 1"/>
                  <a:gd name="GluePoint10X" fmla="*/ 849 w 5179"/>
                  <a:gd name="GluePoint10Y" fmla="*/ 0 h 1"/>
                  <a:gd name="GluePoint11X" fmla="*/ 904 w 5179"/>
                  <a:gd name="GluePoint11Y" fmla="*/ 0 h 1"/>
                  <a:gd name="GluePoint12X" fmla="*/ 1003 w 5179"/>
                  <a:gd name="GluePoint12Y" fmla="*/ 0 h 1"/>
                  <a:gd name="GluePoint13X" fmla="*/ 1102 w 5179"/>
                  <a:gd name="GluePoint13Y" fmla="*/ 0 h 1"/>
                  <a:gd name="GluePoint14X" fmla="*/ 1146 w 5179"/>
                  <a:gd name="GluePoint14Y" fmla="*/ 0 h 1"/>
                  <a:gd name="GluePoint15X" fmla="*/ 1245 w 5179"/>
                  <a:gd name="GluePoint15Y" fmla="*/ 0 h 1"/>
                  <a:gd name="GluePoint16X" fmla="*/ 1355 w 5179"/>
                  <a:gd name="GluePoint16Y" fmla="*/ 0 h 1"/>
                  <a:gd name="GluePoint17X" fmla="*/ 1422 w 5179"/>
                  <a:gd name="GluePoint17Y" fmla="*/ 0 h 1"/>
                  <a:gd name="GluePoint18X" fmla="*/ 1499 w 5179"/>
                  <a:gd name="GluePoint18Y" fmla="*/ 0 h 1"/>
                  <a:gd name="GluePoint19X" fmla="*/ 1598 w 5179"/>
                  <a:gd name="GluePoint19Y" fmla="*/ 0 h 1"/>
                  <a:gd name="GluePoint20X" fmla="*/ 1697 w 5179"/>
                  <a:gd name="GluePoint20Y" fmla="*/ 0 h 1"/>
                  <a:gd name="GluePoint21X" fmla="*/ 1752 w 5179"/>
                  <a:gd name="GluePoint21Y" fmla="*/ 0 h 1"/>
                  <a:gd name="GluePoint22X" fmla="*/ 1851 w 5179"/>
                  <a:gd name="GluePoint22Y" fmla="*/ 0 h 1"/>
                  <a:gd name="GluePoint23X" fmla="*/ 1950 w 5179"/>
                  <a:gd name="GluePoint23Y" fmla="*/ 0 h 1"/>
                  <a:gd name="GluePoint24X" fmla="*/ 1995 w 5179"/>
                  <a:gd name="GluePoint24Y" fmla="*/ 0 h 1"/>
                  <a:gd name="GluePoint25X" fmla="*/ 2105 w 5179"/>
                  <a:gd name="GluePoint25Y" fmla="*/ 0 h 1"/>
                  <a:gd name="GluePoint26X" fmla="*/ 2204 w 5179"/>
                  <a:gd name="GluePoint26Y" fmla="*/ 0 h 1"/>
                  <a:gd name="GluePoint27X" fmla="*/ 2248 w 5179"/>
                  <a:gd name="GluePoint27Y" fmla="*/ 0 h 1"/>
                  <a:gd name="GluePoint28X" fmla="*/ 2347 w 5179"/>
                  <a:gd name="GluePoint28Y" fmla="*/ 0 h 1"/>
                  <a:gd name="GluePoint29X" fmla="*/ 2446 w 5179"/>
                  <a:gd name="GluePoint29Y" fmla="*/ 0 h 1"/>
                  <a:gd name="GluePoint30X" fmla="*/ 2501 w 5179"/>
                  <a:gd name="GluePoint30Y" fmla="*/ 0 h 1"/>
                  <a:gd name="GluePoint31X" fmla="*/ 2545 w 5179"/>
                  <a:gd name="GluePoint31Y" fmla="*/ 0 h 1"/>
                  <a:gd name="GluePoint32X" fmla="*/ 2601 w 5179"/>
                  <a:gd name="GluePoint32Y" fmla="*/ 0 h 1"/>
                  <a:gd name="GluePoint33X" fmla="*/ 2645 w 5179"/>
                  <a:gd name="GluePoint33Y" fmla="*/ 0 h 1"/>
                  <a:gd name="GluePoint34X" fmla="*/ 2700 w 5179"/>
                  <a:gd name="GluePoint34Y" fmla="*/ 0 h 1"/>
                  <a:gd name="GluePoint35X" fmla="*/ 2799 w 5179"/>
                  <a:gd name="GluePoint35Y" fmla="*/ 0 h 1"/>
                  <a:gd name="GluePoint36X" fmla="*/ 2843 w 5179"/>
                  <a:gd name="GluePoint36Y" fmla="*/ 0 h 1"/>
                  <a:gd name="GluePoint37X" fmla="*/ 2942 w 5179"/>
                  <a:gd name="GluePoint37Y" fmla="*/ 0 h 1"/>
                  <a:gd name="GluePoint38X" fmla="*/ 3052 w 5179"/>
                  <a:gd name="GluePoint38Y" fmla="*/ 0 h 1"/>
                  <a:gd name="GluePoint39X" fmla="*/ 3096 w 5179"/>
                  <a:gd name="GluePoint39Y" fmla="*/ 0 h 1"/>
                  <a:gd name="GluePoint40X" fmla="*/ 3196 w 5179"/>
                  <a:gd name="GluePoint40Y" fmla="*/ 0 h 1"/>
                  <a:gd name="GluePoint41X" fmla="*/ 3295 w 5179"/>
                  <a:gd name="GluePoint41Y" fmla="*/ 0 h 1"/>
                  <a:gd name="GluePoint42X" fmla="*/ 3350 w 5179"/>
                  <a:gd name="GluePoint42Y" fmla="*/ 0 h 1"/>
                  <a:gd name="GluePoint43X" fmla="*/ 3449 w 5179"/>
                  <a:gd name="GluePoint43Y" fmla="*/ 0 h 1"/>
                  <a:gd name="GluePoint44X" fmla="*/ 3548 w 5179"/>
                  <a:gd name="GluePoint44Y" fmla="*/ 0 h 1"/>
                  <a:gd name="GluePoint45X" fmla="*/ 3625 w 5179"/>
                  <a:gd name="GluePoint45Y" fmla="*/ 0 h 1"/>
                  <a:gd name="GluePoint46X" fmla="*/ 3702 w 5179"/>
                  <a:gd name="GluePoint46Y" fmla="*/ 0 h 1"/>
                  <a:gd name="GluePoint47X" fmla="*/ 3802 w 5179"/>
                  <a:gd name="GluePoint47Y" fmla="*/ 0 h 1"/>
                  <a:gd name="GluePoint48X" fmla="*/ 3901 w 5179"/>
                  <a:gd name="GluePoint48Y" fmla="*/ 0 h 1"/>
                  <a:gd name="GluePoint49X" fmla="*/ 3945 w 5179"/>
                  <a:gd name="GluePoint49Y" fmla="*/ 0 h 1"/>
                  <a:gd name="GluePoint50X" fmla="*/ 4044 w 5179"/>
                  <a:gd name="GluePoint50Y" fmla="*/ 0 h 1"/>
                  <a:gd name="GluePoint51X" fmla="*/ 4154 w 5179"/>
                  <a:gd name="GluePoint51Y" fmla="*/ 0 h 1"/>
                  <a:gd name="GluePoint52X" fmla="*/ 4198 w 5179"/>
                  <a:gd name="GluePoint52Y" fmla="*/ 0 h 1"/>
                  <a:gd name="GluePoint53X" fmla="*/ 4297 w 5179"/>
                  <a:gd name="GluePoint53Y" fmla="*/ 0 h 1"/>
                  <a:gd name="GluePoint54X" fmla="*/ 4396 w 5179"/>
                  <a:gd name="GluePoint54Y" fmla="*/ 0 h 1"/>
                  <a:gd name="GluePoint55X" fmla="*/ 4474 w 5179"/>
                  <a:gd name="GluePoint55Y" fmla="*/ 0 h 1"/>
                  <a:gd name="GluePoint56X" fmla="*/ 4551 w 5179"/>
                  <a:gd name="GluePoint56Y" fmla="*/ 0 h 1"/>
                  <a:gd name="GluePoint57X" fmla="*/ 4650 w 5179"/>
                  <a:gd name="GluePoint57Y" fmla="*/ 0 h 1"/>
                  <a:gd name="GluePoint58X" fmla="*/ 4749 w 5179"/>
                  <a:gd name="GluePoint58Y" fmla="*/ 0 h 1"/>
                  <a:gd name="GluePoint59X" fmla="*/ 4804 w 5179"/>
                  <a:gd name="GluePoint59Y" fmla="*/ 0 h 1"/>
                  <a:gd name="GluePoint60X" fmla="*/ 4903 w 5179"/>
                  <a:gd name="GluePoint60Y" fmla="*/ 0 h 1"/>
                  <a:gd name="GluePoint61X" fmla="*/ 5002 w 5179"/>
                  <a:gd name="GluePoint61Y" fmla="*/ 0 h 1"/>
                  <a:gd name="GluePoint62X" fmla="*/ 5047 w 5179"/>
                  <a:gd name="GluePoint62Y" fmla="*/ 0 h 1"/>
                  <a:gd name="GluePoint63X" fmla="*/ 5146 w 5179"/>
                  <a:gd name="GluePoint63Y" fmla="*/ 0 h 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5179" h="1">
                    <a:moveTo>
                      <a:pt x="0" y="0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2" y="0"/>
                    </a:lnTo>
                    <a:lnTo>
                      <a:pt x="33" y="0"/>
                    </a:lnTo>
                    <a:lnTo>
                      <a:pt x="44" y="0"/>
                    </a:lnTo>
                    <a:lnTo>
                      <a:pt x="55" y="0"/>
                    </a:lnTo>
                    <a:lnTo>
                      <a:pt x="77" y="0"/>
                    </a:lnTo>
                    <a:lnTo>
                      <a:pt x="88" y="0"/>
                    </a:lnTo>
                    <a:lnTo>
                      <a:pt x="110" y="0"/>
                    </a:lnTo>
                    <a:lnTo>
                      <a:pt x="121" y="0"/>
                    </a:lnTo>
                    <a:lnTo>
                      <a:pt x="132" y="0"/>
                    </a:lnTo>
                    <a:lnTo>
                      <a:pt x="143" y="0"/>
                    </a:lnTo>
                    <a:lnTo>
                      <a:pt x="154" y="0"/>
                    </a:lnTo>
                    <a:lnTo>
                      <a:pt x="165" y="0"/>
                    </a:lnTo>
                    <a:lnTo>
                      <a:pt x="177" y="0"/>
                    </a:lnTo>
                    <a:lnTo>
                      <a:pt x="199" y="0"/>
                    </a:lnTo>
                    <a:lnTo>
                      <a:pt x="210" y="0"/>
                    </a:lnTo>
                    <a:lnTo>
                      <a:pt x="232" y="0"/>
                    </a:lnTo>
                    <a:lnTo>
                      <a:pt x="243" y="0"/>
                    </a:lnTo>
                    <a:lnTo>
                      <a:pt x="254" y="0"/>
                    </a:lnTo>
                    <a:lnTo>
                      <a:pt x="265" y="0"/>
                    </a:lnTo>
                    <a:lnTo>
                      <a:pt x="276" y="0"/>
                    </a:lnTo>
                    <a:lnTo>
                      <a:pt x="287" y="0"/>
                    </a:lnTo>
                    <a:lnTo>
                      <a:pt x="298" y="0"/>
                    </a:lnTo>
                    <a:lnTo>
                      <a:pt x="320" y="0"/>
                    </a:lnTo>
                    <a:lnTo>
                      <a:pt x="331" y="0"/>
                    </a:lnTo>
                    <a:lnTo>
                      <a:pt x="364" y="0"/>
                    </a:lnTo>
                    <a:lnTo>
                      <a:pt x="375" y="0"/>
                    </a:lnTo>
                    <a:lnTo>
                      <a:pt x="386" y="0"/>
                    </a:lnTo>
                    <a:lnTo>
                      <a:pt x="397" y="0"/>
                    </a:lnTo>
                    <a:lnTo>
                      <a:pt x="408" y="0"/>
                    </a:lnTo>
                    <a:lnTo>
                      <a:pt x="419" y="0"/>
                    </a:lnTo>
                    <a:lnTo>
                      <a:pt x="452" y="0"/>
                    </a:lnTo>
                    <a:lnTo>
                      <a:pt x="485" y="0"/>
                    </a:lnTo>
                    <a:lnTo>
                      <a:pt x="496" y="0"/>
                    </a:lnTo>
                    <a:lnTo>
                      <a:pt x="507" y="0"/>
                    </a:lnTo>
                    <a:lnTo>
                      <a:pt x="518" y="0"/>
                    </a:lnTo>
                    <a:lnTo>
                      <a:pt x="529" y="0"/>
                    </a:lnTo>
                    <a:lnTo>
                      <a:pt x="540" y="0"/>
                    </a:lnTo>
                    <a:lnTo>
                      <a:pt x="573" y="0"/>
                    </a:lnTo>
                    <a:lnTo>
                      <a:pt x="606" y="0"/>
                    </a:lnTo>
                    <a:lnTo>
                      <a:pt x="617" y="0"/>
                    </a:lnTo>
                    <a:lnTo>
                      <a:pt x="628" y="0"/>
                    </a:lnTo>
                    <a:lnTo>
                      <a:pt x="639" y="0"/>
                    </a:lnTo>
                    <a:lnTo>
                      <a:pt x="650" y="0"/>
                    </a:lnTo>
                    <a:lnTo>
                      <a:pt x="661" y="0"/>
                    </a:lnTo>
                    <a:lnTo>
                      <a:pt x="694" y="0"/>
                    </a:lnTo>
                    <a:lnTo>
                      <a:pt x="727" y="0"/>
                    </a:lnTo>
                    <a:lnTo>
                      <a:pt x="738" y="0"/>
                    </a:lnTo>
                    <a:lnTo>
                      <a:pt x="749" y="0"/>
                    </a:lnTo>
                    <a:lnTo>
                      <a:pt x="760" y="0"/>
                    </a:lnTo>
                    <a:lnTo>
                      <a:pt x="771" y="0"/>
                    </a:lnTo>
                    <a:lnTo>
                      <a:pt x="783" y="0"/>
                    </a:lnTo>
                    <a:lnTo>
                      <a:pt x="816" y="0"/>
                    </a:lnTo>
                    <a:lnTo>
                      <a:pt x="849" y="0"/>
                    </a:lnTo>
                    <a:lnTo>
                      <a:pt x="860" y="0"/>
                    </a:lnTo>
                    <a:lnTo>
                      <a:pt x="871" y="0"/>
                    </a:lnTo>
                    <a:lnTo>
                      <a:pt x="882" y="0"/>
                    </a:lnTo>
                    <a:lnTo>
                      <a:pt x="893" y="0"/>
                    </a:lnTo>
                    <a:lnTo>
                      <a:pt x="904" y="0"/>
                    </a:lnTo>
                    <a:lnTo>
                      <a:pt x="937" y="0"/>
                    </a:lnTo>
                    <a:lnTo>
                      <a:pt x="970" y="0"/>
                    </a:lnTo>
                    <a:lnTo>
                      <a:pt x="981" y="0"/>
                    </a:lnTo>
                    <a:lnTo>
                      <a:pt x="992" y="0"/>
                    </a:lnTo>
                    <a:lnTo>
                      <a:pt x="1003" y="0"/>
                    </a:lnTo>
                    <a:lnTo>
                      <a:pt x="1014" y="0"/>
                    </a:lnTo>
                    <a:lnTo>
                      <a:pt x="1025" y="0"/>
                    </a:lnTo>
                    <a:lnTo>
                      <a:pt x="1058" y="0"/>
                    </a:lnTo>
                    <a:lnTo>
                      <a:pt x="1091" y="0"/>
                    </a:lnTo>
                    <a:lnTo>
                      <a:pt x="1102" y="0"/>
                    </a:lnTo>
                    <a:lnTo>
                      <a:pt x="1113" y="0"/>
                    </a:lnTo>
                    <a:lnTo>
                      <a:pt x="1124" y="0"/>
                    </a:lnTo>
                    <a:lnTo>
                      <a:pt x="1135" y="0"/>
                    </a:lnTo>
                    <a:lnTo>
                      <a:pt x="1146" y="0"/>
                    </a:lnTo>
                    <a:lnTo>
                      <a:pt x="1179" y="0"/>
                    </a:lnTo>
                    <a:lnTo>
                      <a:pt x="1212" y="0"/>
                    </a:lnTo>
                    <a:lnTo>
                      <a:pt x="1223" y="0"/>
                    </a:lnTo>
                    <a:lnTo>
                      <a:pt x="1234" y="0"/>
                    </a:lnTo>
                    <a:lnTo>
                      <a:pt x="1245" y="0"/>
                    </a:lnTo>
                    <a:lnTo>
                      <a:pt x="1256" y="0"/>
                    </a:lnTo>
                    <a:lnTo>
                      <a:pt x="1267" y="0"/>
                    </a:lnTo>
                    <a:lnTo>
                      <a:pt x="1300" y="0"/>
                    </a:lnTo>
                    <a:lnTo>
                      <a:pt x="1333" y="0"/>
                    </a:lnTo>
                    <a:lnTo>
                      <a:pt x="1344" y="0"/>
                    </a:lnTo>
                    <a:lnTo>
                      <a:pt x="1355" y="0"/>
                    </a:lnTo>
                    <a:lnTo>
                      <a:pt x="1366" y="0"/>
                    </a:lnTo>
                    <a:lnTo>
                      <a:pt x="1377" y="0"/>
                    </a:lnTo>
                    <a:lnTo>
                      <a:pt x="1389" y="0"/>
                    </a:lnTo>
                    <a:lnTo>
                      <a:pt x="1422" y="0"/>
                    </a:lnTo>
                    <a:lnTo>
                      <a:pt x="1455" y="0"/>
                    </a:lnTo>
                    <a:lnTo>
                      <a:pt x="1466" y="0"/>
                    </a:lnTo>
                    <a:lnTo>
                      <a:pt x="1477" y="0"/>
                    </a:lnTo>
                    <a:lnTo>
                      <a:pt x="1488" y="0"/>
                    </a:lnTo>
                    <a:lnTo>
                      <a:pt x="1499" y="0"/>
                    </a:lnTo>
                    <a:lnTo>
                      <a:pt x="1510" y="0"/>
                    </a:lnTo>
                    <a:lnTo>
                      <a:pt x="1543" y="0"/>
                    </a:lnTo>
                    <a:lnTo>
                      <a:pt x="1554" y="0"/>
                    </a:lnTo>
                    <a:lnTo>
                      <a:pt x="1576" y="0"/>
                    </a:lnTo>
                    <a:lnTo>
                      <a:pt x="1587" y="0"/>
                    </a:lnTo>
                    <a:lnTo>
                      <a:pt x="1598" y="0"/>
                    </a:lnTo>
                    <a:lnTo>
                      <a:pt x="1609" y="0"/>
                    </a:lnTo>
                    <a:lnTo>
                      <a:pt x="1620" y="0"/>
                    </a:lnTo>
                    <a:lnTo>
                      <a:pt x="1631" y="0"/>
                    </a:lnTo>
                    <a:lnTo>
                      <a:pt x="1642" y="0"/>
                    </a:lnTo>
                    <a:lnTo>
                      <a:pt x="1664" y="0"/>
                    </a:lnTo>
                    <a:lnTo>
                      <a:pt x="1675" y="0"/>
                    </a:lnTo>
                    <a:lnTo>
                      <a:pt x="1697" y="0"/>
                    </a:lnTo>
                    <a:lnTo>
                      <a:pt x="1708" y="0"/>
                    </a:lnTo>
                    <a:lnTo>
                      <a:pt x="1719" y="0"/>
                    </a:lnTo>
                    <a:lnTo>
                      <a:pt x="1730" y="0"/>
                    </a:lnTo>
                    <a:lnTo>
                      <a:pt x="1741" y="0"/>
                    </a:lnTo>
                    <a:lnTo>
                      <a:pt x="1752" y="0"/>
                    </a:lnTo>
                    <a:lnTo>
                      <a:pt x="1763" y="0"/>
                    </a:lnTo>
                    <a:lnTo>
                      <a:pt x="1785" y="0"/>
                    </a:lnTo>
                    <a:lnTo>
                      <a:pt x="1796" y="0"/>
                    </a:lnTo>
                    <a:lnTo>
                      <a:pt x="1818" y="0"/>
                    </a:lnTo>
                    <a:lnTo>
                      <a:pt x="1829" y="0"/>
                    </a:lnTo>
                    <a:lnTo>
                      <a:pt x="1840" y="0"/>
                    </a:lnTo>
                    <a:lnTo>
                      <a:pt x="1851" y="0"/>
                    </a:lnTo>
                    <a:lnTo>
                      <a:pt x="1862" y="0"/>
                    </a:lnTo>
                    <a:lnTo>
                      <a:pt x="1873" y="0"/>
                    </a:lnTo>
                    <a:lnTo>
                      <a:pt x="1884" y="0"/>
                    </a:lnTo>
                    <a:lnTo>
                      <a:pt x="1906" y="0"/>
                    </a:lnTo>
                    <a:lnTo>
                      <a:pt x="1917" y="0"/>
                    </a:lnTo>
                    <a:lnTo>
                      <a:pt x="1950" y="0"/>
                    </a:lnTo>
                    <a:lnTo>
                      <a:pt x="1961" y="0"/>
                    </a:lnTo>
                    <a:lnTo>
                      <a:pt x="1972" y="0"/>
                    </a:lnTo>
                    <a:lnTo>
                      <a:pt x="1983" y="0"/>
                    </a:lnTo>
                    <a:lnTo>
                      <a:pt x="1995" y="0"/>
                    </a:lnTo>
                    <a:lnTo>
                      <a:pt x="2006" y="0"/>
                    </a:lnTo>
                    <a:lnTo>
                      <a:pt x="2028" y="0"/>
                    </a:lnTo>
                    <a:lnTo>
                      <a:pt x="2039" y="0"/>
                    </a:lnTo>
                    <a:lnTo>
                      <a:pt x="2072" y="0"/>
                    </a:lnTo>
                    <a:lnTo>
                      <a:pt x="2083" y="0"/>
                    </a:lnTo>
                    <a:lnTo>
                      <a:pt x="2094" y="0"/>
                    </a:lnTo>
                    <a:lnTo>
                      <a:pt x="2105" y="0"/>
                    </a:lnTo>
                    <a:lnTo>
                      <a:pt x="2116" y="0"/>
                    </a:lnTo>
                    <a:lnTo>
                      <a:pt x="2127" y="0"/>
                    </a:lnTo>
                    <a:lnTo>
                      <a:pt x="2160" y="0"/>
                    </a:lnTo>
                    <a:lnTo>
                      <a:pt x="2193" y="0"/>
                    </a:lnTo>
                    <a:lnTo>
                      <a:pt x="2204" y="0"/>
                    </a:lnTo>
                    <a:lnTo>
                      <a:pt x="2215" y="0"/>
                    </a:lnTo>
                    <a:lnTo>
                      <a:pt x="2226" y="0"/>
                    </a:lnTo>
                    <a:lnTo>
                      <a:pt x="2237" y="0"/>
                    </a:lnTo>
                    <a:lnTo>
                      <a:pt x="2248" y="0"/>
                    </a:lnTo>
                    <a:lnTo>
                      <a:pt x="2281" y="0"/>
                    </a:lnTo>
                    <a:lnTo>
                      <a:pt x="2314" y="0"/>
                    </a:lnTo>
                    <a:lnTo>
                      <a:pt x="2325" y="0"/>
                    </a:lnTo>
                    <a:lnTo>
                      <a:pt x="2336" y="0"/>
                    </a:lnTo>
                    <a:lnTo>
                      <a:pt x="2347" y="0"/>
                    </a:lnTo>
                    <a:lnTo>
                      <a:pt x="2358" y="0"/>
                    </a:lnTo>
                    <a:lnTo>
                      <a:pt x="2369" y="0"/>
                    </a:lnTo>
                    <a:lnTo>
                      <a:pt x="2402" y="0"/>
                    </a:lnTo>
                    <a:lnTo>
                      <a:pt x="2435" y="0"/>
                    </a:lnTo>
                    <a:lnTo>
                      <a:pt x="2446" y="0"/>
                    </a:lnTo>
                    <a:lnTo>
                      <a:pt x="2457" y="0"/>
                    </a:lnTo>
                    <a:lnTo>
                      <a:pt x="2468" y="0"/>
                    </a:lnTo>
                    <a:lnTo>
                      <a:pt x="2479" y="0"/>
                    </a:lnTo>
                    <a:lnTo>
                      <a:pt x="2490" y="0"/>
                    </a:lnTo>
                    <a:lnTo>
                      <a:pt x="2501" y="0"/>
                    </a:lnTo>
                    <a:lnTo>
                      <a:pt x="2512" y="0"/>
                    </a:lnTo>
                    <a:lnTo>
                      <a:pt x="2523" y="0"/>
                    </a:lnTo>
                    <a:lnTo>
                      <a:pt x="2534" y="0"/>
                    </a:lnTo>
                    <a:lnTo>
                      <a:pt x="2545" y="0"/>
                    </a:lnTo>
                    <a:lnTo>
                      <a:pt x="2556" y="0"/>
                    </a:lnTo>
                    <a:lnTo>
                      <a:pt x="2567" y="0"/>
                    </a:lnTo>
                    <a:lnTo>
                      <a:pt x="2578" y="0"/>
                    </a:lnTo>
                    <a:lnTo>
                      <a:pt x="2590" y="0"/>
                    </a:lnTo>
                    <a:lnTo>
                      <a:pt x="2601" y="0"/>
                    </a:lnTo>
                    <a:lnTo>
                      <a:pt x="2612" y="0"/>
                    </a:lnTo>
                    <a:lnTo>
                      <a:pt x="2623" y="0"/>
                    </a:lnTo>
                    <a:lnTo>
                      <a:pt x="2634" y="0"/>
                    </a:lnTo>
                    <a:lnTo>
                      <a:pt x="2645" y="0"/>
                    </a:lnTo>
                    <a:lnTo>
                      <a:pt x="2656" y="0"/>
                    </a:lnTo>
                    <a:lnTo>
                      <a:pt x="2667" y="0"/>
                    </a:lnTo>
                    <a:lnTo>
                      <a:pt x="2678" y="0"/>
                    </a:lnTo>
                    <a:lnTo>
                      <a:pt x="2689" y="0"/>
                    </a:lnTo>
                    <a:lnTo>
                      <a:pt x="2700" y="0"/>
                    </a:lnTo>
                    <a:lnTo>
                      <a:pt x="2711" y="0"/>
                    </a:lnTo>
                    <a:lnTo>
                      <a:pt x="2722" y="0"/>
                    </a:lnTo>
                    <a:lnTo>
                      <a:pt x="2733" y="0"/>
                    </a:lnTo>
                    <a:lnTo>
                      <a:pt x="2766" y="0"/>
                    </a:lnTo>
                    <a:lnTo>
                      <a:pt x="2799" y="0"/>
                    </a:lnTo>
                    <a:lnTo>
                      <a:pt x="2810" y="0"/>
                    </a:lnTo>
                    <a:lnTo>
                      <a:pt x="2821" y="0"/>
                    </a:lnTo>
                    <a:lnTo>
                      <a:pt x="2832" y="0"/>
                    </a:lnTo>
                    <a:lnTo>
                      <a:pt x="2843" y="0"/>
                    </a:lnTo>
                    <a:lnTo>
                      <a:pt x="2854" y="0"/>
                    </a:lnTo>
                    <a:lnTo>
                      <a:pt x="2887" y="0"/>
                    </a:lnTo>
                    <a:lnTo>
                      <a:pt x="2920" y="0"/>
                    </a:lnTo>
                    <a:lnTo>
                      <a:pt x="2931" y="0"/>
                    </a:lnTo>
                    <a:lnTo>
                      <a:pt x="2942" y="0"/>
                    </a:lnTo>
                    <a:lnTo>
                      <a:pt x="2953" y="0"/>
                    </a:lnTo>
                    <a:lnTo>
                      <a:pt x="2964" y="0"/>
                    </a:lnTo>
                    <a:lnTo>
                      <a:pt x="2975" y="0"/>
                    </a:lnTo>
                    <a:lnTo>
                      <a:pt x="3008" y="0"/>
                    </a:lnTo>
                    <a:lnTo>
                      <a:pt x="3041" y="0"/>
                    </a:lnTo>
                    <a:lnTo>
                      <a:pt x="3052" y="0"/>
                    </a:lnTo>
                    <a:lnTo>
                      <a:pt x="3063" y="0"/>
                    </a:lnTo>
                    <a:lnTo>
                      <a:pt x="3074" y="0"/>
                    </a:lnTo>
                    <a:lnTo>
                      <a:pt x="3085" y="0"/>
                    </a:lnTo>
                    <a:lnTo>
                      <a:pt x="3096" y="0"/>
                    </a:lnTo>
                    <a:lnTo>
                      <a:pt x="3129" y="0"/>
                    </a:lnTo>
                    <a:lnTo>
                      <a:pt x="3140" y="0"/>
                    </a:lnTo>
                    <a:lnTo>
                      <a:pt x="3162" y="0"/>
                    </a:lnTo>
                    <a:lnTo>
                      <a:pt x="3173" y="0"/>
                    </a:lnTo>
                    <a:lnTo>
                      <a:pt x="3184" y="0"/>
                    </a:lnTo>
                    <a:lnTo>
                      <a:pt x="3196" y="0"/>
                    </a:lnTo>
                    <a:lnTo>
                      <a:pt x="3207" y="0"/>
                    </a:lnTo>
                    <a:lnTo>
                      <a:pt x="3218" y="0"/>
                    </a:lnTo>
                    <a:lnTo>
                      <a:pt x="3251" y="0"/>
                    </a:lnTo>
                    <a:lnTo>
                      <a:pt x="3262" y="0"/>
                    </a:lnTo>
                    <a:lnTo>
                      <a:pt x="3284" y="0"/>
                    </a:lnTo>
                    <a:lnTo>
                      <a:pt x="3295" y="0"/>
                    </a:lnTo>
                    <a:lnTo>
                      <a:pt x="3306" y="0"/>
                    </a:lnTo>
                    <a:lnTo>
                      <a:pt x="3317" y="0"/>
                    </a:lnTo>
                    <a:lnTo>
                      <a:pt x="3328" y="0"/>
                    </a:lnTo>
                    <a:lnTo>
                      <a:pt x="3339" y="0"/>
                    </a:lnTo>
                    <a:lnTo>
                      <a:pt x="3350" y="0"/>
                    </a:lnTo>
                    <a:lnTo>
                      <a:pt x="3372" y="0"/>
                    </a:lnTo>
                    <a:lnTo>
                      <a:pt x="3383" y="0"/>
                    </a:lnTo>
                    <a:lnTo>
                      <a:pt x="3405" y="0"/>
                    </a:lnTo>
                    <a:lnTo>
                      <a:pt x="3416" y="0"/>
                    </a:lnTo>
                    <a:lnTo>
                      <a:pt x="3427" y="0"/>
                    </a:lnTo>
                    <a:lnTo>
                      <a:pt x="3438" y="0"/>
                    </a:lnTo>
                    <a:lnTo>
                      <a:pt x="3449" y="0"/>
                    </a:lnTo>
                    <a:lnTo>
                      <a:pt x="3460" y="0"/>
                    </a:lnTo>
                    <a:lnTo>
                      <a:pt x="3471" y="0"/>
                    </a:lnTo>
                    <a:lnTo>
                      <a:pt x="3493" y="0"/>
                    </a:lnTo>
                    <a:lnTo>
                      <a:pt x="3504" y="0"/>
                    </a:lnTo>
                    <a:lnTo>
                      <a:pt x="3526" y="0"/>
                    </a:lnTo>
                    <a:lnTo>
                      <a:pt x="3537" y="0"/>
                    </a:lnTo>
                    <a:lnTo>
                      <a:pt x="3548" y="0"/>
                    </a:lnTo>
                    <a:lnTo>
                      <a:pt x="3559" y="0"/>
                    </a:lnTo>
                    <a:lnTo>
                      <a:pt x="3570" y="0"/>
                    </a:lnTo>
                    <a:lnTo>
                      <a:pt x="3581" y="0"/>
                    </a:lnTo>
                    <a:lnTo>
                      <a:pt x="3592" y="0"/>
                    </a:lnTo>
                    <a:lnTo>
                      <a:pt x="3614" y="0"/>
                    </a:lnTo>
                    <a:lnTo>
                      <a:pt x="3625" y="0"/>
                    </a:lnTo>
                    <a:lnTo>
                      <a:pt x="3658" y="0"/>
                    </a:lnTo>
                    <a:lnTo>
                      <a:pt x="3669" y="0"/>
                    </a:lnTo>
                    <a:lnTo>
                      <a:pt x="3680" y="0"/>
                    </a:lnTo>
                    <a:lnTo>
                      <a:pt x="3691" y="0"/>
                    </a:lnTo>
                    <a:lnTo>
                      <a:pt x="3702" y="0"/>
                    </a:lnTo>
                    <a:lnTo>
                      <a:pt x="3713" y="0"/>
                    </a:lnTo>
                    <a:lnTo>
                      <a:pt x="3746" y="0"/>
                    </a:lnTo>
                    <a:lnTo>
                      <a:pt x="3779" y="0"/>
                    </a:lnTo>
                    <a:lnTo>
                      <a:pt x="3790" y="0"/>
                    </a:lnTo>
                    <a:lnTo>
                      <a:pt x="3802" y="0"/>
                    </a:lnTo>
                    <a:lnTo>
                      <a:pt x="3813" y="0"/>
                    </a:lnTo>
                    <a:lnTo>
                      <a:pt x="3824" y="0"/>
                    </a:lnTo>
                    <a:lnTo>
                      <a:pt x="3835" y="0"/>
                    </a:lnTo>
                    <a:lnTo>
                      <a:pt x="3868" y="0"/>
                    </a:lnTo>
                    <a:lnTo>
                      <a:pt x="3901" y="0"/>
                    </a:lnTo>
                    <a:lnTo>
                      <a:pt x="3912" y="0"/>
                    </a:lnTo>
                    <a:lnTo>
                      <a:pt x="3923" y="0"/>
                    </a:lnTo>
                    <a:lnTo>
                      <a:pt x="3934" y="0"/>
                    </a:lnTo>
                    <a:lnTo>
                      <a:pt x="3945" y="0"/>
                    </a:lnTo>
                    <a:lnTo>
                      <a:pt x="3956" y="0"/>
                    </a:lnTo>
                    <a:lnTo>
                      <a:pt x="3989" y="0"/>
                    </a:lnTo>
                    <a:lnTo>
                      <a:pt x="4022" y="0"/>
                    </a:lnTo>
                    <a:lnTo>
                      <a:pt x="4033" y="0"/>
                    </a:lnTo>
                    <a:lnTo>
                      <a:pt x="4044" y="0"/>
                    </a:lnTo>
                    <a:lnTo>
                      <a:pt x="4055" y="0"/>
                    </a:lnTo>
                    <a:lnTo>
                      <a:pt x="4066" y="0"/>
                    </a:lnTo>
                    <a:lnTo>
                      <a:pt x="4077" y="0"/>
                    </a:lnTo>
                    <a:lnTo>
                      <a:pt x="4110" y="0"/>
                    </a:lnTo>
                    <a:lnTo>
                      <a:pt x="4143" y="0"/>
                    </a:lnTo>
                    <a:lnTo>
                      <a:pt x="4154" y="0"/>
                    </a:lnTo>
                    <a:lnTo>
                      <a:pt x="4165" y="0"/>
                    </a:lnTo>
                    <a:lnTo>
                      <a:pt x="4176" y="0"/>
                    </a:lnTo>
                    <a:lnTo>
                      <a:pt x="4187" y="0"/>
                    </a:lnTo>
                    <a:lnTo>
                      <a:pt x="4198" y="0"/>
                    </a:lnTo>
                    <a:lnTo>
                      <a:pt x="4231" y="0"/>
                    </a:lnTo>
                    <a:lnTo>
                      <a:pt x="4264" y="0"/>
                    </a:lnTo>
                    <a:lnTo>
                      <a:pt x="4275" y="0"/>
                    </a:lnTo>
                    <a:lnTo>
                      <a:pt x="4286" y="0"/>
                    </a:lnTo>
                    <a:lnTo>
                      <a:pt x="4297" y="0"/>
                    </a:lnTo>
                    <a:lnTo>
                      <a:pt x="4308" y="0"/>
                    </a:lnTo>
                    <a:lnTo>
                      <a:pt x="4319" y="0"/>
                    </a:lnTo>
                    <a:lnTo>
                      <a:pt x="4352" y="0"/>
                    </a:lnTo>
                    <a:lnTo>
                      <a:pt x="4385" y="0"/>
                    </a:lnTo>
                    <a:lnTo>
                      <a:pt x="4396" y="0"/>
                    </a:lnTo>
                    <a:lnTo>
                      <a:pt x="4408" y="0"/>
                    </a:lnTo>
                    <a:lnTo>
                      <a:pt x="4419" y="0"/>
                    </a:lnTo>
                    <a:lnTo>
                      <a:pt x="4430" y="0"/>
                    </a:lnTo>
                    <a:lnTo>
                      <a:pt x="4441" y="0"/>
                    </a:lnTo>
                    <a:lnTo>
                      <a:pt x="4474" y="0"/>
                    </a:lnTo>
                    <a:lnTo>
                      <a:pt x="4507" y="0"/>
                    </a:lnTo>
                    <a:lnTo>
                      <a:pt x="4518" y="0"/>
                    </a:lnTo>
                    <a:lnTo>
                      <a:pt x="4529" y="0"/>
                    </a:lnTo>
                    <a:lnTo>
                      <a:pt x="4540" y="0"/>
                    </a:lnTo>
                    <a:lnTo>
                      <a:pt x="4551" y="0"/>
                    </a:lnTo>
                    <a:lnTo>
                      <a:pt x="4562" y="0"/>
                    </a:lnTo>
                    <a:lnTo>
                      <a:pt x="4595" y="0"/>
                    </a:lnTo>
                    <a:lnTo>
                      <a:pt x="4628" y="0"/>
                    </a:lnTo>
                    <a:lnTo>
                      <a:pt x="4639" y="0"/>
                    </a:lnTo>
                    <a:lnTo>
                      <a:pt x="4650" y="0"/>
                    </a:lnTo>
                    <a:lnTo>
                      <a:pt x="4661" y="0"/>
                    </a:lnTo>
                    <a:lnTo>
                      <a:pt x="4672" y="0"/>
                    </a:lnTo>
                    <a:lnTo>
                      <a:pt x="4683" y="0"/>
                    </a:lnTo>
                    <a:lnTo>
                      <a:pt x="4716" y="0"/>
                    </a:lnTo>
                    <a:lnTo>
                      <a:pt x="4749" y="0"/>
                    </a:lnTo>
                    <a:lnTo>
                      <a:pt x="4760" y="0"/>
                    </a:lnTo>
                    <a:lnTo>
                      <a:pt x="4771" y="0"/>
                    </a:lnTo>
                    <a:lnTo>
                      <a:pt x="4782" y="0"/>
                    </a:lnTo>
                    <a:lnTo>
                      <a:pt x="4793" y="0"/>
                    </a:lnTo>
                    <a:lnTo>
                      <a:pt x="4804" y="0"/>
                    </a:lnTo>
                    <a:lnTo>
                      <a:pt x="4837" y="0"/>
                    </a:lnTo>
                    <a:lnTo>
                      <a:pt x="4848" y="0"/>
                    </a:lnTo>
                    <a:lnTo>
                      <a:pt x="4870" y="0"/>
                    </a:lnTo>
                    <a:lnTo>
                      <a:pt x="4881" y="0"/>
                    </a:lnTo>
                    <a:lnTo>
                      <a:pt x="4892" y="0"/>
                    </a:lnTo>
                    <a:lnTo>
                      <a:pt x="4903" y="0"/>
                    </a:lnTo>
                    <a:lnTo>
                      <a:pt x="4914" y="0"/>
                    </a:lnTo>
                    <a:lnTo>
                      <a:pt x="4925" y="0"/>
                    </a:lnTo>
                    <a:lnTo>
                      <a:pt x="4936" y="0"/>
                    </a:lnTo>
                    <a:lnTo>
                      <a:pt x="4958" y="0"/>
                    </a:lnTo>
                    <a:lnTo>
                      <a:pt x="4969" y="0"/>
                    </a:lnTo>
                    <a:lnTo>
                      <a:pt x="4991" y="0"/>
                    </a:lnTo>
                    <a:lnTo>
                      <a:pt x="5002" y="0"/>
                    </a:lnTo>
                    <a:lnTo>
                      <a:pt x="5014" y="0"/>
                    </a:lnTo>
                    <a:lnTo>
                      <a:pt x="5025" y="0"/>
                    </a:lnTo>
                    <a:lnTo>
                      <a:pt x="5036" y="0"/>
                    </a:lnTo>
                    <a:lnTo>
                      <a:pt x="5047" y="0"/>
                    </a:lnTo>
                    <a:lnTo>
                      <a:pt x="5058" y="0"/>
                    </a:lnTo>
                    <a:lnTo>
                      <a:pt x="5080" y="0"/>
                    </a:lnTo>
                    <a:lnTo>
                      <a:pt x="5091" y="0"/>
                    </a:lnTo>
                    <a:lnTo>
                      <a:pt x="5113" y="0"/>
                    </a:lnTo>
                    <a:lnTo>
                      <a:pt x="5124" y="0"/>
                    </a:lnTo>
                    <a:lnTo>
                      <a:pt x="5135" y="0"/>
                    </a:lnTo>
                    <a:lnTo>
                      <a:pt x="5146" y="0"/>
                    </a:lnTo>
                    <a:lnTo>
                      <a:pt x="5157" y="0"/>
                    </a:lnTo>
                    <a:lnTo>
                      <a:pt x="5168" y="0"/>
                    </a:lnTo>
                    <a:lnTo>
                      <a:pt x="51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3" name="Rectangle 71"/>
              <p:cNvSpPr/>
              <p:nvPr/>
            </p:nvSpPr>
            <p:spPr>
              <a:xfrm>
                <a:off x="5052600" y="3121200"/>
                <a:ext cx="315000" cy="106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7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DISP_Y</a:t>
                </a:r>
                <a:endParaRPr b="0" lang="en-IN" sz="7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4" name="Rectangle 72"/>
              <p:cNvSpPr/>
              <p:nvPr/>
            </p:nvSpPr>
            <p:spPr>
              <a:xfrm>
                <a:off x="46044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5" name="Rectangle 73"/>
              <p:cNvSpPr/>
              <p:nvPr/>
            </p:nvSpPr>
            <p:spPr>
              <a:xfrm>
                <a:off x="53028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6" name="Rectangle 74"/>
              <p:cNvSpPr/>
              <p:nvPr/>
            </p:nvSpPr>
            <p:spPr>
              <a:xfrm>
                <a:off x="53028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7" name="Rectangle 75"/>
              <p:cNvSpPr/>
              <p:nvPr/>
            </p:nvSpPr>
            <p:spPr>
              <a:xfrm>
                <a:off x="58248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8" name="Rectangle 76"/>
              <p:cNvSpPr/>
              <p:nvPr/>
            </p:nvSpPr>
            <p:spPr>
              <a:xfrm>
                <a:off x="6174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69" name="Rectangle 77"/>
              <p:cNvSpPr/>
              <p:nvPr/>
            </p:nvSpPr>
            <p:spPr>
              <a:xfrm>
                <a:off x="65232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0" name="Rectangle 78"/>
              <p:cNvSpPr/>
              <p:nvPr/>
            </p:nvSpPr>
            <p:spPr>
              <a:xfrm>
                <a:off x="72396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1" name="Rectangle 79"/>
              <p:cNvSpPr/>
              <p:nvPr/>
            </p:nvSpPr>
            <p:spPr>
              <a:xfrm>
                <a:off x="72396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2" name="Rectangle 80"/>
              <p:cNvSpPr/>
              <p:nvPr/>
            </p:nvSpPr>
            <p:spPr>
              <a:xfrm>
                <a:off x="77616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3" name="Rectangle 81"/>
              <p:cNvSpPr/>
              <p:nvPr/>
            </p:nvSpPr>
            <p:spPr>
              <a:xfrm>
                <a:off x="81108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4" name="Rectangle 82"/>
              <p:cNvSpPr/>
              <p:nvPr/>
            </p:nvSpPr>
            <p:spPr>
              <a:xfrm>
                <a:off x="84600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5" name="Rectangle 83"/>
              <p:cNvSpPr/>
              <p:nvPr/>
            </p:nvSpPr>
            <p:spPr>
              <a:xfrm>
                <a:off x="91584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6" name="Rectangle 84"/>
              <p:cNvSpPr/>
              <p:nvPr/>
            </p:nvSpPr>
            <p:spPr>
              <a:xfrm>
                <a:off x="91584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7" name="Rectangle 85"/>
              <p:cNvSpPr/>
              <p:nvPr/>
            </p:nvSpPr>
            <p:spPr>
              <a:xfrm>
                <a:off x="96840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8" name="Rectangle 86"/>
              <p:cNvSpPr/>
              <p:nvPr/>
            </p:nvSpPr>
            <p:spPr>
              <a:xfrm>
                <a:off x="10206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79" name="Rectangle 87"/>
              <p:cNvSpPr/>
              <p:nvPr/>
            </p:nvSpPr>
            <p:spPr>
              <a:xfrm>
                <a:off x="103824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0" name="Rectangle 88"/>
              <p:cNvSpPr/>
              <p:nvPr/>
            </p:nvSpPr>
            <p:spPr>
              <a:xfrm>
                <a:off x="110808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1" name="Rectangle 89"/>
              <p:cNvSpPr/>
              <p:nvPr/>
            </p:nvSpPr>
            <p:spPr>
              <a:xfrm>
                <a:off x="110808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2" name="Rectangle 90"/>
              <p:cNvSpPr/>
              <p:nvPr/>
            </p:nvSpPr>
            <p:spPr>
              <a:xfrm>
                <a:off x="116064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3" name="Rectangle 91"/>
              <p:cNvSpPr/>
              <p:nvPr/>
            </p:nvSpPr>
            <p:spPr>
              <a:xfrm>
                <a:off x="121284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4" name="Rectangle 92"/>
              <p:cNvSpPr/>
              <p:nvPr/>
            </p:nvSpPr>
            <p:spPr>
              <a:xfrm>
                <a:off x="123048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5" name="Rectangle 93"/>
              <p:cNvSpPr/>
              <p:nvPr/>
            </p:nvSpPr>
            <p:spPr>
              <a:xfrm>
                <a:off x="130032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6" name="Rectangle 94"/>
              <p:cNvSpPr/>
              <p:nvPr/>
            </p:nvSpPr>
            <p:spPr>
              <a:xfrm>
                <a:off x="130032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7" name="Rectangle 95"/>
              <p:cNvSpPr/>
              <p:nvPr/>
            </p:nvSpPr>
            <p:spPr>
              <a:xfrm>
                <a:off x="135252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8" name="Rectangle 96"/>
              <p:cNvSpPr/>
              <p:nvPr/>
            </p:nvSpPr>
            <p:spPr>
              <a:xfrm>
                <a:off x="140508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89" name="Rectangle 97"/>
              <p:cNvSpPr/>
              <p:nvPr/>
            </p:nvSpPr>
            <p:spPr>
              <a:xfrm>
                <a:off x="142236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0" name="Rectangle 98"/>
              <p:cNvSpPr/>
              <p:nvPr/>
            </p:nvSpPr>
            <p:spPr>
              <a:xfrm>
                <a:off x="14922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1" name="Rectangle 99"/>
              <p:cNvSpPr/>
              <p:nvPr/>
            </p:nvSpPr>
            <p:spPr>
              <a:xfrm>
                <a:off x="149220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2" name="Rectangle 100"/>
              <p:cNvSpPr/>
              <p:nvPr/>
            </p:nvSpPr>
            <p:spPr>
              <a:xfrm>
                <a:off x="154476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3" name="Rectangle 101"/>
              <p:cNvSpPr/>
              <p:nvPr/>
            </p:nvSpPr>
            <p:spPr>
              <a:xfrm>
                <a:off x="159696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4" name="Rectangle 102"/>
              <p:cNvSpPr/>
              <p:nvPr/>
            </p:nvSpPr>
            <p:spPr>
              <a:xfrm>
                <a:off x="1614600" y="3260880"/>
                <a:ext cx="5220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5" name="Rectangle 103"/>
              <p:cNvSpPr/>
              <p:nvPr/>
            </p:nvSpPr>
            <p:spPr>
              <a:xfrm>
                <a:off x="168588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6" name="Rectangle 104"/>
              <p:cNvSpPr/>
              <p:nvPr/>
            </p:nvSpPr>
            <p:spPr>
              <a:xfrm>
                <a:off x="168588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7" name="Rectangle 105"/>
              <p:cNvSpPr/>
              <p:nvPr/>
            </p:nvSpPr>
            <p:spPr>
              <a:xfrm>
                <a:off x="173844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8" name="Rectangle 106"/>
              <p:cNvSpPr/>
              <p:nvPr/>
            </p:nvSpPr>
            <p:spPr>
              <a:xfrm>
                <a:off x="179064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699" name="Rectangle 107"/>
              <p:cNvSpPr/>
              <p:nvPr/>
            </p:nvSpPr>
            <p:spPr>
              <a:xfrm>
                <a:off x="1808280" y="3260880"/>
                <a:ext cx="5220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0" name="Rectangle 108"/>
              <p:cNvSpPr/>
              <p:nvPr/>
            </p:nvSpPr>
            <p:spPr>
              <a:xfrm>
                <a:off x="187812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1" name="Rectangle 109"/>
              <p:cNvSpPr/>
              <p:nvPr/>
            </p:nvSpPr>
            <p:spPr>
              <a:xfrm>
                <a:off x="187812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2" name="Rectangle 110"/>
              <p:cNvSpPr/>
              <p:nvPr/>
            </p:nvSpPr>
            <p:spPr>
              <a:xfrm>
                <a:off x="193032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3" name="Rectangle 111"/>
              <p:cNvSpPr/>
              <p:nvPr/>
            </p:nvSpPr>
            <p:spPr>
              <a:xfrm>
                <a:off x="198288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4" name="Rectangle 112"/>
              <p:cNvSpPr/>
              <p:nvPr/>
            </p:nvSpPr>
            <p:spPr>
              <a:xfrm>
                <a:off x="2000160" y="3260880"/>
                <a:ext cx="5256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5" name="Rectangle 113"/>
              <p:cNvSpPr/>
              <p:nvPr/>
            </p:nvSpPr>
            <p:spPr>
              <a:xfrm>
                <a:off x="20700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6" name="Rectangle 114"/>
              <p:cNvSpPr/>
              <p:nvPr/>
            </p:nvSpPr>
            <p:spPr>
              <a:xfrm>
                <a:off x="207000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7" name="Rectangle 115"/>
              <p:cNvSpPr/>
              <p:nvPr/>
            </p:nvSpPr>
            <p:spPr>
              <a:xfrm>
                <a:off x="212256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8" name="Rectangle 116"/>
              <p:cNvSpPr/>
              <p:nvPr/>
            </p:nvSpPr>
            <p:spPr>
              <a:xfrm>
                <a:off x="217476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09" name="Rectangle 117"/>
              <p:cNvSpPr/>
              <p:nvPr/>
            </p:nvSpPr>
            <p:spPr>
              <a:xfrm>
                <a:off x="2192400" y="3260880"/>
                <a:ext cx="5220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0" name="Rectangle 118"/>
              <p:cNvSpPr/>
              <p:nvPr/>
            </p:nvSpPr>
            <p:spPr>
              <a:xfrm>
                <a:off x="226224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1" name="Rectangle 119"/>
              <p:cNvSpPr/>
              <p:nvPr/>
            </p:nvSpPr>
            <p:spPr>
              <a:xfrm>
                <a:off x="226224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2" name="Rectangle 120"/>
              <p:cNvSpPr/>
              <p:nvPr/>
            </p:nvSpPr>
            <p:spPr>
              <a:xfrm>
                <a:off x="231444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3" name="Rectangle 121"/>
              <p:cNvSpPr/>
              <p:nvPr/>
            </p:nvSpPr>
            <p:spPr>
              <a:xfrm>
                <a:off x="236700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4" name="Rectangle 122"/>
              <p:cNvSpPr/>
              <p:nvPr/>
            </p:nvSpPr>
            <p:spPr>
              <a:xfrm>
                <a:off x="240192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5" name="Rectangle 123"/>
              <p:cNvSpPr/>
              <p:nvPr/>
            </p:nvSpPr>
            <p:spPr>
              <a:xfrm>
                <a:off x="245412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6" name="Rectangle 124"/>
              <p:cNvSpPr/>
              <p:nvPr/>
            </p:nvSpPr>
            <p:spPr>
              <a:xfrm>
                <a:off x="245412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7" name="Rectangle 125"/>
              <p:cNvSpPr/>
              <p:nvPr/>
            </p:nvSpPr>
            <p:spPr>
              <a:xfrm>
                <a:off x="250668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8" name="Rectangle 126"/>
              <p:cNvSpPr/>
              <p:nvPr/>
            </p:nvSpPr>
            <p:spPr>
              <a:xfrm>
                <a:off x="255888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19" name="Rectangle 127"/>
              <p:cNvSpPr/>
              <p:nvPr/>
            </p:nvSpPr>
            <p:spPr>
              <a:xfrm>
                <a:off x="2593800" y="3260880"/>
                <a:ext cx="3528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0" name="Rectangle 128"/>
              <p:cNvSpPr/>
              <p:nvPr/>
            </p:nvSpPr>
            <p:spPr>
              <a:xfrm>
                <a:off x="26478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1" name="Rectangle 129"/>
              <p:cNvSpPr/>
              <p:nvPr/>
            </p:nvSpPr>
            <p:spPr>
              <a:xfrm>
                <a:off x="264780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2" name="Rectangle 130"/>
              <p:cNvSpPr/>
              <p:nvPr/>
            </p:nvSpPr>
            <p:spPr>
              <a:xfrm>
                <a:off x="270036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3" name="Rectangle 131"/>
              <p:cNvSpPr/>
              <p:nvPr/>
            </p:nvSpPr>
            <p:spPr>
              <a:xfrm>
                <a:off x="275256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4" name="Rectangle 132"/>
              <p:cNvSpPr/>
              <p:nvPr/>
            </p:nvSpPr>
            <p:spPr>
              <a:xfrm>
                <a:off x="278748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5" name="Rectangle 133"/>
              <p:cNvSpPr/>
              <p:nvPr/>
            </p:nvSpPr>
            <p:spPr>
              <a:xfrm>
                <a:off x="284004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6" name="Rectangle 134"/>
              <p:cNvSpPr/>
              <p:nvPr/>
            </p:nvSpPr>
            <p:spPr>
              <a:xfrm>
                <a:off x="284004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7" name="Rectangle 135"/>
              <p:cNvSpPr/>
              <p:nvPr/>
            </p:nvSpPr>
            <p:spPr>
              <a:xfrm>
                <a:off x="290988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8" name="Rectangle 136"/>
              <p:cNvSpPr/>
              <p:nvPr/>
            </p:nvSpPr>
            <p:spPr>
              <a:xfrm>
                <a:off x="29448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29" name="Rectangle 137"/>
              <p:cNvSpPr/>
              <p:nvPr/>
            </p:nvSpPr>
            <p:spPr>
              <a:xfrm>
                <a:off x="297972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0" name="Rectangle 138"/>
              <p:cNvSpPr/>
              <p:nvPr/>
            </p:nvSpPr>
            <p:spPr>
              <a:xfrm>
                <a:off x="304956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1" name="Rectangle 139"/>
              <p:cNvSpPr/>
              <p:nvPr/>
            </p:nvSpPr>
            <p:spPr>
              <a:xfrm>
                <a:off x="304956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2" name="Rectangle 140"/>
              <p:cNvSpPr/>
              <p:nvPr/>
            </p:nvSpPr>
            <p:spPr>
              <a:xfrm>
                <a:off x="310212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3" name="Rectangle 141"/>
              <p:cNvSpPr/>
              <p:nvPr/>
            </p:nvSpPr>
            <p:spPr>
              <a:xfrm>
                <a:off x="313704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4" name="Rectangle 142"/>
              <p:cNvSpPr/>
              <p:nvPr/>
            </p:nvSpPr>
            <p:spPr>
              <a:xfrm>
                <a:off x="317196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5" name="Rectangle 143"/>
              <p:cNvSpPr/>
              <p:nvPr/>
            </p:nvSpPr>
            <p:spPr>
              <a:xfrm>
                <a:off x="324180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6" name="Rectangle 144"/>
              <p:cNvSpPr/>
              <p:nvPr/>
            </p:nvSpPr>
            <p:spPr>
              <a:xfrm>
                <a:off x="324180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7" name="Rectangle 145"/>
              <p:cNvSpPr/>
              <p:nvPr/>
            </p:nvSpPr>
            <p:spPr>
              <a:xfrm>
                <a:off x="329400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8" name="Rectangle 146"/>
              <p:cNvSpPr/>
              <p:nvPr/>
            </p:nvSpPr>
            <p:spPr>
              <a:xfrm>
                <a:off x="332892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39" name="Rectangle 147"/>
              <p:cNvSpPr/>
              <p:nvPr/>
            </p:nvSpPr>
            <p:spPr>
              <a:xfrm>
                <a:off x="336384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0" name="Rectangle 148"/>
              <p:cNvSpPr/>
              <p:nvPr/>
            </p:nvSpPr>
            <p:spPr>
              <a:xfrm>
                <a:off x="343368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1" name="Rectangle 149"/>
              <p:cNvSpPr/>
              <p:nvPr/>
            </p:nvSpPr>
            <p:spPr>
              <a:xfrm>
                <a:off x="343368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2" name="Rectangle 150"/>
              <p:cNvSpPr/>
              <p:nvPr/>
            </p:nvSpPr>
            <p:spPr>
              <a:xfrm>
                <a:off x="348624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3" name="Rectangle 151"/>
              <p:cNvSpPr/>
              <p:nvPr/>
            </p:nvSpPr>
            <p:spPr>
              <a:xfrm>
                <a:off x="353844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4" name="Rectangle 152"/>
              <p:cNvSpPr/>
              <p:nvPr/>
            </p:nvSpPr>
            <p:spPr>
              <a:xfrm>
                <a:off x="355608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5" name="Rectangle 153"/>
              <p:cNvSpPr/>
              <p:nvPr/>
            </p:nvSpPr>
            <p:spPr>
              <a:xfrm>
                <a:off x="362736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6" name="Rectangle 154"/>
              <p:cNvSpPr/>
              <p:nvPr/>
            </p:nvSpPr>
            <p:spPr>
              <a:xfrm>
                <a:off x="362736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7" name="Rectangle 155"/>
              <p:cNvSpPr/>
              <p:nvPr/>
            </p:nvSpPr>
            <p:spPr>
              <a:xfrm>
                <a:off x="367992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8" name="Rectangle 156"/>
              <p:cNvSpPr/>
              <p:nvPr/>
            </p:nvSpPr>
            <p:spPr>
              <a:xfrm>
                <a:off x="373212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49" name="Rectangle 157"/>
              <p:cNvSpPr/>
              <p:nvPr/>
            </p:nvSpPr>
            <p:spPr>
              <a:xfrm>
                <a:off x="374976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0" name="Rectangle 158"/>
              <p:cNvSpPr/>
              <p:nvPr/>
            </p:nvSpPr>
            <p:spPr>
              <a:xfrm>
                <a:off x="381960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1" name="Rectangle 159"/>
              <p:cNvSpPr/>
              <p:nvPr/>
            </p:nvSpPr>
            <p:spPr>
              <a:xfrm>
                <a:off x="381960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2" name="Rectangle 160"/>
              <p:cNvSpPr/>
              <p:nvPr/>
            </p:nvSpPr>
            <p:spPr>
              <a:xfrm>
                <a:off x="387180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3" name="Rectangle 161"/>
              <p:cNvSpPr/>
              <p:nvPr/>
            </p:nvSpPr>
            <p:spPr>
              <a:xfrm>
                <a:off x="392436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4" name="Rectangle 162"/>
              <p:cNvSpPr/>
              <p:nvPr/>
            </p:nvSpPr>
            <p:spPr>
              <a:xfrm>
                <a:off x="394164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5" name="Rectangle 163"/>
              <p:cNvSpPr/>
              <p:nvPr/>
            </p:nvSpPr>
            <p:spPr>
              <a:xfrm>
                <a:off x="401148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6" name="Rectangle 164"/>
              <p:cNvSpPr/>
              <p:nvPr/>
            </p:nvSpPr>
            <p:spPr>
              <a:xfrm>
                <a:off x="401148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7" name="Rectangle 165"/>
              <p:cNvSpPr/>
              <p:nvPr/>
            </p:nvSpPr>
            <p:spPr>
              <a:xfrm>
                <a:off x="406404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8" name="Rectangle 166"/>
              <p:cNvSpPr/>
              <p:nvPr/>
            </p:nvSpPr>
            <p:spPr>
              <a:xfrm>
                <a:off x="411624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59" name="Rectangle 167"/>
              <p:cNvSpPr/>
              <p:nvPr/>
            </p:nvSpPr>
            <p:spPr>
              <a:xfrm>
                <a:off x="4133880" y="3260880"/>
                <a:ext cx="5220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0" name="Rectangle 168"/>
              <p:cNvSpPr/>
              <p:nvPr/>
            </p:nvSpPr>
            <p:spPr>
              <a:xfrm>
                <a:off x="420372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1" name="Rectangle 169"/>
              <p:cNvSpPr/>
              <p:nvPr/>
            </p:nvSpPr>
            <p:spPr>
              <a:xfrm>
                <a:off x="420372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2" name="Rectangle 170"/>
              <p:cNvSpPr/>
              <p:nvPr/>
            </p:nvSpPr>
            <p:spPr>
              <a:xfrm>
                <a:off x="425592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3" name="Rectangle 171"/>
              <p:cNvSpPr/>
              <p:nvPr/>
            </p:nvSpPr>
            <p:spPr>
              <a:xfrm>
                <a:off x="430848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4" name="Rectangle 172"/>
              <p:cNvSpPr/>
              <p:nvPr/>
            </p:nvSpPr>
            <p:spPr>
              <a:xfrm>
                <a:off x="4325760" y="3260880"/>
                <a:ext cx="5256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5" name="Rectangle 173"/>
              <p:cNvSpPr/>
              <p:nvPr/>
            </p:nvSpPr>
            <p:spPr>
              <a:xfrm>
                <a:off x="4518000" y="3260880"/>
                <a:ext cx="5400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6" name="Rectangle 174"/>
              <p:cNvSpPr/>
              <p:nvPr/>
            </p:nvSpPr>
            <p:spPr>
              <a:xfrm>
                <a:off x="4711680" y="3260880"/>
                <a:ext cx="5256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7" name="Rectangle 175"/>
              <p:cNvSpPr/>
              <p:nvPr/>
            </p:nvSpPr>
            <p:spPr>
              <a:xfrm>
                <a:off x="478152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8" name="Rectangle 176"/>
              <p:cNvSpPr/>
              <p:nvPr/>
            </p:nvSpPr>
            <p:spPr>
              <a:xfrm>
                <a:off x="478152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69" name="Rectangle 177"/>
              <p:cNvSpPr/>
              <p:nvPr/>
            </p:nvSpPr>
            <p:spPr>
              <a:xfrm>
                <a:off x="483408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0" name="Rectangle 178"/>
              <p:cNvSpPr/>
              <p:nvPr/>
            </p:nvSpPr>
            <p:spPr>
              <a:xfrm>
                <a:off x="488628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1" name="Rectangle 179"/>
              <p:cNvSpPr/>
              <p:nvPr/>
            </p:nvSpPr>
            <p:spPr>
              <a:xfrm>
                <a:off x="4903920" y="3260880"/>
                <a:ext cx="5220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2" name="Rectangle 180"/>
              <p:cNvSpPr/>
              <p:nvPr/>
            </p:nvSpPr>
            <p:spPr>
              <a:xfrm>
                <a:off x="497376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3" name="Rectangle 181"/>
              <p:cNvSpPr/>
              <p:nvPr/>
            </p:nvSpPr>
            <p:spPr>
              <a:xfrm>
                <a:off x="497376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4" name="Rectangle 182"/>
              <p:cNvSpPr/>
              <p:nvPr/>
            </p:nvSpPr>
            <p:spPr>
              <a:xfrm>
                <a:off x="502596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5" name="Rectangle 183"/>
              <p:cNvSpPr/>
              <p:nvPr/>
            </p:nvSpPr>
            <p:spPr>
              <a:xfrm>
                <a:off x="507852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6" name="Rectangle 184"/>
              <p:cNvSpPr/>
              <p:nvPr/>
            </p:nvSpPr>
            <p:spPr>
              <a:xfrm>
                <a:off x="511344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7" name="Rectangle 185"/>
              <p:cNvSpPr/>
              <p:nvPr/>
            </p:nvSpPr>
            <p:spPr>
              <a:xfrm>
                <a:off x="516564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8" name="Rectangle 186"/>
              <p:cNvSpPr/>
              <p:nvPr/>
            </p:nvSpPr>
            <p:spPr>
              <a:xfrm>
                <a:off x="5165640" y="3297240"/>
                <a:ext cx="5256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79" name="Rectangle 187"/>
              <p:cNvSpPr/>
              <p:nvPr/>
            </p:nvSpPr>
            <p:spPr>
              <a:xfrm>
                <a:off x="521820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0" name="Rectangle 188"/>
              <p:cNvSpPr/>
              <p:nvPr/>
            </p:nvSpPr>
            <p:spPr>
              <a:xfrm>
                <a:off x="52704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1" name="Rectangle 189"/>
              <p:cNvSpPr/>
              <p:nvPr/>
            </p:nvSpPr>
            <p:spPr>
              <a:xfrm>
                <a:off x="530532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2" name="Rectangle 190"/>
              <p:cNvSpPr/>
              <p:nvPr/>
            </p:nvSpPr>
            <p:spPr>
              <a:xfrm>
                <a:off x="535788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3" name="Rectangle 191"/>
              <p:cNvSpPr/>
              <p:nvPr/>
            </p:nvSpPr>
            <p:spPr>
              <a:xfrm>
                <a:off x="535788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4" name="Rectangle 192"/>
              <p:cNvSpPr/>
              <p:nvPr/>
            </p:nvSpPr>
            <p:spPr>
              <a:xfrm>
                <a:off x="542772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5" name="Rectangle 193"/>
              <p:cNvSpPr/>
              <p:nvPr/>
            </p:nvSpPr>
            <p:spPr>
              <a:xfrm>
                <a:off x="546264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6" name="Rectangle 194"/>
              <p:cNvSpPr/>
              <p:nvPr/>
            </p:nvSpPr>
            <p:spPr>
              <a:xfrm>
                <a:off x="5497560" y="3260880"/>
                <a:ext cx="3636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7" name="Rectangle 195"/>
              <p:cNvSpPr/>
              <p:nvPr/>
            </p:nvSpPr>
            <p:spPr>
              <a:xfrm>
                <a:off x="555156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8" name="Rectangle 196"/>
              <p:cNvSpPr/>
              <p:nvPr/>
            </p:nvSpPr>
            <p:spPr>
              <a:xfrm>
                <a:off x="555156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89" name="Rectangle 197"/>
              <p:cNvSpPr/>
              <p:nvPr/>
            </p:nvSpPr>
            <p:spPr>
              <a:xfrm>
                <a:off x="562140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0" name="Rectangle 198"/>
              <p:cNvSpPr/>
              <p:nvPr/>
            </p:nvSpPr>
            <p:spPr>
              <a:xfrm>
                <a:off x="565632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1" name="Rectangle 199"/>
              <p:cNvSpPr/>
              <p:nvPr/>
            </p:nvSpPr>
            <p:spPr>
              <a:xfrm>
                <a:off x="569124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2" name="Rectangle 200"/>
              <p:cNvSpPr/>
              <p:nvPr/>
            </p:nvSpPr>
            <p:spPr>
              <a:xfrm>
                <a:off x="576108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3" name="Rectangle 201"/>
              <p:cNvSpPr/>
              <p:nvPr/>
            </p:nvSpPr>
            <p:spPr>
              <a:xfrm>
                <a:off x="576108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4" name="Rectangle 202"/>
              <p:cNvSpPr/>
              <p:nvPr/>
            </p:nvSpPr>
            <p:spPr>
              <a:xfrm>
                <a:off x="581328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5" name="Rectangle 203"/>
              <p:cNvSpPr/>
              <p:nvPr/>
            </p:nvSpPr>
            <p:spPr>
              <a:xfrm>
                <a:off x="58482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6" name="Rectangle 204"/>
              <p:cNvSpPr/>
              <p:nvPr/>
            </p:nvSpPr>
            <p:spPr>
              <a:xfrm>
                <a:off x="588312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7" name="Rectangle 205"/>
              <p:cNvSpPr/>
              <p:nvPr/>
            </p:nvSpPr>
            <p:spPr>
              <a:xfrm>
                <a:off x="595296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8" name="Rectangle 206"/>
              <p:cNvSpPr/>
              <p:nvPr/>
            </p:nvSpPr>
            <p:spPr>
              <a:xfrm>
                <a:off x="595296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799" name="Rectangle 207"/>
              <p:cNvSpPr/>
              <p:nvPr/>
            </p:nvSpPr>
            <p:spPr>
              <a:xfrm>
                <a:off x="600552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0" name="Rectangle 208"/>
              <p:cNvSpPr/>
              <p:nvPr/>
            </p:nvSpPr>
            <p:spPr>
              <a:xfrm>
                <a:off x="604044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1" name="Rectangle 209"/>
              <p:cNvSpPr/>
              <p:nvPr/>
            </p:nvSpPr>
            <p:spPr>
              <a:xfrm>
                <a:off x="607536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2" name="Rectangle 210"/>
              <p:cNvSpPr/>
              <p:nvPr/>
            </p:nvSpPr>
            <p:spPr>
              <a:xfrm>
                <a:off x="614520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3" name="Rectangle 211"/>
              <p:cNvSpPr/>
              <p:nvPr/>
            </p:nvSpPr>
            <p:spPr>
              <a:xfrm>
                <a:off x="6145200" y="3297240"/>
                <a:ext cx="3492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4" name="Rectangle 212"/>
              <p:cNvSpPr/>
              <p:nvPr/>
            </p:nvSpPr>
            <p:spPr>
              <a:xfrm>
                <a:off x="6197760" y="3297240"/>
                <a:ext cx="52200" cy="28440"/>
              </a:xfrm>
              <a:prstGeom prst="rect">
                <a:avLst/>
              </a:prstGeom>
              <a:solidFill>
                <a:srgbClr val="008080"/>
              </a:solidFill>
              <a:ln w="0">
                <a:solidFill>
                  <a:srgbClr val="00808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5" name="Rectangle 213"/>
              <p:cNvSpPr/>
              <p:nvPr/>
            </p:nvSpPr>
            <p:spPr>
              <a:xfrm>
                <a:off x="6249960" y="3297240"/>
                <a:ext cx="1764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6" name="Rectangle 214"/>
              <p:cNvSpPr/>
              <p:nvPr/>
            </p:nvSpPr>
            <p:spPr>
              <a:xfrm>
                <a:off x="6267600" y="3260880"/>
                <a:ext cx="34920" cy="6480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8000" bIns="180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1807" name="Rectangle 215"/>
              <p:cNvSpPr/>
              <p:nvPr/>
            </p:nvSpPr>
            <p:spPr>
              <a:xfrm>
                <a:off x="6337440" y="3297240"/>
                <a:ext cx="17280" cy="2844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1808" name="Rectangle 217"/>
            <p:cNvSpPr/>
            <p:nvPr/>
          </p:nvSpPr>
          <p:spPr>
            <a:xfrm>
              <a:off x="633744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09" name="Rectangle 218"/>
            <p:cNvSpPr/>
            <p:nvPr/>
          </p:nvSpPr>
          <p:spPr>
            <a:xfrm>
              <a:off x="638964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0" name="Rectangle 219"/>
            <p:cNvSpPr/>
            <p:nvPr/>
          </p:nvSpPr>
          <p:spPr>
            <a:xfrm>
              <a:off x="644220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1" name="Rectangle 220"/>
            <p:cNvSpPr/>
            <p:nvPr/>
          </p:nvSpPr>
          <p:spPr>
            <a:xfrm>
              <a:off x="6459480" y="3260880"/>
              <a:ext cx="3672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2" name="Rectangle 221"/>
            <p:cNvSpPr/>
            <p:nvPr/>
          </p:nvSpPr>
          <p:spPr>
            <a:xfrm>
              <a:off x="653112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3" name="Rectangle 222"/>
            <p:cNvSpPr/>
            <p:nvPr/>
          </p:nvSpPr>
          <p:spPr>
            <a:xfrm>
              <a:off x="653112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4" name="Rectangle 223"/>
            <p:cNvSpPr/>
            <p:nvPr/>
          </p:nvSpPr>
          <p:spPr>
            <a:xfrm>
              <a:off x="658332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5" name="Rectangle 224"/>
            <p:cNvSpPr/>
            <p:nvPr/>
          </p:nvSpPr>
          <p:spPr>
            <a:xfrm>
              <a:off x="663588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6" name="Rectangle 225"/>
            <p:cNvSpPr/>
            <p:nvPr/>
          </p:nvSpPr>
          <p:spPr>
            <a:xfrm>
              <a:off x="6653160" y="3260880"/>
              <a:ext cx="3492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7" name="Rectangle 226"/>
            <p:cNvSpPr/>
            <p:nvPr/>
          </p:nvSpPr>
          <p:spPr>
            <a:xfrm>
              <a:off x="672300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8" name="Rectangle 227"/>
            <p:cNvSpPr/>
            <p:nvPr/>
          </p:nvSpPr>
          <p:spPr>
            <a:xfrm>
              <a:off x="672300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19" name="Rectangle 228"/>
            <p:cNvSpPr/>
            <p:nvPr/>
          </p:nvSpPr>
          <p:spPr>
            <a:xfrm>
              <a:off x="677556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0" name="Rectangle 229"/>
            <p:cNvSpPr/>
            <p:nvPr/>
          </p:nvSpPr>
          <p:spPr>
            <a:xfrm>
              <a:off x="682776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1" name="Rectangle 230"/>
            <p:cNvSpPr/>
            <p:nvPr/>
          </p:nvSpPr>
          <p:spPr>
            <a:xfrm>
              <a:off x="6845400" y="3260880"/>
              <a:ext cx="5220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2" name="Rectangle 231"/>
            <p:cNvSpPr/>
            <p:nvPr/>
          </p:nvSpPr>
          <p:spPr>
            <a:xfrm>
              <a:off x="691524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3" name="Rectangle 232"/>
            <p:cNvSpPr/>
            <p:nvPr/>
          </p:nvSpPr>
          <p:spPr>
            <a:xfrm>
              <a:off x="691524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4" name="Rectangle 233"/>
            <p:cNvSpPr/>
            <p:nvPr/>
          </p:nvSpPr>
          <p:spPr>
            <a:xfrm>
              <a:off x="696744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5" name="Rectangle 234"/>
            <p:cNvSpPr/>
            <p:nvPr/>
          </p:nvSpPr>
          <p:spPr>
            <a:xfrm>
              <a:off x="702000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6" name="Rectangle 235"/>
            <p:cNvSpPr/>
            <p:nvPr/>
          </p:nvSpPr>
          <p:spPr>
            <a:xfrm>
              <a:off x="7037280" y="3260880"/>
              <a:ext cx="5256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7" name="Rectangle 236"/>
            <p:cNvSpPr/>
            <p:nvPr/>
          </p:nvSpPr>
          <p:spPr>
            <a:xfrm>
              <a:off x="710712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8" name="Rectangle 237"/>
            <p:cNvSpPr/>
            <p:nvPr/>
          </p:nvSpPr>
          <p:spPr>
            <a:xfrm>
              <a:off x="710712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29" name="Rectangle 238"/>
            <p:cNvSpPr/>
            <p:nvPr/>
          </p:nvSpPr>
          <p:spPr>
            <a:xfrm>
              <a:off x="715968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0" name="Rectangle 239"/>
            <p:cNvSpPr/>
            <p:nvPr/>
          </p:nvSpPr>
          <p:spPr>
            <a:xfrm>
              <a:off x="721188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1" name="Rectangle 240"/>
            <p:cNvSpPr/>
            <p:nvPr/>
          </p:nvSpPr>
          <p:spPr>
            <a:xfrm>
              <a:off x="7229520" y="3260880"/>
              <a:ext cx="5220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2" name="Rectangle 241"/>
            <p:cNvSpPr/>
            <p:nvPr/>
          </p:nvSpPr>
          <p:spPr>
            <a:xfrm>
              <a:off x="729936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3" name="Rectangle 242"/>
            <p:cNvSpPr/>
            <p:nvPr/>
          </p:nvSpPr>
          <p:spPr>
            <a:xfrm>
              <a:off x="729936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4" name="Rectangle 243"/>
            <p:cNvSpPr/>
            <p:nvPr/>
          </p:nvSpPr>
          <p:spPr>
            <a:xfrm>
              <a:off x="735156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5" name="Rectangle 244"/>
            <p:cNvSpPr/>
            <p:nvPr/>
          </p:nvSpPr>
          <p:spPr>
            <a:xfrm>
              <a:off x="740412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6" name="Rectangle 245"/>
            <p:cNvSpPr/>
            <p:nvPr/>
          </p:nvSpPr>
          <p:spPr>
            <a:xfrm>
              <a:off x="7421400" y="3260880"/>
              <a:ext cx="5400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7" name="Rectangle 246"/>
            <p:cNvSpPr/>
            <p:nvPr/>
          </p:nvSpPr>
          <p:spPr>
            <a:xfrm>
              <a:off x="749304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8" name="Rectangle 247"/>
            <p:cNvSpPr/>
            <p:nvPr/>
          </p:nvSpPr>
          <p:spPr>
            <a:xfrm>
              <a:off x="749304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39" name="Rectangle 248"/>
            <p:cNvSpPr/>
            <p:nvPr/>
          </p:nvSpPr>
          <p:spPr>
            <a:xfrm>
              <a:off x="754524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0" name="Rectangle 249"/>
            <p:cNvSpPr/>
            <p:nvPr/>
          </p:nvSpPr>
          <p:spPr>
            <a:xfrm>
              <a:off x="759780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1" name="Rectangle 250"/>
            <p:cNvSpPr/>
            <p:nvPr/>
          </p:nvSpPr>
          <p:spPr>
            <a:xfrm>
              <a:off x="7632720" y="3260880"/>
              <a:ext cx="3492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2" name="Rectangle 251"/>
            <p:cNvSpPr/>
            <p:nvPr/>
          </p:nvSpPr>
          <p:spPr>
            <a:xfrm>
              <a:off x="768492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3" name="Rectangle 252"/>
            <p:cNvSpPr/>
            <p:nvPr/>
          </p:nvSpPr>
          <p:spPr>
            <a:xfrm>
              <a:off x="768492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4" name="Rectangle 253"/>
            <p:cNvSpPr/>
            <p:nvPr/>
          </p:nvSpPr>
          <p:spPr>
            <a:xfrm>
              <a:off x="773748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5" name="Rectangle 254"/>
            <p:cNvSpPr/>
            <p:nvPr/>
          </p:nvSpPr>
          <p:spPr>
            <a:xfrm>
              <a:off x="779004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6" name="Rectangle 255"/>
            <p:cNvSpPr/>
            <p:nvPr/>
          </p:nvSpPr>
          <p:spPr>
            <a:xfrm>
              <a:off x="7824960" y="3260880"/>
              <a:ext cx="3492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7" name="Rectangle 256"/>
            <p:cNvSpPr/>
            <p:nvPr/>
          </p:nvSpPr>
          <p:spPr>
            <a:xfrm>
              <a:off x="787716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8" name="Rectangle 257"/>
            <p:cNvSpPr/>
            <p:nvPr/>
          </p:nvSpPr>
          <p:spPr>
            <a:xfrm>
              <a:off x="7877160" y="3297240"/>
              <a:ext cx="5256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49" name="Rectangle 258"/>
            <p:cNvSpPr/>
            <p:nvPr/>
          </p:nvSpPr>
          <p:spPr>
            <a:xfrm>
              <a:off x="792972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0" name="Rectangle 259"/>
            <p:cNvSpPr/>
            <p:nvPr/>
          </p:nvSpPr>
          <p:spPr>
            <a:xfrm>
              <a:off x="798192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1" name="Rectangle 260"/>
            <p:cNvSpPr/>
            <p:nvPr/>
          </p:nvSpPr>
          <p:spPr>
            <a:xfrm>
              <a:off x="8016840" y="3260880"/>
              <a:ext cx="3492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2" name="Rectangle 261"/>
            <p:cNvSpPr/>
            <p:nvPr/>
          </p:nvSpPr>
          <p:spPr>
            <a:xfrm>
              <a:off x="806940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3" name="Rectangle 262"/>
            <p:cNvSpPr/>
            <p:nvPr/>
          </p:nvSpPr>
          <p:spPr>
            <a:xfrm>
              <a:off x="8069400" y="3297240"/>
              <a:ext cx="5220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4" name="Rectangle 263"/>
            <p:cNvSpPr/>
            <p:nvPr/>
          </p:nvSpPr>
          <p:spPr>
            <a:xfrm>
              <a:off x="8139240" y="3297240"/>
              <a:ext cx="3492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5" name="Rectangle 264"/>
            <p:cNvSpPr/>
            <p:nvPr/>
          </p:nvSpPr>
          <p:spPr>
            <a:xfrm>
              <a:off x="817416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6" name="Rectangle 265"/>
            <p:cNvSpPr/>
            <p:nvPr/>
          </p:nvSpPr>
          <p:spPr>
            <a:xfrm>
              <a:off x="8209080" y="3260880"/>
              <a:ext cx="3492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7" name="Rectangle 266"/>
            <p:cNvSpPr/>
            <p:nvPr/>
          </p:nvSpPr>
          <p:spPr>
            <a:xfrm>
              <a:off x="827892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8" name="Rectangle 267"/>
            <p:cNvSpPr/>
            <p:nvPr/>
          </p:nvSpPr>
          <p:spPr>
            <a:xfrm>
              <a:off x="8278920" y="3297240"/>
              <a:ext cx="3492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59" name="Rectangle 268"/>
            <p:cNvSpPr/>
            <p:nvPr/>
          </p:nvSpPr>
          <p:spPr>
            <a:xfrm>
              <a:off x="8331120" y="3297240"/>
              <a:ext cx="3492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60" name="Rectangle 269"/>
            <p:cNvSpPr/>
            <p:nvPr/>
          </p:nvSpPr>
          <p:spPr>
            <a:xfrm>
              <a:off x="836604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61" name="Rectangle 270"/>
            <p:cNvSpPr/>
            <p:nvPr/>
          </p:nvSpPr>
          <p:spPr>
            <a:xfrm>
              <a:off x="8402760" y="3260880"/>
              <a:ext cx="3492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62" name="Rectangle 271"/>
            <p:cNvSpPr/>
            <p:nvPr/>
          </p:nvSpPr>
          <p:spPr>
            <a:xfrm>
              <a:off x="8472600" y="3297240"/>
              <a:ext cx="1728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63" name="Rectangle 272"/>
            <p:cNvSpPr/>
            <p:nvPr/>
          </p:nvSpPr>
          <p:spPr>
            <a:xfrm>
              <a:off x="8472600" y="3297240"/>
              <a:ext cx="3492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64" name="Rectangle 273"/>
            <p:cNvSpPr/>
            <p:nvPr/>
          </p:nvSpPr>
          <p:spPr>
            <a:xfrm>
              <a:off x="8524800" y="3297240"/>
              <a:ext cx="34920" cy="28440"/>
            </a:xfrm>
            <a:prstGeom prst="rect">
              <a:avLst/>
            </a:prstGeom>
            <a:solidFill>
              <a:srgbClr val="008080"/>
            </a:solidFill>
            <a:ln w="0">
              <a:solidFill>
                <a:srgbClr val="00808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65" name="Rectangle 274"/>
            <p:cNvSpPr/>
            <p:nvPr/>
          </p:nvSpPr>
          <p:spPr>
            <a:xfrm>
              <a:off x="8559720" y="3297240"/>
              <a:ext cx="17640" cy="28440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66" name="Rectangle 275"/>
            <p:cNvSpPr/>
            <p:nvPr/>
          </p:nvSpPr>
          <p:spPr>
            <a:xfrm>
              <a:off x="8594640" y="3260880"/>
              <a:ext cx="34920" cy="6480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1867" name="Rectangle 3"/>
          <p:cNvSpPr/>
          <p:nvPr/>
        </p:nvSpPr>
        <p:spPr>
          <a:xfrm>
            <a:off x="3029040" y="271944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-43920" bIns="-4392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68" name="Rectangle 4"/>
          <p:cNvSpPr/>
          <p:nvPr/>
        </p:nvSpPr>
        <p:spPr>
          <a:xfrm>
            <a:off x="3024360" y="27669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-43920" bIns="-4392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69" name="Rectangle 5"/>
          <p:cNvSpPr/>
          <p:nvPr/>
        </p:nvSpPr>
        <p:spPr>
          <a:xfrm>
            <a:off x="2890800" y="2747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-43920" bIns="-4392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70" name="Rectangle 6"/>
          <p:cNvSpPr/>
          <p:nvPr/>
        </p:nvSpPr>
        <p:spPr>
          <a:xfrm>
            <a:off x="1828800" y="2709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-43920" bIns="-4392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71" name="Line 14"/>
          <p:cNvSpPr/>
          <p:nvPr/>
        </p:nvSpPr>
        <p:spPr>
          <a:xfrm>
            <a:off x="0" y="3591000"/>
            <a:ext cx="9144000" cy="0"/>
          </a:xfrm>
          <a:prstGeom prst="line">
            <a:avLst/>
          </a:prstGeom>
          <a:ln w="1908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-44280" bIns="-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72" name="Rectangle 18"/>
          <p:cNvSpPr/>
          <p:nvPr/>
        </p:nvSpPr>
        <p:spPr>
          <a:xfrm>
            <a:off x="984240" y="90360"/>
            <a:ext cx="7329600" cy="6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8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  <a:ea typeface="Arial Unicode MS"/>
              </a:rPr>
              <a:t>‘Fixed’ vs ‘Pulsed’ linac Optics (8-pass) 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73" name="Text Box 19"/>
          <p:cNvSpPr/>
          <p:nvPr/>
        </p:nvSpPr>
        <p:spPr>
          <a:xfrm>
            <a:off x="655560" y="4110120"/>
            <a:ext cx="873360" cy="271800"/>
          </a:xfrm>
          <a:prstGeom prst="rect">
            <a:avLst/>
          </a:prstGeom>
          <a:solidFill>
            <a:srgbClr val="ffffcc"/>
          </a:solidFill>
          <a:ln w="2844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Pulsed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74" name="Text Box 20"/>
          <p:cNvSpPr/>
          <p:nvPr/>
        </p:nvSpPr>
        <p:spPr>
          <a:xfrm>
            <a:off x="666720" y="1459080"/>
            <a:ext cx="639720" cy="271800"/>
          </a:xfrm>
          <a:prstGeom prst="rect">
            <a:avLst/>
          </a:prstGeom>
          <a:solidFill>
            <a:srgbClr val="ffffcc"/>
          </a:solidFill>
          <a:ln w="28440">
            <a:solidFill>
              <a:srgbClr val="8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Fixed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75" name="Footer Placeholder 3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1876" name="Slide Number Placeholder 533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15E92D-26C8-49B0-8F3D-801D32C626B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7" name="Group 22"/>
          <p:cNvGrpSpPr/>
          <p:nvPr/>
        </p:nvGrpSpPr>
        <p:grpSpPr>
          <a:xfrm>
            <a:off x="384120" y="885960"/>
            <a:ext cx="8346960" cy="2844720"/>
            <a:chOff x="384120" y="885960"/>
            <a:chExt cx="8346960" cy="2844720"/>
          </a:xfrm>
        </p:grpSpPr>
        <p:sp>
          <p:nvSpPr>
            <p:cNvPr id="1878" name="AutoShape 21"/>
            <p:cNvSpPr/>
            <p:nvPr/>
          </p:nvSpPr>
          <p:spPr>
            <a:xfrm>
              <a:off x="385920" y="885960"/>
              <a:ext cx="8332560" cy="284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79" name="Rectangle 23"/>
            <p:cNvSpPr/>
            <p:nvPr/>
          </p:nvSpPr>
          <p:spPr>
            <a:xfrm>
              <a:off x="385920" y="885960"/>
              <a:ext cx="8332560" cy="2844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0" name="Rectangle 24"/>
            <p:cNvSpPr/>
            <p:nvPr/>
          </p:nvSpPr>
          <p:spPr>
            <a:xfrm>
              <a:off x="504720" y="1125360"/>
              <a:ext cx="8094600" cy="2356200"/>
            </a:xfrm>
            <a:prstGeom prst="rect">
              <a:avLst/>
            </a:pr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1" name="Rectangle 25"/>
            <p:cNvSpPr/>
            <p:nvPr/>
          </p:nvSpPr>
          <p:spPr>
            <a:xfrm>
              <a:off x="8467920" y="3500280"/>
              <a:ext cx="1710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130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2" name="Rectangle 26"/>
            <p:cNvSpPr/>
            <p:nvPr/>
          </p:nvSpPr>
          <p:spPr>
            <a:xfrm>
              <a:off x="541080" y="350028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3" name="Rectangle 28"/>
            <p:cNvSpPr/>
            <p:nvPr/>
          </p:nvSpPr>
          <p:spPr>
            <a:xfrm>
              <a:off x="634680" y="1015920"/>
              <a:ext cx="70992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                         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4" name="Rectangle 29"/>
            <p:cNvSpPr/>
            <p:nvPr/>
          </p:nvSpPr>
          <p:spPr>
            <a:xfrm rot="16200000">
              <a:off x="388080" y="1083240"/>
              <a:ext cx="11412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15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5" name="Rectangle 30"/>
            <p:cNvSpPr/>
            <p:nvPr/>
          </p:nvSpPr>
          <p:spPr>
            <a:xfrm rot="16200000">
              <a:off x="416160" y="336456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6" name="Rectangle 31"/>
            <p:cNvSpPr/>
            <p:nvPr/>
          </p:nvSpPr>
          <p:spPr>
            <a:xfrm rot="16200000">
              <a:off x="8641080" y="1058040"/>
              <a:ext cx="5760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3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7" name="Rectangle 32"/>
            <p:cNvSpPr/>
            <p:nvPr/>
          </p:nvSpPr>
          <p:spPr>
            <a:xfrm rot="16200000">
              <a:off x="8624160" y="3341520"/>
              <a:ext cx="9144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-3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8" name="Rectangle 33"/>
            <p:cNvSpPr/>
            <p:nvPr/>
          </p:nvSpPr>
          <p:spPr>
            <a:xfrm rot="16200000">
              <a:off x="92880" y="2116800"/>
              <a:ext cx="7041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BETA_X&amp;Y[m]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89" name="Rectangle 34"/>
            <p:cNvSpPr/>
            <p:nvPr/>
          </p:nvSpPr>
          <p:spPr>
            <a:xfrm rot="16200000">
              <a:off x="8337600" y="2145240"/>
              <a:ext cx="664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DISP_X&amp;Y[m]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0" name="Line 35"/>
            <p:cNvSpPr/>
            <p:nvPr/>
          </p:nvSpPr>
          <p:spPr>
            <a:xfrm flipH="1">
              <a:off x="8538840" y="1355760"/>
              <a:ext cx="4932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1" name="Line 36"/>
            <p:cNvSpPr/>
            <p:nvPr/>
          </p:nvSpPr>
          <p:spPr>
            <a:xfrm>
              <a:off x="504720" y="1355760"/>
              <a:ext cx="5076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2" name="Line 37"/>
            <p:cNvSpPr/>
            <p:nvPr/>
          </p:nvSpPr>
          <p:spPr>
            <a:xfrm flipV="1">
              <a:off x="1314360" y="3430440"/>
              <a:ext cx="180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3" name="Line 38"/>
            <p:cNvSpPr/>
            <p:nvPr/>
          </p:nvSpPr>
          <p:spPr>
            <a:xfrm>
              <a:off x="1314360" y="1125360"/>
              <a:ext cx="180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4" name="Line 39"/>
            <p:cNvSpPr/>
            <p:nvPr/>
          </p:nvSpPr>
          <p:spPr>
            <a:xfrm flipH="1">
              <a:off x="8538840" y="1593720"/>
              <a:ext cx="493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5" name="Line 40"/>
            <p:cNvSpPr/>
            <p:nvPr/>
          </p:nvSpPr>
          <p:spPr>
            <a:xfrm>
              <a:off x="504720" y="1593720"/>
              <a:ext cx="5076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6" name="Line 41"/>
            <p:cNvSpPr/>
            <p:nvPr/>
          </p:nvSpPr>
          <p:spPr>
            <a:xfrm flipV="1">
              <a:off x="2122560" y="3430440"/>
              <a:ext cx="144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7" name="Line 42"/>
            <p:cNvSpPr/>
            <p:nvPr/>
          </p:nvSpPr>
          <p:spPr>
            <a:xfrm>
              <a:off x="2122560" y="1125360"/>
              <a:ext cx="144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8" name="Line 43"/>
            <p:cNvSpPr/>
            <p:nvPr/>
          </p:nvSpPr>
          <p:spPr>
            <a:xfrm flipH="1">
              <a:off x="8538840" y="1833480"/>
              <a:ext cx="493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899" name="Line 44"/>
            <p:cNvSpPr/>
            <p:nvPr/>
          </p:nvSpPr>
          <p:spPr>
            <a:xfrm>
              <a:off x="504720" y="1833480"/>
              <a:ext cx="5076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0" name="Line 45"/>
            <p:cNvSpPr/>
            <p:nvPr/>
          </p:nvSpPr>
          <p:spPr>
            <a:xfrm flipV="1">
              <a:off x="2930400" y="3430440"/>
              <a:ext cx="180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1" name="Line 46"/>
            <p:cNvSpPr/>
            <p:nvPr/>
          </p:nvSpPr>
          <p:spPr>
            <a:xfrm>
              <a:off x="2930400" y="1125360"/>
              <a:ext cx="180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2" name="Line 47"/>
            <p:cNvSpPr/>
            <p:nvPr/>
          </p:nvSpPr>
          <p:spPr>
            <a:xfrm flipH="1">
              <a:off x="8538840" y="2063880"/>
              <a:ext cx="4932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3" name="Line 48"/>
            <p:cNvSpPr/>
            <p:nvPr/>
          </p:nvSpPr>
          <p:spPr>
            <a:xfrm>
              <a:off x="504720" y="2063880"/>
              <a:ext cx="5076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4" name="Line 49"/>
            <p:cNvSpPr/>
            <p:nvPr/>
          </p:nvSpPr>
          <p:spPr>
            <a:xfrm flipV="1">
              <a:off x="3738600" y="3430440"/>
              <a:ext cx="144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5" name="Line 50"/>
            <p:cNvSpPr/>
            <p:nvPr/>
          </p:nvSpPr>
          <p:spPr>
            <a:xfrm>
              <a:off x="3738600" y="1125360"/>
              <a:ext cx="144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6" name="Line 51"/>
            <p:cNvSpPr/>
            <p:nvPr/>
          </p:nvSpPr>
          <p:spPr>
            <a:xfrm flipH="1">
              <a:off x="8538840" y="2303640"/>
              <a:ext cx="4932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7" name="Line 52"/>
            <p:cNvSpPr/>
            <p:nvPr/>
          </p:nvSpPr>
          <p:spPr>
            <a:xfrm>
              <a:off x="504720" y="2303640"/>
              <a:ext cx="5076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8" name="Line 53"/>
            <p:cNvSpPr/>
            <p:nvPr/>
          </p:nvSpPr>
          <p:spPr>
            <a:xfrm flipV="1">
              <a:off x="4546440" y="3430440"/>
              <a:ext cx="180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09" name="Line 54"/>
            <p:cNvSpPr/>
            <p:nvPr/>
          </p:nvSpPr>
          <p:spPr>
            <a:xfrm>
              <a:off x="4546440" y="1125360"/>
              <a:ext cx="180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0" name="Line 55"/>
            <p:cNvSpPr/>
            <p:nvPr/>
          </p:nvSpPr>
          <p:spPr>
            <a:xfrm flipH="1">
              <a:off x="8538840" y="2543040"/>
              <a:ext cx="493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1" name="Line 56"/>
            <p:cNvSpPr/>
            <p:nvPr/>
          </p:nvSpPr>
          <p:spPr>
            <a:xfrm>
              <a:off x="504720" y="2543040"/>
              <a:ext cx="5076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2" name="Line 57"/>
            <p:cNvSpPr/>
            <p:nvPr/>
          </p:nvSpPr>
          <p:spPr>
            <a:xfrm flipV="1">
              <a:off x="5356080" y="3430440"/>
              <a:ext cx="180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3" name="Line 58"/>
            <p:cNvSpPr/>
            <p:nvPr/>
          </p:nvSpPr>
          <p:spPr>
            <a:xfrm>
              <a:off x="5356080" y="1125360"/>
              <a:ext cx="180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4" name="Line 59"/>
            <p:cNvSpPr/>
            <p:nvPr/>
          </p:nvSpPr>
          <p:spPr>
            <a:xfrm flipH="1">
              <a:off x="8538840" y="2771640"/>
              <a:ext cx="493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5" name="Line 60"/>
            <p:cNvSpPr/>
            <p:nvPr/>
          </p:nvSpPr>
          <p:spPr>
            <a:xfrm>
              <a:off x="504720" y="2771640"/>
              <a:ext cx="5076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6" name="Line 61"/>
            <p:cNvSpPr/>
            <p:nvPr/>
          </p:nvSpPr>
          <p:spPr>
            <a:xfrm flipV="1">
              <a:off x="6164280" y="3430440"/>
              <a:ext cx="144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7" name="Line 62"/>
            <p:cNvSpPr/>
            <p:nvPr/>
          </p:nvSpPr>
          <p:spPr>
            <a:xfrm>
              <a:off x="6164280" y="1125360"/>
              <a:ext cx="144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8" name="Line 63"/>
            <p:cNvSpPr/>
            <p:nvPr/>
          </p:nvSpPr>
          <p:spPr>
            <a:xfrm flipH="1">
              <a:off x="8538840" y="3011400"/>
              <a:ext cx="493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19" name="Line 64"/>
            <p:cNvSpPr/>
            <p:nvPr/>
          </p:nvSpPr>
          <p:spPr>
            <a:xfrm>
              <a:off x="504720" y="3011400"/>
              <a:ext cx="5076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0" name="Line 65"/>
            <p:cNvSpPr/>
            <p:nvPr/>
          </p:nvSpPr>
          <p:spPr>
            <a:xfrm flipV="1">
              <a:off x="6972480" y="3430440"/>
              <a:ext cx="144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1" name="Line 66"/>
            <p:cNvSpPr/>
            <p:nvPr/>
          </p:nvSpPr>
          <p:spPr>
            <a:xfrm>
              <a:off x="6972480" y="1125360"/>
              <a:ext cx="144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2" name="Line 67"/>
            <p:cNvSpPr/>
            <p:nvPr/>
          </p:nvSpPr>
          <p:spPr>
            <a:xfrm flipH="1">
              <a:off x="8538840" y="3251160"/>
              <a:ext cx="4932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3" name="Line 68"/>
            <p:cNvSpPr/>
            <p:nvPr/>
          </p:nvSpPr>
          <p:spPr>
            <a:xfrm>
              <a:off x="504720" y="3251160"/>
              <a:ext cx="50760" cy="18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4" name="Line 69"/>
            <p:cNvSpPr/>
            <p:nvPr/>
          </p:nvSpPr>
          <p:spPr>
            <a:xfrm flipV="1">
              <a:off x="7780320" y="3430440"/>
              <a:ext cx="1440" cy="511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5" name="Line 70"/>
            <p:cNvSpPr/>
            <p:nvPr/>
          </p:nvSpPr>
          <p:spPr>
            <a:xfrm>
              <a:off x="7780320" y="1125360"/>
              <a:ext cx="1440" cy="4932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6" name="Freeform 71"/>
            <p:cNvSpPr/>
            <p:nvPr/>
          </p:nvSpPr>
          <p:spPr>
            <a:xfrm>
              <a:off x="504720" y="1814400"/>
              <a:ext cx="8094600" cy="1397160"/>
            </a:xfrm>
            <a:custGeom>
              <a:avLst/>
              <a:gdLst>
                <a:gd name="textAreaLeft" fmla="*/ 0 w 8094600"/>
                <a:gd name="textAreaRight" fmla="*/ 8094960 w 8094600"/>
                <a:gd name="textAreaTop" fmla="*/ 0 h 1397160"/>
                <a:gd name="textAreaBottom" fmla="*/ 1397520 h 1397160"/>
                <a:gd name="GluePoint1X" fmla="*/ 76 w 5099"/>
                <a:gd name="GluePoint1Y" fmla="*/ 126 h 880"/>
                <a:gd name="GluePoint2X" fmla="*/ 158 w 5099"/>
                <a:gd name="GluePoint2Y" fmla="*/ 729 h 880"/>
                <a:gd name="GluePoint3X" fmla="*/ 239 w 5099"/>
                <a:gd name="GluePoint3Y" fmla="*/ 666 h 880"/>
                <a:gd name="GluePoint4X" fmla="*/ 321 w 5099"/>
                <a:gd name="GluePoint4Y" fmla="*/ 144 h 880"/>
                <a:gd name="GluePoint5X" fmla="*/ 396 w 5099"/>
                <a:gd name="GluePoint5Y" fmla="*/ 754 h 880"/>
                <a:gd name="GluePoint6X" fmla="*/ 478 w 5099"/>
                <a:gd name="GluePoint6Y" fmla="*/ 610 h 880"/>
                <a:gd name="GluePoint7X" fmla="*/ 560 w 5099"/>
                <a:gd name="GluePoint7Y" fmla="*/ 170 h 880"/>
                <a:gd name="GluePoint8X" fmla="*/ 642 w 5099"/>
                <a:gd name="GluePoint8Y" fmla="*/ 792 h 880"/>
                <a:gd name="GluePoint9X" fmla="*/ 723 w 5099"/>
                <a:gd name="GluePoint9Y" fmla="*/ 603 h 880"/>
                <a:gd name="GluePoint10X" fmla="*/ 805 w 5099"/>
                <a:gd name="GluePoint10Y" fmla="*/ 283 h 880"/>
                <a:gd name="GluePoint11X" fmla="*/ 881 w 5099"/>
                <a:gd name="GluePoint11Y" fmla="*/ 823 h 880"/>
                <a:gd name="GluePoint12X" fmla="*/ 962 w 5099"/>
                <a:gd name="GluePoint12Y" fmla="*/ 509 h 880"/>
                <a:gd name="GluePoint13X" fmla="*/ 1044 w 5099"/>
                <a:gd name="GluePoint13Y" fmla="*/ 276 h 880"/>
                <a:gd name="GluePoint14X" fmla="*/ 1126 w 5099"/>
                <a:gd name="GluePoint14Y" fmla="*/ 861 h 880"/>
                <a:gd name="GluePoint15X" fmla="*/ 1207 w 5099"/>
                <a:gd name="GluePoint15Y" fmla="*/ 541 h 880"/>
                <a:gd name="GluePoint16X" fmla="*/ 1283 w 5099"/>
                <a:gd name="GluePoint16Y" fmla="*/ 402 h 880"/>
                <a:gd name="GluePoint17X" fmla="*/ 1365 w 5099"/>
                <a:gd name="GluePoint17Y" fmla="*/ 861 h 880"/>
                <a:gd name="GluePoint18X" fmla="*/ 1446 w 5099"/>
                <a:gd name="GluePoint18Y" fmla="*/ 465 h 880"/>
                <a:gd name="GluePoint19X" fmla="*/ 1528 w 5099"/>
                <a:gd name="GluePoint19Y" fmla="*/ 465 h 880"/>
                <a:gd name="GluePoint20X" fmla="*/ 1610 w 5099"/>
                <a:gd name="GluePoint20Y" fmla="*/ 861 h 880"/>
                <a:gd name="GluePoint21X" fmla="*/ 1691 w 5099"/>
                <a:gd name="GluePoint21Y" fmla="*/ 408 h 880"/>
                <a:gd name="GluePoint22X" fmla="*/ 1767 w 5099"/>
                <a:gd name="GluePoint22Y" fmla="*/ 509 h 880"/>
                <a:gd name="GluePoint23X" fmla="*/ 1849 w 5099"/>
                <a:gd name="GluePoint23Y" fmla="*/ 849 h 880"/>
                <a:gd name="GluePoint24X" fmla="*/ 1930 w 5099"/>
                <a:gd name="GluePoint24Y" fmla="*/ 352 h 880"/>
                <a:gd name="GluePoint25X" fmla="*/ 2012 w 5099"/>
                <a:gd name="GluePoint25Y" fmla="*/ 559 h 880"/>
                <a:gd name="GluePoint26X" fmla="*/ 2094 w 5099"/>
                <a:gd name="GluePoint26Y" fmla="*/ 830 h 880"/>
                <a:gd name="GluePoint27X" fmla="*/ 2175 w 5099"/>
                <a:gd name="GluePoint27Y" fmla="*/ 283 h 880"/>
                <a:gd name="GluePoint28X" fmla="*/ 2251 w 5099"/>
                <a:gd name="GluePoint28Y" fmla="*/ 603 h 880"/>
                <a:gd name="GluePoint29X" fmla="*/ 2333 w 5099"/>
                <a:gd name="GluePoint29Y" fmla="*/ 805 h 880"/>
                <a:gd name="GluePoint30X" fmla="*/ 2414 w 5099"/>
                <a:gd name="GluePoint30Y" fmla="*/ 220 h 880"/>
                <a:gd name="GluePoint31X" fmla="*/ 2496 w 5099"/>
                <a:gd name="GluePoint31Y" fmla="*/ 641 h 880"/>
                <a:gd name="GluePoint32X" fmla="*/ 2572 w 5099"/>
                <a:gd name="GluePoint32Y" fmla="*/ 779 h 880"/>
                <a:gd name="GluePoint33X" fmla="*/ 2653 w 5099"/>
                <a:gd name="GluePoint33Y" fmla="*/ 157 h 880"/>
                <a:gd name="GluePoint34X" fmla="*/ 2735 w 5099"/>
                <a:gd name="GluePoint34Y" fmla="*/ 691 h 880"/>
                <a:gd name="GluePoint35X" fmla="*/ 2817 w 5099"/>
                <a:gd name="GluePoint35Y" fmla="*/ 748 h 880"/>
                <a:gd name="GluePoint36X" fmla="*/ 2898 w 5099"/>
                <a:gd name="GluePoint36Y" fmla="*/ 113 h 880"/>
                <a:gd name="GluePoint37X" fmla="*/ 2980 w 5099"/>
                <a:gd name="GluePoint37Y" fmla="*/ 729 h 880"/>
                <a:gd name="GluePoint38X" fmla="*/ 3056 w 5099"/>
                <a:gd name="GluePoint38Y" fmla="*/ 717 h 880"/>
                <a:gd name="GluePoint39X" fmla="*/ 3137 w 5099"/>
                <a:gd name="GluePoint39Y" fmla="*/ 119 h 880"/>
                <a:gd name="GluePoint40X" fmla="*/ 3219 w 5099"/>
                <a:gd name="GluePoint40Y" fmla="*/ 761 h 880"/>
                <a:gd name="GluePoint41X" fmla="*/ 3301 w 5099"/>
                <a:gd name="GluePoint41Y" fmla="*/ 679 h 880"/>
                <a:gd name="GluePoint42X" fmla="*/ 3382 w 5099"/>
                <a:gd name="GluePoint42Y" fmla="*/ 176 h 880"/>
                <a:gd name="GluePoint43X" fmla="*/ 3464 w 5099"/>
                <a:gd name="GluePoint43Y" fmla="*/ 792 h 880"/>
                <a:gd name="GluePoint44X" fmla="*/ 3540 w 5099"/>
                <a:gd name="GluePoint44Y" fmla="*/ 629 h 880"/>
                <a:gd name="GluePoint45X" fmla="*/ 3621 w 5099"/>
                <a:gd name="GluePoint45Y" fmla="*/ 239 h 880"/>
                <a:gd name="GluePoint46X" fmla="*/ 3703 w 5099"/>
                <a:gd name="GluePoint46Y" fmla="*/ 817 h 880"/>
                <a:gd name="GluePoint47X" fmla="*/ 3785 w 5099"/>
                <a:gd name="GluePoint47Y" fmla="*/ 591 h 880"/>
                <a:gd name="GluePoint48X" fmla="*/ 3866 w 5099"/>
                <a:gd name="GluePoint48Y" fmla="*/ 314 h 880"/>
                <a:gd name="GluePoint49X" fmla="*/ 3942 w 5099"/>
                <a:gd name="GluePoint49Y" fmla="*/ 855 h 880"/>
                <a:gd name="GluePoint50X" fmla="*/ 4024 w 5099"/>
                <a:gd name="GluePoint50Y" fmla="*/ 509 h 880"/>
                <a:gd name="GluePoint51X" fmla="*/ 4105 w 5099"/>
                <a:gd name="GluePoint51Y" fmla="*/ 295 h 880"/>
                <a:gd name="GluePoint52X" fmla="*/ 4187 w 5099"/>
                <a:gd name="GluePoint52Y" fmla="*/ 842 h 880"/>
                <a:gd name="GluePoint53X" fmla="*/ 4269 w 5099"/>
                <a:gd name="GluePoint53Y" fmla="*/ 490 h 880"/>
                <a:gd name="GluePoint54X" fmla="*/ 4344 w 5099"/>
                <a:gd name="GluePoint54Y" fmla="*/ 427 h 880"/>
                <a:gd name="GluePoint55X" fmla="*/ 4426 w 5099"/>
                <a:gd name="GluePoint55Y" fmla="*/ 861 h 880"/>
                <a:gd name="GluePoint56X" fmla="*/ 4508 w 5099"/>
                <a:gd name="GluePoint56Y" fmla="*/ 408 h 880"/>
                <a:gd name="GluePoint57X" fmla="*/ 4589 w 5099"/>
                <a:gd name="GluePoint57Y" fmla="*/ 427 h 880"/>
                <a:gd name="GluePoint58X" fmla="*/ 4671 w 5099"/>
                <a:gd name="GluePoint58Y" fmla="*/ 836 h 880"/>
                <a:gd name="GluePoint59X" fmla="*/ 4753 w 5099"/>
                <a:gd name="GluePoint59Y" fmla="*/ 371 h 880"/>
                <a:gd name="GluePoint60X" fmla="*/ 4828 w 5099"/>
                <a:gd name="GluePoint60Y" fmla="*/ 509 h 880"/>
                <a:gd name="GluePoint61X" fmla="*/ 4910 w 5099"/>
                <a:gd name="GluePoint61Y" fmla="*/ 817 h 880"/>
                <a:gd name="GluePoint62X" fmla="*/ 4992 w 5099"/>
                <a:gd name="GluePoint62Y" fmla="*/ 327 h 880"/>
                <a:gd name="GluePoint63X" fmla="*/ 5073 w 5099"/>
                <a:gd name="GluePoint63Y" fmla="*/ 591 h 88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5099" h="880">
                  <a:moveTo>
                    <a:pt x="0" y="729"/>
                  </a:moveTo>
                  <a:lnTo>
                    <a:pt x="0" y="717"/>
                  </a:lnTo>
                  <a:lnTo>
                    <a:pt x="0" y="710"/>
                  </a:lnTo>
                  <a:lnTo>
                    <a:pt x="0" y="704"/>
                  </a:lnTo>
                  <a:lnTo>
                    <a:pt x="0" y="698"/>
                  </a:lnTo>
                  <a:lnTo>
                    <a:pt x="0" y="691"/>
                  </a:lnTo>
                  <a:lnTo>
                    <a:pt x="7" y="685"/>
                  </a:lnTo>
                  <a:lnTo>
                    <a:pt x="7" y="679"/>
                  </a:lnTo>
                  <a:lnTo>
                    <a:pt x="7" y="673"/>
                  </a:lnTo>
                  <a:lnTo>
                    <a:pt x="7" y="666"/>
                  </a:lnTo>
                  <a:lnTo>
                    <a:pt x="7" y="660"/>
                  </a:lnTo>
                  <a:lnTo>
                    <a:pt x="13" y="654"/>
                  </a:lnTo>
                  <a:lnTo>
                    <a:pt x="13" y="647"/>
                  </a:lnTo>
                  <a:lnTo>
                    <a:pt x="13" y="641"/>
                  </a:lnTo>
                  <a:lnTo>
                    <a:pt x="13" y="635"/>
                  </a:lnTo>
                  <a:lnTo>
                    <a:pt x="13" y="629"/>
                  </a:lnTo>
                  <a:lnTo>
                    <a:pt x="13" y="622"/>
                  </a:lnTo>
                  <a:lnTo>
                    <a:pt x="19" y="616"/>
                  </a:lnTo>
                  <a:lnTo>
                    <a:pt x="19" y="610"/>
                  </a:lnTo>
                  <a:lnTo>
                    <a:pt x="19" y="603"/>
                  </a:lnTo>
                  <a:lnTo>
                    <a:pt x="19" y="597"/>
                  </a:lnTo>
                  <a:lnTo>
                    <a:pt x="19" y="591"/>
                  </a:lnTo>
                  <a:lnTo>
                    <a:pt x="19" y="585"/>
                  </a:lnTo>
                  <a:lnTo>
                    <a:pt x="19" y="578"/>
                  </a:lnTo>
                  <a:lnTo>
                    <a:pt x="26" y="572"/>
                  </a:lnTo>
                  <a:lnTo>
                    <a:pt x="26" y="566"/>
                  </a:lnTo>
                  <a:lnTo>
                    <a:pt x="26" y="559"/>
                  </a:lnTo>
                  <a:lnTo>
                    <a:pt x="26" y="553"/>
                  </a:lnTo>
                  <a:lnTo>
                    <a:pt x="26" y="547"/>
                  </a:lnTo>
                  <a:lnTo>
                    <a:pt x="26" y="541"/>
                  </a:lnTo>
                  <a:lnTo>
                    <a:pt x="32" y="528"/>
                  </a:lnTo>
                  <a:lnTo>
                    <a:pt x="32" y="522"/>
                  </a:lnTo>
                  <a:lnTo>
                    <a:pt x="32" y="515"/>
                  </a:lnTo>
                  <a:lnTo>
                    <a:pt x="32" y="509"/>
                  </a:lnTo>
                  <a:lnTo>
                    <a:pt x="32" y="503"/>
                  </a:lnTo>
                  <a:lnTo>
                    <a:pt x="32" y="496"/>
                  </a:lnTo>
                  <a:lnTo>
                    <a:pt x="38" y="490"/>
                  </a:lnTo>
                  <a:lnTo>
                    <a:pt x="38" y="484"/>
                  </a:lnTo>
                  <a:lnTo>
                    <a:pt x="38" y="478"/>
                  </a:lnTo>
                  <a:lnTo>
                    <a:pt x="38" y="465"/>
                  </a:lnTo>
                  <a:lnTo>
                    <a:pt x="38" y="459"/>
                  </a:lnTo>
                  <a:lnTo>
                    <a:pt x="38" y="446"/>
                  </a:lnTo>
                  <a:lnTo>
                    <a:pt x="44" y="440"/>
                  </a:lnTo>
                  <a:lnTo>
                    <a:pt x="44" y="427"/>
                  </a:lnTo>
                  <a:lnTo>
                    <a:pt x="44" y="421"/>
                  </a:lnTo>
                  <a:lnTo>
                    <a:pt x="44" y="408"/>
                  </a:lnTo>
                  <a:lnTo>
                    <a:pt x="44" y="402"/>
                  </a:lnTo>
                  <a:lnTo>
                    <a:pt x="44" y="390"/>
                  </a:lnTo>
                  <a:lnTo>
                    <a:pt x="51" y="383"/>
                  </a:lnTo>
                  <a:lnTo>
                    <a:pt x="51" y="371"/>
                  </a:lnTo>
                  <a:lnTo>
                    <a:pt x="51" y="358"/>
                  </a:lnTo>
                  <a:lnTo>
                    <a:pt x="51" y="352"/>
                  </a:lnTo>
                  <a:lnTo>
                    <a:pt x="51" y="339"/>
                  </a:lnTo>
                  <a:lnTo>
                    <a:pt x="51" y="333"/>
                  </a:lnTo>
                  <a:lnTo>
                    <a:pt x="51" y="320"/>
                  </a:lnTo>
                  <a:lnTo>
                    <a:pt x="57" y="308"/>
                  </a:lnTo>
                  <a:lnTo>
                    <a:pt x="57" y="302"/>
                  </a:lnTo>
                  <a:lnTo>
                    <a:pt x="57" y="289"/>
                  </a:lnTo>
                  <a:lnTo>
                    <a:pt x="57" y="276"/>
                  </a:lnTo>
                  <a:lnTo>
                    <a:pt x="57" y="264"/>
                  </a:lnTo>
                  <a:lnTo>
                    <a:pt x="57" y="258"/>
                  </a:lnTo>
                  <a:lnTo>
                    <a:pt x="63" y="245"/>
                  </a:lnTo>
                  <a:lnTo>
                    <a:pt x="63" y="232"/>
                  </a:lnTo>
                  <a:lnTo>
                    <a:pt x="63" y="220"/>
                  </a:lnTo>
                  <a:lnTo>
                    <a:pt x="63" y="207"/>
                  </a:lnTo>
                  <a:lnTo>
                    <a:pt x="63" y="201"/>
                  </a:lnTo>
                  <a:lnTo>
                    <a:pt x="63" y="188"/>
                  </a:lnTo>
                  <a:lnTo>
                    <a:pt x="70" y="176"/>
                  </a:lnTo>
                  <a:lnTo>
                    <a:pt x="70" y="170"/>
                  </a:lnTo>
                  <a:lnTo>
                    <a:pt x="70" y="157"/>
                  </a:lnTo>
                  <a:lnTo>
                    <a:pt x="70" y="151"/>
                  </a:lnTo>
                  <a:lnTo>
                    <a:pt x="70" y="144"/>
                  </a:lnTo>
                  <a:lnTo>
                    <a:pt x="70" y="138"/>
                  </a:lnTo>
                  <a:lnTo>
                    <a:pt x="76" y="132"/>
                  </a:lnTo>
                  <a:lnTo>
                    <a:pt x="76" y="126"/>
                  </a:lnTo>
                  <a:lnTo>
                    <a:pt x="76" y="132"/>
                  </a:lnTo>
                  <a:lnTo>
                    <a:pt x="82" y="132"/>
                  </a:lnTo>
                  <a:lnTo>
                    <a:pt x="82" y="138"/>
                  </a:lnTo>
                  <a:lnTo>
                    <a:pt x="82" y="144"/>
                  </a:lnTo>
                  <a:lnTo>
                    <a:pt x="82" y="151"/>
                  </a:lnTo>
                  <a:lnTo>
                    <a:pt x="82" y="157"/>
                  </a:lnTo>
                  <a:lnTo>
                    <a:pt x="82" y="163"/>
                  </a:lnTo>
                  <a:lnTo>
                    <a:pt x="88" y="176"/>
                  </a:lnTo>
                  <a:lnTo>
                    <a:pt x="88" y="188"/>
                  </a:lnTo>
                  <a:lnTo>
                    <a:pt x="88" y="195"/>
                  </a:lnTo>
                  <a:lnTo>
                    <a:pt x="88" y="207"/>
                  </a:lnTo>
                  <a:lnTo>
                    <a:pt x="88" y="220"/>
                  </a:lnTo>
                  <a:lnTo>
                    <a:pt x="88" y="226"/>
                  </a:lnTo>
                  <a:lnTo>
                    <a:pt x="95" y="239"/>
                  </a:lnTo>
                  <a:lnTo>
                    <a:pt x="95" y="245"/>
                  </a:lnTo>
                  <a:lnTo>
                    <a:pt x="95" y="258"/>
                  </a:lnTo>
                  <a:lnTo>
                    <a:pt x="95" y="270"/>
                  </a:lnTo>
                  <a:lnTo>
                    <a:pt x="95" y="276"/>
                  </a:lnTo>
                  <a:lnTo>
                    <a:pt x="95" y="289"/>
                  </a:lnTo>
                  <a:lnTo>
                    <a:pt x="95" y="295"/>
                  </a:lnTo>
                  <a:lnTo>
                    <a:pt x="101" y="308"/>
                  </a:lnTo>
                  <a:lnTo>
                    <a:pt x="101" y="314"/>
                  </a:lnTo>
                  <a:lnTo>
                    <a:pt x="101" y="327"/>
                  </a:lnTo>
                  <a:lnTo>
                    <a:pt x="101" y="333"/>
                  </a:lnTo>
                  <a:lnTo>
                    <a:pt x="101" y="346"/>
                  </a:lnTo>
                  <a:lnTo>
                    <a:pt x="101" y="352"/>
                  </a:lnTo>
                  <a:lnTo>
                    <a:pt x="107" y="358"/>
                  </a:lnTo>
                  <a:lnTo>
                    <a:pt x="107" y="371"/>
                  </a:lnTo>
                  <a:lnTo>
                    <a:pt x="107" y="377"/>
                  </a:lnTo>
                  <a:lnTo>
                    <a:pt x="107" y="390"/>
                  </a:lnTo>
                  <a:lnTo>
                    <a:pt x="107" y="396"/>
                  </a:lnTo>
                  <a:lnTo>
                    <a:pt x="107" y="402"/>
                  </a:lnTo>
                  <a:lnTo>
                    <a:pt x="114" y="415"/>
                  </a:lnTo>
                  <a:lnTo>
                    <a:pt x="114" y="421"/>
                  </a:lnTo>
                  <a:lnTo>
                    <a:pt x="114" y="427"/>
                  </a:lnTo>
                  <a:lnTo>
                    <a:pt x="114" y="440"/>
                  </a:lnTo>
                  <a:lnTo>
                    <a:pt x="114" y="446"/>
                  </a:lnTo>
                  <a:lnTo>
                    <a:pt x="114" y="452"/>
                  </a:lnTo>
                  <a:lnTo>
                    <a:pt x="120" y="465"/>
                  </a:lnTo>
                  <a:lnTo>
                    <a:pt x="120" y="471"/>
                  </a:lnTo>
                  <a:lnTo>
                    <a:pt x="120" y="478"/>
                  </a:lnTo>
                  <a:lnTo>
                    <a:pt x="120" y="484"/>
                  </a:lnTo>
                  <a:lnTo>
                    <a:pt x="120" y="496"/>
                  </a:lnTo>
                  <a:lnTo>
                    <a:pt x="120" y="503"/>
                  </a:lnTo>
                  <a:lnTo>
                    <a:pt x="120" y="509"/>
                  </a:lnTo>
                  <a:lnTo>
                    <a:pt x="126" y="515"/>
                  </a:lnTo>
                  <a:lnTo>
                    <a:pt x="126" y="522"/>
                  </a:lnTo>
                  <a:lnTo>
                    <a:pt x="126" y="534"/>
                  </a:lnTo>
                  <a:lnTo>
                    <a:pt x="126" y="541"/>
                  </a:lnTo>
                  <a:lnTo>
                    <a:pt x="126" y="547"/>
                  </a:lnTo>
                  <a:lnTo>
                    <a:pt x="126" y="553"/>
                  </a:lnTo>
                  <a:lnTo>
                    <a:pt x="132" y="559"/>
                  </a:lnTo>
                  <a:lnTo>
                    <a:pt x="132" y="566"/>
                  </a:lnTo>
                  <a:lnTo>
                    <a:pt x="132" y="572"/>
                  </a:lnTo>
                  <a:lnTo>
                    <a:pt x="132" y="578"/>
                  </a:lnTo>
                  <a:lnTo>
                    <a:pt x="132" y="591"/>
                  </a:lnTo>
                  <a:lnTo>
                    <a:pt x="132" y="597"/>
                  </a:lnTo>
                  <a:lnTo>
                    <a:pt x="139" y="603"/>
                  </a:lnTo>
                  <a:lnTo>
                    <a:pt x="139" y="610"/>
                  </a:lnTo>
                  <a:lnTo>
                    <a:pt x="139" y="616"/>
                  </a:lnTo>
                  <a:lnTo>
                    <a:pt x="139" y="622"/>
                  </a:lnTo>
                  <a:lnTo>
                    <a:pt x="139" y="629"/>
                  </a:lnTo>
                  <a:lnTo>
                    <a:pt x="145" y="641"/>
                  </a:lnTo>
                  <a:lnTo>
                    <a:pt x="145" y="647"/>
                  </a:lnTo>
                  <a:lnTo>
                    <a:pt x="145" y="654"/>
                  </a:lnTo>
                  <a:lnTo>
                    <a:pt x="145" y="660"/>
                  </a:lnTo>
                  <a:lnTo>
                    <a:pt x="145" y="666"/>
                  </a:lnTo>
                  <a:lnTo>
                    <a:pt x="145" y="673"/>
                  </a:lnTo>
                  <a:lnTo>
                    <a:pt x="151" y="679"/>
                  </a:lnTo>
                  <a:lnTo>
                    <a:pt x="151" y="685"/>
                  </a:lnTo>
                  <a:lnTo>
                    <a:pt x="151" y="691"/>
                  </a:lnTo>
                  <a:lnTo>
                    <a:pt x="151" y="698"/>
                  </a:lnTo>
                  <a:lnTo>
                    <a:pt x="151" y="704"/>
                  </a:lnTo>
                  <a:lnTo>
                    <a:pt x="158" y="710"/>
                  </a:lnTo>
                  <a:lnTo>
                    <a:pt x="158" y="717"/>
                  </a:lnTo>
                  <a:lnTo>
                    <a:pt x="158" y="723"/>
                  </a:lnTo>
                  <a:lnTo>
                    <a:pt x="158" y="729"/>
                  </a:lnTo>
                  <a:lnTo>
                    <a:pt x="158" y="735"/>
                  </a:lnTo>
                  <a:lnTo>
                    <a:pt x="164" y="742"/>
                  </a:lnTo>
                  <a:lnTo>
                    <a:pt x="164" y="748"/>
                  </a:lnTo>
                  <a:lnTo>
                    <a:pt x="164" y="754"/>
                  </a:lnTo>
                  <a:lnTo>
                    <a:pt x="164" y="761"/>
                  </a:lnTo>
                  <a:lnTo>
                    <a:pt x="170" y="767"/>
                  </a:lnTo>
                  <a:lnTo>
                    <a:pt x="170" y="773"/>
                  </a:lnTo>
                  <a:lnTo>
                    <a:pt x="170" y="779"/>
                  </a:lnTo>
                  <a:lnTo>
                    <a:pt x="170" y="786"/>
                  </a:lnTo>
                  <a:lnTo>
                    <a:pt x="176" y="792"/>
                  </a:lnTo>
                  <a:lnTo>
                    <a:pt x="176" y="798"/>
                  </a:lnTo>
                  <a:lnTo>
                    <a:pt x="176" y="805"/>
                  </a:lnTo>
                  <a:lnTo>
                    <a:pt x="176" y="811"/>
                  </a:lnTo>
                  <a:lnTo>
                    <a:pt x="183" y="817"/>
                  </a:lnTo>
                  <a:lnTo>
                    <a:pt x="183" y="823"/>
                  </a:lnTo>
                  <a:lnTo>
                    <a:pt x="183" y="830"/>
                  </a:lnTo>
                  <a:lnTo>
                    <a:pt x="189" y="830"/>
                  </a:lnTo>
                  <a:lnTo>
                    <a:pt x="189" y="836"/>
                  </a:lnTo>
                  <a:lnTo>
                    <a:pt x="195" y="836"/>
                  </a:lnTo>
                  <a:lnTo>
                    <a:pt x="202" y="830"/>
                  </a:lnTo>
                  <a:lnTo>
                    <a:pt x="202" y="823"/>
                  </a:lnTo>
                  <a:lnTo>
                    <a:pt x="202" y="817"/>
                  </a:lnTo>
                  <a:lnTo>
                    <a:pt x="208" y="817"/>
                  </a:lnTo>
                  <a:lnTo>
                    <a:pt x="208" y="811"/>
                  </a:lnTo>
                  <a:lnTo>
                    <a:pt x="208" y="805"/>
                  </a:lnTo>
                  <a:lnTo>
                    <a:pt x="208" y="798"/>
                  </a:lnTo>
                  <a:lnTo>
                    <a:pt x="214" y="798"/>
                  </a:lnTo>
                  <a:lnTo>
                    <a:pt x="214" y="792"/>
                  </a:lnTo>
                  <a:lnTo>
                    <a:pt x="214" y="786"/>
                  </a:lnTo>
                  <a:lnTo>
                    <a:pt x="214" y="779"/>
                  </a:lnTo>
                  <a:lnTo>
                    <a:pt x="220" y="773"/>
                  </a:lnTo>
                  <a:lnTo>
                    <a:pt x="220" y="767"/>
                  </a:lnTo>
                  <a:lnTo>
                    <a:pt x="220" y="761"/>
                  </a:lnTo>
                  <a:lnTo>
                    <a:pt x="220" y="754"/>
                  </a:lnTo>
                  <a:lnTo>
                    <a:pt x="220" y="748"/>
                  </a:lnTo>
                  <a:lnTo>
                    <a:pt x="227" y="742"/>
                  </a:lnTo>
                  <a:lnTo>
                    <a:pt x="227" y="735"/>
                  </a:lnTo>
                  <a:lnTo>
                    <a:pt x="227" y="729"/>
                  </a:lnTo>
                  <a:lnTo>
                    <a:pt x="227" y="723"/>
                  </a:lnTo>
                  <a:lnTo>
                    <a:pt x="227" y="717"/>
                  </a:lnTo>
                  <a:lnTo>
                    <a:pt x="233" y="710"/>
                  </a:lnTo>
                  <a:lnTo>
                    <a:pt x="233" y="704"/>
                  </a:lnTo>
                  <a:lnTo>
                    <a:pt x="233" y="698"/>
                  </a:lnTo>
                  <a:lnTo>
                    <a:pt x="233" y="691"/>
                  </a:lnTo>
                  <a:lnTo>
                    <a:pt x="233" y="685"/>
                  </a:lnTo>
                  <a:lnTo>
                    <a:pt x="239" y="679"/>
                  </a:lnTo>
                  <a:lnTo>
                    <a:pt x="239" y="673"/>
                  </a:lnTo>
                  <a:lnTo>
                    <a:pt x="239" y="666"/>
                  </a:lnTo>
                  <a:lnTo>
                    <a:pt x="239" y="660"/>
                  </a:lnTo>
                  <a:lnTo>
                    <a:pt x="239" y="654"/>
                  </a:lnTo>
                  <a:lnTo>
                    <a:pt x="239" y="647"/>
                  </a:lnTo>
                  <a:lnTo>
                    <a:pt x="246" y="641"/>
                  </a:lnTo>
                  <a:lnTo>
                    <a:pt x="246" y="635"/>
                  </a:lnTo>
                  <a:lnTo>
                    <a:pt x="246" y="629"/>
                  </a:lnTo>
                  <a:lnTo>
                    <a:pt x="246" y="622"/>
                  </a:lnTo>
                  <a:lnTo>
                    <a:pt x="246" y="616"/>
                  </a:lnTo>
                  <a:lnTo>
                    <a:pt x="246" y="610"/>
                  </a:lnTo>
                  <a:lnTo>
                    <a:pt x="246" y="603"/>
                  </a:lnTo>
                  <a:lnTo>
                    <a:pt x="252" y="597"/>
                  </a:lnTo>
                  <a:lnTo>
                    <a:pt x="252" y="585"/>
                  </a:lnTo>
                  <a:lnTo>
                    <a:pt x="252" y="578"/>
                  </a:lnTo>
                  <a:lnTo>
                    <a:pt x="252" y="572"/>
                  </a:lnTo>
                  <a:lnTo>
                    <a:pt x="252" y="566"/>
                  </a:lnTo>
                  <a:lnTo>
                    <a:pt x="252" y="559"/>
                  </a:lnTo>
                  <a:lnTo>
                    <a:pt x="258" y="553"/>
                  </a:lnTo>
                  <a:lnTo>
                    <a:pt x="258" y="547"/>
                  </a:lnTo>
                  <a:lnTo>
                    <a:pt x="258" y="541"/>
                  </a:lnTo>
                  <a:lnTo>
                    <a:pt x="258" y="534"/>
                  </a:lnTo>
                  <a:lnTo>
                    <a:pt x="258" y="528"/>
                  </a:lnTo>
                  <a:lnTo>
                    <a:pt x="258" y="515"/>
                  </a:lnTo>
                  <a:lnTo>
                    <a:pt x="264" y="509"/>
                  </a:lnTo>
                  <a:lnTo>
                    <a:pt x="264" y="503"/>
                  </a:lnTo>
                  <a:lnTo>
                    <a:pt x="264" y="496"/>
                  </a:lnTo>
                  <a:lnTo>
                    <a:pt x="264" y="490"/>
                  </a:lnTo>
                  <a:lnTo>
                    <a:pt x="264" y="484"/>
                  </a:lnTo>
                  <a:lnTo>
                    <a:pt x="264" y="478"/>
                  </a:lnTo>
                  <a:lnTo>
                    <a:pt x="271" y="471"/>
                  </a:lnTo>
                  <a:lnTo>
                    <a:pt x="271" y="459"/>
                  </a:lnTo>
                  <a:lnTo>
                    <a:pt x="271" y="452"/>
                  </a:lnTo>
                  <a:lnTo>
                    <a:pt x="271" y="446"/>
                  </a:lnTo>
                  <a:lnTo>
                    <a:pt x="271" y="440"/>
                  </a:lnTo>
                  <a:lnTo>
                    <a:pt x="271" y="434"/>
                  </a:lnTo>
                  <a:lnTo>
                    <a:pt x="271" y="421"/>
                  </a:lnTo>
                  <a:lnTo>
                    <a:pt x="277" y="415"/>
                  </a:lnTo>
                  <a:lnTo>
                    <a:pt x="277" y="408"/>
                  </a:lnTo>
                  <a:lnTo>
                    <a:pt x="277" y="396"/>
                  </a:lnTo>
                  <a:lnTo>
                    <a:pt x="277" y="390"/>
                  </a:lnTo>
                  <a:lnTo>
                    <a:pt x="277" y="377"/>
                  </a:lnTo>
                  <a:lnTo>
                    <a:pt x="277" y="371"/>
                  </a:lnTo>
                  <a:lnTo>
                    <a:pt x="283" y="358"/>
                  </a:lnTo>
                  <a:lnTo>
                    <a:pt x="283" y="352"/>
                  </a:lnTo>
                  <a:lnTo>
                    <a:pt x="283" y="346"/>
                  </a:lnTo>
                  <a:lnTo>
                    <a:pt x="283" y="333"/>
                  </a:lnTo>
                  <a:lnTo>
                    <a:pt x="283" y="327"/>
                  </a:lnTo>
                  <a:lnTo>
                    <a:pt x="283" y="314"/>
                  </a:lnTo>
                  <a:lnTo>
                    <a:pt x="290" y="308"/>
                  </a:lnTo>
                  <a:lnTo>
                    <a:pt x="290" y="295"/>
                  </a:lnTo>
                  <a:lnTo>
                    <a:pt x="290" y="289"/>
                  </a:lnTo>
                  <a:lnTo>
                    <a:pt x="290" y="276"/>
                  </a:lnTo>
                  <a:lnTo>
                    <a:pt x="290" y="264"/>
                  </a:lnTo>
                  <a:lnTo>
                    <a:pt x="290" y="258"/>
                  </a:lnTo>
                  <a:lnTo>
                    <a:pt x="296" y="245"/>
                  </a:lnTo>
                  <a:lnTo>
                    <a:pt x="296" y="239"/>
                  </a:lnTo>
                  <a:lnTo>
                    <a:pt x="296" y="226"/>
                  </a:lnTo>
                  <a:lnTo>
                    <a:pt x="296" y="214"/>
                  </a:lnTo>
                  <a:lnTo>
                    <a:pt x="296" y="207"/>
                  </a:lnTo>
                  <a:lnTo>
                    <a:pt x="296" y="195"/>
                  </a:lnTo>
                  <a:lnTo>
                    <a:pt x="302" y="182"/>
                  </a:lnTo>
                  <a:lnTo>
                    <a:pt x="302" y="176"/>
                  </a:lnTo>
                  <a:lnTo>
                    <a:pt x="302" y="163"/>
                  </a:lnTo>
                  <a:lnTo>
                    <a:pt x="302" y="144"/>
                  </a:lnTo>
                  <a:lnTo>
                    <a:pt x="302" y="138"/>
                  </a:lnTo>
                  <a:lnTo>
                    <a:pt x="302" y="132"/>
                  </a:lnTo>
                  <a:lnTo>
                    <a:pt x="308" y="126"/>
                  </a:lnTo>
                  <a:lnTo>
                    <a:pt x="308" y="119"/>
                  </a:lnTo>
                  <a:lnTo>
                    <a:pt x="308" y="113"/>
                  </a:lnTo>
                  <a:lnTo>
                    <a:pt x="315" y="113"/>
                  </a:lnTo>
                  <a:lnTo>
                    <a:pt x="315" y="119"/>
                  </a:lnTo>
                  <a:lnTo>
                    <a:pt x="315" y="126"/>
                  </a:lnTo>
                  <a:lnTo>
                    <a:pt x="315" y="132"/>
                  </a:lnTo>
                  <a:lnTo>
                    <a:pt x="315" y="138"/>
                  </a:lnTo>
                  <a:lnTo>
                    <a:pt x="321" y="144"/>
                  </a:lnTo>
                  <a:lnTo>
                    <a:pt x="321" y="157"/>
                  </a:lnTo>
                  <a:lnTo>
                    <a:pt x="321" y="163"/>
                  </a:lnTo>
                  <a:lnTo>
                    <a:pt x="321" y="176"/>
                  </a:lnTo>
                  <a:lnTo>
                    <a:pt x="321" y="188"/>
                  </a:lnTo>
                  <a:lnTo>
                    <a:pt x="321" y="195"/>
                  </a:lnTo>
                  <a:lnTo>
                    <a:pt x="327" y="207"/>
                  </a:lnTo>
                  <a:lnTo>
                    <a:pt x="327" y="220"/>
                  </a:lnTo>
                  <a:lnTo>
                    <a:pt x="327" y="226"/>
                  </a:lnTo>
                  <a:lnTo>
                    <a:pt x="327" y="239"/>
                  </a:lnTo>
                  <a:lnTo>
                    <a:pt x="327" y="245"/>
                  </a:lnTo>
                  <a:lnTo>
                    <a:pt x="327" y="258"/>
                  </a:lnTo>
                  <a:lnTo>
                    <a:pt x="334" y="270"/>
                  </a:lnTo>
                  <a:lnTo>
                    <a:pt x="334" y="276"/>
                  </a:lnTo>
                  <a:lnTo>
                    <a:pt x="334" y="289"/>
                  </a:lnTo>
                  <a:lnTo>
                    <a:pt x="334" y="295"/>
                  </a:lnTo>
                  <a:lnTo>
                    <a:pt x="334" y="308"/>
                  </a:lnTo>
                  <a:lnTo>
                    <a:pt x="334" y="314"/>
                  </a:lnTo>
                  <a:lnTo>
                    <a:pt x="340" y="327"/>
                  </a:lnTo>
                  <a:lnTo>
                    <a:pt x="340" y="333"/>
                  </a:lnTo>
                  <a:lnTo>
                    <a:pt x="340" y="346"/>
                  </a:lnTo>
                  <a:lnTo>
                    <a:pt x="340" y="352"/>
                  </a:lnTo>
                  <a:lnTo>
                    <a:pt x="340" y="364"/>
                  </a:lnTo>
                  <a:lnTo>
                    <a:pt x="340" y="371"/>
                  </a:lnTo>
                  <a:lnTo>
                    <a:pt x="346" y="383"/>
                  </a:lnTo>
                  <a:lnTo>
                    <a:pt x="346" y="390"/>
                  </a:lnTo>
                  <a:lnTo>
                    <a:pt x="346" y="402"/>
                  </a:lnTo>
                  <a:lnTo>
                    <a:pt x="346" y="408"/>
                  </a:lnTo>
                  <a:lnTo>
                    <a:pt x="346" y="415"/>
                  </a:lnTo>
                  <a:lnTo>
                    <a:pt x="346" y="427"/>
                  </a:lnTo>
                  <a:lnTo>
                    <a:pt x="346" y="434"/>
                  </a:lnTo>
                  <a:lnTo>
                    <a:pt x="352" y="440"/>
                  </a:lnTo>
                  <a:lnTo>
                    <a:pt x="352" y="452"/>
                  </a:lnTo>
                  <a:lnTo>
                    <a:pt x="352" y="459"/>
                  </a:lnTo>
                  <a:lnTo>
                    <a:pt x="352" y="465"/>
                  </a:lnTo>
                  <a:lnTo>
                    <a:pt x="352" y="478"/>
                  </a:lnTo>
                  <a:lnTo>
                    <a:pt x="352" y="484"/>
                  </a:lnTo>
                  <a:lnTo>
                    <a:pt x="359" y="490"/>
                  </a:lnTo>
                  <a:lnTo>
                    <a:pt x="359" y="509"/>
                  </a:lnTo>
                  <a:lnTo>
                    <a:pt x="359" y="515"/>
                  </a:lnTo>
                  <a:lnTo>
                    <a:pt x="359" y="522"/>
                  </a:lnTo>
                  <a:lnTo>
                    <a:pt x="359" y="528"/>
                  </a:lnTo>
                  <a:lnTo>
                    <a:pt x="365" y="534"/>
                  </a:lnTo>
                  <a:lnTo>
                    <a:pt x="365" y="547"/>
                  </a:lnTo>
                  <a:lnTo>
                    <a:pt x="365" y="553"/>
                  </a:lnTo>
                  <a:lnTo>
                    <a:pt x="365" y="559"/>
                  </a:lnTo>
                  <a:lnTo>
                    <a:pt x="365" y="566"/>
                  </a:lnTo>
                  <a:lnTo>
                    <a:pt x="365" y="572"/>
                  </a:lnTo>
                  <a:lnTo>
                    <a:pt x="371" y="578"/>
                  </a:lnTo>
                  <a:lnTo>
                    <a:pt x="371" y="585"/>
                  </a:lnTo>
                  <a:lnTo>
                    <a:pt x="371" y="591"/>
                  </a:lnTo>
                  <a:lnTo>
                    <a:pt x="371" y="597"/>
                  </a:lnTo>
                  <a:lnTo>
                    <a:pt x="371" y="610"/>
                  </a:lnTo>
                  <a:lnTo>
                    <a:pt x="371" y="616"/>
                  </a:lnTo>
                  <a:lnTo>
                    <a:pt x="371" y="622"/>
                  </a:lnTo>
                  <a:lnTo>
                    <a:pt x="378" y="629"/>
                  </a:lnTo>
                  <a:lnTo>
                    <a:pt x="378" y="635"/>
                  </a:lnTo>
                  <a:lnTo>
                    <a:pt x="378" y="641"/>
                  </a:lnTo>
                  <a:lnTo>
                    <a:pt x="378" y="647"/>
                  </a:lnTo>
                  <a:lnTo>
                    <a:pt x="378" y="654"/>
                  </a:lnTo>
                  <a:lnTo>
                    <a:pt x="378" y="660"/>
                  </a:lnTo>
                  <a:lnTo>
                    <a:pt x="384" y="660"/>
                  </a:lnTo>
                  <a:lnTo>
                    <a:pt x="384" y="666"/>
                  </a:lnTo>
                  <a:lnTo>
                    <a:pt x="384" y="673"/>
                  </a:lnTo>
                  <a:lnTo>
                    <a:pt x="384" y="679"/>
                  </a:lnTo>
                  <a:lnTo>
                    <a:pt x="384" y="685"/>
                  </a:lnTo>
                  <a:lnTo>
                    <a:pt x="384" y="691"/>
                  </a:lnTo>
                  <a:lnTo>
                    <a:pt x="390" y="698"/>
                  </a:lnTo>
                  <a:lnTo>
                    <a:pt x="390" y="704"/>
                  </a:lnTo>
                  <a:lnTo>
                    <a:pt x="390" y="710"/>
                  </a:lnTo>
                  <a:lnTo>
                    <a:pt x="390" y="717"/>
                  </a:lnTo>
                  <a:lnTo>
                    <a:pt x="390" y="723"/>
                  </a:lnTo>
                  <a:lnTo>
                    <a:pt x="396" y="729"/>
                  </a:lnTo>
                  <a:lnTo>
                    <a:pt x="396" y="735"/>
                  </a:lnTo>
                  <a:lnTo>
                    <a:pt x="396" y="742"/>
                  </a:lnTo>
                  <a:lnTo>
                    <a:pt x="396" y="748"/>
                  </a:lnTo>
                  <a:lnTo>
                    <a:pt x="396" y="754"/>
                  </a:lnTo>
                  <a:lnTo>
                    <a:pt x="403" y="761"/>
                  </a:lnTo>
                  <a:lnTo>
                    <a:pt x="403" y="767"/>
                  </a:lnTo>
                  <a:lnTo>
                    <a:pt x="403" y="773"/>
                  </a:lnTo>
                  <a:lnTo>
                    <a:pt x="403" y="779"/>
                  </a:lnTo>
                  <a:lnTo>
                    <a:pt x="409" y="786"/>
                  </a:lnTo>
                  <a:lnTo>
                    <a:pt x="409" y="792"/>
                  </a:lnTo>
                  <a:lnTo>
                    <a:pt x="409" y="798"/>
                  </a:lnTo>
                  <a:lnTo>
                    <a:pt x="409" y="805"/>
                  </a:lnTo>
                  <a:lnTo>
                    <a:pt x="415" y="811"/>
                  </a:lnTo>
                  <a:lnTo>
                    <a:pt x="415" y="817"/>
                  </a:lnTo>
                  <a:lnTo>
                    <a:pt x="415" y="823"/>
                  </a:lnTo>
                  <a:lnTo>
                    <a:pt x="422" y="830"/>
                  </a:lnTo>
                  <a:lnTo>
                    <a:pt x="422" y="836"/>
                  </a:lnTo>
                  <a:lnTo>
                    <a:pt x="422" y="842"/>
                  </a:lnTo>
                  <a:lnTo>
                    <a:pt x="428" y="842"/>
                  </a:lnTo>
                  <a:lnTo>
                    <a:pt x="434" y="842"/>
                  </a:lnTo>
                  <a:lnTo>
                    <a:pt x="434" y="836"/>
                  </a:lnTo>
                  <a:lnTo>
                    <a:pt x="434" y="830"/>
                  </a:lnTo>
                  <a:lnTo>
                    <a:pt x="440" y="830"/>
                  </a:lnTo>
                  <a:lnTo>
                    <a:pt x="440" y="823"/>
                  </a:lnTo>
                  <a:lnTo>
                    <a:pt x="440" y="817"/>
                  </a:lnTo>
                  <a:lnTo>
                    <a:pt x="440" y="811"/>
                  </a:lnTo>
                  <a:lnTo>
                    <a:pt x="440" y="805"/>
                  </a:lnTo>
                  <a:lnTo>
                    <a:pt x="447" y="805"/>
                  </a:lnTo>
                  <a:lnTo>
                    <a:pt x="447" y="798"/>
                  </a:lnTo>
                  <a:lnTo>
                    <a:pt x="447" y="792"/>
                  </a:lnTo>
                  <a:lnTo>
                    <a:pt x="447" y="786"/>
                  </a:lnTo>
                  <a:lnTo>
                    <a:pt x="447" y="779"/>
                  </a:lnTo>
                  <a:lnTo>
                    <a:pt x="453" y="779"/>
                  </a:lnTo>
                  <a:lnTo>
                    <a:pt x="453" y="773"/>
                  </a:lnTo>
                  <a:lnTo>
                    <a:pt x="453" y="767"/>
                  </a:lnTo>
                  <a:lnTo>
                    <a:pt x="453" y="761"/>
                  </a:lnTo>
                  <a:lnTo>
                    <a:pt x="453" y="754"/>
                  </a:lnTo>
                  <a:lnTo>
                    <a:pt x="459" y="748"/>
                  </a:lnTo>
                  <a:lnTo>
                    <a:pt x="459" y="742"/>
                  </a:lnTo>
                  <a:lnTo>
                    <a:pt x="459" y="735"/>
                  </a:lnTo>
                  <a:lnTo>
                    <a:pt x="459" y="729"/>
                  </a:lnTo>
                  <a:lnTo>
                    <a:pt x="459" y="723"/>
                  </a:lnTo>
                  <a:lnTo>
                    <a:pt x="466" y="717"/>
                  </a:lnTo>
                  <a:lnTo>
                    <a:pt x="466" y="710"/>
                  </a:lnTo>
                  <a:lnTo>
                    <a:pt x="466" y="704"/>
                  </a:lnTo>
                  <a:lnTo>
                    <a:pt x="466" y="698"/>
                  </a:lnTo>
                  <a:lnTo>
                    <a:pt x="466" y="691"/>
                  </a:lnTo>
                  <a:lnTo>
                    <a:pt x="472" y="685"/>
                  </a:lnTo>
                  <a:lnTo>
                    <a:pt x="472" y="679"/>
                  </a:lnTo>
                  <a:lnTo>
                    <a:pt x="472" y="673"/>
                  </a:lnTo>
                  <a:lnTo>
                    <a:pt x="472" y="660"/>
                  </a:lnTo>
                  <a:lnTo>
                    <a:pt x="472" y="654"/>
                  </a:lnTo>
                  <a:lnTo>
                    <a:pt x="472" y="647"/>
                  </a:lnTo>
                  <a:lnTo>
                    <a:pt x="472" y="641"/>
                  </a:lnTo>
                  <a:lnTo>
                    <a:pt x="478" y="635"/>
                  </a:lnTo>
                  <a:lnTo>
                    <a:pt x="478" y="629"/>
                  </a:lnTo>
                  <a:lnTo>
                    <a:pt x="478" y="622"/>
                  </a:lnTo>
                  <a:lnTo>
                    <a:pt x="478" y="616"/>
                  </a:lnTo>
                  <a:lnTo>
                    <a:pt x="478" y="610"/>
                  </a:lnTo>
                  <a:lnTo>
                    <a:pt x="478" y="603"/>
                  </a:lnTo>
                  <a:lnTo>
                    <a:pt x="484" y="591"/>
                  </a:lnTo>
                  <a:lnTo>
                    <a:pt x="484" y="585"/>
                  </a:lnTo>
                  <a:lnTo>
                    <a:pt x="484" y="578"/>
                  </a:lnTo>
                  <a:lnTo>
                    <a:pt x="484" y="572"/>
                  </a:lnTo>
                  <a:lnTo>
                    <a:pt x="484" y="566"/>
                  </a:lnTo>
                  <a:lnTo>
                    <a:pt x="484" y="559"/>
                  </a:lnTo>
                  <a:lnTo>
                    <a:pt x="491" y="547"/>
                  </a:lnTo>
                  <a:lnTo>
                    <a:pt x="491" y="541"/>
                  </a:lnTo>
                  <a:lnTo>
                    <a:pt x="491" y="534"/>
                  </a:lnTo>
                  <a:lnTo>
                    <a:pt x="491" y="528"/>
                  </a:lnTo>
                  <a:lnTo>
                    <a:pt x="491" y="522"/>
                  </a:lnTo>
                  <a:lnTo>
                    <a:pt x="491" y="509"/>
                  </a:lnTo>
                  <a:lnTo>
                    <a:pt x="497" y="503"/>
                  </a:lnTo>
                  <a:lnTo>
                    <a:pt x="497" y="496"/>
                  </a:lnTo>
                  <a:lnTo>
                    <a:pt x="497" y="490"/>
                  </a:lnTo>
                  <a:lnTo>
                    <a:pt x="497" y="484"/>
                  </a:lnTo>
                  <a:lnTo>
                    <a:pt x="497" y="471"/>
                  </a:lnTo>
                  <a:lnTo>
                    <a:pt x="497" y="465"/>
                  </a:lnTo>
                  <a:lnTo>
                    <a:pt x="503" y="452"/>
                  </a:lnTo>
                  <a:lnTo>
                    <a:pt x="503" y="440"/>
                  </a:lnTo>
                  <a:lnTo>
                    <a:pt x="503" y="434"/>
                  </a:lnTo>
                  <a:lnTo>
                    <a:pt x="503" y="427"/>
                  </a:lnTo>
                  <a:lnTo>
                    <a:pt x="503" y="421"/>
                  </a:lnTo>
                  <a:lnTo>
                    <a:pt x="503" y="408"/>
                  </a:lnTo>
                  <a:lnTo>
                    <a:pt x="510" y="402"/>
                  </a:lnTo>
                  <a:lnTo>
                    <a:pt x="510" y="396"/>
                  </a:lnTo>
                  <a:lnTo>
                    <a:pt x="510" y="383"/>
                  </a:lnTo>
                  <a:lnTo>
                    <a:pt x="510" y="377"/>
                  </a:lnTo>
                  <a:lnTo>
                    <a:pt x="510" y="364"/>
                  </a:lnTo>
                  <a:lnTo>
                    <a:pt x="510" y="358"/>
                  </a:lnTo>
                  <a:lnTo>
                    <a:pt x="516" y="346"/>
                  </a:lnTo>
                  <a:lnTo>
                    <a:pt x="516" y="339"/>
                  </a:lnTo>
                  <a:lnTo>
                    <a:pt x="516" y="327"/>
                  </a:lnTo>
                  <a:lnTo>
                    <a:pt x="516" y="314"/>
                  </a:lnTo>
                  <a:lnTo>
                    <a:pt x="516" y="308"/>
                  </a:lnTo>
                  <a:lnTo>
                    <a:pt x="516" y="295"/>
                  </a:lnTo>
                  <a:lnTo>
                    <a:pt x="522" y="289"/>
                  </a:lnTo>
                  <a:lnTo>
                    <a:pt x="522" y="276"/>
                  </a:lnTo>
                  <a:lnTo>
                    <a:pt x="522" y="264"/>
                  </a:lnTo>
                  <a:lnTo>
                    <a:pt x="522" y="258"/>
                  </a:lnTo>
                  <a:lnTo>
                    <a:pt x="522" y="245"/>
                  </a:lnTo>
                  <a:lnTo>
                    <a:pt x="522" y="232"/>
                  </a:lnTo>
                  <a:lnTo>
                    <a:pt x="528" y="226"/>
                  </a:lnTo>
                  <a:lnTo>
                    <a:pt x="528" y="214"/>
                  </a:lnTo>
                  <a:lnTo>
                    <a:pt x="528" y="201"/>
                  </a:lnTo>
                  <a:lnTo>
                    <a:pt x="528" y="195"/>
                  </a:lnTo>
                  <a:lnTo>
                    <a:pt x="528" y="182"/>
                  </a:lnTo>
                  <a:lnTo>
                    <a:pt x="528" y="170"/>
                  </a:lnTo>
                  <a:lnTo>
                    <a:pt x="528" y="157"/>
                  </a:lnTo>
                  <a:lnTo>
                    <a:pt x="535" y="151"/>
                  </a:lnTo>
                  <a:lnTo>
                    <a:pt x="535" y="138"/>
                  </a:lnTo>
                  <a:lnTo>
                    <a:pt x="535" y="126"/>
                  </a:lnTo>
                  <a:lnTo>
                    <a:pt x="535" y="113"/>
                  </a:lnTo>
                  <a:lnTo>
                    <a:pt x="535" y="100"/>
                  </a:lnTo>
                  <a:lnTo>
                    <a:pt x="535" y="94"/>
                  </a:lnTo>
                  <a:lnTo>
                    <a:pt x="541" y="81"/>
                  </a:lnTo>
                  <a:lnTo>
                    <a:pt x="541" y="75"/>
                  </a:lnTo>
                  <a:lnTo>
                    <a:pt x="541" y="69"/>
                  </a:lnTo>
                  <a:lnTo>
                    <a:pt x="541" y="63"/>
                  </a:lnTo>
                  <a:lnTo>
                    <a:pt x="541" y="56"/>
                  </a:lnTo>
                  <a:lnTo>
                    <a:pt x="541" y="50"/>
                  </a:lnTo>
                  <a:lnTo>
                    <a:pt x="547" y="50"/>
                  </a:lnTo>
                  <a:lnTo>
                    <a:pt x="547" y="44"/>
                  </a:lnTo>
                  <a:lnTo>
                    <a:pt x="547" y="50"/>
                  </a:lnTo>
                  <a:lnTo>
                    <a:pt x="547" y="56"/>
                  </a:lnTo>
                  <a:lnTo>
                    <a:pt x="554" y="63"/>
                  </a:lnTo>
                  <a:lnTo>
                    <a:pt x="554" y="69"/>
                  </a:lnTo>
                  <a:lnTo>
                    <a:pt x="554" y="75"/>
                  </a:lnTo>
                  <a:lnTo>
                    <a:pt x="554" y="88"/>
                  </a:lnTo>
                  <a:lnTo>
                    <a:pt x="554" y="94"/>
                  </a:lnTo>
                  <a:lnTo>
                    <a:pt x="560" y="119"/>
                  </a:lnTo>
                  <a:lnTo>
                    <a:pt x="560" y="132"/>
                  </a:lnTo>
                  <a:lnTo>
                    <a:pt x="560" y="144"/>
                  </a:lnTo>
                  <a:lnTo>
                    <a:pt x="560" y="157"/>
                  </a:lnTo>
                  <a:lnTo>
                    <a:pt x="560" y="170"/>
                  </a:lnTo>
                  <a:lnTo>
                    <a:pt x="560" y="176"/>
                  </a:lnTo>
                  <a:lnTo>
                    <a:pt x="566" y="188"/>
                  </a:lnTo>
                  <a:lnTo>
                    <a:pt x="566" y="201"/>
                  </a:lnTo>
                  <a:lnTo>
                    <a:pt x="566" y="214"/>
                  </a:lnTo>
                  <a:lnTo>
                    <a:pt x="566" y="226"/>
                  </a:lnTo>
                  <a:lnTo>
                    <a:pt x="566" y="232"/>
                  </a:lnTo>
                  <a:lnTo>
                    <a:pt x="566" y="245"/>
                  </a:lnTo>
                  <a:lnTo>
                    <a:pt x="566" y="258"/>
                  </a:lnTo>
                  <a:lnTo>
                    <a:pt x="572" y="270"/>
                  </a:lnTo>
                  <a:lnTo>
                    <a:pt x="572" y="276"/>
                  </a:lnTo>
                  <a:lnTo>
                    <a:pt x="572" y="289"/>
                  </a:lnTo>
                  <a:lnTo>
                    <a:pt x="572" y="302"/>
                  </a:lnTo>
                  <a:lnTo>
                    <a:pt x="572" y="308"/>
                  </a:lnTo>
                  <a:lnTo>
                    <a:pt x="572" y="320"/>
                  </a:lnTo>
                  <a:lnTo>
                    <a:pt x="579" y="333"/>
                  </a:lnTo>
                  <a:lnTo>
                    <a:pt x="579" y="339"/>
                  </a:lnTo>
                  <a:lnTo>
                    <a:pt x="579" y="352"/>
                  </a:lnTo>
                  <a:lnTo>
                    <a:pt x="579" y="358"/>
                  </a:lnTo>
                  <a:lnTo>
                    <a:pt x="579" y="371"/>
                  </a:lnTo>
                  <a:lnTo>
                    <a:pt x="579" y="377"/>
                  </a:lnTo>
                  <a:lnTo>
                    <a:pt x="585" y="390"/>
                  </a:lnTo>
                  <a:lnTo>
                    <a:pt x="585" y="402"/>
                  </a:lnTo>
                  <a:lnTo>
                    <a:pt x="585" y="408"/>
                  </a:lnTo>
                  <a:lnTo>
                    <a:pt x="585" y="421"/>
                  </a:lnTo>
                  <a:lnTo>
                    <a:pt x="585" y="427"/>
                  </a:lnTo>
                  <a:lnTo>
                    <a:pt x="585" y="434"/>
                  </a:lnTo>
                  <a:lnTo>
                    <a:pt x="591" y="440"/>
                  </a:lnTo>
                  <a:lnTo>
                    <a:pt x="591" y="452"/>
                  </a:lnTo>
                  <a:lnTo>
                    <a:pt x="591" y="459"/>
                  </a:lnTo>
                  <a:lnTo>
                    <a:pt x="591" y="465"/>
                  </a:lnTo>
                  <a:lnTo>
                    <a:pt x="591" y="478"/>
                  </a:lnTo>
                  <a:lnTo>
                    <a:pt x="591" y="484"/>
                  </a:lnTo>
                  <a:lnTo>
                    <a:pt x="598" y="490"/>
                  </a:lnTo>
                  <a:lnTo>
                    <a:pt x="598" y="496"/>
                  </a:lnTo>
                  <a:lnTo>
                    <a:pt x="598" y="509"/>
                  </a:lnTo>
                  <a:lnTo>
                    <a:pt x="598" y="515"/>
                  </a:lnTo>
                  <a:lnTo>
                    <a:pt x="598" y="522"/>
                  </a:lnTo>
                  <a:lnTo>
                    <a:pt x="598" y="528"/>
                  </a:lnTo>
                  <a:lnTo>
                    <a:pt x="598" y="541"/>
                  </a:lnTo>
                  <a:lnTo>
                    <a:pt x="604" y="547"/>
                  </a:lnTo>
                  <a:lnTo>
                    <a:pt x="604" y="553"/>
                  </a:lnTo>
                  <a:lnTo>
                    <a:pt x="604" y="559"/>
                  </a:lnTo>
                  <a:lnTo>
                    <a:pt x="604" y="572"/>
                  </a:lnTo>
                  <a:lnTo>
                    <a:pt x="604" y="578"/>
                  </a:lnTo>
                  <a:lnTo>
                    <a:pt x="604" y="585"/>
                  </a:lnTo>
                  <a:lnTo>
                    <a:pt x="610" y="591"/>
                  </a:lnTo>
                  <a:lnTo>
                    <a:pt x="610" y="597"/>
                  </a:lnTo>
                  <a:lnTo>
                    <a:pt x="610" y="610"/>
                  </a:lnTo>
                  <a:lnTo>
                    <a:pt x="610" y="616"/>
                  </a:lnTo>
                  <a:lnTo>
                    <a:pt x="610" y="622"/>
                  </a:lnTo>
                  <a:lnTo>
                    <a:pt x="610" y="629"/>
                  </a:lnTo>
                  <a:lnTo>
                    <a:pt x="616" y="635"/>
                  </a:lnTo>
                  <a:lnTo>
                    <a:pt x="616" y="641"/>
                  </a:lnTo>
                  <a:lnTo>
                    <a:pt x="616" y="647"/>
                  </a:lnTo>
                  <a:lnTo>
                    <a:pt x="616" y="660"/>
                  </a:lnTo>
                  <a:lnTo>
                    <a:pt x="616" y="666"/>
                  </a:lnTo>
                  <a:lnTo>
                    <a:pt x="616" y="673"/>
                  </a:lnTo>
                  <a:lnTo>
                    <a:pt x="623" y="679"/>
                  </a:lnTo>
                  <a:lnTo>
                    <a:pt x="623" y="685"/>
                  </a:lnTo>
                  <a:lnTo>
                    <a:pt x="623" y="691"/>
                  </a:lnTo>
                  <a:lnTo>
                    <a:pt x="623" y="698"/>
                  </a:lnTo>
                  <a:lnTo>
                    <a:pt x="623" y="704"/>
                  </a:lnTo>
                  <a:lnTo>
                    <a:pt x="623" y="710"/>
                  </a:lnTo>
                  <a:lnTo>
                    <a:pt x="623" y="717"/>
                  </a:lnTo>
                  <a:lnTo>
                    <a:pt x="629" y="723"/>
                  </a:lnTo>
                  <a:lnTo>
                    <a:pt x="629" y="729"/>
                  </a:lnTo>
                  <a:lnTo>
                    <a:pt x="629" y="735"/>
                  </a:lnTo>
                  <a:lnTo>
                    <a:pt x="629" y="742"/>
                  </a:lnTo>
                  <a:lnTo>
                    <a:pt x="629" y="748"/>
                  </a:lnTo>
                  <a:lnTo>
                    <a:pt x="635" y="754"/>
                  </a:lnTo>
                  <a:lnTo>
                    <a:pt x="635" y="761"/>
                  </a:lnTo>
                  <a:lnTo>
                    <a:pt x="635" y="767"/>
                  </a:lnTo>
                  <a:lnTo>
                    <a:pt x="635" y="773"/>
                  </a:lnTo>
                  <a:lnTo>
                    <a:pt x="635" y="779"/>
                  </a:lnTo>
                  <a:lnTo>
                    <a:pt x="642" y="786"/>
                  </a:lnTo>
                  <a:lnTo>
                    <a:pt x="642" y="792"/>
                  </a:lnTo>
                  <a:lnTo>
                    <a:pt x="642" y="798"/>
                  </a:lnTo>
                  <a:lnTo>
                    <a:pt x="642" y="805"/>
                  </a:lnTo>
                  <a:lnTo>
                    <a:pt x="648" y="811"/>
                  </a:lnTo>
                  <a:lnTo>
                    <a:pt x="648" y="817"/>
                  </a:lnTo>
                  <a:lnTo>
                    <a:pt x="648" y="823"/>
                  </a:lnTo>
                  <a:lnTo>
                    <a:pt x="648" y="830"/>
                  </a:lnTo>
                  <a:lnTo>
                    <a:pt x="654" y="836"/>
                  </a:lnTo>
                  <a:lnTo>
                    <a:pt x="654" y="842"/>
                  </a:lnTo>
                  <a:lnTo>
                    <a:pt x="654" y="849"/>
                  </a:lnTo>
                  <a:lnTo>
                    <a:pt x="660" y="855"/>
                  </a:lnTo>
                  <a:lnTo>
                    <a:pt x="660" y="861"/>
                  </a:lnTo>
                  <a:lnTo>
                    <a:pt x="667" y="861"/>
                  </a:lnTo>
                  <a:lnTo>
                    <a:pt x="667" y="855"/>
                  </a:lnTo>
                  <a:lnTo>
                    <a:pt x="673" y="855"/>
                  </a:lnTo>
                  <a:lnTo>
                    <a:pt x="673" y="849"/>
                  </a:lnTo>
                  <a:lnTo>
                    <a:pt x="673" y="842"/>
                  </a:lnTo>
                  <a:lnTo>
                    <a:pt x="679" y="836"/>
                  </a:lnTo>
                  <a:lnTo>
                    <a:pt x="679" y="830"/>
                  </a:lnTo>
                  <a:lnTo>
                    <a:pt x="679" y="823"/>
                  </a:lnTo>
                  <a:lnTo>
                    <a:pt x="686" y="817"/>
                  </a:lnTo>
                  <a:lnTo>
                    <a:pt x="686" y="811"/>
                  </a:lnTo>
                  <a:lnTo>
                    <a:pt x="686" y="805"/>
                  </a:lnTo>
                  <a:lnTo>
                    <a:pt x="686" y="798"/>
                  </a:lnTo>
                  <a:lnTo>
                    <a:pt x="692" y="792"/>
                  </a:lnTo>
                  <a:lnTo>
                    <a:pt x="692" y="786"/>
                  </a:lnTo>
                  <a:lnTo>
                    <a:pt x="692" y="779"/>
                  </a:lnTo>
                  <a:lnTo>
                    <a:pt x="692" y="773"/>
                  </a:lnTo>
                  <a:lnTo>
                    <a:pt x="698" y="767"/>
                  </a:lnTo>
                  <a:lnTo>
                    <a:pt x="698" y="761"/>
                  </a:lnTo>
                  <a:lnTo>
                    <a:pt x="698" y="754"/>
                  </a:lnTo>
                  <a:lnTo>
                    <a:pt x="698" y="748"/>
                  </a:lnTo>
                  <a:lnTo>
                    <a:pt x="698" y="742"/>
                  </a:lnTo>
                  <a:lnTo>
                    <a:pt x="698" y="735"/>
                  </a:lnTo>
                  <a:lnTo>
                    <a:pt x="704" y="729"/>
                  </a:lnTo>
                  <a:lnTo>
                    <a:pt x="704" y="723"/>
                  </a:lnTo>
                  <a:lnTo>
                    <a:pt x="704" y="717"/>
                  </a:lnTo>
                  <a:lnTo>
                    <a:pt x="704" y="710"/>
                  </a:lnTo>
                  <a:lnTo>
                    <a:pt x="704" y="704"/>
                  </a:lnTo>
                  <a:lnTo>
                    <a:pt x="711" y="698"/>
                  </a:lnTo>
                  <a:lnTo>
                    <a:pt x="711" y="691"/>
                  </a:lnTo>
                  <a:lnTo>
                    <a:pt x="711" y="685"/>
                  </a:lnTo>
                  <a:lnTo>
                    <a:pt x="711" y="679"/>
                  </a:lnTo>
                  <a:lnTo>
                    <a:pt x="711" y="673"/>
                  </a:lnTo>
                  <a:lnTo>
                    <a:pt x="711" y="666"/>
                  </a:lnTo>
                  <a:lnTo>
                    <a:pt x="717" y="660"/>
                  </a:lnTo>
                  <a:lnTo>
                    <a:pt x="717" y="654"/>
                  </a:lnTo>
                  <a:lnTo>
                    <a:pt x="717" y="635"/>
                  </a:lnTo>
                  <a:lnTo>
                    <a:pt x="717" y="629"/>
                  </a:lnTo>
                  <a:lnTo>
                    <a:pt x="717" y="622"/>
                  </a:lnTo>
                  <a:lnTo>
                    <a:pt x="723" y="616"/>
                  </a:lnTo>
                  <a:lnTo>
                    <a:pt x="723" y="610"/>
                  </a:lnTo>
                  <a:lnTo>
                    <a:pt x="723" y="603"/>
                  </a:lnTo>
                  <a:lnTo>
                    <a:pt x="723" y="597"/>
                  </a:lnTo>
                  <a:lnTo>
                    <a:pt x="723" y="591"/>
                  </a:lnTo>
                  <a:lnTo>
                    <a:pt x="723" y="585"/>
                  </a:lnTo>
                  <a:lnTo>
                    <a:pt x="723" y="572"/>
                  </a:lnTo>
                  <a:lnTo>
                    <a:pt x="730" y="566"/>
                  </a:lnTo>
                  <a:lnTo>
                    <a:pt x="730" y="559"/>
                  </a:lnTo>
                  <a:lnTo>
                    <a:pt x="730" y="553"/>
                  </a:lnTo>
                  <a:lnTo>
                    <a:pt x="730" y="547"/>
                  </a:lnTo>
                  <a:lnTo>
                    <a:pt x="730" y="541"/>
                  </a:lnTo>
                  <a:lnTo>
                    <a:pt x="730" y="528"/>
                  </a:lnTo>
                  <a:lnTo>
                    <a:pt x="736" y="522"/>
                  </a:lnTo>
                  <a:lnTo>
                    <a:pt x="736" y="515"/>
                  </a:lnTo>
                  <a:lnTo>
                    <a:pt x="736" y="509"/>
                  </a:lnTo>
                  <a:lnTo>
                    <a:pt x="736" y="503"/>
                  </a:lnTo>
                  <a:lnTo>
                    <a:pt x="736" y="496"/>
                  </a:lnTo>
                  <a:lnTo>
                    <a:pt x="736" y="484"/>
                  </a:lnTo>
                  <a:lnTo>
                    <a:pt x="742" y="478"/>
                  </a:lnTo>
                  <a:lnTo>
                    <a:pt x="742" y="471"/>
                  </a:lnTo>
                  <a:lnTo>
                    <a:pt x="742" y="465"/>
                  </a:lnTo>
                  <a:lnTo>
                    <a:pt x="742" y="452"/>
                  </a:lnTo>
                  <a:lnTo>
                    <a:pt x="742" y="446"/>
                  </a:lnTo>
                  <a:lnTo>
                    <a:pt x="742" y="440"/>
                  </a:lnTo>
                  <a:lnTo>
                    <a:pt x="748" y="427"/>
                  </a:lnTo>
                  <a:lnTo>
                    <a:pt x="748" y="421"/>
                  </a:lnTo>
                  <a:lnTo>
                    <a:pt x="748" y="408"/>
                  </a:lnTo>
                  <a:lnTo>
                    <a:pt x="748" y="402"/>
                  </a:lnTo>
                  <a:lnTo>
                    <a:pt x="748" y="390"/>
                  </a:lnTo>
                  <a:lnTo>
                    <a:pt x="748" y="383"/>
                  </a:lnTo>
                  <a:lnTo>
                    <a:pt x="748" y="371"/>
                  </a:lnTo>
                  <a:lnTo>
                    <a:pt x="755" y="364"/>
                  </a:lnTo>
                  <a:lnTo>
                    <a:pt x="755" y="352"/>
                  </a:lnTo>
                  <a:lnTo>
                    <a:pt x="755" y="346"/>
                  </a:lnTo>
                  <a:lnTo>
                    <a:pt x="755" y="333"/>
                  </a:lnTo>
                  <a:lnTo>
                    <a:pt x="755" y="327"/>
                  </a:lnTo>
                  <a:lnTo>
                    <a:pt x="755" y="314"/>
                  </a:lnTo>
                  <a:lnTo>
                    <a:pt x="761" y="302"/>
                  </a:lnTo>
                  <a:lnTo>
                    <a:pt x="761" y="295"/>
                  </a:lnTo>
                  <a:lnTo>
                    <a:pt x="761" y="283"/>
                  </a:lnTo>
                  <a:lnTo>
                    <a:pt x="761" y="276"/>
                  </a:lnTo>
                  <a:lnTo>
                    <a:pt x="761" y="264"/>
                  </a:lnTo>
                  <a:lnTo>
                    <a:pt x="761" y="251"/>
                  </a:lnTo>
                  <a:lnTo>
                    <a:pt x="767" y="239"/>
                  </a:lnTo>
                  <a:lnTo>
                    <a:pt x="767" y="232"/>
                  </a:lnTo>
                  <a:lnTo>
                    <a:pt x="767" y="220"/>
                  </a:lnTo>
                  <a:lnTo>
                    <a:pt x="767" y="207"/>
                  </a:lnTo>
                  <a:lnTo>
                    <a:pt x="767" y="201"/>
                  </a:lnTo>
                  <a:lnTo>
                    <a:pt x="767" y="188"/>
                  </a:lnTo>
                  <a:lnTo>
                    <a:pt x="774" y="176"/>
                  </a:lnTo>
                  <a:lnTo>
                    <a:pt x="774" y="163"/>
                  </a:lnTo>
                  <a:lnTo>
                    <a:pt x="774" y="157"/>
                  </a:lnTo>
                  <a:lnTo>
                    <a:pt x="774" y="144"/>
                  </a:lnTo>
                  <a:lnTo>
                    <a:pt x="774" y="138"/>
                  </a:lnTo>
                  <a:lnTo>
                    <a:pt x="774" y="132"/>
                  </a:lnTo>
                  <a:lnTo>
                    <a:pt x="774" y="126"/>
                  </a:lnTo>
                  <a:lnTo>
                    <a:pt x="780" y="119"/>
                  </a:lnTo>
                  <a:lnTo>
                    <a:pt x="780" y="113"/>
                  </a:lnTo>
                  <a:lnTo>
                    <a:pt x="780" y="107"/>
                  </a:lnTo>
                  <a:lnTo>
                    <a:pt x="786" y="113"/>
                  </a:lnTo>
                  <a:lnTo>
                    <a:pt x="786" y="119"/>
                  </a:lnTo>
                  <a:lnTo>
                    <a:pt x="786" y="126"/>
                  </a:lnTo>
                  <a:lnTo>
                    <a:pt x="786" y="138"/>
                  </a:lnTo>
                  <a:lnTo>
                    <a:pt x="792" y="144"/>
                  </a:lnTo>
                  <a:lnTo>
                    <a:pt x="792" y="151"/>
                  </a:lnTo>
                  <a:lnTo>
                    <a:pt x="792" y="163"/>
                  </a:lnTo>
                  <a:lnTo>
                    <a:pt x="792" y="176"/>
                  </a:lnTo>
                  <a:lnTo>
                    <a:pt x="792" y="188"/>
                  </a:lnTo>
                  <a:lnTo>
                    <a:pt x="792" y="195"/>
                  </a:lnTo>
                  <a:lnTo>
                    <a:pt x="792" y="207"/>
                  </a:lnTo>
                  <a:lnTo>
                    <a:pt x="799" y="220"/>
                  </a:lnTo>
                  <a:lnTo>
                    <a:pt x="799" y="226"/>
                  </a:lnTo>
                  <a:lnTo>
                    <a:pt x="799" y="239"/>
                  </a:lnTo>
                  <a:lnTo>
                    <a:pt x="799" y="251"/>
                  </a:lnTo>
                  <a:lnTo>
                    <a:pt x="799" y="258"/>
                  </a:lnTo>
                  <a:lnTo>
                    <a:pt x="799" y="270"/>
                  </a:lnTo>
                  <a:lnTo>
                    <a:pt x="805" y="283"/>
                  </a:lnTo>
                  <a:lnTo>
                    <a:pt x="805" y="289"/>
                  </a:lnTo>
                  <a:lnTo>
                    <a:pt x="805" y="302"/>
                  </a:lnTo>
                  <a:lnTo>
                    <a:pt x="805" y="308"/>
                  </a:lnTo>
                  <a:lnTo>
                    <a:pt x="805" y="320"/>
                  </a:lnTo>
                  <a:lnTo>
                    <a:pt x="805" y="333"/>
                  </a:lnTo>
                  <a:lnTo>
                    <a:pt x="811" y="339"/>
                  </a:lnTo>
                  <a:lnTo>
                    <a:pt x="811" y="352"/>
                  </a:lnTo>
                  <a:lnTo>
                    <a:pt x="811" y="358"/>
                  </a:lnTo>
                  <a:lnTo>
                    <a:pt x="811" y="371"/>
                  </a:lnTo>
                  <a:lnTo>
                    <a:pt x="811" y="377"/>
                  </a:lnTo>
                  <a:lnTo>
                    <a:pt x="811" y="390"/>
                  </a:lnTo>
                  <a:lnTo>
                    <a:pt x="818" y="396"/>
                  </a:lnTo>
                  <a:lnTo>
                    <a:pt x="818" y="408"/>
                  </a:lnTo>
                  <a:lnTo>
                    <a:pt x="818" y="415"/>
                  </a:lnTo>
                  <a:lnTo>
                    <a:pt x="818" y="421"/>
                  </a:lnTo>
                  <a:lnTo>
                    <a:pt x="818" y="434"/>
                  </a:lnTo>
                  <a:lnTo>
                    <a:pt x="818" y="440"/>
                  </a:lnTo>
                  <a:lnTo>
                    <a:pt x="824" y="452"/>
                  </a:lnTo>
                  <a:lnTo>
                    <a:pt x="824" y="459"/>
                  </a:lnTo>
                  <a:lnTo>
                    <a:pt x="824" y="465"/>
                  </a:lnTo>
                  <a:lnTo>
                    <a:pt x="824" y="478"/>
                  </a:lnTo>
                  <a:lnTo>
                    <a:pt x="824" y="484"/>
                  </a:lnTo>
                  <a:lnTo>
                    <a:pt x="824" y="490"/>
                  </a:lnTo>
                  <a:lnTo>
                    <a:pt x="824" y="503"/>
                  </a:lnTo>
                  <a:lnTo>
                    <a:pt x="830" y="509"/>
                  </a:lnTo>
                  <a:lnTo>
                    <a:pt x="830" y="515"/>
                  </a:lnTo>
                  <a:lnTo>
                    <a:pt x="830" y="522"/>
                  </a:lnTo>
                  <a:lnTo>
                    <a:pt x="830" y="534"/>
                  </a:lnTo>
                  <a:lnTo>
                    <a:pt x="830" y="541"/>
                  </a:lnTo>
                  <a:lnTo>
                    <a:pt x="830" y="547"/>
                  </a:lnTo>
                  <a:lnTo>
                    <a:pt x="837" y="553"/>
                  </a:lnTo>
                  <a:lnTo>
                    <a:pt x="837" y="559"/>
                  </a:lnTo>
                  <a:lnTo>
                    <a:pt x="837" y="572"/>
                  </a:lnTo>
                  <a:lnTo>
                    <a:pt x="837" y="578"/>
                  </a:lnTo>
                  <a:lnTo>
                    <a:pt x="837" y="585"/>
                  </a:lnTo>
                  <a:lnTo>
                    <a:pt x="837" y="591"/>
                  </a:lnTo>
                  <a:lnTo>
                    <a:pt x="843" y="597"/>
                  </a:lnTo>
                  <a:lnTo>
                    <a:pt x="843" y="603"/>
                  </a:lnTo>
                  <a:lnTo>
                    <a:pt x="843" y="610"/>
                  </a:lnTo>
                  <a:lnTo>
                    <a:pt x="843" y="616"/>
                  </a:lnTo>
                  <a:lnTo>
                    <a:pt x="843" y="629"/>
                  </a:lnTo>
                  <a:lnTo>
                    <a:pt x="843" y="635"/>
                  </a:lnTo>
                  <a:lnTo>
                    <a:pt x="849" y="641"/>
                  </a:lnTo>
                  <a:lnTo>
                    <a:pt x="849" y="647"/>
                  </a:lnTo>
                  <a:lnTo>
                    <a:pt x="849" y="654"/>
                  </a:lnTo>
                  <a:lnTo>
                    <a:pt x="849" y="660"/>
                  </a:lnTo>
                  <a:lnTo>
                    <a:pt x="849" y="666"/>
                  </a:lnTo>
                  <a:lnTo>
                    <a:pt x="849" y="673"/>
                  </a:lnTo>
                  <a:lnTo>
                    <a:pt x="849" y="679"/>
                  </a:lnTo>
                  <a:lnTo>
                    <a:pt x="855" y="685"/>
                  </a:lnTo>
                  <a:lnTo>
                    <a:pt x="855" y="691"/>
                  </a:lnTo>
                  <a:lnTo>
                    <a:pt x="855" y="698"/>
                  </a:lnTo>
                  <a:lnTo>
                    <a:pt x="855" y="704"/>
                  </a:lnTo>
                  <a:lnTo>
                    <a:pt x="855" y="710"/>
                  </a:lnTo>
                  <a:lnTo>
                    <a:pt x="862" y="723"/>
                  </a:lnTo>
                  <a:lnTo>
                    <a:pt x="862" y="729"/>
                  </a:lnTo>
                  <a:lnTo>
                    <a:pt x="862" y="735"/>
                  </a:lnTo>
                  <a:lnTo>
                    <a:pt x="862" y="742"/>
                  </a:lnTo>
                  <a:lnTo>
                    <a:pt x="868" y="748"/>
                  </a:lnTo>
                  <a:lnTo>
                    <a:pt x="868" y="754"/>
                  </a:lnTo>
                  <a:lnTo>
                    <a:pt x="868" y="761"/>
                  </a:lnTo>
                  <a:lnTo>
                    <a:pt x="868" y="767"/>
                  </a:lnTo>
                  <a:lnTo>
                    <a:pt x="868" y="773"/>
                  </a:lnTo>
                  <a:lnTo>
                    <a:pt x="874" y="773"/>
                  </a:lnTo>
                  <a:lnTo>
                    <a:pt x="874" y="779"/>
                  </a:lnTo>
                  <a:lnTo>
                    <a:pt x="874" y="786"/>
                  </a:lnTo>
                  <a:lnTo>
                    <a:pt x="874" y="792"/>
                  </a:lnTo>
                  <a:lnTo>
                    <a:pt x="874" y="798"/>
                  </a:lnTo>
                  <a:lnTo>
                    <a:pt x="881" y="805"/>
                  </a:lnTo>
                  <a:lnTo>
                    <a:pt x="881" y="811"/>
                  </a:lnTo>
                  <a:lnTo>
                    <a:pt x="881" y="817"/>
                  </a:lnTo>
                  <a:lnTo>
                    <a:pt x="881" y="823"/>
                  </a:lnTo>
                  <a:lnTo>
                    <a:pt x="887" y="823"/>
                  </a:lnTo>
                  <a:lnTo>
                    <a:pt x="887" y="830"/>
                  </a:lnTo>
                  <a:lnTo>
                    <a:pt x="887" y="836"/>
                  </a:lnTo>
                  <a:lnTo>
                    <a:pt x="887" y="842"/>
                  </a:lnTo>
                  <a:lnTo>
                    <a:pt x="893" y="842"/>
                  </a:lnTo>
                  <a:lnTo>
                    <a:pt x="893" y="849"/>
                  </a:lnTo>
                  <a:lnTo>
                    <a:pt x="893" y="855"/>
                  </a:lnTo>
                  <a:lnTo>
                    <a:pt x="899" y="855"/>
                  </a:lnTo>
                  <a:lnTo>
                    <a:pt x="906" y="849"/>
                  </a:lnTo>
                  <a:lnTo>
                    <a:pt x="906" y="842"/>
                  </a:lnTo>
                  <a:lnTo>
                    <a:pt x="912" y="836"/>
                  </a:lnTo>
                  <a:lnTo>
                    <a:pt x="912" y="830"/>
                  </a:lnTo>
                  <a:lnTo>
                    <a:pt x="912" y="823"/>
                  </a:lnTo>
                  <a:lnTo>
                    <a:pt x="912" y="817"/>
                  </a:lnTo>
                  <a:lnTo>
                    <a:pt x="918" y="811"/>
                  </a:lnTo>
                  <a:lnTo>
                    <a:pt x="918" y="805"/>
                  </a:lnTo>
                  <a:lnTo>
                    <a:pt x="918" y="798"/>
                  </a:lnTo>
                  <a:lnTo>
                    <a:pt x="918" y="792"/>
                  </a:lnTo>
                  <a:lnTo>
                    <a:pt x="918" y="786"/>
                  </a:lnTo>
                  <a:lnTo>
                    <a:pt x="925" y="779"/>
                  </a:lnTo>
                  <a:lnTo>
                    <a:pt x="925" y="773"/>
                  </a:lnTo>
                  <a:lnTo>
                    <a:pt x="925" y="767"/>
                  </a:lnTo>
                  <a:lnTo>
                    <a:pt x="925" y="761"/>
                  </a:lnTo>
                  <a:lnTo>
                    <a:pt x="931" y="754"/>
                  </a:lnTo>
                  <a:lnTo>
                    <a:pt x="931" y="748"/>
                  </a:lnTo>
                  <a:lnTo>
                    <a:pt x="931" y="742"/>
                  </a:lnTo>
                  <a:lnTo>
                    <a:pt x="931" y="735"/>
                  </a:lnTo>
                  <a:lnTo>
                    <a:pt x="931" y="729"/>
                  </a:lnTo>
                  <a:lnTo>
                    <a:pt x="931" y="723"/>
                  </a:lnTo>
                  <a:lnTo>
                    <a:pt x="937" y="717"/>
                  </a:lnTo>
                  <a:lnTo>
                    <a:pt x="937" y="710"/>
                  </a:lnTo>
                  <a:lnTo>
                    <a:pt x="937" y="704"/>
                  </a:lnTo>
                  <a:lnTo>
                    <a:pt x="937" y="698"/>
                  </a:lnTo>
                  <a:lnTo>
                    <a:pt x="937" y="691"/>
                  </a:lnTo>
                  <a:lnTo>
                    <a:pt x="943" y="685"/>
                  </a:lnTo>
                  <a:lnTo>
                    <a:pt x="943" y="679"/>
                  </a:lnTo>
                  <a:lnTo>
                    <a:pt x="943" y="666"/>
                  </a:lnTo>
                  <a:lnTo>
                    <a:pt x="943" y="660"/>
                  </a:lnTo>
                  <a:lnTo>
                    <a:pt x="943" y="654"/>
                  </a:lnTo>
                  <a:lnTo>
                    <a:pt x="943" y="647"/>
                  </a:lnTo>
                  <a:lnTo>
                    <a:pt x="950" y="641"/>
                  </a:lnTo>
                  <a:lnTo>
                    <a:pt x="950" y="635"/>
                  </a:lnTo>
                  <a:lnTo>
                    <a:pt x="950" y="629"/>
                  </a:lnTo>
                  <a:lnTo>
                    <a:pt x="950" y="622"/>
                  </a:lnTo>
                  <a:lnTo>
                    <a:pt x="950" y="616"/>
                  </a:lnTo>
                  <a:lnTo>
                    <a:pt x="950" y="610"/>
                  </a:lnTo>
                  <a:lnTo>
                    <a:pt x="950" y="597"/>
                  </a:lnTo>
                  <a:lnTo>
                    <a:pt x="956" y="591"/>
                  </a:lnTo>
                  <a:lnTo>
                    <a:pt x="956" y="585"/>
                  </a:lnTo>
                  <a:lnTo>
                    <a:pt x="956" y="578"/>
                  </a:lnTo>
                  <a:lnTo>
                    <a:pt x="956" y="572"/>
                  </a:lnTo>
                  <a:lnTo>
                    <a:pt x="956" y="559"/>
                  </a:lnTo>
                  <a:lnTo>
                    <a:pt x="956" y="553"/>
                  </a:lnTo>
                  <a:lnTo>
                    <a:pt x="962" y="547"/>
                  </a:lnTo>
                  <a:lnTo>
                    <a:pt x="962" y="534"/>
                  </a:lnTo>
                  <a:lnTo>
                    <a:pt x="962" y="528"/>
                  </a:lnTo>
                  <a:lnTo>
                    <a:pt x="962" y="522"/>
                  </a:lnTo>
                  <a:lnTo>
                    <a:pt x="962" y="509"/>
                  </a:lnTo>
                  <a:lnTo>
                    <a:pt x="962" y="503"/>
                  </a:lnTo>
                  <a:lnTo>
                    <a:pt x="969" y="496"/>
                  </a:lnTo>
                  <a:lnTo>
                    <a:pt x="969" y="484"/>
                  </a:lnTo>
                  <a:lnTo>
                    <a:pt x="969" y="478"/>
                  </a:lnTo>
                  <a:lnTo>
                    <a:pt x="969" y="471"/>
                  </a:lnTo>
                  <a:lnTo>
                    <a:pt x="969" y="459"/>
                  </a:lnTo>
                  <a:lnTo>
                    <a:pt x="969" y="452"/>
                  </a:lnTo>
                  <a:lnTo>
                    <a:pt x="975" y="440"/>
                  </a:lnTo>
                  <a:lnTo>
                    <a:pt x="975" y="434"/>
                  </a:lnTo>
                  <a:lnTo>
                    <a:pt x="975" y="421"/>
                  </a:lnTo>
                  <a:lnTo>
                    <a:pt x="975" y="415"/>
                  </a:lnTo>
                  <a:lnTo>
                    <a:pt x="975" y="402"/>
                  </a:lnTo>
                  <a:lnTo>
                    <a:pt x="975" y="396"/>
                  </a:lnTo>
                  <a:lnTo>
                    <a:pt x="975" y="383"/>
                  </a:lnTo>
                  <a:lnTo>
                    <a:pt x="981" y="377"/>
                  </a:lnTo>
                  <a:lnTo>
                    <a:pt x="981" y="364"/>
                  </a:lnTo>
                  <a:lnTo>
                    <a:pt x="981" y="358"/>
                  </a:lnTo>
                  <a:lnTo>
                    <a:pt x="981" y="346"/>
                  </a:lnTo>
                  <a:lnTo>
                    <a:pt x="981" y="333"/>
                  </a:lnTo>
                  <a:lnTo>
                    <a:pt x="981" y="327"/>
                  </a:lnTo>
                  <a:lnTo>
                    <a:pt x="987" y="314"/>
                  </a:lnTo>
                  <a:lnTo>
                    <a:pt x="987" y="302"/>
                  </a:lnTo>
                  <a:lnTo>
                    <a:pt x="987" y="295"/>
                  </a:lnTo>
                  <a:lnTo>
                    <a:pt x="987" y="283"/>
                  </a:lnTo>
                  <a:lnTo>
                    <a:pt x="987" y="270"/>
                  </a:lnTo>
                  <a:lnTo>
                    <a:pt x="987" y="264"/>
                  </a:lnTo>
                  <a:lnTo>
                    <a:pt x="994" y="251"/>
                  </a:lnTo>
                  <a:lnTo>
                    <a:pt x="994" y="239"/>
                  </a:lnTo>
                  <a:lnTo>
                    <a:pt x="994" y="226"/>
                  </a:lnTo>
                  <a:lnTo>
                    <a:pt x="994" y="220"/>
                  </a:lnTo>
                  <a:lnTo>
                    <a:pt x="994" y="207"/>
                  </a:lnTo>
                  <a:lnTo>
                    <a:pt x="994" y="195"/>
                  </a:lnTo>
                  <a:lnTo>
                    <a:pt x="1000" y="182"/>
                  </a:lnTo>
                  <a:lnTo>
                    <a:pt x="1000" y="170"/>
                  </a:lnTo>
                  <a:lnTo>
                    <a:pt x="1000" y="157"/>
                  </a:lnTo>
                  <a:lnTo>
                    <a:pt x="1000" y="144"/>
                  </a:lnTo>
                  <a:lnTo>
                    <a:pt x="1000" y="138"/>
                  </a:lnTo>
                  <a:lnTo>
                    <a:pt x="1000" y="126"/>
                  </a:lnTo>
                  <a:lnTo>
                    <a:pt x="1000" y="113"/>
                  </a:lnTo>
                  <a:lnTo>
                    <a:pt x="1006" y="100"/>
                  </a:lnTo>
                  <a:lnTo>
                    <a:pt x="1006" y="88"/>
                  </a:lnTo>
                  <a:lnTo>
                    <a:pt x="1006" y="75"/>
                  </a:lnTo>
                  <a:lnTo>
                    <a:pt x="1006" y="63"/>
                  </a:lnTo>
                  <a:lnTo>
                    <a:pt x="1006" y="50"/>
                  </a:lnTo>
                  <a:lnTo>
                    <a:pt x="1006" y="44"/>
                  </a:lnTo>
                  <a:lnTo>
                    <a:pt x="1013" y="31"/>
                  </a:lnTo>
                  <a:lnTo>
                    <a:pt x="1013" y="25"/>
                  </a:lnTo>
                  <a:lnTo>
                    <a:pt x="1013" y="12"/>
                  </a:lnTo>
                  <a:lnTo>
                    <a:pt x="1013" y="6"/>
                  </a:lnTo>
                  <a:lnTo>
                    <a:pt x="1019" y="6"/>
                  </a:lnTo>
                  <a:lnTo>
                    <a:pt x="1019" y="0"/>
                  </a:lnTo>
                  <a:lnTo>
                    <a:pt x="1019" y="6"/>
                  </a:lnTo>
                  <a:lnTo>
                    <a:pt x="1019" y="12"/>
                  </a:lnTo>
                  <a:lnTo>
                    <a:pt x="1019" y="19"/>
                  </a:lnTo>
                  <a:lnTo>
                    <a:pt x="1025" y="25"/>
                  </a:lnTo>
                  <a:lnTo>
                    <a:pt x="1025" y="37"/>
                  </a:lnTo>
                  <a:lnTo>
                    <a:pt x="1025" y="44"/>
                  </a:lnTo>
                  <a:lnTo>
                    <a:pt x="1025" y="56"/>
                  </a:lnTo>
                  <a:lnTo>
                    <a:pt x="1025" y="69"/>
                  </a:lnTo>
                  <a:lnTo>
                    <a:pt x="1025" y="81"/>
                  </a:lnTo>
                  <a:lnTo>
                    <a:pt x="1031" y="94"/>
                  </a:lnTo>
                  <a:lnTo>
                    <a:pt x="1031" y="107"/>
                  </a:lnTo>
                  <a:lnTo>
                    <a:pt x="1031" y="119"/>
                  </a:lnTo>
                  <a:lnTo>
                    <a:pt x="1031" y="132"/>
                  </a:lnTo>
                  <a:lnTo>
                    <a:pt x="1031" y="144"/>
                  </a:lnTo>
                  <a:lnTo>
                    <a:pt x="1031" y="157"/>
                  </a:lnTo>
                  <a:lnTo>
                    <a:pt x="1038" y="170"/>
                  </a:lnTo>
                  <a:lnTo>
                    <a:pt x="1038" y="182"/>
                  </a:lnTo>
                  <a:lnTo>
                    <a:pt x="1038" y="195"/>
                  </a:lnTo>
                  <a:lnTo>
                    <a:pt x="1038" y="207"/>
                  </a:lnTo>
                  <a:lnTo>
                    <a:pt x="1038" y="220"/>
                  </a:lnTo>
                  <a:lnTo>
                    <a:pt x="1038" y="232"/>
                  </a:lnTo>
                  <a:lnTo>
                    <a:pt x="1044" y="245"/>
                  </a:lnTo>
                  <a:lnTo>
                    <a:pt x="1044" y="258"/>
                  </a:lnTo>
                  <a:lnTo>
                    <a:pt x="1044" y="264"/>
                  </a:lnTo>
                  <a:lnTo>
                    <a:pt x="1044" y="276"/>
                  </a:lnTo>
                  <a:lnTo>
                    <a:pt x="1044" y="289"/>
                  </a:lnTo>
                  <a:lnTo>
                    <a:pt x="1044" y="302"/>
                  </a:lnTo>
                  <a:lnTo>
                    <a:pt x="1044" y="314"/>
                  </a:lnTo>
                  <a:lnTo>
                    <a:pt x="1050" y="320"/>
                  </a:lnTo>
                  <a:lnTo>
                    <a:pt x="1050" y="333"/>
                  </a:lnTo>
                  <a:lnTo>
                    <a:pt x="1050" y="346"/>
                  </a:lnTo>
                  <a:lnTo>
                    <a:pt x="1050" y="352"/>
                  </a:lnTo>
                  <a:lnTo>
                    <a:pt x="1050" y="364"/>
                  </a:lnTo>
                  <a:lnTo>
                    <a:pt x="1050" y="377"/>
                  </a:lnTo>
                  <a:lnTo>
                    <a:pt x="1057" y="390"/>
                  </a:lnTo>
                  <a:lnTo>
                    <a:pt x="1057" y="396"/>
                  </a:lnTo>
                  <a:lnTo>
                    <a:pt x="1057" y="408"/>
                  </a:lnTo>
                  <a:lnTo>
                    <a:pt x="1057" y="415"/>
                  </a:lnTo>
                  <a:lnTo>
                    <a:pt x="1057" y="427"/>
                  </a:lnTo>
                  <a:lnTo>
                    <a:pt x="1057" y="440"/>
                  </a:lnTo>
                  <a:lnTo>
                    <a:pt x="1063" y="446"/>
                  </a:lnTo>
                  <a:lnTo>
                    <a:pt x="1063" y="459"/>
                  </a:lnTo>
                  <a:lnTo>
                    <a:pt x="1063" y="465"/>
                  </a:lnTo>
                  <a:lnTo>
                    <a:pt x="1063" y="478"/>
                  </a:lnTo>
                  <a:lnTo>
                    <a:pt x="1063" y="484"/>
                  </a:lnTo>
                  <a:lnTo>
                    <a:pt x="1063" y="496"/>
                  </a:lnTo>
                  <a:lnTo>
                    <a:pt x="1069" y="503"/>
                  </a:lnTo>
                  <a:lnTo>
                    <a:pt x="1069" y="509"/>
                  </a:lnTo>
                  <a:lnTo>
                    <a:pt x="1069" y="522"/>
                  </a:lnTo>
                  <a:lnTo>
                    <a:pt x="1069" y="528"/>
                  </a:lnTo>
                  <a:lnTo>
                    <a:pt x="1069" y="541"/>
                  </a:lnTo>
                  <a:lnTo>
                    <a:pt x="1069" y="547"/>
                  </a:lnTo>
                  <a:lnTo>
                    <a:pt x="1069" y="553"/>
                  </a:lnTo>
                  <a:lnTo>
                    <a:pt x="1075" y="566"/>
                  </a:lnTo>
                  <a:lnTo>
                    <a:pt x="1075" y="572"/>
                  </a:lnTo>
                  <a:lnTo>
                    <a:pt x="1075" y="591"/>
                  </a:lnTo>
                  <a:lnTo>
                    <a:pt x="1075" y="597"/>
                  </a:lnTo>
                  <a:lnTo>
                    <a:pt x="1075" y="603"/>
                  </a:lnTo>
                  <a:lnTo>
                    <a:pt x="1082" y="616"/>
                  </a:lnTo>
                  <a:lnTo>
                    <a:pt x="1082" y="622"/>
                  </a:lnTo>
                  <a:lnTo>
                    <a:pt x="1082" y="629"/>
                  </a:lnTo>
                  <a:lnTo>
                    <a:pt x="1082" y="635"/>
                  </a:lnTo>
                  <a:lnTo>
                    <a:pt x="1082" y="641"/>
                  </a:lnTo>
                  <a:lnTo>
                    <a:pt x="1082" y="654"/>
                  </a:lnTo>
                  <a:lnTo>
                    <a:pt x="1088" y="660"/>
                  </a:lnTo>
                  <a:lnTo>
                    <a:pt x="1088" y="666"/>
                  </a:lnTo>
                  <a:lnTo>
                    <a:pt x="1088" y="673"/>
                  </a:lnTo>
                  <a:lnTo>
                    <a:pt x="1088" y="679"/>
                  </a:lnTo>
                  <a:lnTo>
                    <a:pt x="1088" y="685"/>
                  </a:lnTo>
                  <a:lnTo>
                    <a:pt x="1088" y="691"/>
                  </a:lnTo>
                  <a:lnTo>
                    <a:pt x="1094" y="698"/>
                  </a:lnTo>
                  <a:lnTo>
                    <a:pt x="1094" y="704"/>
                  </a:lnTo>
                  <a:lnTo>
                    <a:pt x="1094" y="710"/>
                  </a:lnTo>
                  <a:lnTo>
                    <a:pt x="1094" y="717"/>
                  </a:lnTo>
                  <a:lnTo>
                    <a:pt x="1094" y="723"/>
                  </a:lnTo>
                  <a:lnTo>
                    <a:pt x="1094" y="729"/>
                  </a:lnTo>
                  <a:lnTo>
                    <a:pt x="1094" y="735"/>
                  </a:lnTo>
                  <a:lnTo>
                    <a:pt x="1101" y="742"/>
                  </a:lnTo>
                  <a:lnTo>
                    <a:pt x="1101" y="748"/>
                  </a:lnTo>
                  <a:lnTo>
                    <a:pt x="1101" y="754"/>
                  </a:lnTo>
                  <a:lnTo>
                    <a:pt x="1101" y="761"/>
                  </a:lnTo>
                  <a:lnTo>
                    <a:pt x="1101" y="767"/>
                  </a:lnTo>
                  <a:lnTo>
                    <a:pt x="1101" y="773"/>
                  </a:lnTo>
                  <a:lnTo>
                    <a:pt x="1107" y="779"/>
                  </a:lnTo>
                  <a:lnTo>
                    <a:pt x="1107" y="786"/>
                  </a:lnTo>
                  <a:lnTo>
                    <a:pt x="1107" y="792"/>
                  </a:lnTo>
                  <a:lnTo>
                    <a:pt x="1107" y="798"/>
                  </a:lnTo>
                  <a:lnTo>
                    <a:pt x="1107" y="805"/>
                  </a:lnTo>
                  <a:lnTo>
                    <a:pt x="1113" y="805"/>
                  </a:lnTo>
                  <a:lnTo>
                    <a:pt x="1113" y="811"/>
                  </a:lnTo>
                  <a:lnTo>
                    <a:pt x="1113" y="817"/>
                  </a:lnTo>
                  <a:lnTo>
                    <a:pt x="1113" y="823"/>
                  </a:lnTo>
                  <a:lnTo>
                    <a:pt x="1113" y="830"/>
                  </a:lnTo>
                  <a:lnTo>
                    <a:pt x="1119" y="836"/>
                  </a:lnTo>
                  <a:lnTo>
                    <a:pt x="1119" y="842"/>
                  </a:lnTo>
                  <a:lnTo>
                    <a:pt x="1119" y="849"/>
                  </a:lnTo>
                  <a:lnTo>
                    <a:pt x="1119" y="855"/>
                  </a:lnTo>
                  <a:lnTo>
                    <a:pt x="1126" y="855"/>
                  </a:lnTo>
                  <a:lnTo>
                    <a:pt x="1126" y="861"/>
                  </a:lnTo>
                  <a:lnTo>
                    <a:pt x="1126" y="867"/>
                  </a:lnTo>
                  <a:lnTo>
                    <a:pt x="1126" y="874"/>
                  </a:lnTo>
                  <a:lnTo>
                    <a:pt x="1132" y="874"/>
                  </a:lnTo>
                  <a:lnTo>
                    <a:pt x="1132" y="880"/>
                  </a:lnTo>
                  <a:lnTo>
                    <a:pt x="1138" y="880"/>
                  </a:lnTo>
                  <a:lnTo>
                    <a:pt x="1145" y="874"/>
                  </a:lnTo>
                  <a:lnTo>
                    <a:pt x="1145" y="867"/>
                  </a:lnTo>
                  <a:lnTo>
                    <a:pt x="1145" y="861"/>
                  </a:lnTo>
                  <a:lnTo>
                    <a:pt x="1151" y="855"/>
                  </a:lnTo>
                  <a:lnTo>
                    <a:pt x="1151" y="849"/>
                  </a:lnTo>
                  <a:lnTo>
                    <a:pt x="1151" y="842"/>
                  </a:lnTo>
                  <a:lnTo>
                    <a:pt x="1157" y="836"/>
                  </a:lnTo>
                  <a:lnTo>
                    <a:pt x="1157" y="830"/>
                  </a:lnTo>
                  <a:lnTo>
                    <a:pt x="1157" y="823"/>
                  </a:lnTo>
                  <a:lnTo>
                    <a:pt x="1157" y="817"/>
                  </a:lnTo>
                  <a:lnTo>
                    <a:pt x="1163" y="817"/>
                  </a:lnTo>
                  <a:lnTo>
                    <a:pt x="1163" y="811"/>
                  </a:lnTo>
                  <a:lnTo>
                    <a:pt x="1163" y="805"/>
                  </a:lnTo>
                  <a:lnTo>
                    <a:pt x="1163" y="798"/>
                  </a:lnTo>
                  <a:lnTo>
                    <a:pt x="1163" y="792"/>
                  </a:lnTo>
                  <a:lnTo>
                    <a:pt x="1170" y="786"/>
                  </a:lnTo>
                  <a:lnTo>
                    <a:pt x="1170" y="779"/>
                  </a:lnTo>
                  <a:lnTo>
                    <a:pt x="1170" y="773"/>
                  </a:lnTo>
                  <a:lnTo>
                    <a:pt x="1170" y="767"/>
                  </a:lnTo>
                  <a:lnTo>
                    <a:pt x="1170" y="761"/>
                  </a:lnTo>
                  <a:lnTo>
                    <a:pt x="1170" y="754"/>
                  </a:lnTo>
                  <a:lnTo>
                    <a:pt x="1176" y="754"/>
                  </a:lnTo>
                  <a:lnTo>
                    <a:pt x="1176" y="748"/>
                  </a:lnTo>
                  <a:lnTo>
                    <a:pt x="1176" y="742"/>
                  </a:lnTo>
                  <a:lnTo>
                    <a:pt x="1176" y="735"/>
                  </a:lnTo>
                  <a:lnTo>
                    <a:pt x="1176" y="729"/>
                  </a:lnTo>
                  <a:lnTo>
                    <a:pt x="1176" y="723"/>
                  </a:lnTo>
                  <a:lnTo>
                    <a:pt x="1182" y="717"/>
                  </a:lnTo>
                  <a:lnTo>
                    <a:pt x="1182" y="710"/>
                  </a:lnTo>
                  <a:lnTo>
                    <a:pt x="1182" y="704"/>
                  </a:lnTo>
                  <a:lnTo>
                    <a:pt x="1182" y="698"/>
                  </a:lnTo>
                  <a:lnTo>
                    <a:pt x="1182" y="691"/>
                  </a:lnTo>
                  <a:lnTo>
                    <a:pt x="1182" y="685"/>
                  </a:lnTo>
                  <a:lnTo>
                    <a:pt x="1189" y="679"/>
                  </a:lnTo>
                  <a:lnTo>
                    <a:pt x="1189" y="673"/>
                  </a:lnTo>
                  <a:lnTo>
                    <a:pt x="1189" y="666"/>
                  </a:lnTo>
                  <a:lnTo>
                    <a:pt x="1189" y="660"/>
                  </a:lnTo>
                  <a:lnTo>
                    <a:pt x="1189" y="654"/>
                  </a:lnTo>
                  <a:lnTo>
                    <a:pt x="1189" y="647"/>
                  </a:lnTo>
                  <a:lnTo>
                    <a:pt x="1195" y="641"/>
                  </a:lnTo>
                  <a:lnTo>
                    <a:pt x="1195" y="635"/>
                  </a:lnTo>
                  <a:lnTo>
                    <a:pt x="1195" y="629"/>
                  </a:lnTo>
                  <a:lnTo>
                    <a:pt x="1195" y="616"/>
                  </a:lnTo>
                  <a:lnTo>
                    <a:pt x="1195" y="610"/>
                  </a:lnTo>
                  <a:lnTo>
                    <a:pt x="1195" y="603"/>
                  </a:lnTo>
                  <a:lnTo>
                    <a:pt x="1195" y="597"/>
                  </a:lnTo>
                  <a:lnTo>
                    <a:pt x="1201" y="591"/>
                  </a:lnTo>
                  <a:lnTo>
                    <a:pt x="1201" y="578"/>
                  </a:lnTo>
                  <a:lnTo>
                    <a:pt x="1201" y="572"/>
                  </a:lnTo>
                  <a:lnTo>
                    <a:pt x="1201" y="566"/>
                  </a:lnTo>
                  <a:lnTo>
                    <a:pt x="1201" y="559"/>
                  </a:lnTo>
                  <a:lnTo>
                    <a:pt x="1201" y="547"/>
                  </a:lnTo>
                  <a:lnTo>
                    <a:pt x="1207" y="541"/>
                  </a:lnTo>
                  <a:lnTo>
                    <a:pt x="1207" y="534"/>
                  </a:lnTo>
                  <a:lnTo>
                    <a:pt x="1207" y="522"/>
                  </a:lnTo>
                  <a:lnTo>
                    <a:pt x="1207" y="515"/>
                  </a:lnTo>
                  <a:lnTo>
                    <a:pt x="1207" y="509"/>
                  </a:lnTo>
                  <a:lnTo>
                    <a:pt x="1207" y="496"/>
                  </a:lnTo>
                  <a:lnTo>
                    <a:pt x="1214" y="490"/>
                  </a:lnTo>
                  <a:lnTo>
                    <a:pt x="1214" y="484"/>
                  </a:lnTo>
                  <a:lnTo>
                    <a:pt x="1214" y="471"/>
                  </a:lnTo>
                  <a:lnTo>
                    <a:pt x="1214" y="465"/>
                  </a:lnTo>
                  <a:lnTo>
                    <a:pt x="1214" y="452"/>
                  </a:lnTo>
                  <a:lnTo>
                    <a:pt x="1214" y="446"/>
                  </a:lnTo>
                  <a:lnTo>
                    <a:pt x="1220" y="434"/>
                  </a:lnTo>
                  <a:lnTo>
                    <a:pt x="1220" y="427"/>
                  </a:lnTo>
                  <a:lnTo>
                    <a:pt x="1220" y="415"/>
                  </a:lnTo>
                  <a:lnTo>
                    <a:pt x="1220" y="408"/>
                  </a:lnTo>
                  <a:lnTo>
                    <a:pt x="1220" y="396"/>
                  </a:lnTo>
                  <a:lnTo>
                    <a:pt x="1220" y="390"/>
                  </a:lnTo>
                  <a:lnTo>
                    <a:pt x="1226" y="377"/>
                  </a:lnTo>
                  <a:lnTo>
                    <a:pt x="1226" y="364"/>
                  </a:lnTo>
                  <a:lnTo>
                    <a:pt x="1226" y="358"/>
                  </a:lnTo>
                  <a:lnTo>
                    <a:pt x="1226" y="333"/>
                  </a:lnTo>
                  <a:lnTo>
                    <a:pt x="1226" y="327"/>
                  </a:lnTo>
                  <a:lnTo>
                    <a:pt x="1226" y="314"/>
                  </a:lnTo>
                  <a:lnTo>
                    <a:pt x="1233" y="302"/>
                  </a:lnTo>
                  <a:lnTo>
                    <a:pt x="1233" y="295"/>
                  </a:lnTo>
                  <a:lnTo>
                    <a:pt x="1233" y="283"/>
                  </a:lnTo>
                  <a:lnTo>
                    <a:pt x="1233" y="270"/>
                  </a:lnTo>
                  <a:lnTo>
                    <a:pt x="1233" y="264"/>
                  </a:lnTo>
                  <a:lnTo>
                    <a:pt x="1233" y="251"/>
                  </a:lnTo>
                  <a:lnTo>
                    <a:pt x="1239" y="239"/>
                  </a:lnTo>
                  <a:lnTo>
                    <a:pt x="1239" y="226"/>
                  </a:lnTo>
                  <a:lnTo>
                    <a:pt x="1239" y="214"/>
                  </a:lnTo>
                  <a:lnTo>
                    <a:pt x="1239" y="207"/>
                  </a:lnTo>
                  <a:lnTo>
                    <a:pt x="1239" y="195"/>
                  </a:lnTo>
                  <a:lnTo>
                    <a:pt x="1239" y="182"/>
                  </a:lnTo>
                  <a:lnTo>
                    <a:pt x="1245" y="170"/>
                  </a:lnTo>
                  <a:lnTo>
                    <a:pt x="1245" y="157"/>
                  </a:lnTo>
                  <a:lnTo>
                    <a:pt x="1245" y="151"/>
                  </a:lnTo>
                  <a:lnTo>
                    <a:pt x="1245" y="138"/>
                  </a:lnTo>
                  <a:lnTo>
                    <a:pt x="1245" y="132"/>
                  </a:lnTo>
                  <a:lnTo>
                    <a:pt x="1245" y="126"/>
                  </a:lnTo>
                  <a:lnTo>
                    <a:pt x="1251" y="119"/>
                  </a:lnTo>
                  <a:lnTo>
                    <a:pt x="1251" y="113"/>
                  </a:lnTo>
                  <a:lnTo>
                    <a:pt x="1258" y="113"/>
                  </a:lnTo>
                  <a:lnTo>
                    <a:pt x="1258" y="119"/>
                  </a:lnTo>
                  <a:lnTo>
                    <a:pt x="1258" y="126"/>
                  </a:lnTo>
                  <a:lnTo>
                    <a:pt x="1258" y="132"/>
                  </a:lnTo>
                  <a:lnTo>
                    <a:pt x="1258" y="138"/>
                  </a:lnTo>
                  <a:lnTo>
                    <a:pt x="1258" y="144"/>
                  </a:lnTo>
                  <a:lnTo>
                    <a:pt x="1264" y="157"/>
                  </a:lnTo>
                  <a:lnTo>
                    <a:pt x="1264" y="163"/>
                  </a:lnTo>
                  <a:lnTo>
                    <a:pt x="1264" y="176"/>
                  </a:lnTo>
                  <a:lnTo>
                    <a:pt x="1264" y="188"/>
                  </a:lnTo>
                  <a:lnTo>
                    <a:pt x="1264" y="201"/>
                  </a:lnTo>
                  <a:lnTo>
                    <a:pt x="1264" y="207"/>
                  </a:lnTo>
                  <a:lnTo>
                    <a:pt x="1264" y="220"/>
                  </a:lnTo>
                  <a:lnTo>
                    <a:pt x="1270" y="232"/>
                  </a:lnTo>
                  <a:lnTo>
                    <a:pt x="1270" y="239"/>
                  </a:lnTo>
                  <a:lnTo>
                    <a:pt x="1270" y="251"/>
                  </a:lnTo>
                  <a:lnTo>
                    <a:pt x="1270" y="264"/>
                  </a:lnTo>
                  <a:lnTo>
                    <a:pt x="1270" y="270"/>
                  </a:lnTo>
                  <a:lnTo>
                    <a:pt x="1270" y="283"/>
                  </a:lnTo>
                  <a:lnTo>
                    <a:pt x="1277" y="295"/>
                  </a:lnTo>
                  <a:lnTo>
                    <a:pt x="1277" y="302"/>
                  </a:lnTo>
                  <a:lnTo>
                    <a:pt x="1277" y="314"/>
                  </a:lnTo>
                  <a:lnTo>
                    <a:pt x="1277" y="327"/>
                  </a:lnTo>
                  <a:lnTo>
                    <a:pt x="1277" y="333"/>
                  </a:lnTo>
                  <a:lnTo>
                    <a:pt x="1277" y="346"/>
                  </a:lnTo>
                  <a:lnTo>
                    <a:pt x="1283" y="352"/>
                  </a:lnTo>
                  <a:lnTo>
                    <a:pt x="1283" y="364"/>
                  </a:lnTo>
                  <a:lnTo>
                    <a:pt x="1283" y="371"/>
                  </a:lnTo>
                  <a:lnTo>
                    <a:pt x="1283" y="383"/>
                  </a:lnTo>
                  <a:lnTo>
                    <a:pt x="1283" y="390"/>
                  </a:lnTo>
                  <a:lnTo>
                    <a:pt x="1283" y="402"/>
                  </a:lnTo>
                  <a:lnTo>
                    <a:pt x="1289" y="408"/>
                  </a:lnTo>
                  <a:lnTo>
                    <a:pt x="1289" y="427"/>
                  </a:lnTo>
                  <a:lnTo>
                    <a:pt x="1289" y="440"/>
                  </a:lnTo>
                  <a:lnTo>
                    <a:pt x="1289" y="446"/>
                  </a:lnTo>
                  <a:lnTo>
                    <a:pt x="1289" y="452"/>
                  </a:lnTo>
                  <a:lnTo>
                    <a:pt x="1295" y="465"/>
                  </a:lnTo>
                  <a:lnTo>
                    <a:pt x="1295" y="471"/>
                  </a:lnTo>
                  <a:lnTo>
                    <a:pt x="1295" y="478"/>
                  </a:lnTo>
                  <a:lnTo>
                    <a:pt x="1295" y="484"/>
                  </a:lnTo>
                  <a:lnTo>
                    <a:pt x="1295" y="496"/>
                  </a:lnTo>
                  <a:lnTo>
                    <a:pt x="1295" y="503"/>
                  </a:lnTo>
                  <a:lnTo>
                    <a:pt x="1295" y="509"/>
                  </a:lnTo>
                  <a:lnTo>
                    <a:pt x="1302" y="515"/>
                  </a:lnTo>
                  <a:lnTo>
                    <a:pt x="1302" y="522"/>
                  </a:lnTo>
                  <a:lnTo>
                    <a:pt x="1302" y="528"/>
                  </a:lnTo>
                  <a:lnTo>
                    <a:pt x="1302" y="541"/>
                  </a:lnTo>
                  <a:lnTo>
                    <a:pt x="1302" y="547"/>
                  </a:lnTo>
                  <a:lnTo>
                    <a:pt x="1302" y="553"/>
                  </a:lnTo>
                  <a:lnTo>
                    <a:pt x="1308" y="559"/>
                  </a:lnTo>
                  <a:lnTo>
                    <a:pt x="1308" y="566"/>
                  </a:lnTo>
                  <a:lnTo>
                    <a:pt x="1308" y="572"/>
                  </a:lnTo>
                  <a:lnTo>
                    <a:pt x="1308" y="585"/>
                  </a:lnTo>
                  <a:lnTo>
                    <a:pt x="1308" y="591"/>
                  </a:lnTo>
                  <a:lnTo>
                    <a:pt x="1308" y="597"/>
                  </a:lnTo>
                  <a:lnTo>
                    <a:pt x="1314" y="603"/>
                  </a:lnTo>
                  <a:lnTo>
                    <a:pt x="1314" y="610"/>
                  </a:lnTo>
                  <a:lnTo>
                    <a:pt x="1314" y="616"/>
                  </a:lnTo>
                  <a:lnTo>
                    <a:pt x="1314" y="622"/>
                  </a:lnTo>
                  <a:lnTo>
                    <a:pt x="1314" y="629"/>
                  </a:lnTo>
                  <a:lnTo>
                    <a:pt x="1314" y="635"/>
                  </a:lnTo>
                  <a:lnTo>
                    <a:pt x="1321" y="641"/>
                  </a:lnTo>
                  <a:lnTo>
                    <a:pt x="1321" y="654"/>
                  </a:lnTo>
                  <a:lnTo>
                    <a:pt x="1321" y="660"/>
                  </a:lnTo>
                  <a:lnTo>
                    <a:pt x="1321" y="666"/>
                  </a:lnTo>
                  <a:lnTo>
                    <a:pt x="1321" y="673"/>
                  </a:lnTo>
                  <a:lnTo>
                    <a:pt x="1321" y="679"/>
                  </a:lnTo>
                  <a:lnTo>
                    <a:pt x="1321" y="685"/>
                  </a:lnTo>
                  <a:lnTo>
                    <a:pt x="1327" y="691"/>
                  </a:lnTo>
                  <a:lnTo>
                    <a:pt x="1327" y="698"/>
                  </a:lnTo>
                  <a:lnTo>
                    <a:pt x="1327" y="704"/>
                  </a:lnTo>
                  <a:lnTo>
                    <a:pt x="1327" y="710"/>
                  </a:lnTo>
                  <a:lnTo>
                    <a:pt x="1327" y="717"/>
                  </a:lnTo>
                  <a:lnTo>
                    <a:pt x="1327" y="723"/>
                  </a:lnTo>
                  <a:lnTo>
                    <a:pt x="1333" y="729"/>
                  </a:lnTo>
                  <a:lnTo>
                    <a:pt x="1333" y="735"/>
                  </a:lnTo>
                  <a:lnTo>
                    <a:pt x="1333" y="742"/>
                  </a:lnTo>
                  <a:lnTo>
                    <a:pt x="1333" y="748"/>
                  </a:lnTo>
                  <a:lnTo>
                    <a:pt x="1333" y="754"/>
                  </a:lnTo>
                  <a:lnTo>
                    <a:pt x="1339" y="761"/>
                  </a:lnTo>
                  <a:lnTo>
                    <a:pt x="1339" y="767"/>
                  </a:lnTo>
                  <a:lnTo>
                    <a:pt x="1339" y="773"/>
                  </a:lnTo>
                  <a:lnTo>
                    <a:pt x="1339" y="779"/>
                  </a:lnTo>
                  <a:lnTo>
                    <a:pt x="1346" y="786"/>
                  </a:lnTo>
                  <a:lnTo>
                    <a:pt x="1346" y="792"/>
                  </a:lnTo>
                  <a:lnTo>
                    <a:pt x="1346" y="798"/>
                  </a:lnTo>
                  <a:lnTo>
                    <a:pt x="1346" y="805"/>
                  </a:lnTo>
                  <a:lnTo>
                    <a:pt x="1352" y="811"/>
                  </a:lnTo>
                  <a:lnTo>
                    <a:pt x="1352" y="817"/>
                  </a:lnTo>
                  <a:lnTo>
                    <a:pt x="1352" y="823"/>
                  </a:lnTo>
                  <a:lnTo>
                    <a:pt x="1352" y="830"/>
                  </a:lnTo>
                  <a:lnTo>
                    <a:pt x="1358" y="836"/>
                  </a:lnTo>
                  <a:lnTo>
                    <a:pt x="1358" y="842"/>
                  </a:lnTo>
                  <a:lnTo>
                    <a:pt x="1358" y="849"/>
                  </a:lnTo>
                  <a:lnTo>
                    <a:pt x="1365" y="855"/>
                  </a:lnTo>
                  <a:lnTo>
                    <a:pt x="1365" y="861"/>
                  </a:lnTo>
                  <a:lnTo>
                    <a:pt x="1371" y="861"/>
                  </a:lnTo>
                  <a:lnTo>
                    <a:pt x="1377" y="861"/>
                  </a:lnTo>
                  <a:lnTo>
                    <a:pt x="1377" y="855"/>
                  </a:lnTo>
                  <a:lnTo>
                    <a:pt x="1377" y="849"/>
                  </a:lnTo>
                  <a:lnTo>
                    <a:pt x="1383" y="842"/>
                  </a:lnTo>
                  <a:lnTo>
                    <a:pt x="1383" y="836"/>
                  </a:lnTo>
                  <a:lnTo>
                    <a:pt x="1383" y="830"/>
                  </a:lnTo>
                  <a:lnTo>
                    <a:pt x="1390" y="823"/>
                  </a:lnTo>
                  <a:lnTo>
                    <a:pt x="1390" y="817"/>
                  </a:lnTo>
                  <a:lnTo>
                    <a:pt x="1390" y="811"/>
                  </a:lnTo>
                  <a:lnTo>
                    <a:pt x="1390" y="805"/>
                  </a:lnTo>
                  <a:lnTo>
                    <a:pt x="1396" y="805"/>
                  </a:lnTo>
                  <a:lnTo>
                    <a:pt x="1396" y="798"/>
                  </a:lnTo>
                  <a:lnTo>
                    <a:pt x="1396" y="792"/>
                  </a:lnTo>
                  <a:lnTo>
                    <a:pt x="1396" y="786"/>
                  </a:lnTo>
                  <a:lnTo>
                    <a:pt x="1396" y="779"/>
                  </a:lnTo>
                  <a:lnTo>
                    <a:pt x="1402" y="773"/>
                  </a:lnTo>
                  <a:lnTo>
                    <a:pt x="1402" y="767"/>
                  </a:lnTo>
                  <a:lnTo>
                    <a:pt x="1402" y="761"/>
                  </a:lnTo>
                  <a:lnTo>
                    <a:pt x="1402" y="754"/>
                  </a:lnTo>
                  <a:lnTo>
                    <a:pt x="1402" y="748"/>
                  </a:lnTo>
                  <a:lnTo>
                    <a:pt x="1409" y="742"/>
                  </a:lnTo>
                  <a:lnTo>
                    <a:pt x="1409" y="735"/>
                  </a:lnTo>
                  <a:lnTo>
                    <a:pt x="1409" y="729"/>
                  </a:lnTo>
                  <a:lnTo>
                    <a:pt x="1409" y="723"/>
                  </a:lnTo>
                  <a:lnTo>
                    <a:pt x="1409" y="717"/>
                  </a:lnTo>
                  <a:lnTo>
                    <a:pt x="1415" y="710"/>
                  </a:lnTo>
                  <a:lnTo>
                    <a:pt x="1415" y="704"/>
                  </a:lnTo>
                  <a:lnTo>
                    <a:pt x="1415" y="698"/>
                  </a:lnTo>
                  <a:lnTo>
                    <a:pt x="1415" y="691"/>
                  </a:lnTo>
                  <a:lnTo>
                    <a:pt x="1415" y="685"/>
                  </a:lnTo>
                  <a:lnTo>
                    <a:pt x="1415" y="679"/>
                  </a:lnTo>
                  <a:lnTo>
                    <a:pt x="1421" y="673"/>
                  </a:lnTo>
                  <a:lnTo>
                    <a:pt x="1421" y="666"/>
                  </a:lnTo>
                  <a:lnTo>
                    <a:pt x="1421" y="660"/>
                  </a:lnTo>
                  <a:lnTo>
                    <a:pt x="1421" y="654"/>
                  </a:lnTo>
                  <a:lnTo>
                    <a:pt x="1421" y="647"/>
                  </a:lnTo>
                  <a:lnTo>
                    <a:pt x="1421" y="635"/>
                  </a:lnTo>
                  <a:lnTo>
                    <a:pt x="1421" y="629"/>
                  </a:lnTo>
                  <a:lnTo>
                    <a:pt x="1427" y="622"/>
                  </a:lnTo>
                  <a:lnTo>
                    <a:pt x="1427" y="616"/>
                  </a:lnTo>
                  <a:lnTo>
                    <a:pt x="1427" y="610"/>
                  </a:lnTo>
                  <a:lnTo>
                    <a:pt x="1427" y="603"/>
                  </a:lnTo>
                  <a:lnTo>
                    <a:pt x="1427" y="597"/>
                  </a:lnTo>
                  <a:lnTo>
                    <a:pt x="1427" y="591"/>
                  </a:lnTo>
                  <a:lnTo>
                    <a:pt x="1434" y="585"/>
                  </a:lnTo>
                  <a:lnTo>
                    <a:pt x="1434" y="572"/>
                  </a:lnTo>
                  <a:lnTo>
                    <a:pt x="1434" y="566"/>
                  </a:lnTo>
                  <a:lnTo>
                    <a:pt x="1434" y="553"/>
                  </a:lnTo>
                  <a:lnTo>
                    <a:pt x="1434" y="547"/>
                  </a:lnTo>
                  <a:lnTo>
                    <a:pt x="1440" y="541"/>
                  </a:lnTo>
                  <a:lnTo>
                    <a:pt x="1440" y="528"/>
                  </a:lnTo>
                  <a:lnTo>
                    <a:pt x="1440" y="522"/>
                  </a:lnTo>
                  <a:lnTo>
                    <a:pt x="1440" y="515"/>
                  </a:lnTo>
                  <a:lnTo>
                    <a:pt x="1440" y="509"/>
                  </a:lnTo>
                  <a:lnTo>
                    <a:pt x="1440" y="503"/>
                  </a:lnTo>
                  <a:lnTo>
                    <a:pt x="1446" y="496"/>
                  </a:lnTo>
                  <a:lnTo>
                    <a:pt x="1446" y="484"/>
                  </a:lnTo>
                  <a:lnTo>
                    <a:pt x="1446" y="478"/>
                  </a:lnTo>
                  <a:lnTo>
                    <a:pt x="1446" y="471"/>
                  </a:lnTo>
                  <a:lnTo>
                    <a:pt x="1446" y="465"/>
                  </a:lnTo>
                  <a:lnTo>
                    <a:pt x="1446" y="459"/>
                  </a:lnTo>
                  <a:lnTo>
                    <a:pt x="1446" y="446"/>
                  </a:lnTo>
                  <a:lnTo>
                    <a:pt x="1453" y="440"/>
                  </a:lnTo>
                  <a:lnTo>
                    <a:pt x="1453" y="427"/>
                  </a:lnTo>
                  <a:lnTo>
                    <a:pt x="1453" y="421"/>
                  </a:lnTo>
                  <a:lnTo>
                    <a:pt x="1453" y="408"/>
                  </a:lnTo>
                  <a:lnTo>
                    <a:pt x="1453" y="402"/>
                  </a:lnTo>
                  <a:lnTo>
                    <a:pt x="1453" y="390"/>
                  </a:lnTo>
                  <a:lnTo>
                    <a:pt x="1459" y="383"/>
                  </a:lnTo>
                  <a:lnTo>
                    <a:pt x="1459" y="371"/>
                  </a:lnTo>
                  <a:lnTo>
                    <a:pt x="1459" y="364"/>
                  </a:lnTo>
                  <a:lnTo>
                    <a:pt x="1459" y="352"/>
                  </a:lnTo>
                  <a:lnTo>
                    <a:pt x="1459" y="346"/>
                  </a:lnTo>
                  <a:lnTo>
                    <a:pt x="1459" y="333"/>
                  </a:lnTo>
                  <a:lnTo>
                    <a:pt x="1465" y="327"/>
                  </a:lnTo>
                  <a:lnTo>
                    <a:pt x="1465" y="314"/>
                  </a:lnTo>
                  <a:lnTo>
                    <a:pt x="1465" y="302"/>
                  </a:lnTo>
                  <a:lnTo>
                    <a:pt x="1465" y="295"/>
                  </a:lnTo>
                  <a:lnTo>
                    <a:pt x="1465" y="283"/>
                  </a:lnTo>
                  <a:lnTo>
                    <a:pt x="1465" y="276"/>
                  </a:lnTo>
                  <a:lnTo>
                    <a:pt x="1471" y="264"/>
                  </a:lnTo>
                  <a:lnTo>
                    <a:pt x="1471" y="251"/>
                  </a:lnTo>
                  <a:lnTo>
                    <a:pt x="1471" y="245"/>
                  </a:lnTo>
                  <a:lnTo>
                    <a:pt x="1471" y="232"/>
                  </a:lnTo>
                  <a:lnTo>
                    <a:pt x="1471" y="220"/>
                  </a:lnTo>
                  <a:lnTo>
                    <a:pt x="1471" y="207"/>
                  </a:lnTo>
                  <a:lnTo>
                    <a:pt x="1478" y="201"/>
                  </a:lnTo>
                  <a:lnTo>
                    <a:pt x="1478" y="188"/>
                  </a:lnTo>
                  <a:lnTo>
                    <a:pt x="1478" y="176"/>
                  </a:lnTo>
                  <a:lnTo>
                    <a:pt x="1478" y="163"/>
                  </a:lnTo>
                  <a:lnTo>
                    <a:pt x="1478" y="157"/>
                  </a:lnTo>
                  <a:lnTo>
                    <a:pt x="1478" y="144"/>
                  </a:lnTo>
                  <a:lnTo>
                    <a:pt x="1478" y="138"/>
                  </a:lnTo>
                  <a:lnTo>
                    <a:pt x="1484" y="132"/>
                  </a:lnTo>
                  <a:lnTo>
                    <a:pt x="1484" y="126"/>
                  </a:lnTo>
                  <a:lnTo>
                    <a:pt x="1484" y="119"/>
                  </a:lnTo>
                  <a:lnTo>
                    <a:pt x="1484" y="113"/>
                  </a:lnTo>
                  <a:lnTo>
                    <a:pt x="1490" y="107"/>
                  </a:lnTo>
                  <a:lnTo>
                    <a:pt x="1490" y="113"/>
                  </a:lnTo>
                  <a:lnTo>
                    <a:pt x="1490" y="119"/>
                  </a:lnTo>
                  <a:lnTo>
                    <a:pt x="1490" y="126"/>
                  </a:lnTo>
                  <a:lnTo>
                    <a:pt x="1490" y="132"/>
                  </a:lnTo>
                  <a:lnTo>
                    <a:pt x="1497" y="144"/>
                  </a:lnTo>
                  <a:lnTo>
                    <a:pt x="1497" y="157"/>
                  </a:lnTo>
                  <a:lnTo>
                    <a:pt x="1497" y="163"/>
                  </a:lnTo>
                  <a:lnTo>
                    <a:pt x="1497" y="176"/>
                  </a:lnTo>
                  <a:lnTo>
                    <a:pt x="1497" y="188"/>
                  </a:lnTo>
                  <a:lnTo>
                    <a:pt x="1503" y="201"/>
                  </a:lnTo>
                  <a:lnTo>
                    <a:pt x="1503" y="207"/>
                  </a:lnTo>
                  <a:lnTo>
                    <a:pt x="1503" y="220"/>
                  </a:lnTo>
                  <a:lnTo>
                    <a:pt x="1503" y="232"/>
                  </a:lnTo>
                  <a:lnTo>
                    <a:pt x="1503" y="239"/>
                  </a:lnTo>
                  <a:lnTo>
                    <a:pt x="1503" y="251"/>
                  </a:lnTo>
                  <a:lnTo>
                    <a:pt x="1509" y="264"/>
                  </a:lnTo>
                  <a:lnTo>
                    <a:pt x="1509" y="276"/>
                  </a:lnTo>
                  <a:lnTo>
                    <a:pt x="1509" y="283"/>
                  </a:lnTo>
                  <a:lnTo>
                    <a:pt x="1509" y="295"/>
                  </a:lnTo>
                  <a:lnTo>
                    <a:pt x="1509" y="302"/>
                  </a:lnTo>
                  <a:lnTo>
                    <a:pt x="1509" y="314"/>
                  </a:lnTo>
                  <a:lnTo>
                    <a:pt x="1515" y="327"/>
                  </a:lnTo>
                  <a:lnTo>
                    <a:pt x="1515" y="333"/>
                  </a:lnTo>
                  <a:lnTo>
                    <a:pt x="1515" y="346"/>
                  </a:lnTo>
                  <a:lnTo>
                    <a:pt x="1515" y="352"/>
                  </a:lnTo>
                  <a:lnTo>
                    <a:pt x="1515" y="364"/>
                  </a:lnTo>
                  <a:lnTo>
                    <a:pt x="1515" y="371"/>
                  </a:lnTo>
                  <a:lnTo>
                    <a:pt x="1522" y="383"/>
                  </a:lnTo>
                  <a:lnTo>
                    <a:pt x="1522" y="390"/>
                  </a:lnTo>
                  <a:lnTo>
                    <a:pt x="1522" y="402"/>
                  </a:lnTo>
                  <a:lnTo>
                    <a:pt x="1522" y="408"/>
                  </a:lnTo>
                  <a:lnTo>
                    <a:pt x="1522" y="421"/>
                  </a:lnTo>
                  <a:lnTo>
                    <a:pt x="1522" y="427"/>
                  </a:lnTo>
                  <a:lnTo>
                    <a:pt x="1522" y="440"/>
                  </a:lnTo>
                  <a:lnTo>
                    <a:pt x="1528" y="446"/>
                  </a:lnTo>
                  <a:lnTo>
                    <a:pt x="1528" y="452"/>
                  </a:lnTo>
                  <a:lnTo>
                    <a:pt x="1528" y="465"/>
                  </a:lnTo>
                  <a:lnTo>
                    <a:pt x="1528" y="471"/>
                  </a:lnTo>
                  <a:lnTo>
                    <a:pt x="1528" y="478"/>
                  </a:lnTo>
                  <a:lnTo>
                    <a:pt x="1528" y="484"/>
                  </a:lnTo>
                  <a:lnTo>
                    <a:pt x="1534" y="490"/>
                  </a:lnTo>
                  <a:lnTo>
                    <a:pt x="1534" y="503"/>
                  </a:lnTo>
                  <a:lnTo>
                    <a:pt x="1534" y="509"/>
                  </a:lnTo>
                  <a:lnTo>
                    <a:pt x="1534" y="515"/>
                  </a:lnTo>
                  <a:lnTo>
                    <a:pt x="1534" y="522"/>
                  </a:lnTo>
                  <a:lnTo>
                    <a:pt x="1534" y="528"/>
                  </a:lnTo>
                  <a:lnTo>
                    <a:pt x="1541" y="541"/>
                  </a:lnTo>
                  <a:lnTo>
                    <a:pt x="1541" y="547"/>
                  </a:lnTo>
                  <a:lnTo>
                    <a:pt x="1541" y="553"/>
                  </a:lnTo>
                  <a:lnTo>
                    <a:pt x="1541" y="559"/>
                  </a:lnTo>
                  <a:lnTo>
                    <a:pt x="1541" y="566"/>
                  </a:lnTo>
                  <a:lnTo>
                    <a:pt x="1541" y="572"/>
                  </a:lnTo>
                  <a:lnTo>
                    <a:pt x="1547" y="585"/>
                  </a:lnTo>
                  <a:lnTo>
                    <a:pt x="1547" y="591"/>
                  </a:lnTo>
                  <a:lnTo>
                    <a:pt x="1547" y="597"/>
                  </a:lnTo>
                  <a:lnTo>
                    <a:pt x="1547" y="603"/>
                  </a:lnTo>
                  <a:lnTo>
                    <a:pt x="1547" y="610"/>
                  </a:lnTo>
                  <a:lnTo>
                    <a:pt x="1547" y="616"/>
                  </a:lnTo>
                  <a:lnTo>
                    <a:pt x="1547" y="622"/>
                  </a:lnTo>
                  <a:lnTo>
                    <a:pt x="1553" y="629"/>
                  </a:lnTo>
                  <a:lnTo>
                    <a:pt x="1553" y="635"/>
                  </a:lnTo>
                  <a:lnTo>
                    <a:pt x="1553" y="641"/>
                  </a:lnTo>
                  <a:lnTo>
                    <a:pt x="1553" y="654"/>
                  </a:lnTo>
                  <a:lnTo>
                    <a:pt x="1553" y="660"/>
                  </a:lnTo>
                  <a:lnTo>
                    <a:pt x="1553" y="666"/>
                  </a:lnTo>
                  <a:lnTo>
                    <a:pt x="1559" y="673"/>
                  </a:lnTo>
                  <a:lnTo>
                    <a:pt x="1559" y="679"/>
                  </a:lnTo>
                  <a:lnTo>
                    <a:pt x="1559" y="685"/>
                  </a:lnTo>
                  <a:lnTo>
                    <a:pt x="1559" y="691"/>
                  </a:lnTo>
                  <a:lnTo>
                    <a:pt x="1559" y="698"/>
                  </a:lnTo>
                  <a:lnTo>
                    <a:pt x="1559" y="704"/>
                  </a:lnTo>
                  <a:lnTo>
                    <a:pt x="1566" y="710"/>
                  </a:lnTo>
                  <a:lnTo>
                    <a:pt x="1566" y="717"/>
                  </a:lnTo>
                  <a:lnTo>
                    <a:pt x="1566" y="723"/>
                  </a:lnTo>
                  <a:lnTo>
                    <a:pt x="1566" y="729"/>
                  </a:lnTo>
                  <a:lnTo>
                    <a:pt x="1566" y="735"/>
                  </a:lnTo>
                  <a:lnTo>
                    <a:pt x="1572" y="742"/>
                  </a:lnTo>
                  <a:lnTo>
                    <a:pt x="1572" y="748"/>
                  </a:lnTo>
                  <a:lnTo>
                    <a:pt x="1572" y="754"/>
                  </a:lnTo>
                  <a:lnTo>
                    <a:pt x="1572" y="761"/>
                  </a:lnTo>
                  <a:lnTo>
                    <a:pt x="1572" y="767"/>
                  </a:lnTo>
                  <a:lnTo>
                    <a:pt x="1572" y="773"/>
                  </a:lnTo>
                  <a:lnTo>
                    <a:pt x="1578" y="779"/>
                  </a:lnTo>
                  <a:lnTo>
                    <a:pt x="1578" y="786"/>
                  </a:lnTo>
                  <a:lnTo>
                    <a:pt x="1578" y="792"/>
                  </a:lnTo>
                  <a:lnTo>
                    <a:pt x="1578" y="798"/>
                  </a:lnTo>
                  <a:lnTo>
                    <a:pt x="1585" y="805"/>
                  </a:lnTo>
                  <a:lnTo>
                    <a:pt x="1585" y="811"/>
                  </a:lnTo>
                  <a:lnTo>
                    <a:pt x="1585" y="817"/>
                  </a:lnTo>
                  <a:lnTo>
                    <a:pt x="1585" y="823"/>
                  </a:lnTo>
                  <a:lnTo>
                    <a:pt x="1591" y="823"/>
                  </a:lnTo>
                  <a:lnTo>
                    <a:pt x="1591" y="830"/>
                  </a:lnTo>
                  <a:lnTo>
                    <a:pt x="1591" y="836"/>
                  </a:lnTo>
                  <a:lnTo>
                    <a:pt x="1591" y="842"/>
                  </a:lnTo>
                  <a:lnTo>
                    <a:pt x="1597" y="849"/>
                  </a:lnTo>
                  <a:lnTo>
                    <a:pt x="1597" y="855"/>
                  </a:lnTo>
                  <a:lnTo>
                    <a:pt x="1603" y="861"/>
                  </a:lnTo>
                  <a:lnTo>
                    <a:pt x="1610" y="861"/>
                  </a:lnTo>
                  <a:lnTo>
                    <a:pt x="1610" y="855"/>
                  </a:lnTo>
                  <a:lnTo>
                    <a:pt x="1616" y="855"/>
                  </a:lnTo>
                  <a:lnTo>
                    <a:pt x="1616" y="849"/>
                  </a:lnTo>
                  <a:lnTo>
                    <a:pt x="1616" y="842"/>
                  </a:lnTo>
                  <a:lnTo>
                    <a:pt x="1616" y="836"/>
                  </a:lnTo>
                  <a:lnTo>
                    <a:pt x="1622" y="830"/>
                  </a:lnTo>
                  <a:lnTo>
                    <a:pt x="1622" y="823"/>
                  </a:lnTo>
                  <a:lnTo>
                    <a:pt x="1622" y="817"/>
                  </a:lnTo>
                  <a:lnTo>
                    <a:pt x="1622" y="811"/>
                  </a:lnTo>
                  <a:lnTo>
                    <a:pt x="1629" y="811"/>
                  </a:lnTo>
                  <a:lnTo>
                    <a:pt x="1629" y="805"/>
                  </a:lnTo>
                  <a:lnTo>
                    <a:pt x="1629" y="798"/>
                  </a:lnTo>
                  <a:lnTo>
                    <a:pt x="1629" y="792"/>
                  </a:lnTo>
                  <a:lnTo>
                    <a:pt x="1635" y="786"/>
                  </a:lnTo>
                  <a:lnTo>
                    <a:pt x="1635" y="779"/>
                  </a:lnTo>
                  <a:lnTo>
                    <a:pt x="1635" y="773"/>
                  </a:lnTo>
                  <a:lnTo>
                    <a:pt x="1635" y="767"/>
                  </a:lnTo>
                  <a:lnTo>
                    <a:pt x="1635" y="761"/>
                  </a:lnTo>
                  <a:lnTo>
                    <a:pt x="1641" y="754"/>
                  </a:lnTo>
                  <a:lnTo>
                    <a:pt x="1641" y="748"/>
                  </a:lnTo>
                  <a:lnTo>
                    <a:pt x="1641" y="742"/>
                  </a:lnTo>
                  <a:lnTo>
                    <a:pt x="1641" y="735"/>
                  </a:lnTo>
                  <a:lnTo>
                    <a:pt x="1641" y="729"/>
                  </a:lnTo>
                  <a:lnTo>
                    <a:pt x="1647" y="729"/>
                  </a:lnTo>
                  <a:lnTo>
                    <a:pt x="1647" y="723"/>
                  </a:lnTo>
                  <a:lnTo>
                    <a:pt x="1647" y="717"/>
                  </a:lnTo>
                  <a:lnTo>
                    <a:pt x="1647" y="710"/>
                  </a:lnTo>
                  <a:lnTo>
                    <a:pt x="1647" y="704"/>
                  </a:lnTo>
                  <a:lnTo>
                    <a:pt x="1647" y="691"/>
                  </a:lnTo>
                  <a:lnTo>
                    <a:pt x="1654" y="685"/>
                  </a:lnTo>
                  <a:lnTo>
                    <a:pt x="1654" y="679"/>
                  </a:lnTo>
                  <a:lnTo>
                    <a:pt x="1654" y="673"/>
                  </a:lnTo>
                  <a:lnTo>
                    <a:pt x="1654" y="666"/>
                  </a:lnTo>
                  <a:lnTo>
                    <a:pt x="1654" y="660"/>
                  </a:lnTo>
                  <a:lnTo>
                    <a:pt x="1654" y="647"/>
                  </a:lnTo>
                  <a:lnTo>
                    <a:pt x="1660" y="641"/>
                  </a:lnTo>
                  <a:lnTo>
                    <a:pt x="1660" y="635"/>
                  </a:lnTo>
                  <a:lnTo>
                    <a:pt x="1660" y="629"/>
                  </a:lnTo>
                  <a:lnTo>
                    <a:pt x="1660" y="622"/>
                  </a:lnTo>
                  <a:lnTo>
                    <a:pt x="1660" y="616"/>
                  </a:lnTo>
                  <a:lnTo>
                    <a:pt x="1660" y="610"/>
                  </a:lnTo>
                  <a:lnTo>
                    <a:pt x="1666" y="603"/>
                  </a:lnTo>
                  <a:lnTo>
                    <a:pt x="1666" y="597"/>
                  </a:lnTo>
                  <a:lnTo>
                    <a:pt x="1666" y="591"/>
                  </a:lnTo>
                  <a:lnTo>
                    <a:pt x="1666" y="578"/>
                  </a:lnTo>
                  <a:lnTo>
                    <a:pt x="1666" y="572"/>
                  </a:lnTo>
                  <a:lnTo>
                    <a:pt x="1666" y="566"/>
                  </a:lnTo>
                  <a:lnTo>
                    <a:pt x="1673" y="559"/>
                  </a:lnTo>
                  <a:lnTo>
                    <a:pt x="1673" y="553"/>
                  </a:lnTo>
                  <a:lnTo>
                    <a:pt x="1673" y="547"/>
                  </a:lnTo>
                  <a:lnTo>
                    <a:pt x="1673" y="541"/>
                  </a:lnTo>
                  <a:lnTo>
                    <a:pt x="1673" y="528"/>
                  </a:lnTo>
                  <a:lnTo>
                    <a:pt x="1673" y="522"/>
                  </a:lnTo>
                  <a:lnTo>
                    <a:pt x="1673" y="515"/>
                  </a:lnTo>
                  <a:lnTo>
                    <a:pt x="1679" y="509"/>
                  </a:lnTo>
                  <a:lnTo>
                    <a:pt x="1679" y="503"/>
                  </a:lnTo>
                  <a:lnTo>
                    <a:pt x="1679" y="490"/>
                  </a:lnTo>
                  <a:lnTo>
                    <a:pt x="1679" y="484"/>
                  </a:lnTo>
                  <a:lnTo>
                    <a:pt x="1679" y="478"/>
                  </a:lnTo>
                  <a:lnTo>
                    <a:pt x="1679" y="471"/>
                  </a:lnTo>
                  <a:lnTo>
                    <a:pt x="1685" y="465"/>
                  </a:lnTo>
                  <a:lnTo>
                    <a:pt x="1685" y="452"/>
                  </a:lnTo>
                  <a:lnTo>
                    <a:pt x="1685" y="446"/>
                  </a:lnTo>
                  <a:lnTo>
                    <a:pt x="1685" y="440"/>
                  </a:lnTo>
                  <a:lnTo>
                    <a:pt x="1685" y="427"/>
                  </a:lnTo>
                  <a:lnTo>
                    <a:pt x="1685" y="421"/>
                  </a:lnTo>
                  <a:lnTo>
                    <a:pt x="1691" y="408"/>
                  </a:lnTo>
                  <a:lnTo>
                    <a:pt x="1691" y="402"/>
                  </a:lnTo>
                  <a:lnTo>
                    <a:pt x="1691" y="390"/>
                  </a:lnTo>
                  <a:lnTo>
                    <a:pt x="1691" y="383"/>
                  </a:lnTo>
                  <a:lnTo>
                    <a:pt x="1691" y="371"/>
                  </a:lnTo>
                  <a:lnTo>
                    <a:pt x="1691" y="364"/>
                  </a:lnTo>
                  <a:lnTo>
                    <a:pt x="1698" y="352"/>
                  </a:lnTo>
                  <a:lnTo>
                    <a:pt x="1698" y="346"/>
                  </a:lnTo>
                  <a:lnTo>
                    <a:pt x="1698" y="333"/>
                  </a:lnTo>
                  <a:lnTo>
                    <a:pt x="1698" y="327"/>
                  </a:lnTo>
                  <a:lnTo>
                    <a:pt x="1698" y="314"/>
                  </a:lnTo>
                  <a:lnTo>
                    <a:pt x="1698" y="302"/>
                  </a:lnTo>
                  <a:lnTo>
                    <a:pt x="1698" y="295"/>
                  </a:lnTo>
                  <a:lnTo>
                    <a:pt x="1704" y="283"/>
                  </a:lnTo>
                  <a:lnTo>
                    <a:pt x="1704" y="270"/>
                  </a:lnTo>
                  <a:lnTo>
                    <a:pt x="1704" y="264"/>
                  </a:lnTo>
                  <a:lnTo>
                    <a:pt x="1704" y="251"/>
                  </a:lnTo>
                  <a:lnTo>
                    <a:pt x="1704" y="239"/>
                  </a:lnTo>
                  <a:lnTo>
                    <a:pt x="1704" y="232"/>
                  </a:lnTo>
                  <a:lnTo>
                    <a:pt x="1710" y="220"/>
                  </a:lnTo>
                  <a:lnTo>
                    <a:pt x="1710" y="207"/>
                  </a:lnTo>
                  <a:lnTo>
                    <a:pt x="1710" y="201"/>
                  </a:lnTo>
                  <a:lnTo>
                    <a:pt x="1710" y="188"/>
                  </a:lnTo>
                  <a:lnTo>
                    <a:pt x="1710" y="176"/>
                  </a:lnTo>
                  <a:lnTo>
                    <a:pt x="1710" y="163"/>
                  </a:lnTo>
                  <a:lnTo>
                    <a:pt x="1717" y="157"/>
                  </a:lnTo>
                  <a:lnTo>
                    <a:pt x="1717" y="144"/>
                  </a:lnTo>
                  <a:lnTo>
                    <a:pt x="1717" y="138"/>
                  </a:lnTo>
                  <a:lnTo>
                    <a:pt x="1717" y="132"/>
                  </a:lnTo>
                  <a:lnTo>
                    <a:pt x="1717" y="126"/>
                  </a:lnTo>
                  <a:lnTo>
                    <a:pt x="1717" y="119"/>
                  </a:lnTo>
                  <a:lnTo>
                    <a:pt x="1723" y="113"/>
                  </a:lnTo>
                  <a:lnTo>
                    <a:pt x="1723" y="107"/>
                  </a:lnTo>
                  <a:lnTo>
                    <a:pt x="1723" y="113"/>
                  </a:lnTo>
                  <a:lnTo>
                    <a:pt x="1729" y="119"/>
                  </a:lnTo>
                  <a:lnTo>
                    <a:pt x="1729" y="126"/>
                  </a:lnTo>
                  <a:lnTo>
                    <a:pt x="1729" y="132"/>
                  </a:lnTo>
                  <a:lnTo>
                    <a:pt x="1729" y="138"/>
                  </a:lnTo>
                  <a:lnTo>
                    <a:pt x="1729" y="144"/>
                  </a:lnTo>
                  <a:lnTo>
                    <a:pt x="1729" y="157"/>
                  </a:lnTo>
                  <a:lnTo>
                    <a:pt x="1735" y="163"/>
                  </a:lnTo>
                  <a:lnTo>
                    <a:pt x="1735" y="176"/>
                  </a:lnTo>
                  <a:lnTo>
                    <a:pt x="1735" y="188"/>
                  </a:lnTo>
                  <a:lnTo>
                    <a:pt x="1735" y="201"/>
                  </a:lnTo>
                  <a:lnTo>
                    <a:pt x="1735" y="207"/>
                  </a:lnTo>
                  <a:lnTo>
                    <a:pt x="1735" y="220"/>
                  </a:lnTo>
                  <a:lnTo>
                    <a:pt x="1742" y="232"/>
                  </a:lnTo>
                  <a:lnTo>
                    <a:pt x="1742" y="239"/>
                  </a:lnTo>
                  <a:lnTo>
                    <a:pt x="1742" y="251"/>
                  </a:lnTo>
                  <a:lnTo>
                    <a:pt x="1742" y="264"/>
                  </a:lnTo>
                  <a:lnTo>
                    <a:pt x="1742" y="276"/>
                  </a:lnTo>
                  <a:lnTo>
                    <a:pt x="1742" y="283"/>
                  </a:lnTo>
                  <a:lnTo>
                    <a:pt x="1742" y="295"/>
                  </a:lnTo>
                  <a:lnTo>
                    <a:pt x="1748" y="302"/>
                  </a:lnTo>
                  <a:lnTo>
                    <a:pt x="1748" y="314"/>
                  </a:lnTo>
                  <a:lnTo>
                    <a:pt x="1748" y="327"/>
                  </a:lnTo>
                  <a:lnTo>
                    <a:pt x="1748" y="333"/>
                  </a:lnTo>
                  <a:lnTo>
                    <a:pt x="1748" y="346"/>
                  </a:lnTo>
                  <a:lnTo>
                    <a:pt x="1748" y="352"/>
                  </a:lnTo>
                  <a:lnTo>
                    <a:pt x="1754" y="364"/>
                  </a:lnTo>
                  <a:lnTo>
                    <a:pt x="1754" y="371"/>
                  </a:lnTo>
                  <a:lnTo>
                    <a:pt x="1754" y="383"/>
                  </a:lnTo>
                  <a:lnTo>
                    <a:pt x="1754" y="390"/>
                  </a:lnTo>
                  <a:lnTo>
                    <a:pt x="1754" y="402"/>
                  </a:lnTo>
                  <a:lnTo>
                    <a:pt x="1754" y="408"/>
                  </a:lnTo>
                  <a:lnTo>
                    <a:pt x="1761" y="421"/>
                  </a:lnTo>
                  <a:lnTo>
                    <a:pt x="1761" y="427"/>
                  </a:lnTo>
                  <a:lnTo>
                    <a:pt x="1761" y="440"/>
                  </a:lnTo>
                  <a:lnTo>
                    <a:pt x="1761" y="446"/>
                  </a:lnTo>
                  <a:lnTo>
                    <a:pt x="1761" y="452"/>
                  </a:lnTo>
                  <a:lnTo>
                    <a:pt x="1761" y="465"/>
                  </a:lnTo>
                  <a:lnTo>
                    <a:pt x="1767" y="471"/>
                  </a:lnTo>
                  <a:lnTo>
                    <a:pt x="1767" y="478"/>
                  </a:lnTo>
                  <a:lnTo>
                    <a:pt x="1767" y="484"/>
                  </a:lnTo>
                  <a:lnTo>
                    <a:pt x="1767" y="496"/>
                  </a:lnTo>
                  <a:lnTo>
                    <a:pt x="1767" y="503"/>
                  </a:lnTo>
                  <a:lnTo>
                    <a:pt x="1767" y="509"/>
                  </a:lnTo>
                  <a:lnTo>
                    <a:pt x="1773" y="515"/>
                  </a:lnTo>
                  <a:lnTo>
                    <a:pt x="1773" y="522"/>
                  </a:lnTo>
                  <a:lnTo>
                    <a:pt x="1773" y="528"/>
                  </a:lnTo>
                  <a:lnTo>
                    <a:pt x="1773" y="541"/>
                  </a:lnTo>
                  <a:lnTo>
                    <a:pt x="1773" y="547"/>
                  </a:lnTo>
                  <a:lnTo>
                    <a:pt x="1773" y="553"/>
                  </a:lnTo>
                  <a:lnTo>
                    <a:pt x="1773" y="559"/>
                  </a:lnTo>
                  <a:lnTo>
                    <a:pt x="1779" y="566"/>
                  </a:lnTo>
                  <a:lnTo>
                    <a:pt x="1779" y="572"/>
                  </a:lnTo>
                  <a:lnTo>
                    <a:pt x="1779" y="585"/>
                  </a:lnTo>
                  <a:lnTo>
                    <a:pt x="1779" y="591"/>
                  </a:lnTo>
                  <a:lnTo>
                    <a:pt x="1779" y="597"/>
                  </a:lnTo>
                  <a:lnTo>
                    <a:pt x="1779" y="603"/>
                  </a:lnTo>
                  <a:lnTo>
                    <a:pt x="1786" y="610"/>
                  </a:lnTo>
                  <a:lnTo>
                    <a:pt x="1786" y="616"/>
                  </a:lnTo>
                  <a:lnTo>
                    <a:pt x="1786" y="622"/>
                  </a:lnTo>
                  <a:lnTo>
                    <a:pt x="1786" y="629"/>
                  </a:lnTo>
                  <a:lnTo>
                    <a:pt x="1786" y="635"/>
                  </a:lnTo>
                  <a:lnTo>
                    <a:pt x="1786" y="647"/>
                  </a:lnTo>
                  <a:lnTo>
                    <a:pt x="1792" y="654"/>
                  </a:lnTo>
                  <a:lnTo>
                    <a:pt x="1792" y="660"/>
                  </a:lnTo>
                  <a:lnTo>
                    <a:pt x="1792" y="666"/>
                  </a:lnTo>
                  <a:lnTo>
                    <a:pt x="1792" y="673"/>
                  </a:lnTo>
                  <a:lnTo>
                    <a:pt x="1792" y="685"/>
                  </a:lnTo>
                  <a:lnTo>
                    <a:pt x="1798" y="691"/>
                  </a:lnTo>
                  <a:lnTo>
                    <a:pt x="1798" y="698"/>
                  </a:lnTo>
                  <a:lnTo>
                    <a:pt x="1798" y="704"/>
                  </a:lnTo>
                  <a:lnTo>
                    <a:pt x="1798" y="710"/>
                  </a:lnTo>
                  <a:lnTo>
                    <a:pt x="1798" y="717"/>
                  </a:lnTo>
                  <a:lnTo>
                    <a:pt x="1798" y="723"/>
                  </a:lnTo>
                  <a:lnTo>
                    <a:pt x="1798" y="729"/>
                  </a:lnTo>
                  <a:lnTo>
                    <a:pt x="1805" y="735"/>
                  </a:lnTo>
                  <a:lnTo>
                    <a:pt x="1805" y="742"/>
                  </a:lnTo>
                  <a:lnTo>
                    <a:pt x="1805" y="748"/>
                  </a:lnTo>
                  <a:lnTo>
                    <a:pt x="1805" y="754"/>
                  </a:lnTo>
                  <a:lnTo>
                    <a:pt x="1805" y="761"/>
                  </a:lnTo>
                  <a:lnTo>
                    <a:pt x="1811" y="761"/>
                  </a:lnTo>
                  <a:lnTo>
                    <a:pt x="1811" y="767"/>
                  </a:lnTo>
                  <a:lnTo>
                    <a:pt x="1811" y="773"/>
                  </a:lnTo>
                  <a:lnTo>
                    <a:pt x="1811" y="779"/>
                  </a:lnTo>
                  <a:lnTo>
                    <a:pt x="1811" y="786"/>
                  </a:lnTo>
                  <a:lnTo>
                    <a:pt x="1817" y="792"/>
                  </a:lnTo>
                  <a:lnTo>
                    <a:pt x="1817" y="798"/>
                  </a:lnTo>
                  <a:lnTo>
                    <a:pt x="1817" y="805"/>
                  </a:lnTo>
                  <a:lnTo>
                    <a:pt x="1817" y="811"/>
                  </a:lnTo>
                  <a:lnTo>
                    <a:pt x="1823" y="817"/>
                  </a:lnTo>
                  <a:lnTo>
                    <a:pt x="1823" y="823"/>
                  </a:lnTo>
                  <a:lnTo>
                    <a:pt x="1823" y="830"/>
                  </a:lnTo>
                  <a:lnTo>
                    <a:pt x="1830" y="836"/>
                  </a:lnTo>
                  <a:lnTo>
                    <a:pt x="1830" y="842"/>
                  </a:lnTo>
                  <a:lnTo>
                    <a:pt x="1830" y="849"/>
                  </a:lnTo>
                  <a:lnTo>
                    <a:pt x="1830" y="855"/>
                  </a:lnTo>
                  <a:lnTo>
                    <a:pt x="1836" y="855"/>
                  </a:lnTo>
                  <a:lnTo>
                    <a:pt x="1836" y="861"/>
                  </a:lnTo>
                  <a:lnTo>
                    <a:pt x="1842" y="861"/>
                  </a:lnTo>
                  <a:lnTo>
                    <a:pt x="1849" y="855"/>
                  </a:lnTo>
                  <a:lnTo>
                    <a:pt x="1849" y="849"/>
                  </a:lnTo>
                  <a:lnTo>
                    <a:pt x="1849" y="842"/>
                  </a:lnTo>
                  <a:lnTo>
                    <a:pt x="1855" y="842"/>
                  </a:lnTo>
                  <a:lnTo>
                    <a:pt x="1855" y="836"/>
                  </a:lnTo>
                  <a:lnTo>
                    <a:pt x="1855" y="830"/>
                  </a:lnTo>
                  <a:lnTo>
                    <a:pt x="1855" y="823"/>
                  </a:lnTo>
                  <a:lnTo>
                    <a:pt x="1861" y="823"/>
                  </a:lnTo>
                  <a:lnTo>
                    <a:pt x="1861" y="817"/>
                  </a:lnTo>
                  <a:lnTo>
                    <a:pt x="1861" y="811"/>
                  </a:lnTo>
                  <a:lnTo>
                    <a:pt x="1861" y="805"/>
                  </a:lnTo>
                  <a:lnTo>
                    <a:pt x="1867" y="798"/>
                  </a:lnTo>
                  <a:lnTo>
                    <a:pt x="1867" y="792"/>
                  </a:lnTo>
                  <a:lnTo>
                    <a:pt x="1867" y="786"/>
                  </a:lnTo>
                  <a:lnTo>
                    <a:pt x="1867" y="779"/>
                  </a:lnTo>
                  <a:lnTo>
                    <a:pt x="1867" y="773"/>
                  </a:lnTo>
                  <a:lnTo>
                    <a:pt x="1874" y="767"/>
                  </a:lnTo>
                  <a:lnTo>
                    <a:pt x="1874" y="761"/>
                  </a:lnTo>
                  <a:lnTo>
                    <a:pt x="1874" y="754"/>
                  </a:lnTo>
                  <a:lnTo>
                    <a:pt x="1874" y="748"/>
                  </a:lnTo>
                  <a:lnTo>
                    <a:pt x="1874" y="742"/>
                  </a:lnTo>
                  <a:lnTo>
                    <a:pt x="1880" y="735"/>
                  </a:lnTo>
                  <a:lnTo>
                    <a:pt x="1880" y="729"/>
                  </a:lnTo>
                  <a:lnTo>
                    <a:pt x="1880" y="723"/>
                  </a:lnTo>
                  <a:lnTo>
                    <a:pt x="1880" y="717"/>
                  </a:lnTo>
                  <a:lnTo>
                    <a:pt x="1880" y="710"/>
                  </a:lnTo>
                  <a:lnTo>
                    <a:pt x="1886" y="704"/>
                  </a:lnTo>
                  <a:lnTo>
                    <a:pt x="1886" y="698"/>
                  </a:lnTo>
                  <a:lnTo>
                    <a:pt x="1886" y="691"/>
                  </a:lnTo>
                  <a:lnTo>
                    <a:pt x="1886" y="685"/>
                  </a:lnTo>
                  <a:lnTo>
                    <a:pt x="1886" y="679"/>
                  </a:lnTo>
                  <a:lnTo>
                    <a:pt x="1886" y="673"/>
                  </a:lnTo>
                  <a:lnTo>
                    <a:pt x="1893" y="666"/>
                  </a:lnTo>
                  <a:lnTo>
                    <a:pt x="1893" y="660"/>
                  </a:lnTo>
                  <a:lnTo>
                    <a:pt x="1893" y="654"/>
                  </a:lnTo>
                  <a:lnTo>
                    <a:pt x="1893" y="647"/>
                  </a:lnTo>
                  <a:lnTo>
                    <a:pt x="1893" y="635"/>
                  </a:lnTo>
                  <a:lnTo>
                    <a:pt x="1893" y="629"/>
                  </a:lnTo>
                  <a:lnTo>
                    <a:pt x="1899" y="622"/>
                  </a:lnTo>
                  <a:lnTo>
                    <a:pt x="1899" y="616"/>
                  </a:lnTo>
                  <a:lnTo>
                    <a:pt x="1899" y="610"/>
                  </a:lnTo>
                  <a:lnTo>
                    <a:pt x="1899" y="603"/>
                  </a:lnTo>
                  <a:lnTo>
                    <a:pt x="1899" y="597"/>
                  </a:lnTo>
                  <a:lnTo>
                    <a:pt x="1899" y="591"/>
                  </a:lnTo>
                  <a:lnTo>
                    <a:pt x="1899" y="585"/>
                  </a:lnTo>
                  <a:lnTo>
                    <a:pt x="1905" y="572"/>
                  </a:lnTo>
                  <a:lnTo>
                    <a:pt x="1905" y="566"/>
                  </a:lnTo>
                  <a:lnTo>
                    <a:pt x="1905" y="559"/>
                  </a:lnTo>
                  <a:lnTo>
                    <a:pt x="1905" y="553"/>
                  </a:lnTo>
                  <a:lnTo>
                    <a:pt x="1905" y="547"/>
                  </a:lnTo>
                  <a:lnTo>
                    <a:pt x="1905" y="541"/>
                  </a:lnTo>
                  <a:lnTo>
                    <a:pt x="1911" y="528"/>
                  </a:lnTo>
                  <a:lnTo>
                    <a:pt x="1911" y="522"/>
                  </a:lnTo>
                  <a:lnTo>
                    <a:pt x="1911" y="515"/>
                  </a:lnTo>
                  <a:lnTo>
                    <a:pt x="1911" y="509"/>
                  </a:lnTo>
                  <a:lnTo>
                    <a:pt x="1911" y="503"/>
                  </a:lnTo>
                  <a:lnTo>
                    <a:pt x="1911" y="496"/>
                  </a:lnTo>
                  <a:lnTo>
                    <a:pt x="1918" y="484"/>
                  </a:lnTo>
                  <a:lnTo>
                    <a:pt x="1918" y="478"/>
                  </a:lnTo>
                  <a:lnTo>
                    <a:pt x="1918" y="471"/>
                  </a:lnTo>
                  <a:lnTo>
                    <a:pt x="1918" y="465"/>
                  </a:lnTo>
                  <a:lnTo>
                    <a:pt x="1918" y="459"/>
                  </a:lnTo>
                  <a:lnTo>
                    <a:pt x="1918" y="446"/>
                  </a:lnTo>
                  <a:lnTo>
                    <a:pt x="1924" y="440"/>
                  </a:lnTo>
                  <a:lnTo>
                    <a:pt x="1924" y="427"/>
                  </a:lnTo>
                  <a:lnTo>
                    <a:pt x="1924" y="421"/>
                  </a:lnTo>
                  <a:lnTo>
                    <a:pt x="1924" y="408"/>
                  </a:lnTo>
                  <a:lnTo>
                    <a:pt x="1924" y="402"/>
                  </a:lnTo>
                  <a:lnTo>
                    <a:pt x="1924" y="390"/>
                  </a:lnTo>
                  <a:lnTo>
                    <a:pt x="1924" y="383"/>
                  </a:lnTo>
                  <a:lnTo>
                    <a:pt x="1930" y="371"/>
                  </a:lnTo>
                  <a:lnTo>
                    <a:pt x="1930" y="364"/>
                  </a:lnTo>
                  <a:lnTo>
                    <a:pt x="1930" y="352"/>
                  </a:lnTo>
                  <a:lnTo>
                    <a:pt x="1930" y="346"/>
                  </a:lnTo>
                  <a:lnTo>
                    <a:pt x="1930" y="333"/>
                  </a:lnTo>
                  <a:lnTo>
                    <a:pt x="1930" y="327"/>
                  </a:lnTo>
                  <a:lnTo>
                    <a:pt x="1937" y="314"/>
                  </a:lnTo>
                  <a:lnTo>
                    <a:pt x="1937" y="302"/>
                  </a:lnTo>
                  <a:lnTo>
                    <a:pt x="1937" y="295"/>
                  </a:lnTo>
                  <a:lnTo>
                    <a:pt x="1937" y="283"/>
                  </a:lnTo>
                  <a:lnTo>
                    <a:pt x="1937" y="276"/>
                  </a:lnTo>
                  <a:lnTo>
                    <a:pt x="1937" y="264"/>
                  </a:lnTo>
                  <a:lnTo>
                    <a:pt x="1943" y="251"/>
                  </a:lnTo>
                  <a:lnTo>
                    <a:pt x="1943" y="245"/>
                  </a:lnTo>
                  <a:lnTo>
                    <a:pt x="1943" y="232"/>
                  </a:lnTo>
                  <a:lnTo>
                    <a:pt x="1943" y="220"/>
                  </a:lnTo>
                  <a:lnTo>
                    <a:pt x="1943" y="207"/>
                  </a:lnTo>
                  <a:lnTo>
                    <a:pt x="1943" y="201"/>
                  </a:lnTo>
                  <a:lnTo>
                    <a:pt x="1949" y="188"/>
                  </a:lnTo>
                  <a:lnTo>
                    <a:pt x="1949" y="176"/>
                  </a:lnTo>
                  <a:lnTo>
                    <a:pt x="1949" y="163"/>
                  </a:lnTo>
                  <a:lnTo>
                    <a:pt x="1949" y="157"/>
                  </a:lnTo>
                  <a:lnTo>
                    <a:pt x="1949" y="144"/>
                  </a:lnTo>
                  <a:lnTo>
                    <a:pt x="1949" y="132"/>
                  </a:lnTo>
                  <a:lnTo>
                    <a:pt x="1955" y="126"/>
                  </a:lnTo>
                  <a:lnTo>
                    <a:pt x="1955" y="119"/>
                  </a:lnTo>
                  <a:lnTo>
                    <a:pt x="1955" y="113"/>
                  </a:lnTo>
                  <a:lnTo>
                    <a:pt x="1955" y="107"/>
                  </a:lnTo>
                  <a:lnTo>
                    <a:pt x="1962" y="113"/>
                  </a:lnTo>
                  <a:lnTo>
                    <a:pt x="1962" y="119"/>
                  </a:lnTo>
                  <a:lnTo>
                    <a:pt x="1962" y="126"/>
                  </a:lnTo>
                  <a:lnTo>
                    <a:pt x="1962" y="132"/>
                  </a:lnTo>
                  <a:lnTo>
                    <a:pt x="1968" y="138"/>
                  </a:lnTo>
                  <a:lnTo>
                    <a:pt x="1968" y="144"/>
                  </a:lnTo>
                  <a:lnTo>
                    <a:pt x="1968" y="157"/>
                  </a:lnTo>
                  <a:lnTo>
                    <a:pt x="1968" y="163"/>
                  </a:lnTo>
                  <a:lnTo>
                    <a:pt x="1968" y="176"/>
                  </a:lnTo>
                  <a:lnTo>
                    <a:pt x="1968" y="188"/>
                  </a:lnTo>
                  <a:lnTo>
                    <a:pt x="1968" y="201"/>
                  </a:lnTo>
                  <a:lnTo>
                    <a:pt x="1974" y="207"/>
                  </a:lnTo>
                  <a:lnTo>
                    <a:pt x="1974" y="220"/>
                  </a:lnTo>
                  <a:lnTo>
                    <a:pt x="1974" y="232"/>
                  </a:lnTo>
                  <a:lnTo>
                    <a:pt x="1974" y="239"/>
                  </a:lnTo>
                  <a:lnTo>
                    <a:pt x="1974" y="251"/>
                  </a:lnTo>
                  <a:lnTo>
                    <a:pt x="1974" y="264"/>
                  </a:lnTo>
                  <a:lnTo>
                    <a:pt x="1981" y="276"/>
                  </a:lnTo>
                  <a:lnTo>
                    <a:pt x="1981" y="283"/>
                  </a:lnTo>
                  <a:lnTo>
                    <a:pt x="1981" y="295"/>
                  </a:lnTo>
                  <a:lnTo>
                    <a:pt x="1981" y="302"/>
                  </a:lnTo>
                  <a:lnTo>
                    <a:pt x="1981" y="314"/>
                  </a:lnTo>
                  <a:lnTo>
                    <a:pt x="1981" y="327"/>
                  </a:lnTo>
                  <a:lnTo>
                    <a:pt x="1987" y="333"/>
                  </a:lnTo>
                  <a:lnTo>
                    <a:pt x="1987" y="346"/>
                  </a:lnTo>
                  <a:lnTo>
                    <a:pt x="1987" y="352"/>
                  </a:lnTo>
                  <a:lnTo>
                    <a:pt x="1987" y="364"/>
                  </a:lnTo>
                  <a:lnTo>
                    <a:pt x="1987" y="371"/>
                  </a:lnTo>
                  <a:lnTo>
                    <a:pt x="1987" y="383"/>
                  </a:lnTo>
                  <a:lnTo>
                    <a:pt x="1993" y="390"/>
                  </a:lnTo>
                  <a:lnTo>
                    <a:pt x="1993" y="402"/>
                  </a:lnTo>
                  <a:lnTo>
                    <a:pt x="1993" y="408"/>
                  </a:lnTo>
                  <a:lnTo>
                    <a:pt x="1993" y="421"/>
                  </a:lnTo>
                  <a:lnTo>
                    <a:pt x="1993" y="427"/>
                  </a:lnTo>
                  <a:lnTo>
                    <a:pt x="1993" y="440"/>
                  </a:lnTo>
                  <a:lnTo>
                    <a:pt x="1999" y="446"/>
                  </a:lnTo>
                  <a:lnTo>
                    <a:pt x="1999" y="452"/>
                  </a:lnTo>
                  <a:lnTo>
                    <a:pt x="1999" y="465"/>
                  </a:lnTo>
                  <a:lnTo>
                    <a:pt x="1999" y="471"/>
                  </a:lnTo>
                  <a:lnTo>
                    <a:pt x="1999" y="478"/>
                  </a:lnTo>
                  <a:lnTo>
                    <a:pt x="1999" y="484"/>
                  </a:lnTo>
                  <a:lnTo>
                    <a:pt x="1999" y="490"/>
                  </a:lnTo>
                  <a:lnTo>
                    <a:pt x="2006" y="503"/>
                  </a:lnTo>
                  <a:lnTo>
                    <a:pt x="2006" y="509"/>
                  </a:lnTo>
                  <a:lnTo>
                    <a:pt x="2006" y="515"/>
                  </a:lnTo>
                  <a:lnTo>
                    <a:pt x="2006" y="522"/>
                  </a:lnTo>
                  <a:lnTo>
                    <a:pt x="2006" y="528"/>
                  </a:lnTo>
                  <a:lnTo>
                    <a:pt x="2012" y="547"/>
                  </a:lnTo>
                  <a:lnTo>
                    <a:pt x="2012" y="553"/>
                  </a:lnTo>
                  <a:lnTo>
                    <a:pt x="2012" y="559"/>
                  </a:lnTo>
                  <a:lnTo>
                    <a:pt x="2012" y="566"/>
                  </a:lnTo>
                  <a:lnTo>
                    <a:pt x="2012" y="572"/>
                  </a:lnTo>
                  <a:lnTo>
                    <a:pt x="2012" y="585"/>
                  </a:lnTo>
                  <a:lnTo>
                    <a:pt x="2018" y="591"/>
                  </a:lnTo>
                  <a:lnTo>
                    <a:pt x="2018" y="597"/>
                  </a:lnTo>
                  <a:lnTo>
                    <a:pt x="2018" y="603"/>
                  </a:lnTo>
                  <a:lnTo>
                    <a:pt x="2018" y="610"/>
                  </a:lnTo>
                  <a:lnTo>
                    <a:pt x="2018" y="616"/>
                  </a:lnTo>
                  <a:lnTo>
                    <a:pt x="2018" y="622"/>
                  </a:lnTo>
                  <a:lnTo>
                    <a:pt x="2025" y="629"/>
                  </a:lnTo>
                  <a:lnTo>
                    <a:pt x="2025" y="635"/>
                  </a:lnTo>
                  <a:lnTo>
                    <a:pt x="2025" y="641"/>
                  </a:lnTo>
                  <a:lnTo>
                    <a:pt x="2025" y="654"/>
                  </a:lnTo>
                  <a:lnTo>
                    <a:pt x="2025" y="660"/>
                  </a:lnTo>
                  <a:lnTo>
                    <a:pt x="2025" y="666"/>
                  </a:lnTo>
                  <a:lnTo>
                    <a:pt x="2025" y="673"/>
                  </a:lnTo>
                  <a:lnTo>
                    <a:pt x="2031" y="679"/>
                  </a:lnTo>
                  <a:lnTo>
                    <a:pt x="2031" y="685"/>
                  </a:lnTo>
                  <a:lnTo>
                    <a:pt x="2031" y="691"/>
                  </a:lnTo>
                  <a:lnTo>
                    <a:pt x="2031" y="698"/>
                  </a:lnTo>
                  <a:lnTo>
                    <a:pt x="2031" y="704"/>
                  </a:lnTo>
                  <a:lnTo>
                    <a:pt x="2031" y="710"/>
                  </a:lnTo>
                  <a:lnTo>
                    <a:pt x="2037" y="717"/>
                  </a:lnTo>
                  <a:lnTo>
                    <a:pt x="2037" y="723"/>
                  </a:lnTo>
                  <a:lnTo>
                    <a:pt x="2037" y="729"/>
                  </a:lnTo>
                  <a:lnTo>
                    <a:pt x="2037" y="735"/>
                  </a:lnTo>
                  <a:lnTo>
                    <a:pt x="2037" y="742"/>
                  </a:lnTo>
                  <a:lnTo>
                    <a:pt x="2043" y="748"/>
                  </a:lnTo>
                  <a:lnTo>
                    <a:pt x="2043" y="754"/>
                  </a:lnTo>
                  <a:lnTo>
                    <a:pt x="2043" y="761"/>
                  </a:lnTo>
                  <a:lnTo>
                    <a:pt x="2043" y="767"/>
                  </a:lnTo>
                  <a:lnTo>
                    <a:pt x="2043" y="773"/>
                  </a:lnTo>
                  <a:lnTo>
                    <a:pt x="2050" y="779"/>
                  </a:lnTo>
                  <a:lnTo>
                    <a:pt x="2050" y="786"/>
                  </a:lnTo>
                  <a:lnTo>
                    <a:pt x="2050" y="792"/>
                  </a:lnTo>
                  <a:lnTo>
                    <a:pt x="2050" y="798"/>
                  </a:lnTo>
                  <a:lnTo>
                    <a:pt x="2050" y="805"/>
                  </a:lnTo>
                  <a:lnTo>
                    <a:pt x="2056" y="805"/>
                  </a:lnTo>
                  <a:lnTo>
                    <a:pt x="2056" y="811"/>
                  </a:lnTo>
                  <a:lnTo>
                    <a:pt x="2056" y="817"/>
                  </a:lnTo>
                  <a:lnTo>
                    <a:pt x="2056" y="823"/>
                  </a:lnTo>
                  <a:lnTo>
                    <a:pt x="2062" y="830"/>
                  </a:lnTo>
                  <a:lnTo>
                    <a:pt x="2062" y="836"/>
                  </a:lnTo>
                  <a:lnTo>
                    <a:pt x="2062" y="842"/>
                  </a:lnTo>
                  <a:lnTo>
                    <a:pt x="2069" y="849"/>
                  </a:lnTo>
                  <a:lnTo>
                    <a:pt x="2069" y="855"/>
                  </a:lnTo>
                  <a:lnTo>
                    <a:pt x="2075" y="861"/>
                  </a:lnTo>
                  <a:lnTo>
                    <a:pt x="2081" y="861"/>
                  </a:lnTo>
                  <a:lnTo>
                    <a:pt x="2081" y="855"/>
                  </a:lnTo>
                  <a:lnTo>
                    <a:pt x="2087" y="849"/>
                  </a:lnTo>
                  <a:lnTo>
                    <a:pt x="2087" y="842"/>
                  </a:lnTo>
                  <a:lnTo>
                    <a:pt x="2087" y="836"/>
                  </a:lnTo>
                  <a:lnTo>
                    <a:pt x="2094" y="830"/>
                  </a:lnTo>
                  <a:lnTo>
                    <a:pt x="2094" y="823"/>
                  </a:lnTo>
                  <a:lnTo>
                    <a:pt x="2094" y="817"/>
                  </a:lnTo>
                  <a:lnTo>
                    <a:pt x="2094" y="811"/>
                  </a:lnTo>
                  <a:lnTo>
                    <a:pt x="2100" y="805"/>
                  </a:lnTo>
                  <a:lnTo>
                    <a:pt x="2100" y="798"/>
                  </a:lnTo>
                  <a:lnTo>
                    <a:pt x="2100" y="792"/>
                  </a:lnTo>
                  <a:lnTo>
                    <a:pt x="2100" y="786"/>
                  </a:lnTo>
                  <a:lnTo>
                    <a:pt x="2106" y="779"/>
                  </a:lnTo>
                  <a:lnTo>
                    <a:pt x="2106" y="773"/>
                  </a:lnTo>
                  <a:lnTo>
                    <a:pt x="2106" y="767"/>
                  </a:lnTo>
                  <a:lnTo>
                    <a:pt x="2106" y="761"/>
                  </a:lnTo>
                  <a:lnTo>
                    <a:pt x="2106" y="754"/>
                  </a:lnTo>
                  <a:lnTo>
                    <a:pt x="2113" y="754"/>
                  </a:lnTo>
                  <a:lnTo>
                    <a:pt x="2113" y="748"/>
                  </a:lnTo>
                  <a:lnTo>
                    <a:pt x="2113" y="742"/>
                  </a:lnTo>
                  <a:lnTo>
                    <a:pt x="2113" y="735"/>
                  </a:lnTo>
                  <a:lnTo>
                    <a:pt x="2113" y="729"/>
                  </a:lnTo>
                  <a:lnTo>
                    <a:pt x="2119" y="723"/>
                  </a:lnTo>
                  <a:lnTo>
                    <a:pt x="2119" y="717"/>
                  </a:lnTo>
                  <a:lnTo>
                    <a:pt x="2119" y="710"/>
                  </a:lnTo>
                  <a:lnTo>
                    <a:pt x="2119" y="704"/>
                  </a:lnTo>
                  <a:lnTo>
                    <a:pt x="2119" y="698"/>
                  </a:lnTo>
                  <a:lnTo>
                    <a:pt x="2119" y="691"/>
                  </a:lnTo>
                  <a:lnTo>
                    <a:pt x="2119" y="685"/>
                  </a:lnTo>
                  <a:lnTo>
                    <a:pt x="2125" y="679"/>
                  </a:lnTo>
                  <a:lnTo>
                    <a:pt x="2125" y="673"/>
                  </a:lnTo>
                  <a:lnTo>
                    <a:pt x="2125" y="666"/>
                  </a:lnTo>
                  <a:lnTo>
                    <a:pt x="2125" y="660"/>
                  </a:lnTo>
                  <a:lnTo>
                    <a:pt x="2125" y="647"/>
                  </a:lnTo>
                  <a:lnTo>
                    <a:pt x="2125" y="641"/>
                  </a:lnTo>
                  <a:lnTo>
                    <a:pt x="2131" y="635"/>
                  </a:lnTo>
                  <a:lnTo>
                    <a:pt x="2131" y="629"/>
                  </a:lnTo>
                  <a:lnTo>
                    <a:pt x="2131" y="622"/>
                  </a:lnTo>
                  <a:lnTo>
                    <a:pt x="2131" y="616"/>
                  </a:lnTo>
                  <a:lnTo>
                    <a:pt x="2131" y="610"/>
                  </a:lnTo>
                  <a:lnTo>
                    <a:pt x="2131" y="603"/>
                  </a:lnTo>
                  <a:lnTo>
                    <a:pt x="2138" y="597"/>
                  </a:lnTo>
                  <a:lnTo>
                    <a:pt x="2138" y="591"/>
                  </a:lnTo>
                  <a:lnTo>
                    <a:pt x="2138" y="578"/>
                  </a:lnTo>
                  <a:lnTo>
                    <a:pt x="2138" y="572"/>
                  </a:lnTo>
                  <a:lnTo>
                    <a:pt x="2138" y="566"/>
                  </a:lnTo>
                  <a:lnTo>
                    <a:pt x="2138" y="559"/>
                  </a:lnTo>
                  <a:lnTo>
                    <a:pt x="2144" y="553"/>
                  </a:lnTo>
                  <a:lnTo>
                    <a:pt x="2144" y="547"/>
                  </a:lnTo>
                  <a:lnTo>
                    <a:pt x="2144" y="541"/>
                  </a:lnTo>
                  <a:lnTo>
                    <a:pt x="2144" y="528"/>
                  </a:lnTo>
                  <a:lnTo>
                    <a:pt x="2144" y="522"/>
                  </a:lnTo>
                  <a:lnTo>
                    <a:pt x="2144" y="515"/>
                  </a:lnTo>
                  <a:lnTo>
                    <a:pt x="2144" y="509"/>
                  </a:lnTo>
                  <a:lnTo>
                    <a:pt x="2150" y="503"/>
                  </a:lnTo>
                  <a:lnTo>
                    <a:pt x="2150" y="490"/>
                  </a:lnTo>
                  <a:lnTo>
                    <a:pt x="2150" y="484"/>
                  </a:lnTo>
                  <a:lnTo>
                    <a:pt x="2150" y="478"/>
                  </a:lnTo>
                  <a:lnTo>
                    <a:pt x="2150" y="465"/>
                  </a:lnTo>
                  <a:lnTo>
                    <a:pt x="2157" y="452"/>
                  </a:lnTo>
                  <a:lnTo>
                    <a:pt x="2157" y="446"/>
                  </a:lnTo>
                  <a:lnTo>
                    <a:pt x="2157" y="440"/>
                  </a:lnTo>
                  <a:lnTo>
                    <a:pt x="2157" y="427"/>
                  </a:lnTo>
                  <a:lnTo>
                    <a:pt x="2157" y="421"/>
                  </a:lnTo>
                  <a:lnTo>
                    <a:pt x="2157" y="408"/>
                  </a:lnTo>
                  <a:lnTo>
                    <a:pt x="2163" y="402"/>
                  </a:lnTo>
                  <a:lnTo>
                    <a:pt x="2163" y="390"/>
                  </a:lnTo>
                  <a:lnTo>
                    <a:pt x="2163" y="383"/>
                  </a:lnTo>
                  <a:lnTo>
                    <a:pt x="2163" y="371"/>
                  </a:lnTo>
                  <a:lnTo>
                    <a:pt x="2163" y="364"/>
                  </a:lnTo>
                  <a:lnTo>
                    <a:pt x="2163" y="352"/>
                  </a:lnTo>
                  <a:lnTo>
                    <a:pt x="2169" y="346"/>
                  </a:lnTo>
                  <a:lnTo>
                    <a:pt x="2169" y="333"/>
                  </a:lnTo>
                  <a:lnTo>
                    <a:pt x="2169" y="327"/>
                  </a:lnTo>
                  <a:lnTo>
                    <a:pt x="2169" y="314"/>
                  </a:lnTo>
                  <a:lnTo>
                    <a:pt x="2169" y="302"/>
                  </a:lnTo>
                  <a:lnTo>
                    <a:pt x="2169" y="295"/>
                  </a:lnTo>
                  <a:lnTo>
                    <a:pt x="2175" y="283"/>
                  </a:lnTo>
                  <a:lnTo>
                    <a:pt x="2175" y="270"/>
                  </a:lnTo>
                  <a:lnTo>
                    <a:pt x="2175" y="264"/>
                  </a:lnTo>
                  <a:lnTo>
                    <a:pt x="2175" y="251"/>
                  </a:lnTo>
                  <a:lnTo>
                    <a:pt x="2175" y="239"/>
                  </a:lnTo>
                  <a:lnTo>
                    <a:pt x="2175" y="232"/>
                  </a:lnTo>
                  <a:lnTo>
                    <a:pt x="2175" y="220"/>
                  </a:lnTo>
                  <a:lnTo>
                    <a:pt x="2182" y="207"/>
                  </a:lnTo>
                  <a:lnTo>
                    <a:pt x="2182" y="201"/>
                  </a:lnTo>
                  <a:lnTo>
                    <a:pt x="2182" y="188"/>
                  </a:lnTo>
                  <a:lnTo>
                    <a:pt x="2182" y="176"/>
                  </a:lnTo>
                  <a:lnTo>
                    <a:pt x="2182" y="163"/>
                  </a:lnTo>
                  <a:lnTo>
                    <a:pt x="2182" y="157"/>
                  </a:lnTo>
                  <a:lnTo>
                    <a:pt x="2188" y="144"/>
                  </a:lnTo>
                  <a:lnTo>
                    <a:pt x="2188" y="138"/>
                  </a:lnTo>
                  <a:lnTo>
                    <a:pt x="2188" y="132"/>
                  </a:lnTo>
                  <a:lnTo>
                    <a:pt x="2188" y="126"/>
                  </a:lnTo>
                  <a:lnTo>
                    <a:pt x="2188" y="119"/>
                  </a:lnTo>
                  <a:lnTo>
                    <a:pt x="2188" y="113"/>
                  </a:lnTo>
                  <a:lnTo>
                    <a:pt x="2194" y="113"/>
                  </a:lnTo>
                  <a:lnTo>
                    <a:pt x="2194" y="107"/>
                  </a:lnTo>
                  <a:lnTo>
                    <a:pt x="2194" y="113"/>
                  </a:lnTo>
                  <a:lnTo>
                    <a:pt x="2194" y="119"/>
                  </a:lnTo>
                  <a:lnTo>
                    <a:pt x="2201" y="126"/>
                  </a:lnTo>
                  <a:lnTo>
                    <a:pt x="2201" y="132"/>
                  </a:lnTo>
                  <a:lnTo>
                    <a:pt x="2201" y="138"/>
                  </a:lnTo>
                  <a:lnTo>
                    <a:pt x="2201" y="144"/>
                  </a:lnTo>
                  <a:lnTo>
                    <a:pt x="2201" y="157"/>
                  </a:lnTo>
                  <a:lnTo>
                    <a:pt x="2201" y="163"/>
                  </a:lnTo>
                  <a:lnTo>
                    <a:pt x="2207" y="176"/>
                  </a:lnTo>
                  <a:lnTo>
                    <a:pt x="2207" y="188"/>
                  </a:lnTo>
                  <a:lnTo>
                    <a:pt x="2207" y="201"/>
                  </a:lnTo>
                  <a:lnTo>
                    <a:pt x="2207" y="207"/>
                  </a:lnTo>
                  <a:lnTo>
                    <a:pt x="2207" y="220"/>
                  </a:lnTo>
                  <a:lnTo>
                    <a:pt x="2213" y="239"/>
                  </a:lnTo>
                  <a:lnTo>
                    <a:pt x="2213" y="251"/>
                  </a:lnTo>
                  <a:lnTo>
                    <a:pt x="2213" y="264"/>
                  </a:lnTo>
                  <a:lnTo>
                    <a:pt x="2213" y="276"/>
                  </a:lnTo>
                  <a:lnTo>
                    <a:pt x="2213" y="283"/>
                  </a:lnTo>
                  <a:lnTo>
                    <a:pt x="2213" y="295"/>
                  </a:lnTo>
                  <a:lnTo>
                    <a:pt x="2219" y="302"/>
                  </a:lnTo>
                  <a:lnTo>
                    <a:pt x="2219" y="314"/>
                  </a:lnTo>
                  <a:lnTo>
                    <a:pt x="2219" y="327"/>
                  </a:lnTo>
                  <a:lnTo>
                    <a:pt x="2219" y="333"/>
                  </a:lnTo>
                  <a:lnTo>
                    <a:pt x="2219" y="346"/>
                  </a:lnTo>
                  <a:lnTo>
                    <a:pt x="2219" y="352"/>
                  </a:lnTo>
                  <a:lnTo>
                    <a:pt x="2219" y="364"/>
                  </a:lnTo>
                  <a:lnTo>
                    <a:pt x="2226" y="371"/>
                  </a:lnTo>
                  <a:lnTo>
                    <a:pt x="2226" y="383"/>
                  </a:lnTo>
                  <a:lnTo>
                    <a:pt x="2226" y="390"/>
                  </a:lnTo>
                  <a:lnTo>
                    <a:pt x="2226" y="402"/>
                  </a:lnTo>
                  <a:lnTo>
                    <a:pt x="2226" y="408"/>
                  </a:lnTo>
                  <a:lnTo>
                    <a:pt x="2226" y="421"/>
                  </a:lnTo>
                  <a:lnTo>
                    <a:pt x="2232" y="427"/>
                  </a:lnTo>
                  <a:lnTo>
                    <a:pt x="2232" y="440"/>
                  </a:lnTo>
                  <a:lnTo>
                    <a:pt x="2232" y="446"/>
                  </a:lnTo>
                  <a:lnTo>
                    <a:pt x="2232" y="452"/>
                  </a:lnTo>
                  <a:lnTo>
                    <a:pt x="2232" y="465"/>
                  </a:lnTo>
                  <a:lnTo>
                    <a:pt x="2232" y="471"/>
                  </a:lnTo>
                  <a:lnTo>
                    <a:pt x="2238" y="478"/>
                  </a:lnTo>
                  <a:lnTo>
                    <a:pt x="2238" y="484"/>
                  </a:lnTo>
                  <a:lnTo>
                    <a:pt x="2238" y="496"/>
                  </a:lnTo>
                  <a:lnTo>
                    <a:pt x="2238" y="503"/>
                  </a:lnTo>
                  <a:lnTo>
                    <a:pt x="2238" y="509"/>
                  </a:lnTo>
                  <a:lnTo>
                    <a:pt x="2238" y="515"/>
                  </a:lnTo>
                  <a:lnTo>
                    <a:pt x="2245" y="522"/>
                  </a:lnTo>
                  <a:lnTo>
                    <a:pt x="2245" y="528"/>
                  </a:lnTo>
                  <a:lnTo>
                    <a:pt x="2245" y="541"/>
                  </a:lnTo>
                  <a:lnTo>
                    <a:pt x="2245" y="547"/>
                  </a:lnTo>
                  <a:lnTo>
                    <a:pt x="2245" y="553"/>
                  </a:lnTo>
                  <a:lnTo>
                    <a:pt x="2245" y="559"/>
                  </a:lnTo>
                  <a:lnTo>
                    <a:pt x="2245" y="566"/>
                  </a:lnTo>
                  <a:lnTo>
                    <a:pt x="2251" y="572"/>
                  </a:lnTo>
                  <a:lnTo>
                    <a:pt x="2251" y="585"/>
                  </a:lnTo>
                  <a:lnTo>
                    <a:pt x="2251" y="591"/>
                  </a:lnTo>
                  <a:lnTo>
                    <a:pt x="2251" y="597"/>
                  </a:lnTo>
                  <a:lnTo>
                    <a:pt x="2251" y="603"/>
                  </a:lnTo>
                  <a:lnTo>
                    <a:pt x="2251" y="610"/>
                  </a:lnTo>
                  <a:lnTo>
                    <a:pt x="2257" y="616"/>
                  </a:lnTo>
                  <a:lnTo>
                    <a:pt x="2257" y="622"/>
                  </a:lnTo>
                  <a:lnTo>
                    <a:pt x="2257" y="629"/>
                  </a:lnTo>
                  <a:lnTo>
                    <a:pt x="2257" y="635"/>
                  </a:lnTo>
                  <a:lnTo>
                    <a:pt x="2257" y="647"/>
                  </a:lnTo>
                  <a:lnTo>
                    <a:pt x="2257" y="654"/>
                  </a:lnTo>
                  <a:lnTo>
                    <a:pt x="2263" y="660"/>
                  </a:lnTo>
                  <a:lnTo>
                    <a:pt x="2263" y="666"/>
                  </a:lnTo>
                  <a:lnTo>
                    <a:pt x="2263" y="673"/>
                  </a:lnTo>
                  <a:lnTo>
                    <a:pt x="2263" y="679"/>
                  </a:lnTo>
                  <a:lnTo>
                    <a:pt x="2263" y="685"/>
                  </a:lnTo>
                  <a:lnTo>
                    <a:pt x="2263" y="691"/>
                  </a:lnTo>
                  <a:lnTo>
                    <a:pt x="2270" y="698"/>
                  </a:lnTo>
                  <a:lnTo>
                    <a:pt x="2270" y="704"/>
                  </a:lnTo>
                  <a:lnTo>
                    <a:pt x="2270" y="710"/>
                  </a:lnTo>
                  <a:lnTo>
                    <a:pt x="2270" y="717"/>
                  </a:lnTo>
                  <a:lnTo>
                    <a:pt x="2270" y="723"/>
                  </a:lnTo>
                  <a:lnTo>
                    <a:pt x="2270" y="729"/>
                  </a:lnTo>
                  <a:lnTo>
                    <a:pt x="2270" y="735"/>
                  </a:lnTo>
                  <a:lnTo>
                    <a:pt x="2276" y="735"/>
                  </a:lnTo>
                  <a:lnTo>
                    <a:pt x="2276" y="742"/>
                  </a:lnTo>
                  <a:lnTo>
                    <a:pt x="2276" y="748"/>
                  </a:lnTo>
                  <a:lnTo>
                    <a:pt x="2276" y="754"/>
                  </a:lnTo>
                  <a:lnTo>
                    <a:pt x="2276" y="761"/>
                  </a:lnTo>
                  <a:lnTo>
                    <a:pt x="2282" y="767"/>
                  </a:lnTo>
                  <a:lnTo>
                    <a:pt x="2282" y="773"/>
                  </a:lnTo>
                  <a:lnTo>
                    <a:pt x="2282" y="779"/>
                  </a:lnTo>
                  <a:lnTo>
                    <a:pt x="2282" y="786"/>
                  </a:lnTo>
                  <a:lnTo>
                    <a:pt x="2282" y="792"/>
                  </a:lnTo>
                  <a:lnTo>
                    <a:pt x="2289" y="792"/>
                  </a:lnTo>
                  <a:lnTo>
                    <a:pt x="2289" y="798"/>
                  </a:lnTo>
                  <a:lnTo>
                    <a:pt x="2289" y="805"/>
                  </a:lnTo>
                  <a:lnTo>
                    <a:pt x="2289" y="811"/>
                  </a:lnTo>
                  <a:lnTo>
                    <a:pt x="2289" y="817"/>
                  </a:lnTo>
                  <a:lnTo>
                    <a:pt x="2295" y="817"/>
                  </a:lnTo>
                  <a:lnTo>
                    <a:pt x="2295" y="823"/>
                  </a:lnTo>
                  <a:lnTo>
                    <a:pt x="2295" y="830"/>
                  </a:lnTo>
                  <a:lnTo>
                    <a:pt x="2295" y="836"/>
                  </a:lnTo>
                  <a:lnTo>
                    <a:pt x="2301" y="836"/>
                  </a:lnTo>
                  <a:lnTo>
                    <a:pt x="2301" y="842"/>
                  </a:lnTo>
                  <a:lnTo>
                    <a:pt x="2301" y="849"/>
                  </a:lnTo>
                  <a:lnTo>
                    <a:pt x="2301" y="855"/>
                  </a:lnTo>
                  <a:lnTo>
                    <a:pt x="2307" y="855"/>
                  </a:lnTo>
                  <a:lnTo>
                    <a:pt x="2307" y="861"/>
                  </a:lnTo>
                  <a:lnTo>
                    <a:pt x="2314" y="861"/>
                  </a:lnTo>
                  <a:lnTo>
                    <a:pt x="2320" y="855"/>
                  </a:lnTo>
                  <a:lnTo>
                    <a:pt x="2320" y="849"/>
                  </a:lnTo>
                  <a:lnTo>
                    <a:pt x="2320" y="842"/>
                  </a:lnTo>
                  <a:lnTo>
                    <a:pt x="2326" y="836"/>
                  </a:lnTo>
                  <a:lnTo>
                    <a:pt x="2326" y="830"/>
                  </a:lnTo>
                  <a:lnTo>
                    <a:pt x="2326" y="823"/>
                  </a:lnTo>
                  <a:lnTo>
                    <a:pt x="2333" y="817"/>
                  </a:lnTo>
                  <a:lnTo>
                    <a:pt x="2333" y="811"/>
                  </a:lnTo>
                  <a:lnTo>
                    <a:pt x="2333" y="805"/>
                  </a:lnTo>
                  <a:lnTo>
                    <a:pt x="2333" y="798"/>
                  </a:lnTo>
                  <a:lnTo>
                    <a:pt x="2339" y="792"/>
                  </a:lnTo>
                  <a:lnTo>
                    <a:pt x="2339" y="786"/>
                  </a:lnTo>
                  <a:lnTo>
                    <a:pt x="2339" y="779"/>
                  </a:lnTo>
                  <a:lnTo>
                    <a:pt x="2339" y="773"/>
                  </a:lnTo>
                  <a:lnTo>
                    <a:pt x="2345" y="767"/>
                  </a:lnTo>
                  <a:lnTo>
                    <a:pt x="2345" y="761"/>
                  </a:lnTo>
                  <a:lnTo>
                    <a:pt x="2345" y="754"/>
                  </a:lnTo>
                  <a:lnTo>
                    <a:pt x="2345" y="748"/>
                  </a:lnTo>
                  <a:lnTo>
                    <a:pt x="2345" y="742"/>
                  </a:lnTo>
                  <a:lnTo>
                    <a:pt x="2345" y="735"/>
                  </a:lnTo>
                  <a:lnTo>
                    <a:pt x="2351" y="735"/>
                  </a:lnTo>
                  <a:lnTo>
                    <a:pt x="2351" y="729"/>
                  </a:lnTo>
                  <a:lnTo>
                    <a:pt x="2351" y="723"/>
                  </a:lnTo>
                  <a:lnTo>
                    <a:pt x="2351" y="717"/>
                  </a:lnTo>
                  <a:lnTo>
                    <a:pt x="2351" y="710"/>
                  </a:lnTo>
                  <a:lnTo>
                    <a:pt x="2351" y="704"/>
                  </a:lnTo>
                  <a:lnTo>
                    <a:pt x="2358" y="698"/>
                  </a:lnTo>
                  <a:lnTo>
                    <a:pt x="2358" y="691"/>
                  </a:lnTo>
                  <a:lnTo>
                    <a:pt x="2358" y="685"/>
                  </a:lnTo>
                  <a:lnTo>
                    <a:pt x="2358" y="679"/>
                  </a:lnTo>
                  <a:lnTo>
                    <a:pt x="2358" y="673"/>
                  </a:lnTo>
                  <a:lnTo>
                    <a:pt x="2358" y="666"/>
                  </a:lnTo>
                  <a:lnTo>
                    <a:pt x="2364" y="660"/>
                  </a:lnTo>
                  <a:lnTo>
                    <a:pt x="2364" y="654"/>
                  </a:lnTo>
                  <a:lnTo>
                    <a:pt x="2364" y="647"/>
                  </a:lnTo>
                  <a:lnTo>
                    <a:pt x="2364" y="635"/>
                  </a:lnTo>
                  <a:lnTo>
                    <a:pt x="2364" y="629"/>
                  </a:lnTo>
                  <a:lnTo>
                    <a:pt x="2364" y="622"/>
                  </a:lnTo>
                  <a:lnTo>
                    <a:pt x="2370" y="610"/>
                  </a:lnTo>
                  <a:lnTo>
                    <a:pt x="2370" y="603"/>
                  </a:lnTo>
                  <a:lnTo>
                    <a:pt x="2370" y="597"/>
                  </a:lnTo>
                  <a:lnTo>
                    <a:pt x="2370" y="591"/>
                  </a:lnTo>
                  <a:lnTo>
                    <a:pt x="2370" y="585"/>
                  </a:lnTo>
                  <a:lnTo>
                    <a:pt x="2370" y="572"/>
                  </a:lnTo>
                  <a:lnTo>
                    <a:pt x="2377" y="566"/>
                  </a:lnTo>
                  <a:lnTo>
                    <a:pt x="2377" y="559"/>
                  </a:lnTo>
                  <a:lnTo>
                    <a:pt x="2377" y="553"/>
                  </a:lnTo>
                  <a:lnTo>
                    <a:pt x="2377" y="547"/>
                  </a:lnTo>
                  <a:lnTo>
                    <a:pt x="2377" y="541"/>
                  </a:lnTo>
                  <a:lnTo>
                    <a:pt x="2377" y="528"/>
                  </a:lnTo>
                  <a:lnTo>
                    <a:pt x="2383" y="522"/>
                  </a:lnTo>
                  <a:lnTo>
                    <a:pt x="2383" y="515"/>
                  </a:lnTo>
                  <a:lnTo>
                    <a:pt x="2383" y="509"/>
                  </a:lnTo>
                  <a:lnTo>
                    <a:pt x="2383" y="503"/>
                  </a:lnTo>
                  <a:lnTo>
                    <a:pt x="2383" y="496"/>
                  </a:lnTo>
                  <a:lnTo>
                    <a:pt x="2383" y="484"/>
                  </a:lnTo>
                  <a:lnTo>
                    <a:pt x="2389" y="478"/>
                  </a:lnTo>
                  <a:lnTo>
                    <a:pt x="2389" y="471"/>
                  </a:lnTo>
                  <a:lnTo>
                    <a:pt x="2389" y="465"/>
                  </a:lnTo>
                  <a:lnTo>
                    <a:pt x="2389" y="459"/>
                  </a:lnTo>
                  <a:lnTo>
                    <a:pt x="2389" y="446"/>
                  </a:lnTo>
                  <a:lnTo>
                    <a:pt x="2389" y="440"/>
                  </a:lnTo>
                  <a:lnTo>
                    <a:pt x="2395" y="427"/>
                  </a:lnTo>
                  <a:lnTo>
                    <a:pt x="2395" y="421"/>
                  </a:lnTo>
                  <a:lnTo>
                    <a:pt x="2395" y="408"/>
                  </a:lnTo>
                  <a:lnTo>
                    <a:pt x="2395" y="402"/>
                  </a:lnTo>
                  <a:lnTo>
                    <a:pt x="2395" y="390"/>
                  </a:lnTo>
                  <a:lnTo>
                    <a:pt x="2395" y="383"/>
                  </a:lnTo>
                  <a:lnTo>
                    <a:pt x="2395" y="371"/>
                  </a:lnTo>
                  <a:lnTo>
                    <a:pt x="2402" y="364"/>
                  </a:lnTo>
                  <a:lnTo>
                    <a:pt x="2402" y="352"/>
                  </a:lnTo>
                  <a:lnTo>
                    <a:pt x="2402" y="346"/>
                  </a:lnTo>
                  <a:lnTo>
                    <a:pt x="2402" y="333"/>
                  </a:lnTo>
                  <a:lnTo>
                    <a:pt x="2402" y="327"/>
                  </a:lnTo>
                  <a:lnTo>
                    <a:pt x="2402" y="314"/>
                  </a:lnTo>
                  <a:lnTo>
                    <a:pt x="2408" y="302"/>
                  </a:lnTo>
                  <a:lnTo>
                    <a:pt x="2408" y="295"/>
                  </a:lnTo>
                  <a:lnTo>
                    <a:pt x="2408" y="283"/>
                  </a:lnTo>
                  <a:lnTo>
                    <a:pt x="2408" y="276"/>
                  </a:lnTo>
                  <a:lnTo>
                    <a:pt x="2408" y="264"/>
                  </a:lnTo>
                  <a:lnTo>
                    <a:pt x="2408" y="251"/>
                  </a:lnTo>
                  <a:lnTo>
                    <a:pt x="2414" y="245"/>
                  </a:lnTo>
                  <a:lnTo>
                    <a:pt x="2414" y="232"/>
                  </a:lnTo>
                  <a:lnTo>
                    <a:pt x="2414" y="220"/>
                  </a:lnTo>
                  <a:lnTo>
                    <a:pt x="2414" y="207"/>
                  </a:lnTo>
                  <a:lnTo>
                    <a:pt x="2414" y="201"/>
                  </a:lnTo>
                  <a:lnTo>
                    <a:pt x="2414" y="188"/>
                  </a:lnTo>
                  <a:lnTo>
                    <a:pt x="2421" y="176"/>
                  </a:lnTo>
                  <a:lnTo>
                    <a:pt x="2421" y="163"/>
                  </a:lnTo>
                  <a:lnTo>
                    <a:pt x="2421" y="157"/>
                  </a:lnTo>
                  <a:lnTo>
                    <a:pt x="2421" y="144"/>
                  </a:lnTo>
                  <a:lnTo>
                    <a:pt x="2421" y="138"/>
                  </a:lnTo>
                  <a:lnTo>
                    <a:pt x="2421" y="132"/>
                  </a:lnTo>
                  <a:lnTo>
                    <a:pt x="2427" y="126"/>
                  </a:lnTo>
                  <a:lnTo>
                    <a:pt x="2427" y="119"/>
                  </a:lnTo>
                  <a:lnTo>
                    <a:pt x="2427" y="113"/>
                  </a:lnTo>
                  <a:lnTo>
                    <a:pt x="2427" y="107"/>
                  </a:lnTo>
                  <a:lnTo>
                    <a:pt x="2427" y="113"/>
                  </a:lnTo>
                  <a:lnTo>
                    <a:pt x="2433" y="113"/>
                  </a:lnTo>
                  <a:lnTo>
                    <a:pt x="2433" y="126"/>
                  </a:lnTo>
                  <a:lnTo>
                    <a:pt x="2433" y="132"/>
                  </a:lnTo>
                  <a:lnTo>
                    <a:pt x="2433" y="138"/>
                  </a:lnTo>
                  <a:lnTo>
                    <a:pt x="2439" y="144"/>
                  </a:lnTo>
                  <a:lnTo>
                    <a:pt x="2439" y="157"/>
                  </a:lnTo>
                  <a:lnTo>
                    <a:pt x="2439" y="163"/>
                  </a:lnTo>
                  <a:lnTo>
                    <a:pt x="2439" y="176"/>
                  </a:lnTo>
                  <a:lnTo>
                    <a:pt x="2439" y="188"/>
                  </a:lnTo>
                  <a:lnTo>
                    <a:pt x="2439" y="201"/>
                  </a:lnTo>
                  <a:lnTo>
                    <a:pt x="2439" y="207"/>
                  </a:lnTo>
                  <a:lnTo>
                    <a:pt x="2446" y="220"/>
                  </a:lnTo>
                  <a:lnTo>
                    <a:pt x="2446" y="232"/>
                  </a:lnTo>
                  <a:lnTo>
                    <a:pt x="2446" y="239"/>
                  </a:lnTo>
                  <a:lnTo>
                    <a:pt x="2446" y="251"/>
                  </a:lnTo>
                  <a:lnTo>
                    <a:pt x="2446" y="264"/>
                  </a:lnTo>
                  <a:lnTo>
                    <a:pt x="2446" y="276"/>
                  </a:lnTo>
                  <a:lnTo>
                    <a:pt x="2452" y="283"/>
                  </a:lnTo>
                  <a:lnTo>
                    <a:pt x="2452" y="295"/>
                  </a:lnTo>
                  <a:lnTo>
                    <a:pt x="2452" y="302"/>
                  </a:lnTo>
                  <a:lnTo>
                    <a:pt x="2452" y="314"/>
                  </a:lnTo>
                  <a:lnTo>
                    <a:pt x="2452" y="327"/>
                  </a:lnTo>
                  <a:lnTo>
                    <a:pt x="2452" y="333"/>
                  </a:lnTo>
                  <a:lnTo>
                    <a:pt x="2458" y="346"/>
                  </a:lnTo>
                  <a:lnTo>
                    <a:pt x="2458" y="352"/>
                  </a:lnTo>
                  <a:lnTo>
                    <a:pt x="2458" y="364"/>
                  </a:lnTo>
                  <a:lnTo>
                    <a:pt x="2458" y="371"/>
                  </a:lnTo>
                  <a:lnTo>
                    <a:pt x="2458" y="383"/>
                  </a:lnTo>
                  <a:lnTo>
                    <a:pt x="2458" y="390"/>
                  </a:lnTo>
                  <a:lnTo>
                    <a:pt x="2465" y="402"/>
                  </a:lnTo>
                  <a:lnTo>
                    <a:pt x="2465" y="408"/>
                  </a:lnTo>
                  <a:lnTo>
                    <a:pt x="2465" y="421"/>
                  </a:lnTo>
                  <a:lnTo>
                    <a:pt x="2465" y="427"/>
                  </a:lnTo>
                  <a:lnTo>
                    <a:pt x="2465" y="440"/>
                  </a:lnTo>
                  <a:lnTo>
                    <a:pt x="2465" y="446"/>
                  </a:lnTo>
                  <a:lnTo>
                    <a:pt x="2471" y="452"/>
                  </a:lnTo>
                  <a:lnTo>
                    <a:pt x="2471" y="465"/>
                  </a:lnTo>
                  <a:lnTo>
                    <a:pt x="2471" y="471"/>
                  </a:lnTo>
                  <a:lnTo>
                    <a:pt x="2471" y="478"/>
                  </a:lnTo>
                  <a:lnTo>
                    <a:pt x="2471" y="484"/>
                  </a:lnTo>
                  <a:lnTo>
                    <a:pt x="2471" y="490"/>
                  </a:lnTo>
                  <a:lnTo>
                    <a:pt x="2471" y="503"/>
                  </a:lnTo>
                  <a:lnTo>
                    <a:pt x="2477" y="509"/>
                  </a:lnTo>
                  <a:lnTo>
                    <a:pt x="2477" y="515"/>
                  </a:lnTo>
                  <a:lnTo>
                    <a:pt x="2477" y="522"/>
                  </a:lnTo>
                  <a:lnTo>
                    <a:pt x="2477" y="528"/>
                  </a:lnTo>
                  <a:lnTo>
                    <a:pt x="2477" y="541"/>
                  </a:lnTo>
                  <a:lnTo>
                    <a:pt x="2477" y="547"/>
                  </a:lnTo>
                  <a:lnTo>
                    <a:pt x="2483" y="553"/>
                  </a:lnTo>
                  <a:lnTo>
                    <a:pt x="2483" y="559"/>
                  </a:lnTo>
                  <a:lnTo>
                    <a:pt x="2483" y="566"/>
                  </a:lnTo>
                  <a:lnTo>
                    <a:pt x="2483" y="572"/>
                  </a:lnTo>
                  <a:lnTo>
                    <a:pt x="2483" y="585"/>
                  </a:lnTo>
                  <a:lnTo>
                    <a:pt x="2483" y="591"/>
                  </a:lnTo>
                  <a:lnTo>
                    <a:pt x="2490" y="597"/>
                  </a:lnTo>
                  <a:lnTo>
                    <a:pt x="2490" y="603"/>
                  </a:lnTo>
                  <a:lnTo>
                    <a:pt x="2490" y="610"/>
                  </a:lnTo>
                  <a:lnTo>
                    <a:pt x="2490" y="616"/>
                  </a:lnTo>
                  <a:lnTo>
                    <a:pt x="2490" y="622"/>
                  </a:lnTo>
                  <a:lnTo>
                    <a:pt x="2490" y="629"/>
                  </a:lnTo>
                  <a:lnTo>
                    <a:pt x="2496" y="635"/>
                  </a:lnTo>
                  <a:lnTo>
                    <a:pt x="2496" y="641"/>
                  </a:lnTo>
                  <a:lnTo>
                    <a:pt x="2496" y="654"/>
                  </a:lnTo>
                  <a:lnTo>
                    <a:pt x="2496" y="660"/>
                  </a:lnTo>
                  <a:lnTo>
                    <a:pt x="2496" y="666"/>
                  </a:lnTo>
                  <a:lnTo>
                    <a:pt x="2496" y="673"/>
                  </a:lnTo>
                  <a:lnTo>
                    <a:pt x="2496" y="679"/>
                  </a:lnTo>
                  <a:lnTo>
                    <a:pt x="2502" y="685"/>
                  </a:lnTo>
                  <a:lnTo>
                    <a:pt x="2502" y="691"/>
                  </a:lnTo>
                  <a:lnTo>
                    <a:pt x="2502" y="698"/>
                  </a:lnTo>
                  <a:lnTo>
                    <a:pt x="2502" y="704"/>
                  </a:lnTo>
                  <a:lnTo>
                    <a:pt x="2502" y="710"/>
                  </a:lnTo>
                  <a:lnTo>
                    <a:pt x="2502" y="717"/>
                  </a:lnTo>
                  <a:lnTo>
                    <a:pt x="2509" y="723"/>
                  </a:lnTo>
                  <a:lnTo>
                    <a:pt x="2509" y="729"/>
                  </a:lnTo>
                  <a:lnTo>
                    <a:pt x="2509" y="735"/>
                  </a:lnTo>
                  <a:lnTo>
                    <a:pt x="2509" y="742"/>
                  </a:lnTo>
                  <a:lnTo>
                    <a:pt x="2509" y="748"/>
                  </a:lnTo>
                  <a:lnTo>
                    <a:pt x="2515" y="754"/>
                  </a:lnTo>
                  <a:lnTo>
                    <a:pt x="2515" y="761"/>
                  </a:lnTo>
                  <a:lnTo>
                    <a:pt x="2515" y="767"/>
                  </a:lnTo>
                  <a:lnTo>
                    <a:pt x="2515" y="779"/>
                  </a:lnTo>
                  <a:lnTo>
                    <a:pt x="2521" y="779"/>
                  </a:lnTo>
                  <a:lnTo>
                    <a:pt x="2521" y="786"/>
                  </a:lnTo>
                  <a:lnTo>
                    <a:pt x="2521" y="792"/>
                  </a:lnTo>
                  <a:lnTo>
                    <a:pt x="2521" y="798"/>
                  </a:lnTo>
                  <a:lnTo>
                    <a:pt x="2521" y="805"/>
                  </a:lnTo>
                  <a:lnTo>
                    <a:pt x="2527" y="805"/>
                  </a:lnTo>
                  <a:lnTo>
                    <a:pt x="2527" y="811"/>
                  </a:lnTo>
                  <a:lnTo>
                    <a:pt x="2527" y="817"/>
                  </a:lnTo>
                  <a:lnTo>
                    <a:pt x="2527" y="823"/>
                  </a:lnTo>
                  <a:lnTo>
                    <a:pt x="2527" y="830"/>
                  </a:lnTo>
                  <a:lnTo>
                    <a:pt x="2534" y="830"/>
                  </a:lnTo>
                  <a:lnTo>
                    <a:pt x="2534" y="836"/>
                  </a:lnTo>
                  <a:lnTo>
                    <a:pt x="2534" y="842"/>
                  </a:lnTo>
                  <a:lnTo>
                    <a:pt x="2534" y="849"/>
                  </a:lnTo>
                  <a:lnTo>
                    <a:pt x="2540" y="849"/>
                  </a:lnTo>
                  <a:lnTo>
                    <a:pt x="2540" y="855"/>
                  </a:lnTo>
                  <a:lnTo>
                    <a:pt x="2540" y="861"/>
                  </a:lnTo>
                  <a:lnTo>
                    <a:pt x="2546" y="861"/>
                  </a:lnTo>
                  <a:lnTo>
                    <a:pt x="2553" y="861"/>
                  </a:lnTo>
                  <a:lnTo>
                    <a:pt x="2553" y="855"/>
                  </a:lnTo>
                  <a:lnTo>
                    <a:pt x="2553" y="849"/>
                  </a:lnTo>
                  <a:lnTo>
                    <a:pt x="2559" y="849"/>
                  </a:lnTo>
                  <a:lnTo>
                    <a:pt x="2559" y="842"/>
                  </a:lnTo>
                  <a:lnTo>
                    <a:pt x="2559" y="836"/>
                  </a:lnTo>
                  <a:lnTo>
                    <a:pt x="2559" y="830"/>
                  </a:lnTo>
                  <a:lnTo>
                    <a:pt x="2565" y="830"/>
                  </a:lnTo>
                  <a:lnTo>
                    <a:pt x="2565" y="823"/>
                  </a:lnTo>
                  <a:lnTo>
                    <a:pt x="2565" y="817"/>
                  </a:lnTo>
                  <a:lnTo>
                    <a:pt x="2565" y="811"/>
                  </a:lnTo>
                  <a:lnTo>
                    <a:pt x="2565" y="805"/>
                  </a:lnTo>
                  <a:lnTo>
                    <a:pt x="2572" y="805"/>
                  </a:lnTo>
                  <a:lnTo>
                    <a:pt x="2572" y="798"/>
                  </a:lnTo>
                  <a:lnTo>
                    <a:pt x="2572" y="792"/>
                  </a:lnTo>
                  <a:lnTo>
                    <a:pt x="2572" y="786"/>
                  </a:lnTo>
                  <a:lnTo>
                    <a:pt x="2572" y="779"/>
                  </a:lnTo>
                  <a:lnTo>
                    <a:pt x="2578" y="779"/>
                  </a:lnTo>
                  <a:lnTo>
                    <a:pt x="2578" y="773"/>
                  </a:lnTo>
                  <a:lnTo>
                    <a:pt x="2578" y="761"/>
                  </a:lnTo>
                  <a:lnTo>
                    <a:pt x="2578" y="754"/>
                  </a:lnTo>
                  <a:lnTo>
                    <a:pt x="2584" y="748"/>
                  </a:lnTo>
                  <a:lnTo>
                    <a:pt x="2584" y="742"/>
                  </a:lnTo>
                  <a:lnTo>
                    <a:pt x="2584" y="735"/>
                  </a:lnTo>
                  <a:lnTo>
                    <a:pt x="2584" y="729"/>
                  </a:lnTo>
                  <a:lnTo>
                    <a:pt x="2584" y="723"/>
                  </a:lnTo>
                  <a:lnTo>
                    <a:pt x="2590" y="717"/>
                  </a:lnTo>
                  <a:lnTo>
                    <a:pt x="2590" y="710"/>
                  </a:lnTo>
                  <a:lnTo>
                    <a:pt x="2590" y="704"/>
                  </a:lnTo>
                  <a:lnTo>
                    <a:pt x="2590" y="698"/>
                  </a:lnTo>
                  <a:lnTo>
                    <a:pt x="2590" y="691"/>
                  </a:lnTo>
                  <a:lnTo>
                    <a:pt x="2590" y="685"/>
                  </a:lnTo>
                  <a:lnTo>
                    <a:pt x="2597" y="679"/>
                  </a:lnTo>
                  <a:lnTo>
                    <a:pt x="2597" y="673"/>
                  </a:lnTo>
                  <a:lnTo>
                    <a:pt x="2597" y="666"/>
                  </a:lnTo>
                  <a:lnTo>
                    <a:pt x="2597" y="660"/>
                  </a:lnTo>
                  <a:lnTo>
                    <a:pt x="2597" y="647"/>
                  </a:lnTo>
                  <a:lnTo>
                    <a:pt x="2597" y="641"/>
                  </a:lnTo>
                  <a:lnTo>
                    <a:pt x="2597" y="635"/>
                  </a:lnTo>
                  <a:lnTo>
                    <a:pt x="2603" y="629"/>
                  </a:lnTo>
                  <a:lnTo>
                    <a:pt x="2603" y="622"/>
                  </a:lnTo>
                  <a:lnTo>
                    <a:pt x="2603" y="616"/>
                  </a:lnTo>
                  <a:lnTo>
                    <a:pt x="2603" y="610"/>
                  </a:lnTo>
                  <a:lnTo>
                    <a:pt x="2603" y="603"/>
                  </a:lnTo>
                  <a:lnTo>
                    <a:pt x="2603" y="597"/>
                  </a:lnTo>
                  <a:lnTo>
                    <a:pt x="2609" y="591"/>
                  </a:lnTo>
                  <a:lnTo>
                    <a:pt x="2609" y="578"/>
                  </a:lnTo>
                  <a:lnTo>
                    <a:pt x="2609" y="572"/>
                  </a:lnTo>
                  <a:lnTo>
                    <a:pt x="2609" y="566"/>
                  </a:lnTo>
                  <a:lnTo>
                    <a:pt x="2609" y="559"/>
                  </a:lnTo>
                  <a:lnTo>
                    <a:pt x="2609" y="553"/>
                  </a:lnTo>
                  <a:lnTo>
                    <a:pt x="2616" y="547"/>
                  </a:lnTo>
                  <a:lnTo>
                    <a:pt x="2616" y="541"/>
                  </a:lnTo>
                  <a:lnTo>
                    <a:pt x="2616" y="528"/>
                  </a:lnTo>
                  <a:lnTo>
                    <a:pt x="2616" y="522"/>
                  </a:lnTo>
                  <a:lnTo>
                    <a:pt x="2616" y="515"/>
                  </a:lnTo>
                  <a:lnTo>
                    <a:pt x="2616" y="509"/>
                  </a:lnTo>
                  <a:lnTo>
                    <a:pt x="2622" y="503"/>
                  </a:lnTo>
                  <a:lnTo>
                    <a:pt x="2622" y="490"/>
                  </a:lnTo>
                  <a:lnTo>
                    <a:pt x="2622" y="484"/>
                  </a:lnTo>
                  <a:lnTo>
                    <a:pt x="2622" y="478"/>
                  </a:lnTo>
                  <a:lnTo>
                    <a:pt x="2622" y="471"/>
                  </a:lnTo>
                  <a:lnTo>
                    <a:pt x="2622" y="465"/>
                  </a:lnTo>
                  <a:lnTo>
                    <a:pt x="2622" y="452"/>
                  </a:lnTo>
                  <a:lnTo>
                    <a:pt x="2628" y="446"/>
                  </a:lnTo>
                  <a:lnTo>
                    <a:pt x="2628" y="440"/>
                  </a:lnTo>
                  <a:lnTo>
                    <a:pt x="2628" y="427"/>
                  </a:lnTo>
                  <a:lnTo>
                    <a:pt x="2628" y="421"/>
                  </a:lnTo>
                  <a:lnTo>
                    <a:pt x="2628" y="408"/>
                  </a:lnTo>
                  <a:lnTo>
                    <a:pt x="2628" y="402"/>
                  </a:lnTo>
                  <a:lnTo>
                    <a:pt x="2634" y="390"/>
                  </a:lnTo>
                  <a:lnTo>
                    <a:pt x="2634" y="383"/>
                  </a:lnTo>
                  <a:lnTo>
                    <a:pt x="2634" y="371"/>
                  </a:lnTo>
                  <a:lnTo>
                    <a:pt x="2634" y="364"/>
                  </a:lnTo>
                  <a:lnTo>
                    <a:pt x="2634" y="352"/>
                  </a:lnTo>
                  <a:lnTo>
                    <a:pt x="2634" y="346"/>
                  </a:lnTo>
                  <a:lnTo>
                    <a:pt x="2641" y="333"/>
                  </a:lnTo>
                  <a:lnTo>
                    <a:pt x="2641" y="327"/>
                  </a:lnTo>
                  <a:lnTo>
                    <a:pt x="2641" y="314"/>
                  </a:lnTo>
                  <a:lnTo>
                    <a:pt x="2641" y="302"/>
                  </a:lnTo>
                  <a:lnTo>
                    <a:pt x="2641" y="295"/>
                  </a:lnTo>
                  <a:lnTo>
                    <a:pt x="2641" y="283"/>
                  </a:lnTo>
                  <a:lnTo>
                    <a:pt x="2647" y="270"/>
                  </a:lnTo>
                  <a:lnTo>
                    <a:pt x="2647" y="264"/>
                  </a:lnTo>
                  <a:lnTo>
                    <a:pt x="2647" y="251"/>
                  </a:lnTo>
                  <a:lnTo>
                    <a:pt x="2647" y="239"/>
                  </a:lnTo>
                  <a:lnTo>
                    <a:pt x="2647" y="232"/>
                  </a:lnTo>
                  <a:lnTo>
                    <a:pt x="2647" y="220"/>
                  </a:lnTo>
                  <a:lnTo>
                    <a:pt x="2653" y="207"/>
                  </a:lnTo>
                  <a:lnTo>
                    <a:pt x="2653" y="201"/>
                  </a:lnTo>
                  <a:lnTo>
                    <a:pt x="2653" y="188"/>
                  </a:lnTo>
                  <a:lnTo>
                    <a:pt x="2653" y="176"/>
                  </a:lnTo>
                  <a:lnTo>
                    <a:pt x="2653" y="163"/>
                  </a:lnTo>
                  <a:lnTo>
                    <a:pt x="2653" y="157"/>
                  </a:lnTo>
                  <a:lnTo>
                    <a:pt x="2653" y="144"/>
                  </a:lnTo>
                  <a:lnTo>
                    <a:pt x="2660" y="138"/>
                  </a:lnTo>
                  <a:lnTo>
                    <a:pt x="2660" y="132"/>
                  </a:lnTo>
                  <a:lnTo>
                    <a:pt x="2660" y="126"/>
                  </a:lnTo>
                  <a:lnTo>
                    <a:pt x="2660" y="119"/>
                  </a:lnTo>
                  <a:lnTo>
                    <a:pt x="2660" y="113"/>
                  </a:lnTo>
                  <a:lnTo>
                    <a:pt x="2666" y="107"/>
                  </a:lnTo>
                  <a:lnTo>
                    <a:pt x="2666" y="113"/>
                  </a:lnTo>
                  <a:lnTo>
                    <a:pt x="2666" y="119"/>
                  </a:lnTo>
                  <a:lnTo>
                    <a:pt x="2666" y="126"/>
                  </a:lnTo>
                  <a:lnTo>
                    <a:pt x="2672" y="132"/>
                  </a:lnTo>
                  <a:lnTo>
                    <a:pt x="2672" y="138"/>
                  </a:lnTo>
                  <a:lnTo>
                    <a:pt x="2672" y="144"/>
                  </a:lnTo>
                  <a:lnTo>
                    <a:pt x="2672" y="157"/>
                  </a:lnTo>
                  <a:lnTo>
                    <a:pt x="2672" y="163"/>
                  </a:lnTo>
                  <a:lnTo>
                    <a:pt x="2672" y="176"/>
                  </a:lnTo>
                  <a:lnTo>
                    <a:pt x="2678" y="188"/>
                  </a:lnTo>
                  <a:lnTo>
                    <a:pt x="2678" y="201"/>
                  </a:lnTo>
                  <a:lnTo>
                    <a:pt x="2678" y="207"/>
                  </a:lnTo>
                  <a:lnTo>
                    <a:pt x="2678" y="220"/>
                  </a:lnTo>
                  <a:lnTo>
                    <a:pt x="2678" y="232"/>
                  </a:lnTo>
                  <a:lnTo>
                    <a:pt x="2678" y="239"/>
                  </a:lnTo>
                  <a:lnTo>
                    <a:pt x="2685" y="251"/>
                  </a:lnTo>
                  <a:lnTo>
                    <a:pt x="2685" y="264"/>
                  </a:lnTo>
                  <a:lnTo>
                    <a:pt x="2685" y="276"/>
                  </a:lnTo>
                  <a:lnTo>
                    <a:pt x="2685" y="283"/>
                  </a:lnTo>
                  <a:lnTo>
                    <a:pt x="2685" y="295"/>
                  </a:lnTo>
                  <a:lnTo>
                    <a:pt x="2685" y="302"/>
                  </a:lnTo>
                  <a:lnTo>
                    <a:pt x="2691" y="314"/>
                  </a:lnTo>
                  <a:lnTo>
                    <a:pt x="2691" y="327"/>
                  </a:lnTo>
                  <a:lnTo>
                    <a:pt x="2691" y="333"/>
                  </a:lnTo>
                  <a:lnTo>
                    <a:pt x="2691" y="346"/>
                  </a:lnTo>
                  <a:lnTo>
                    <a:pt x="2691" y="352"/>
                  </a:lnTo>
                  <a:lnTo>
                    <a:pt x="2691" y="364"/>
                  </a:lnTo>
                  <a:lnTo>
                    <a:pt x="2697" y="371"/>
                  </a:lnTo>
                  <a:lnTo>
                    <a:pt x="2697" y="383"/>
                  </a:lnTo>
                  <a:lnTo>
                    <a:pt x="2697" y="390"/>
                  </a:lnTo>
                  <a:lnTo>
                    <a:pt x="2697" y="402"/>
                  </a:lnTo>
                  <a:lnTo>
                    <a:pt x="2697" y="408"/>
                  </a:lnTo>
                  <a:lnTo>
                    <a:pt x="2697" y="421"/>
                  </a:lnTo>
                  <a:lnTo>
                    <a:pt x="2697" y="427"/>
                  </a:lnTo>
                  <a:lnTo>
                    <a:pt x="2704" y="440"/>
                  </a:lnTo>
                  <a:lnTo>
                    <a:pt x="2704" y="446"/>
                  </a:lnTo>
                  <a:lnTo>
                    <a:pt x="2704" y="452"/>
                  </a:lnTo>
                  <a:lnTo>
                    <a:pt x="2704" y="465"/>
                  </a:lnTo>
                  <a:lnTo>
                    <a:pt x="2704" y="471"/>
                  </a:lnTo>
                  <a:lnTo>
                    <a:pt x="2704" y="478"/>
                  </a:lnTo>
                  <a:lnTo>
                    <a:pt x="2710" y="484"/>
                  </a:lnTo>
                  <a:lnTo>
                    <a:pt x="2710" y="496"/>
                  </a:lnTo>
                  <a:lnTo>
                    <a:pt x="2710" y="503"/>
                  </a:lnTo>
                  <a:lnTo>
                    <a:pt x="2710" y="509"/>
                  </a:lnTo>
                  <a:lnTo>
                    <a:pt x="2710" y="515"/>
                  </a:lnTo>
                  <a:lnTo>
                    <a:pt x="2710" y="522"/>
                  </a:lnTo>
                  <a:lnTo>
                    <a:pt x="2716" y="528"/>
                  </a:lnTo>
                  <a:lnTo>
                    <a:pt x="2716" y="541"/>
                  </a:lnTo>
                  <a:lnTo>
                    <a:pt x="2716" y="547"/>
                  </a:lnTo>
                  <a:lnTo>
                    <a:pt x="2716" y="553"/>
                  </a:lnTo>
                  <a:lnTo>
                    <a:pt x="2716" y="559"/>
                  </a:lnTo>
                  <a:lnTo>
                    <a:pt x="2716" y="566"/>
                  </a:lnTo>
                  <a:lnTo>
                    <a:pt x="2722" y="572"/>
                  </a:lnTo>
                  <a:lnTo>
                    <a:pt x="2722" y="585"/>
                  </a:lnTo>
                  <a:lnTo>
                    <a:pt x="2722" y="591"/>
                  </a:lnTo>
                  <a:lnTo>
                    <a:pt x="2722" y="597"/>
                  </a:lnTo>
                  <a:lnTo>
                    <a:pt x="2722" y="603"/>
                  </a:lnTo>
                  <a:lnTo>
                    <a:pt x="2722" y="610"/>
                  </a:lnTo>
                  <a:lnTo>
                    <a:pt x="2722" y="616"/>
                  </a:lnTo>
                  <a:lnTo>
                    <a:pt x="2729" y="629"/>
                  </a:lnTo>
                  <a:lnTo>
                    <a:pt x="2729" y="635"/>
                  </a:lnTo>
                  <a:lnTo>
                    <a:pt x="2729" y="647"/>
                  </a:lnTo>
                  <a:lnTo>
                    <a:pt x="2729" y="654"/>
                  </a:lnTo>
                  <a:lnTo>
                    <a:pt x="2729" y="660"/>
                  </a:lnTo>
                  <a:lnTo>
                    <a:pt x="2735" y="666"/>
                  </a:lnTo>
                  <a:lnTo>
                    <a:pt x="2735" y="673"/>
                  </a:lnTo>
                  <a:lnTo>
                    <a:pt x="2735" y="679"/>
                  </a:lnTo>
                  <a:lnTo>
                    <a:pt x="2735" y="685"/>
                  </a:lnTo>
                  <a:lnTo>
                    <a:pt x="2735" y="691"/>
                  </a:lnTo>
                  <a:lnTo>
                    <a:pt x="2735" y="698"/>
                  </a:lnTo>
                  <a:lnTo>
                    <a:pt x="2741" y="704"/>
                  </a:lnTo>
                  <a:lnTo>
                    <a:pt x="2741" y="710"/>
                  </a:lnTo>
                  <a:lnTo>
                    <a:pt x="2741" y="717"/>
                  </a:lnTo>
                  <a:lnTo>
                    <a:pt x="2741" y="723"/>
                  </a:lnTo>
                  <a:lnTo>
                    <a:pt x="2741" y="729"/>
                  </a:lnTo>
                  <a:lnTo>
                    <a:pt x="2741" y="735"/>
                  </a:lnTo>
                  <a:lnTo>
                    <a:pt x="2748" y="735"/>
                  </a:lnTo>
                  <a:lnTo>
                    <a:pt x="2748" y="742"/>
                  </a:lnTo>
                  <a:lnTo>
                    <a:pt x="2748" y="748"/>
                  </a:lnTo>
                  <a:lnTo>
                    <a:pt x="2748" y="754"/>
                  </a:lnTo>
                  <a:lnTo>
                    <a:pt x="2748" y="761"/>
                  </a:lnTo>
                  <a:lnTo>
                    <a:pt x="2748" y="767"/>
                  </a:lnTo>
                  <a:lnTo>
                    <a:pt x="2754" y="773"/>
                  </a:lnTo>
                  <a:lnTo>
                    <a:pt x="2754" y="779"/>
                  </a:lnTo>
                  <a:lnTo>
                    <a:pt x="2754" y="786"/>
                  </a:lnTo>
                  <a:lnTo>
                    <a:pt x="2754" y="792"/>
                  </a:lnTo>
                  <a:lnTo>
                    <a:pt x="2760" y="798"/>
                  </a:lnTo>
                  <a:lnTo>
                    <a:pt x="2760" y="805"/>
                  </a:lnTo>
                  <a:lnTo>
                    <a:pt x="2760" y="811"/>
                  </a:lnTo>
                  <a:lnTo>
                    <a:pt x="2760" y="817"/>
                  </a:lnTo>
                  <a:lnTo>
                    <a:pt x="2766" y="823"/>
                  </a:lnTo>
                  <a:lnTo>
                    <a:pt x="2766" y="830"/>
                  </a:lnTo>
                  <a:lnTo>
                    <a:pt x="2766" y="836"/>
                  </a:lnTo>
                  <a:lnTo>
                    <a:pt x="2773" y="842"/>
                  </a:lnTo>
                  <a:lnTo>
                    <a:pt x="2773" y="849"/>
                  </a:lnTo>
                  <a:lnTo>
                    <a:pt x="2773" y="855"/>
                  </a:lnTo>
                  <a:lnTo>
                    <a:pt x="2779" y="861"/>
                  </a:lnTo>
                  <a:lnTo>
                    <a:pt x="2785" y="861"/>
                  </a:lnTo>
                  <a:lnTo>
                    <a:pt x="2792" y="855"/>
                  </a:lnTo>
                  <a:lnTo>
                    <a:pt x="2792" y="849"/>
                  </a:lnTo>
                  <a:lnTo>
                    <a:pt x="2792" y="842"/>
                  </a:lnTo>
                  <a:lnTo>
                    <a:pt x="2792" y="836"/>
                  </a:lnTo>
                  <a:lnTo>
                    <a:pt x="2798" y="836"/>
                  </a:lnTo>
                  <a:lnTo>
                    <a:pt x="2798" y="830"/>
                  </a:lnTo>
                  <a:lnTo>
                    <a:pt x="2798" y="823"/>
                  </a:lnTo>
                  <a:lnTo>
                    <a:pt x="2798" y="817"/>
                  </a:lnTo>
                  <a:lnTo>
                    <a:pt x="2804" y="817"/>
                  </a:lnTo>
                  <a:lnTo>
                    <a:pt x="2804" y="811"/>
                  </a:lnTo>
                  <a:lnTo>
                    <a:pt x="2804" y="805"/>
                  </a:lnTo>
                  <a:lnTo>
                    <a:pt x="2804" y="798"/>
                  </a:lnTo>
                  <a:lnTo>
                    <a:pt x="2804" y="792"/>
                  </a:lnTo>
                  <a:lnTo>
                    <a:pt x="2810" y="792"/>
                  </a:lnTo>
                  <a:lnTo>
                    <a:pt x="2810" y="786"/>
                  </a:lnTo>
                  <a:lnTo>
                    <a:pt x="2810" y="779"/>
                  </a:lnTo>
                  <a:lnTo>
                    <a:pt x="2810" y="773"/>
                  </a:lnTo>
                  <a:lnTo>
                    <a:pt x="2810" y="767"/>
                  </a:lnTo>
                  <a:lnTo>
                    <a:pt x="2817" y="761"/>
                  </a:lnTo>
                  <a:lnTo>
                    <a:pt x="2817" y="754"/>
                  </a:lnTo>
                  <a:lnTo>
                    <a:pt x="2817" y="748"/>
                  </a:lnTo>
                  <a:lnTo>
                    <a:pt x="2817" y="742"/>
                  </a:lnTo>
                  <a:lnTo>
                    <a:pt x="2817" y="735"/>
                  </a:lnTo>
                  <a:lnTo>
                    <a:pt x="2823" y="735"/>
                  </a:lnTo>
                  <a:lnTo>
                    <a:pt x="2823" y="729"/>
                  </a:lnTo>
                  <a:lnTo>
                    <a:pt x="2823" y="723"/>
                  </a:lnTo>
                  <a:lnTo>
                    <a:pt x="2823" y="717"/>
                  </a:lnTo>
                  <a:lnTo>
                    <a:pt x="2823" y="710"/>
                  </a:lnTo>
                  <a:lnTo>
                    <a:pt x="2823" y="704"/>
                  </a:lnTo>
                  <a:lnTo>
                    <a:pt x="2823" y="698"/>
                  </a:lnTo>
                  <a:lnTo>
                    <a:pt x="2829" y="691"/>
                  </a:lnTo>
                  <a:lnTo>
                    <a:pt x="2829" y="685"/>
                  </a:lnTo>
                  <a:lnTo>
                    <a:pt x="2829" y="679"/>
                  </a:lnTo>
                  <a:lnTo>
                    <a:pt x="2829" y="673"/>
                  </a:lnTo>
                  <a:lnTo>
                    <a:pt x="2829" y="666"/>
                  </a:lnTo>
                  <a:lnTo>
                    <a:pt x="2829" y="660"/>
                  </a:lnTo>
                  <a:lnTo>
                    <a:pt x="2836" y="654"/>
                  </a:lnTo>
                  <a:lnTo>
                    <a:pt x="2836" y="647"/>
                  </a:lnTo>
                  <a:lnTo>
                    <a:pt x="2836" y="635"/>
                  </a:lnTo>
                  <a:lnTo>
                    <a:pt x="2836" y="629"/>
                  </a:lnTo>
                  <a:lnTo>
                    <a:pt x="2836" y="622"/>
                  </a:lnTo>
                  <a:lnTo>
                    <a:pt x="2836" y="616"/>
                  </a:lnTo>
                  <a:lnTo>
                    <a:pt x="2842" y="610"/>
                  </a:lnTo>
                  <a:lnTo>
                    <a:pt x="2842" y="603"/>
                  </a:lnTo>
                  <a:lnTo>
                    <a:pt x="2842" y="597"/>
                  </a:lnTo>
                  <a:lnTo>
                    <a:pt x="2842" y="591"/>
                  </a:lnTo>
                  <a:lnTo>
                    <a:pt x="2842" y="585"/>
                  </a:lnTo>
                  <a:lnTo>
                    <a:pt x="2842" y="572"/>
                  </a:lnTo>
                  <a:lnTo>
                    <a:pt x="2848" y="566"/>
                  </a:lnTo>
                  <a:lnTo>
                    <a:pt x="2848" y="559"/>
                  </a:lnTo>
                  <a:lnTo>
                    <a:pt x="2848" y="553"/>
                  </a:lnTo>
                  <a:lnTo>
                    <a:pt x="2848" y="547"/>
                  </a:lnTo>
                  <a:lnTo>
                    <a:pt x="2848" y="541"/>
                  </a:lnTo>
                  <a:lnTo>
                    <a:pt x="2848" y="528"/>
                  </a:lnTo>
                  <a:lnTo>
                    <a:pt x="2848" y="522"/>
                  </a:lnTo>
                  <a:lnTo>
                    <a:pt x="2854" y="515"/>
                  </a:lnTo>
                  <a:lnTo>
                    <a:pt x="2854" y="509"/>
                  </a:lnTo>
                  <a:lnTo>
                    <a:pt x="2854" y="503"/>
                  </a:lnTo>
                  <a:lnTo>
                    <a:pt x="2854" y="496"/>
                  </a:lnTo>
                  <a:lnTo>
                    <a:pt x="2854" y="484"/>
                  </a:lnTo>
                  <a:lnTo>
                    <a:pt x="2854" y="478"/>
                  </a:lnTo>
                  <a:lnTo>
                    <a:pt x="2861" y="471"/>
                  </a:lnTo>
                  <a:lnTo>
                    <a:pt x="2861" y="465"/>
                  </a:lnTo>
                  <a:lnTo>
                    <a:pt x="2861" y="459"/>
                  </a:lnTo>
                  <a:lnTo>
                    <a:pt x="2861" y="446"/>
                  </a:lnTo>
                  <a:lnTo>
                    <a:pt x="2861" y="440"/>
                  </a:lnTo>
                  <a:lnTo>
                    <a:pt x="2861" y="427"/>
                  </a:lnTo>
                  <a:lnTo>
                    <a:pt x="2867" y="421"/>
                  </a:lnTo>
                  <a:lnTo>
                    <a:pt x="2867" y="408"/>
                  </a:lnTo>
                  <a:lnTo>
                    <a:pt x="2867" y="402"/>
                  </a:lnTo>
                  <a:lnTo>
                    <a:pt x="2867" y="390"/>
                  </a:lnTo>
                  <a:lnTo>
                    <a:pt x="2867" y="383"/>
                  </a:lnTo>
                  <a:lnTo>
                    <a:pt x="2867" y="371"/>
                  </a:lnTo>
                  <a:lnTo>
                    <a:pt x="2873" y="364"/>
                  </a:lnTo>
                  <a:lnTo>
                    <a:pt x="2873" y="352"/>
                  </a:lnTo>
                  <a:lnTo>
                    <a:pt x="2873" y="346"/>
                  </a:lnTo>
                  <a:lnTo>
                    <a:pt x="2873" y="333"/>
                  </a:lnTo>
                  <a:lnTo>
                    <a:pt x="2873" y="327"/>
                  </a:lnTo>
                  <a:lnTo>
                    <a:pt x="2873" y="314"/>
                  </a:lnTo>
                  <a:lnTo>
                    <a:pt x="2873" y="302"/>
                  </a:lnTo>
                  <a:lnTo>
                    <a:pt x="2880" y="295"/>
                  </a:lnTo>
                  <a:lnTo>
                    <a:pt x="2880" y="283"/>
                  </a:lnTo>
                  <a:lnTo>
                    <a:pt x="2880" y="276"/>
                  </a:lnTo>
                  <a:lnTo>
                    <a:pt x="2880" y="264"/>
                  </a:lnTo>
                  <a:lnTo>
                    <a:pt x="2880" y="251"/>
                  </a:lnTo>
                  <a:lnTo>
                    <a:pt x="2880" y="245"/>
                  </a:lnTo>
                  <a:lnTo>
                    <a:pt x="2886" y="232"/>
                  </a:lnTo>
                  <a:lnTo>
                    <a:pt x="2886" y="207"/>
                  </a:lnTo>
                  <a:lnTo>
                    <a:pt x="2886" y="201"/>
                  </a:lnTo>
                  <a:lnTo>
                    <a:pt x="2886" y="188"/>
                  </a:lnTo>
                  <a:lnTo>
                    <a:pt x="2886" y="176"/>
                  </a:lnTo>
                  <a:lnTo>
                    <a:pt x="2892" y="163"/>
                  </a:lnTo>
                  <a:lnTo>
                    <a:pt x="2892" y="157"/>
                  </a:lnTo>
                  <a:lnTo>
                    <a:pt x="2892" y="144"/>
                  </a:lnTo>
                  <a:lnTo>
                    <a:pt x="2892" y="138"/>
                  </a:lnTo>
                  <a:lnTo>
                    <a:pt x="2892" y="132"/>
                  </a:lnTo>
                  <a:lnTo>
                    <a:pt x="2892" y="126"/>
                  </a:lnTo>
                  <a:lnTo>
                    <a:pt x="2898" y="119"/>
                  </a:lnTo>
                  <a:lnTo>
                    <a:pt x="2898" y="113"/>
                  </a:lnTo>
                  <a:lnTo>
                    <a:pt x="2898" y="107"/>
                  </a:lnTo>
                  <a:lnTo>
                    <a:pt x="2898" y="113"/>
                  </a:lnTo>
                  <a:lnTo>
                    <a:pt x="2905" y="113"/>
                  </a:lnTo>
                  <a:lnTo>
                    <a:pt x="2905" y="119"/>
                  </a:lnTo>
                  <a:lnTo>
                    <a:pt x="2905" y="126"/>
                  </a:lnTo>
                  <a:lnTo>
                    <a:pt x="2905" y="132"/>
                  </a:lnTo>
                  <a:lnTo>
                    <a:pt x="2905" y="138"/>
                  </a:lnTo>
                  <a:lnTo>
                    <a:pt x="2905" y="144"/>
                  </a:lnTo>
                  <a:lnTo>
                    <a:pt x="2911" y="157"/>
                  </a:lnTo>
                  <a:lnTo>
                    <a:pt x="2911" y="163"/>
                  </a:lnTo>
                  <a:lnTo>
                    <a:pt x="2911" y="176"/>
                  </a:lnTo>
                  <a:lnTo>
                    <a:pt x="2911" y="188"/>
                  </a:lnTo>
                  <a:lnTo>
                    <a:pt x="2911" y="201"/>
                  </a:lnTo>
                  <a:lnTo>
                    <a:pt x="2911" y="207"/>
                  </a:lnTo>
                  <a:lnTo>
                    <a:pt x="2917" y="220"/>
                  </a:lnTo>
                  <a:lnTo>
                    <a:pt x="2917" y="232"/>
                  </a:lnTo>
                  <a:lnTo>
                    <a:pt x="2917" y="239"/>
                  </a:lnTo>
                  <a:lnTo>
                    <a:pt x="2917" y="251"/>
                  </a:lnTo>
                  <a:lnTo>
                    <a:pt x="2917" y="264"/>
                  </a:lnTo>
                  <a:lnTo>
                    <a:pt x="2917" y="276"/>
                  </a:lnTo>
                  <a:lnTo>
                    <a:pt x="2917" y="283"/>
                  </a:lnTo>
                  <a:lnTo>
                    <a:pt x="2924" y="295"/>
                  </a:lnTo>
                  <a:lnTo>
                    <a:pt x="2924" y="302"/>
                  </a:lnTo>
                  <a:lnTo>
                    <a:pt x="2924" y="314"/>
                  </a:lnTo>
                  <a:lnTo>
                    <a:pt x="2924" y="327"/>
                  </a:lnTo>
                  <a:lnTo>
                    <a:pt x="2924" y="333"/>
                  </a:lnTo>
                  <a:lnTo>
                    <a:pt x="2924" y="346"/>
                  </a:lnTo>
                  <a:lnTo>
                    <a:pt x="2930" y="352"/>
                  </a:lnTo>
                  <a:lnTo>
                    <a:pt x="2930" y="364"/>
                  </a:lnTo>
                  <a:lnTo>
                    <a:pt x="2930" y="371"/>
                  </a:lnTo>
                  <a:lnTo>
                    <a:pt x="2930" y="383"/>
                  </a:lnTo>
                  <a:lnTo>
                    <a:pt x="2930" y="390"/>
                  </a:lnTo>
                  <a:lnTo>
                    <a:pt x="2930" y="402"/>
                  </a:lnTo>
                  <a:lnTo>
                    <a:pt x="2936" y="408"/>
                  </a:lnTo>
                  <a:lnTo>
                    <a:pt x="2936" y="421"/>
                  </a:lnTo>
                  <a:lnTo>
                    <a:pt x="2936" y="427"/>
                  </a:lnTo>
                  <a:lnTo>
                    <a:pt x="2936" y="440"/>
                  </a:lnTo>
                  <a:lnTo>
                    <a:pt x="2936" y="446"/>
                  </a:lnTo>
                  <a:lnTo>
                    <a:pt x="2936" y="452"/>
                  </a:lnTo>
                  <a:lnTo>
                    <a:pt x="2942" y="465"/>
                  </a:lnTo>
                  <a:lnTo>
                    <a:pt x="2942" y="471"/>
                  </a:lnTo>
                  <a:lnTo>
                    <a:pt x="2942" y="484"/>
                  </a:lnTo>
                  <a:lnTo>
                    <a:pt x="2942" y="490"/>
                  </a:lnTo>
                  <a:lnTo>
                    <a:pt x="2942" y="503"/>
                  </a:lnTo>
                  <a:lnTo>
                    <a:pt x="2949" y="509"/>
                  </a:lnTo>
                  <a:lnTo>
                    <a:pt x="2949" y="515"/>
                  </a:lnTo>
                  <a:lnTo>
                    <a:pt x="2949" y="522"/>
                  </a:lnTo>
                  <a:lnTo>
                    <a:pt x="2949" y="528"/>
                  </a:lnTo>
                  <a:lnTo>
                    <a:pt x="2949" y="541"/>
                  </a:lnTo>
                  <a:lnTo>
                    <a:pt x="2949" y="547"/>
                  </a:lnTo>
                  <a:lnTo>
                    <a:pt x="2949" y="553"/>
                  </a:lnTo>
                  <a:lnTo>
                    <a:pt x="2955" y="559"/>
                  </a:lnTo>
                  <a:lnTo>
                    <a:pt x="2955" y="566"/>
                  </a:lnTo>
                  <a:lnTo>
                    <a:pt x="2955" y="572"/>
                  </a:lnTo>
                  <a:lnTo>
                    <a:pt x="2955" y="585"/>
                  </a:lnTo>
                  <a:lnTo>
                    <a:pt x="2955" y="591"/>
                  </a:lnTo>
                  <a:lnTo>
                    <a:pt x="2955" y="597"/>
                  </a:lnTo>
                  <a:lnTo>
                    <a:pt x="2961" y="603"/>
                  </a:lnTo>
                  <a:lnTo>
                    <a:pt x="2961" y="610"/>
                  </a:lnTo>
                  <a:lnTo>
                    <a:pt x="2961" y="616"/>
                  </a:lnTo>
                  <a:lnTo>
                    <a:pt x="2961" y="622"/>
                  </a:lnTo>
                  <a:lnTo>
                    <a:pt x="2961" y="629"/>
                  </a:lnTo>
                  <a:lnTo>
                    <a:pt x="2961" y="635"/>
                  </a:lnTo>
                  <a:lnTo>
                    <a:pt x="2968" y="641"/>
                  </a:lnTo>
                  <a:lnTo>
                    <a:pt x="2968" y="654"/>
                  </a:lnTo>
                  <a:lnTo>
                    <a:pt x="2968" y="660"/>
                  </a:lnTo>
                  <a:lnTo>
                    <a:pt x="2968" y="666"/>
                  </a:lnTo>
                  <a:lnTo>
                    <a:pt x="2968" y="673"/>
                  </a:lnTo>
                  <a:lnTo>
                    <a:pt x="2968" y="679"/>
                  </a:lnTo>
                  <a:lnTo>
                    <a:pt x="2974" y="685"/>
                  </a:lnTo>
                  <a:lnTo>
                    <a:pt x="2974" y="691"/>
                  </a:lnTo>
                  <a:lnTo>
                    <a:pt x="2974" y="698"/>
                  </a:lnTo>
                  <a:lnTo>
                    <a:pt x="2974" y="704"/>
                  </a:lnTo>
                  <a:lnTo>
                    <a:pt x="2974" y="710"/>
                  </a:lnTo>
                  <a:lnTo>
                    <a:pt x="2974" y="717"/>
                  </a:lnTo>
                  <a:lnTo>
                    <a:pt x="2974" y="723"/>
                  </a:lnTo>
                  <a:lnTo>
                    <a:pt x="2980" y="729"/>
                  </a:lnTo>
                  <a:lnTo>
                    <a:pt x="2980" y="735"/>
                  </a:lnTo>
                  <a:lnTo>
                    <a:pt x="2980" y="742"/>
                  </a:lnTo>
                  <a:lnTo>
                    <a:pt x="2980" y="748"/>
                  </a:lnTo>
                  <a:lnTo>
                    <a:pt x="2980" y="754"/>
                  </a:lnTo>
                  <a:lnTo>
                    <a:pt x="2986" y="761"/>
                  </a:lnTo>
                  <a:lnTo>
                    <a:pt x="2986" y="767"/>
                  </a:lnTo>
                  <a:lnTo>
                    <a:pt x="2986" y="773"/>
                  </a:lnTo>
                  <a:lnTo>
                    <a:pt x="2986" y="779"/>
                  </a:lnTo>
                  <a:lnTo>
                    <a:pt x="2993" y="786"/>
                  </a:lnTo>
                  <a:lnTo>
                    <a:pt x="2993" y="792"/>
                  </a:lnTo>
                  <a:lnTo>
                    <a:pt x="2993" y="798"/>
                  </a:lnTo>
                  <a:lnTo>
                    <a:pt x="2993" y="805"/>
                  </a:lnTo>
                  <a:lnTo>
                    <a:pt x="2999" y="811"/>
                  </a:lnTo>
                  <a:lnTo>
                    <a:pt x="2999" y="817"/>
                  </a:lnTo>
                  <a:lnTo>
                    <a:pt x="2999" y="823"/>
                  </a:lnTo>
                  <a:lnTo>
                    <a:pt x="2999" y="830"/>
                  </a:lnTo>
                  <a:lnTo>
                    <a:pt x="3005" y="836"/>
                  </a:lnTo>
                  <a:lnTo>
                    <a:pt x="3005" y="842"/>
                  </a:lnTo>
                  <a:lnTo>
                    <a:pt x="3005" y="849"/>
                  </a:lnTo>
                  <a:lnTo>
                    <a:pt x="3012" y="855"/>
                  </a:lnTo>
                  <a:lnTo>
                    <a:pt x="3012" y="861"/>
                  </a:lnTo>
                  <a:lnTo>
                    <a:pt x="3018" y="861"/>
                  </a:lnTo>
                  <a:lnTo>
                    <a:pt x="3024" y="855"/>
                  </a:lnTo>
                  <a:lnTo>
                    <a:pt x="3024" y="849"/>
                  </a:lnTo>
                  <a:lnTo>
                    <a:pt x="3030" y="842"/>
                  </a:lnTo>
                  <a:lnTo>
                    <a:pt x="3030" y="836"/>
                  </a:lnTo>
                  <a:lnTo>
                    <a:pt x="3030" y="830"/>
                  </a:lnTo>
                  <a:lnTo>
                    <a:pt x="3037" y="823"/>
                  </a:lnTo>
                  <a:lnTo>
                    <a:pt x="3037" y="817"/>
                  </a:lnTo>
                  <a:lnTo>
                    <a:pt x="3037" y="811"/>
                  </a:lnTo>
                  <a:lnTo>
                    <a:pt x="3037" y="805"/>
                  </a:lnTo>
                  <a:lnTo>
                    <a:pt x="3043" y="805"/>
                  </a:lnTo>
                  <a:lnTo>
                    <a:pt x="3043" y="798"/>
                  </a:lnTo>
                  <a:lnTo>
                    <a:pt x="3043" y="792"/>
                  </a:lnTo>
                  <a:lnTo>
                    <a:pt x="3043" y="786"/>
                  </a:lnTo>
                  <a:lnTo>
                    <a:pt x="3043" y="779"/>
                  </a:lnTo>
                  <a:lnTo>
                    <a:pt x="3049" y="773"/>
                  </a:lnTo>
                  <a:lnTo>
                    <a:pt x="3049" y="767"/>
                  </a:lnTo>
                  <a:lnTo>
                    <a:pt x="3049" y="761"/>
                  </a:lnTo>
                  <a:lnTo>
                    <a:pt x="3049" y="754"/>
                  </a:lnTo>
                  <a:lnTo>
                    <a:pt x="3049" y="748"/>
                  </a:lnTo>
                  <a:lnTo>
                    <a:pt x="3056" y="742"/>
                  </a:lnTo>
                  <a:lnTo>
                    <a:pt x="3056" y="735"/>
                  </a:lnTo>
                  <a:lnTo>
                    <a:pt x="3056" y="729"/>
                  </a:lnTo>
                  <a:lnTo>
                    <a:pt x="3056" y="723"/>
                  </a:lnTo>
                  <a:lnTo>
                    <a:pt x="3056" y="717"/>
                  </a:lnTo>
                  <a:lnTo>
                    <a:pt x="3062" y="710"/>
                  </a:lnTo>
                  <a:lnTo>
                    <a:pt x="3062" y="704"/>
                  </a:lnTo>
                  <a:lnTo>
                    <a:pt x="3062" y="698"/>
                  </a:lnTo>
                  <a:lnTo>
                    <a:pt x="3062" y="691"/>
                  </a:lnTo>
                  <a:lnTo>
                    <a:pt x="3062" y="685"/>
                  </a:lnTo>
                  <a:lnTo>
                    <a:pt x="3062" y="679"/>
                  </a:lnTo>
                  <a:lnTo>
                    <a:pt x="3068" y="673"/>
                  </a:lnTo>
                  <a:lnTo>
                    <a:pt x="3068" y="666"/>
                  </a:lnTo>
                  <a:lnTo>
                    <a:pt x="3068" y="660"/>
                  </a:lnTo>
                  <a:lnTo>
                    <a:pt x="3068" y="647"/>
                  </a:lnTo>
                  <a:lnTo>
                    <a:pt x="3068" y="641"/>
                  </a:lnTo>
                  <a:lnTo>
                    <a:pt x="3068" y="635"/>
                  </a:lnTo>
                  <a:lnTo>
                    <a:pt x="3068" y="629"/>
                  </a:lnTo>
                  <a:lnTo>
                    <a:pt x="3074" y="622"/>
                  </a:lnTo>
                  <a:lnTo>
                    <a:pt x="3074" y="616"/>
                  </a:lnTo>
                  <a:lnTo>
                    <a:pt x="3074" y="610"/>
                  </a:lnTo>
                  <a:lnTo>
                    <a:pt x="3074" y="603"/>
                  </a:lnTo>
                  <a:lnTo>
                    <a:pt x="3074" y="597"/>
                  </a:lnTo>
                  <a:lnTo>
                    <a:pt x="3074" y="591"/>
                  </a:lnTo>
                  <a:lnTo>
                    <a:pt x="3081" y="578"/>
                  </a:lnTo>
                  <a:lnTo>
                    <a:pt x="3081" y="572"/>
                  </a:lnTo>
                  <a:lnTo>
                    <a:pt x="3081" y="566"/>
                  </a:lnTo>
                  <a:lnTo>
                    <a:pt x="3081" y="559"/>
                  </a:lnTo>
                  <a:lnTo>
                    <a:pt x="3081" y="553"/>
                  </a:lnTo>
                  <a:lnTo>
                    <a:pt x="3081" y="547"/>
                  </a:lnTo>
                  <a:lnTo>
                    <a:pt x="3087" y="541"/>
                  </a:lnTo>
                  <a:lnTo>
                    <a:pt x="3087" y="522"/>
                  </a:lnTo>
                  <a:lnTo>
                    <a:pt x="3087" y="515"/>
                  </a:lnTo>
                  <a:lnTo>
                    <a:pt x="3087" y="509"/>
                  </a:lnTo>
                  <a:lnTo>
                    <a:pt x="3087" y="503"/>
                  </a:lnTo>
                  <a:lnTo>
                    <a:pt x="3093" y="490"/>
                  </a:lnTo>
                  <a:lnTo>
                    <a:pt x="3093" y="484"/>
                  </a:lnTo>
                  <a:lnTo>
                    <a:pt x="3093" y="478"/>
                  </a:lnTo>
                  <a:lnTo>
                    <a:pt x="3093" y="471"/>
                  </a:lnTo>
                  <a:lnTo>
                    <a:pt x="3093" y="465"/>
                  </a:lnTo>
                  <a:lnTo>
                    <a:pt x="3093" y="452"/>
                  </a:lnTo>
                  <a:lnTo>
                    <a:pt x="3093" y="446"/>
                  </a:lnTo>
                  <a:lnTo>
                    <a:pt x="3100" y="440"/>
                  </a:lnTo>
                  <a:lnTo>
                    <a:pt x="3100" y="427"/>
                  </a:lnTo>
                  <a:lnTo>
                    <a:pt x="3100" y="421"/>
                  </a:lnTo>
                  <a:lnTo>
                    <a:pt x="3100" y="408"/>
                  </a:lnTo>
                  <a:lnTo>
                    <a:pt x="3100" y="402"/>
                  </a:lnTo>
                  <a:lnTo>
                    <a:pt x="3100" y="390"/>
                  </a:lnTo>
                  <a:lnTo>
                    <a:pt x="3106" y="383"/>
                  </a:lnTo>
                  <a:lnTo>
                    <a:pt x="3106" y="371"/>
                  </a:lnTo>
                  <a:lnTo>
                    <a:pt x="3106" y="364"/>
                  </a:lnTo>
                  <a:lnTo>
                    <a:pt x="3106" y="352"/>
                  </a:lnTo>
                  <a:lnTo>
                    <a:pt x="3106" y="346"/>
                  </a:lnTo>
                  <a:lnTo>
                    <a:pt x="3106" y="333"/>
                  </a:lnTo>
                  <a:lnTo>
                    <a:pt x="3112" y="327"/>
                  </a:lnTo>
                  <a:lnTo>
                    <a:pt x="3112" y="314"/>
                  </a:lnTo>
                  <a:lnTo>
                    <a:pt x="3112" y="302"/>
                  </a:lnTo>
                  <a:lnTo>
                    <a:pt x="3112" y="295"/>
                  </a:lnTo>
                  <a:lnTo>
                    <a:pt x="3112" y="283"/>
                  </a:lnTo>
                  <a:lnTo>
                    <a:pt x="3112" y="270"/>
                  </a:lnTo>
                  <a:lnTo>
                    <a:pt x="3118" y="264"/>
                  </a:lnTo>
                  <a:lnTo>
                    <a:pt x="3118" y="251"/>
                  </a:lnTo>
                  <a:lnTo>
                    <a:pt x="3118" y="239"/>
                  </a:lnTo>
                  <a:lnTo>
                    <a:pt x="3118" y="232"/>
                  </a:lnTo>
                  <a:lnTo>
                    <a:pt x="3118" y="220"/>
                  </a:lnTo>
                  <a:lnTo>
                    <a:pt x="3118" y="207"/>
                  </a:lnTo>
                  <a:lnTo>
                    <a:pt x="3125" y="201"/>
                  </a:lnTo>
                  <a:lnTo>
                    <a:pt x="3125" y="188"/>
                  </a:lnTo>
                  <a:lnTo>
                    <a:pt x="3125" y="176"/>
                  </a:lnTo>
                  <a:lnTo>
                    <a:pt x="3125" y="163"/>
                  </a:lnTo>
                  <a:lnTo>
                    <a:pt x="3125" y="157"/>
                  </a:lnTo>
                  <a:lnTo>
                    <a:pt x="3125" y="144"/>
                  </a:lnTo>
                  <a:lnTo>
                    <a:pt x="3125" y="138"/>
                  </a:lnTo>
                  <a:lnTo>
                    <a:pt x="3131" y="132"/>
                  </a:lnTo>
                  <a:lnTo>
                    <a:pt x="3131" y="126"/>
                  </a:lnTo>
                  <a:lnTo>
                    <a:pt x="3131" y="119"/>
                  </a:lnTo>
                  <a:lnTo>
                    <a:pt x="3131" y="113"/>
                  </a:lnTo>
                  <a:lnTo>
                    <a:pt x="3131" y="107"/>
                  </a:lnTo>
                  <a:lnTo>
                    <a:pt x="3137" y="107"/>
                  </a:lnTo>
                  <a:lnTo>
                    <a:pt x="3137" y="113"/>
                  </a:lnTo>
                  <a:lnTo>
                    <a:pt x="3137" y="119"/>
                  </a:lnTo>
                  <a:lnTo>
                    <a:pt x="3137" y="126"/>
                  </a:lnTo>
                  <a:lnTo>
                    <a:pt x="3144" y="132"/>
                  </a:lnTo>
                  <a:lnTo>
                    <a:pt x="3144" y="138"/>
                  </a:lnTo>
                  <a:lnTo>
                    <a:pt x="3144" y="157"/>
                  </a:lnTo>
                  <a:lnTo>
                    <a:pt x="3144" y="163"/>
                  </a:lnTo>
                  <a:lnTo>
                    <a:pt x="3144" y="176"/>
                  </a:lnTo>
                  <a:lnTo>
                    <a:pt x="3144" y="188"/>
                  </a:lnTo>
                  <a:lnTo>
                    <a:pt x="3150" y="201"/>
                  </a:lnTo>
                  <a:lnTo>
                    <a:pt x="3150" y="207"/>
                  </a:lnTo>
                  <a:lnTo>
                    <a:pt x="3150" y="220"/>
                  </a:lnTo>
                  <a:lnTo>
                    <a:pt x="3150" y="232"/>
                  </a:lnTo>
                  <a:lnTo>
                    <a:pt x="3150" y="239"/>
                  </a:lnTo>
                  <a:lnTo>
                    <a:pt x="3150" y="251"/>
                  </a:lnTo>
                  <a:lnTo>
                    <a:pt x="3156" y="264"/>
                  </a:lnTo>
                  <a:lnTo>
                    <a:pt x="3156" y="276"/>
                  </a:lnTo>
                  <a:lnTo>
                    <a:pt x="3156" y="283"/>
                  </a:lnTo>
                  <a:lnTo>
                    <a:pt x="3156" y="295"/>
                  </a:lnTo>
                  <a:lnTo>
                    <a:pt x="3156" y="302"/>
                  </a:lnTo>
                  <a:lnTo>
                    <a:pt x="3156" y="314"/>
                  </a:lnTo>
                  <a:lnTo>
                    <a:pt x="3162" y="327"/>
                  </a:lnTo>
                  <a:lnTo>
                    <a:pt x="3162" y="333"/>
                  </a:lnTo>
                  <a:lnTo>
                    <a:pt x="3162" y="346"/>
                  </a:lnTo>
                  <a:lnTo>
                    <a:pt x="3162" y="352"/>
                  </a:lnTo>
                  <a:lnTo>
                    <a:pt x="3162" y="364"/>
                  </a:lnTo>
                  <a:lnTo>
                    <a:pt x="3162" y="371"/>
                  </a:lnTo>
                  <a:lnTo>
                    <a:pt x="3169" y="383"/>
                  </a:lnTo>
                  <a:lnTo>
                    <a:pt x="3169" y="390"/>
                  </a:lnTo>
                  <a:lnTo>
                    <a:pt x="3169" y="402"/>
                  </a:lnTo>
                  <a:lnTo>
                    <a:pt x="3169" y="408"/>
                  </a:lnTo>
                  <a:lnTo>
                    <a:pt x="3169" y="421"/>
                  </a:lnTo>
                  <a:lnTo>
                    <a:pt x="3169" y="427"/>
                  </a:lnTo>
                  <a:lnTo>
                    <a:pt x="3169" y="440"/>
                  </a:lnTo>
                  <a:lnTo>
                    <a:pt x="3175" y="446"/>
                  </a:lnTo>
                  <a:lnTo>
                    <a:pt x="3175" y="452"/>
                  </a:lnTo>
                  <a:lnTo>
                    <a:pt x="3175" y="465"/>
                  </a:lnTo>
                  <a:lnTo>
                    <a:pt x="3175" y="471"/>
                  </a:lnTo>
                  <a:lnTo>
                    <a:pt x="3175" y="478"/>
                  </a:lnTo>
                  <a:lnTo>
                    <a:pt x="3175" y="484"/>
                  </a:lnTo>
                  <a:lnTo>
                    <a:pt x="3181" y="496"/>
                  </a:lnTo>
                  <a:lnTo>
                    <a:pt x="3181" y="503"/>
                  </a:lnTo>
                  <a:lnTo>
                    <a:pt x="3181" y="509"/>
                  </a:lnTo>
                  <a:lnTo>
                    <a:pt x="3181" y="515"/>
                  </a:lnTo>
                  <a:lnTo>
                    <a:pt x="3181" y="522"/>
                  </a:lnTo>
                  <a:lnTo>
                    <a:pt x="3181" y="528"/>
                  </a:lnTo>
                  <a:lnTo>
                    <a:pt x="3188" y="541"/>
                  </a:lnTo>
                  <a:lnTo>
                    <a:pt x="3188" y="547"/>
                  </a:lnTo>
                  <a:lnTo>
                    <a:pt x="3188" y="553"/>
                  </a:lnTo>
                  <a:lnTo>
                    <a:pt x="3188" y="559"/>
                  </a:lnTo>
                  <a:lnTo>
                    <a:pt x="3188" y="566"/>
                  </a:lnTo>
                  <a:lnTo>
                    <a:pt x="3188" y="572"/>
                  </a:lnTo>
                  <a:lnTo>
                    <a:pt x="3194" y="585"/>
                  </a:lnTo>
                  <a:lnTo>
                    <a:pt x="3194" y="591"/>
                  </a:lnTo>
                  <a:lnTo>
                    <a:pt x="3194" y="597"/>
                  </a:lnTo>
                  <a:lnTo>
                    <a:pt x="3194" y="603"/>
                  </a:lnTo>
                  <a:lnTo>
                    <a:pt x="3194" y="610"/>
                  </a:lnTo>
                  <a:lnTo>
                    <a:pt x="3194" y="616"/>
                  </a:lnTo>
                  <a:lnTo>
                    <a:pt x="3194" y="622"/>
                  </a:lnTo>
                  <a:lnTo>
                    <a:pt x="3200" y="629"/>
                  </a:lnTo>
                  <a:lnTo>
                    <a:pt x="3200" y="635"/>
                  </a:lnTo>
                  <a:lnTo>
                    <a:pt x="3200" y="647"/>
                  </a:lnTo>
                  <a:lnTo>
                    <a:pt x="3200" y="654"/>
                  </a:lnTo>
                  <a:lnTo>
                    <a:pt x="3200" y="660"/>
                  </a:lnTo>
                  <a:lnTo>
                    <a:pt x="3200" y="666"/>
                  </a:lnTo>
                  <a:lnTo>
                    <a:pt x="3206" y="673"/>
                  </a:lnTo>
                  <a:lnTo>
                    <a:pt x="3206" y="679"/>
                  </a:lnTo>
                  <a:lnTo>
                    <a:pt x="3206" y="685"/>
                  </a:lnTo>
                  <a:lnTo>
                    <a:pt x="3206" y="691"/>
                  </a:lnTo>
                  <a:lnTo>
                    <a:pt x="3206" y="698"/>
                  </a:lnTo>
                  <a:lnTo>
                    <a:pt x="3206" y="704"/>
                  </a:lnTo>
                  <a:lnTo>
                    <a:pt x="3213" y="710"/>
                  </a:lnTo>
                  <a:lnTo>
                    <a:pt x="3213" y="717"/>
                  </a:lnTo>
                  <a:lnTo>
                    <a:pt x="3213" y="723"/>
                  </a:lnTo>
                  <a:lnTo>
                    <a:pt x="3213" y="729"/>
                  </a:lnTo>
                  <a:lnTo>
                    <a:pt x="3213" y="735"/>
                  </a:lnTo>
                  <a:lnTo>
                    <a:pt x="3219" y="742"/>
                  </a:lnTo>
                  <a:lnTo>
                    <a:pt x="3219" y="748"/>
                  </a:lnTo>
                  <a:lnTo>
                    <a:pt x="3219" y="754"/>
                  </a:lnTo>
                  <a:lnTo>
                    <a:pt x="3219" y="761"/>
                  </a:lnTo>
                  <a:lnTo>
                    <a:pt x="3219" y="767"/>
                  </a:lnTo>
                  <a:lnTo>
                    <a:pt x="3225" y="773"/>
                  </a:lnTo>
                  <a:lnTo>
                    <a:pt x="3225" y="779"/>
                  </a:lnTo>
                  <a:lnTo>
                    <a:pt x="3225" y="786"/>
                  </a:lnTo>
                  <a:lnTo>
                    <a:pt x="3225" y="792"/>
                  </a:lnTo>
                  <a:lnTo>
                    <a:pt x="3225" y="798"/>
                  </a:lnTo>
                  <a:lnTo>
                    <a:pt x="3232" y="805"/>
                  </a:lnTo>
                  <a:lnTo>
                    <a:pt x="3232" y="811"/>
                  </a:lnTo>
                  <a:lnTo>
                    <a:pt x="3232" y="817"/>
                  </a:lnTo>
                  <a:lnTo>
                    <a:pt x="3232" y="823"/>
                  </a:lnTo>
                  <a:lnTo>
                    <a:pt x="3238" y="823"/>
                  </a:lnTo>
                  <a:lnTo>
                    <a:pt x="3238" y="830"/>
                  </a:lnTo>
                  <a:lnTo>
                    <a:pt x="3238" y="836"/>
                  </a:lnTo>
                  <a:lnTo>
                    <a:pt x="3238" y="842"/>
                  </a:lnTo>
                  <a:lnTo>
                    <a:pt x="3244" y="842"/>
                  </a:lnTo>
                  <a:lnTo>
                    <a:pt x="3244" y="849"/>
                  </a:lnTo>
                  <a:lnTo>
                    <a:pt x="3244" y="855"/>
                  </a:lnTo>
                  <a:lnTo>
                    <a:pt x="3250" y="861"/>
                  </a:lnTo>
                  <a:lnTo>
                    <a:pt x="3257" y="861"/>
                  </a:lnTo>
                  <a:lnTo>
                    <a:pt x="3257" y="855"/>
                  </a:lnTo>
                  <a:lnTo>
                    <a:pt x="3263" y="855"/>
                  </a:lnTo>
                  <a:lnTo>
                    <a:pt x="3263" y="849"/>
                  </a:lnTo>
                  <a:lnTo>
                    <a:pt x="3263" y="842"/>
                  </a:lnTo>
                  <a:lnTo>
                    <a:pt x="3263" y="836"/>
                  </a:lnTo>
                  <a:lnTo>
                    <a:pt x="3269" y="830"/>
                  </a:lnTo>
                  <a:lnTo>
                    <a:pt x="3269" y="823"/>
                  </a:lnTo>
                  <a:lnTo>
                    <a:pt x="3269" y="817"/>
                  </a:lnTo>
                  <a:lnTo>
                    <a:pt x="3276" y="811"/>
                  </a:lnTo>
                  <a:lnTo>
                    <a:pt x="3276" y="805"/>
                  </a:lnTo>
                  <a:lnTo>
                    <a:pt x="3276" y="798"/>
                  </a:lnTo>
                  <a:lnTo>
                    <a:pt x="3276" y="792"/>
                  </a:lnTo>
                  <a:lnTo>
                    <a:pt x="3282" y="786"/>
                  </a:lnTo>
                  <a:lnTo>
                    <a:pt x="3282" y="779"/>
                  </a:lnTo>
                  <a:lnTo>
                    <a:pt x="3282" y="773"/>
                  </a:lnTo>
                  <a:lnTo>
                    <a:pt x="3282" y="767"/>
                  </a:lnTo>
                  <a:lnTo>
                    <a:pt x="3282" y="761"/>
                  </a:lnTo>
                  <a:lnTo>
                    <a:pt x="3288" y="761"/>
                  </a:lnTo>
                  <a:lnTo>
                    <a:pt x="3288" y="754"/>
                  </a:lnTo>
                  <a:lnTo>
                    <a:pt x="3288" y="748"/>
                  </a:lnTo>
                  <a:lnTo>
                    <a:pt x="3288" y="742"/>
                  </a:lnTo>
                  <a:lnTo>
                    <a:pt x="3288" y="735"/>
                  </a:lnTo>
                  <a:lnTo>
                    <a:pt x="3294" y="729"/>
                  </a:lnTo>
                  <a:lnTo>
                    <a:pt x="3294" y="723"/>
                  </a:lnTo>
                  <a:lnTo>
                    <a:pt x="3294" y="717"/>
                  </a:lnTo>
                  <a:lnTo>
                    <a:pt x="3294" y="710"/>
                  </a:lnTo>
                  <a:lnTo>
                    <a:pt x="3294" y="704"/>
                  </a:lnTo>
                  <a:lnTo>
                    <a:pt x="3294" y="698"/>
                  </a:lnTo>
                  <a:lnTo>
                    <a:pt x="3294" y="691"/>
                  </a:lnTo>
                  <a:lnTo>
                    <a:pt x="3301" y="685"/>
                  </a:lnTo>
                  <a:lnTo>
                    <a:pt x="3301" y="679"/>
                  </a:lnTo>
                  <a:lnTo>
                    <a:pt x="3301" y="666"/>
                  </a:lnTo>
                  <a:lnTo>
                    <a:pt x="3301" y="660"/>
                  </a:lnTo>
                  <a:lnTo>
                    <a:pt x="3301" y="654"/>
                  </a:lnTo>
                  <a:lnTo>
                    <a:pt x="3307" y="647"/>
                  </a:lnTo>
                  <a:lnTo>
                    <a:pt x="3307" y="635"/>
                  </a:lnTo>
                  <a:lnTo>
                    <a:pt x="3307" y="629"/>
                  </a:lnTo>
                  <a:lnTo>
                    <a:pt x="3307" y="622"/>
                  </a:lnTo>
                  <a:lnTo>
                    <a:pt x="3307" y="616"/>
                  </a:lnTo>
                  <a:lnTo>
                    <a:pt x="3307" y="610"/>
                  </a:lnTo>
                  <a:lnTo>
                    <a:pt x="3313" y="603"/>
                  </a:lnTo>
                  <a:lnTo>
                    <a:pt x="3313" y="597"/>
                  </a:lnTo>
                  <a:lnTo>
                    <a:pt x="3313" y="591"/>
                  </a:lnTo>
                  <a:lnTo>
                    <a:pt x="3313" y="585"/>
                  </a:lnTo>
                  <a:lnTo>
                    <a:pt x="3313" y="572"/>
                  </a:lnTo>
                  <a:lnTo>
                    <a:pt x="3313" y="566"/>
                  </a:lnTo>
                  <a:lnTo>
                    <a:pt x="3320" y="559"/>
                  </a:lnTo>
                  <a:lnTo>
                    <a:pt x="3320" y="553"/>
                  </a:lnTo>
                  <a:lnTo>
                    <a:pt x="3320" y="547"/>
                  </a:lnTo>
                  <a:lnTo>
                    <a:pt x="3320" y="541"/>
                  </a:lnTo>
                  <a:lnTo>
                    <a:pt x="3320" y="528"/>
                  </a:lnTo>
                  <a:lnTo>
                    <a:pt x="3320" y="522"/>
                  </a:lnTo>
                  <a:lnTo>
                    <a:pt x="3320" y="515"/>
                  </a:lnTo>
                  <a:lnTo>
                    <a:pt x="3326" y="509"/>
                  </a:lnTo>
                  <a:lnTo>
                    <a:pt x="3326" y="503"/>
                  </a:lnTo>
                  <a:lnTo>
                    <a:pt x="3326" y="496"/>
                  </a:lnTo>
                  <a:lnTo>
                    <a:pt x="3326" y="484"/>
                  </a:lnTo>
                  <a:lnTo>
                    <a:pt x="3326" y="478"/>
                  </a:lnTo>
                  <a:lnTo>
                    <a:pt x="3326" y="471"/>
                  </a:lnTo>
                  <a:lnTo>
                    <a:pt x="3332" y="465"/>
                  </a:lnTo>
                  <a:lnTo>
                    <a:pt x="3332" y="459"/>
                  </a:lnTo>
                  <a:lnTo>
                    <a:pt x="3332" y="446"/>
                  </a:lnTo>
                  <a:lnTo>
                    <a:pt x="3332" y="440"/>
                  </a:lnTo>
                  <a:lnTo>
                    <a:pt x="3332" y="427"/>
                  </a:lnTo>
                  <a:lnTo>
                    <a:pt x="3332" y="421"/>
                  </a:lnTo>
                  <a:lnTo>
                    <a:pt x="3338" y="408"/>
                  </a:lnTo>
                  <a:lnTo>
                    <a:pt x="3338" y="402"/>
                  </a:lnTo>
                  <a:lnTo>
                    <a:pt x="3338" y="390"/>
                  </a:lnTo>
                  <a:lnTo>
                    <a:pt x="3338" y="383"/>
                  </a:lnTo>
                  <a:lnTo>
                    <a:pt x="3338" y="371"/>
                  </a:lnTo>
                  <a:lnTo>
                    <a:pt x="3338" y="364"/>
                  </a:lnTo>
                  <a:lnTo>
                    <a:pt x="3345" y="352"/>
                  </a:lnTo>
                  <a:lnTo>
                    <a:pt x="3345" y="346"/>
                  </a:lnTo>
                  <a:lnTo>
                    <a:pt x="3345" y="333"/>
                  </a:lnTo>
                  <a:lnTo>
                    <a:pt x="3345" y="327"/>
                  </a:lnTo>
                  <a:lnTo>
                    <a:pt x="3345" y="314"/>
                  </a:lnTo>
                  <a:lnTo>
                    <a:pt x="3345" y="302"/>
                  </a:lnTo>
                  <a:lnTo>
                    <a:pt x="3351" y="295"/>
                  </a:lnTo>
                  <a:lnTo>
                    <a:pt x="3351" y="283"/>
                  </a:lnTo>
                  <a:lnTo>
                    <a:pt x="3351" y="276"/>
                  </a:lnTo>
                  <a:lnTo>
                    <a:pt x="3351" y="264"/>
                  </a:lnTo>
                  <a:lnTo>
                    <a:pt x="3351" y="251"/>
                  </a:lnTo>
                  <a:lnTo>
                    <a:pt x="3351" y="245"/>
                  </a:lnTo>
                  <a:lnTo>
                    <a:pt x="3351" y="232"/>
                  </a:lnTo>
                  <a:lnTo>
                    <a:pt x="3357" y="220"/>
                  </a:lnTo>
                  <a:lnTo>
                    <a:pt x="3357" y="207"/>
                  </a:lnTo>
                  <a:lnTo>
                    <a:pt x="3357" y="201"/>
                  </a:lnTo>
                  <a:lnTo>
                    <a:pt x="3357" y="188"/>
                  </a:lnTo>
                  <a:lnTo>
                    <a:pt x="3357" y="176"/>
                  </a:lnTo>
                  <a:lnTo>
                    <a:pt x="3357" y="163"/>
                  </a:lnTo>
                  <a:lnTo>
                    <a:pt x="3364" y="157"/>
                  </a:lnTo>
                  <a:lnTo>
                    <a:pt x="3364" y="144"/>
                  </a:lnTo>
                  <a:lnTo>
                    <a:pt x="3364" y="138"/>
                  </a:lnTo>
                  <a:lnTo>
                    <a:pt x="3364" y="132"/>
                  </a:lnTo>
                  <a:lnTo>
                    <a:pt x="3364" y="126"/>
                  </a:lnTo>
                  <a:lnTo>
                    <a:pt x="3364" y="119"/>
                  </a:lnTo>
                  <a:lnTo>
                    <a:pt x="3370" y="113"/>
                  </a:lnTo>
                  <a:lnTo>
                    <a:pt x="3370" y="107"/>
                  </a:lnTo>
                  <a:lnTo>
                    <a:pt x="3370" y="113"/>
                  </a:lnTo>
                  <a:lnTo>
                    <a:pt x="3376" y="119"/>
                  </a:lnTo>
                  <a:lnTo>
                    <a:pt x="3376" y="126"/>
                  </a:lnTo>
                  <a:lnTo>
                    <a:pt x="3376" y="132"/>
                  </a:lnTo>
                  <a:lnTo>
                    <a:pt x="3376" y="138"/>
                  </a:lnTo>
                  <a:lnTo>
                    <a:pt x="3376" y="144"/>
                  </a:lnTo>
                  <a:lnTo>
                    <a:pt x="3376" y="157"/>
                  </a:lnTo>
                  <a:lnTo>
                    <a:pt x="3382" y="163"/>
                  </a:lnTo>
                  <a:lnTo>
                    <a:pt x="3382" y="176"/>
                  </a:lnTo>
                  <a:lnTo>
                    <a:pt x="3382" y="188"/>
                  </a:lnTo>
                  <a:lnTo>
                    <a:pt x="3382" y="201"/>
                  </a:lnTo>
                  <a:lnTo>
                    <a:pt x="3382" y="207"/>
                  </a:lnTo>
                  <a:lnTo>
                    <a:pt x="3382" y="220"/>
                  </a:lnTo>
                  <a:lnTo>
                    <a:pt x="3389" y="232"/>
                  </a:lnTo>
                  <a:lnTo>
                    <a:pt x="3389" y="239"/>
                  </a:lnTo>
                  <a:lnTo>
                    <a:pt x="3389" y="251"/>
                  </a:lnTo>
                  <a:lnTo>
                    <a:pt x="3389" y="264"/>
                  </a:lnTo>
                  <a:lnTo>
                    <a:pt x="3389" y="276"/>
                  </a:lnTo>
                  <a:lnTo>
                    <a:pt x="3389" y="283"/>
                  </a:lnTo>
                  <a:lnTo>
                    <a:pt x="3395" y="295"/>
                  </a:lnTo>
                  <a:lnTo>
                    <a:pt x="3395" y="302"/>
                  </a:lnTo>
                  <a:lnTo>
                    <a:pt x="3395" y="314"/>
                  </a:lnTo>
                  <a:lnTo>
                    <a:pt x="3395" y="327"/>
                  </a:lnTo>
                  <a:lnTo>
                    <a:pt x="3395" y="333"/>
                  </a:lnTo>
                  <a:lnTo>
                    <a:pt x="3395" y="346"/>
                  </a:lnTo>
                  <a:lnTo>
                    <a:pt x="3395" y="352"/>
                  </a:lnTo>
                  <a:lnTo>
                    <a:pt x="3401" y="364"/>
                  </a:lnTo>
                  <a:lnTo>
                    <a:pt x="3401" y="371"/>
                  </a:lnTo>
                  <a:lnTo>
                    <a:pt x="3401" y="383"/>
                  </a:lnTo>
                  <a:lnTo>
                    <a:pt x="3401" y="390"/>
                  </a:lnTo>
                  <a:lnTo>
                    <a:pt x="3401" y="402"/>
                  </a:lnTo>
                  <a:lnTo>
                    <a:pt x="3401" y="408"/>
                  </a:lnTo>
                  <a:lnTo>
                    <a:pt x="3408" y="421"/>
                  </a:lnTo>
                  <a:lnTo>
                    <a:pt x="3408" y="427"/>
                  </a:lnTo>
                  <a:lnTo>
                    <a:pt x="3408" y="440"/>
                  </a:lnTo>
                  <a:lnTo>
                    <a:pt x="3408" y="446"/>
                  </a:lnTo>
                  <a:lnTo>
                    <a:pt x="3408" y="452"/>
                  </a:lnTo>
                  <a:lnTo>
                    <a:pt x="3408" y="465"/>
                  </a:lnTo>
                  <a:lnTo>
                    <a:pt x="3414" y="471"/>
                  </a:lnTo>
                  <a:lnTo>
                    <a:pt x="3414" y="478"/>
                  </a:lnTo>
                  <a:lnTo>
                    <a:pt x="3414" y="484"/>
                  </a:lnTo>
                  <a:lnTo>
                    <a:pt x="3414" y="490"/>
                  </a:lnTo>
                  <a:lnTo>
                    <a:pt x="3414" y="503"/>
                  </a:lnTo>
                  <a:lnTo>
                    <a:pt x="3414" y="509"/>
                  </a:lnTo>
                  <a:lnTo>
                    <a:pt x="3420" y="515"/>
                  </a:lnTo>
                  <a:lnTo>
                    <a:pt x="3420" y="522"/>
                  </a:lnTo>
                  <a:lnTo>
                    <a:pt x="3420" y="528"/>
                  </a:lnTo>
                  <a:lnTo>
                    <a:pt x="3420" y="541"/>
                  </a:lnTo>
                  <a:lnTo>
                    <a:pt x="3420" y="547"/>
                  </a:lnTo>
                  <a:lnTo>
                    <a:pt x="3420" y="553"/>
                  </a:lnTo>
                  <a:lnTo>
                    <a:pt x="3420" y="559"/>
                  </a:lnTo>
                  <a:lnTo>
                    <a:pt x="3426" y="566"/>
                  </a:lnTo>
                  <a:lnTo>
                    <a:pt x="3426" y="572"/>
                  </a:lnTo>
                  <a:lnTo>
                    <a:pt x="3426" y="585"/>
                  </a:lnTo>
                  <a:lnTo>
                    <a:pt x="3426" y="591"/>
                  </a:lnTo>
                  <a:lnTo>
                    <a:pt x="3426" y="597"/>
                  </a:lnTo>
                  <a:lnTo>
                    <a:pt x="3426" y="603"/>
                  </a:lnTo>
                  <a:lnTo>
                    <a:pt x="3433" y="610"/>
                  </a:lnTo>
                  <a:lnTo>
                    <a:pt x="3433" y="616"/>
                  </a:lnTo>
                  <a:lnTo>
                    <a:pt x="3433" y="622"/>
                  </a:lnTo>
                  <a:lnTo>
                    <a:pt x="3433" y="629"/>
                  </a:lnTo>
                  <a:lnTo>
                    <a:pt x="3433" y="635"/>
                  </a:lnTo>
                  <a:lnTo>
                    <a:pt x="3433" y="641"/>
                  </a:lnTo>
                  <a:lnTo>
                    <a:pt x="3439" y="654"/>
                  </a:lnTo>
                  <a:lnTo>
                    <a:pt x="3439" y="660"/>
                  </a:lnTo>
                  <a:lnTo>
                    <a:pt x="3439" y="666"/>
                  </a:lnTo>
                  <a:lnTo>
                    <a:pt x="3439" y="673"/>
                  </a:lnTo>
                  <a:lnTo>
                    <a:pt x="3439" y="679"/>
                  </a:lnTo>
                  <a:lnTo>
                    <a:pt x="3439" y="685"/>
                  </a:lnTo>
                  <a:lnTo>
                    <a:pt x="3445" y="691"/>
                  </a:lnTo>
                  <a:lnTo>
                    <a:pt x="3445" y="698"/>
                  </a:lnTo>
                  <a:lnTo>
                    <a:pt x="3445" y="710"/>
                  </a:lnTo>
                  <a:lnTo>
                    <a:pt x="3445" y="717"/>
                  </a:lnTo>
                  <a:lnTo>
                    <a:pt x="3445" y="723"/>
                  </a:lnTo>
                  <a:lnTo>
                    <a:pt x="3445" y="729"/>
                  </a:lnTo>
                  <a:lnTo>
                    <a:pt x="3452" y="729"/>
                  </a:lnTo>
                  <a:lnTo>
                    <a:pt x="3452" y="735"/>
                  </a:lnTo>
                  <a:lnTo>
                    <a:pt x="3452" y="742"/>
                  </a:lnTo>
                  <a:lnTo>
                    <a:pt x="3452" y="748"/>
                  </a:lnTo>
                  <a:lnTo>
                    <a:pt x="3452" y="754"/>
                  </a:lnTo>
                  <a:lnTo>
                    <a:pt x="3452" y="761"/>
                  </a:lnTo>
                  <a:lnTo>
                    <a:pt x="3458" y="761"/>
                  </a:lnTo>
                  <a:lnTo>
                    <a:pt x="3458" y="767"/>
                  </a:lnTo>
                  <a:lnTo>
                    <a:pt x="3458" y="773"/>
                  </a:lnTo>
                  <a:lnTo>
                    <a:pt x="3458" y="779"/>
                  </a:lnTo>
                  <a:lnTo>
                    <a:pt x="3458" y="786"/>
                  </a:lnTo>
                  <a:lnTo>
                    <a:pt x="3464" y="792"/>
                  </a:lnTo>
                  <a:lnTo>
                    <a:pt x="3464" y="798"/>
                  </a:lnTo>
                  <a:lnTo>
                    <a:pt x="3464" y="805"/>
                  </a:lnTo>
                  <a:lnTo>
                    <a:pt x="3464" y="811"/>
                  </a:lnTo>
                  <a:lnTo>
                    <a:pt x="3470" y="811"/>
                  </a:lnTo>
                  <a:lnTo>
                    <a:pt x="3470" y="817"/>
                  </a:lnTo>
                  <a:lnTo>
                    <a:pt x="3470" y="823"/>
                  </a:lnTo>
                  <a:lnTo>
                    <a:pt x="3470" y="830"/>
                  </a:lnTo>
                  <a:lnTo>
                    <a:pt x="3477" y="836"/>
                  </a:lnTo>
                  <a:lnTo>
                    <a:pt x="3477" y="842"/>
                  </a:lnTo>
                  <a:lnTo>
                    <a:pt x="3477" y="849"/>
                  </a:lnTo>
                  <a:lnTo>
                    <a:pt x="3477" y="855"/>
                  </a:lnTo>
                  <a:lnTo>
                    <a:pt x="3483" y="855"/>
                  </a:lnTo>
                  <a:lnTo>
                    <a:pt x="3483" y="861"/>
                  </a:lnTo>
                  <a:lnTo>
                    <a:pt x="3489" y="861"/>
                  </a:lnTo>
                  <a:lnTo>
                    <a:pt x="3496" y="855"/>
                  </a:lnTo>
                  <a:lnTo>
                    <a:pt x="3496" y="849"/>
                  </a:lnTo>
                  <a:lnTo>
                    <a:pt x="3496" y="842"/>
                  </a:lnTo>
                  <a:lnTo>
                    <a:pt x="3502" y="836"/>
                  </a:lnTo>
                  <a:lnTo>
                    <a:pt x="3502" y="830"/>
                  </a:lnTo>
                  <a:lnTo>
                    <a:pt x="3502" y="823"/>
                  </a:lnTo>
                  <a:lnTo>
                    <a:pt x="3508" y="823"/>
                  </a:lnTo>
                  <a:lnTo>
                    <a:pt x="3508" y="817"/>
                  </a:lnTo>
                  <a:lnTo>
                    <a:pt x="3508" y="811"/>
                  </a:lnTo>
                  <a:lnTo>
                    <a:pt x="3508" y="805"/>
                  </a:lnTo>
                  <a:lnTo>
                    <a:pt x="3514" y="798"/>
                  </a:lnTo>
                  <a:lnTo>
                    <a:pt x="3514" y="792"/>
                  </a:lnTo>
                  <a:lnTo>
                    <a:pt x="3514" y="786"/>
                  </a:lnTo>
                  <a:lnTo>
                    <a:pt x="3514" y="779"/>
                  </a:lnTo>
                  <a:lnTo>
                    <a:pt x="3521" y="773"/>
                  </a:lnTo>
                  <a:lnTo>
                    <a:pt x="3521" y="767"/>
                  </a:lnTo>
                  <a:lnTo>
                    <a:pt x="3521" y="761"/>
                  </a:lnTo>
                  <a:lnTo>
                    <a:pt x="3521" y="754"/>
                  </a:lnTo>
                  <a:lnTo>
                    <a:pt x="3521" y="748"/>
                  </a:lnTo>
                  <a:lnTo>
                    <a:pt x="3521" y="742"/>
                  </a:lnTo>
                  <a:lnTo>
                    <a:pt x="3527" y="735"/>
                  </a:lnTo>
                  <a:lnTo>
                    <a:pt x="3527" y="729"/>
                  </a:lnTo>
                  <a:lnTo>
                    <a:pt x="3527" y="723"/>
                  </a:lnTo>
                  <a:lnTo>
                    <a:pt x="3527" y="717"/>
                  </a:lnTo>
                  <a:lnTo>
                    <a:pt x="3527" y="710"/>
                  </a:lnTo>
                  <a:lnTo>
                    <a:pt x="3533" y="704"/>
                  </a:lnTo>
                  <a:lnTo>
                    <a:pt x="3533" y="698"/>
                  </a:lnTo>
                  <a:lnTo>
                    <a:pt x="3533" y="691"/>
                  </a:lnTo>
                  <a:lnTo>
                    <a:pt x="3533" y="685"/>
                  </a:lnTo>
                  <a:lnTo>
                    <a:pt x="3533" y="679"/>
                  </a:lnTo>
                  <a:lnTo>
                    <a:pt x="3533" y="673"/>
                  </a:lnTo>
                  <a:lnTo>
                    <a:pt x="3540" y="666"/>
                  </a:lnTo>
                  <a:lnTo>
                    <a:pt x="3540" y="660"/>
                  </a:lnTo>
                  <a:lnTo>
                    <a:pt x="3540" y="647"/>
                  </a:lnTo>
                  <a:lnTo>
                    <a:pt x="3540" y="641"/>
                  </a:lnTo>
                  <a:lnTo>
                    <a:pt x="3540" y="635"/>
                  </a:lnTo>
                  <a:lnTo>
                    <a:pt x="3540" y="629"/>
                  </a:lnTo>
                  <a:lnTo>
                    <a:pt x="3546" y="622"/>
                  </a:lnTo>
                  <a:lnTo>
                    <a:pt x="3546" y="616"/>
                  </a:lnTo>
                  <a:lnTo>
                    <a:pt x="3546" y="610"/>
                  </a:lnTo>
                  <a:lnTo>
                    <a:pt x="3546" y="603"/>
                  </a:lnTo>
                  <a:lnTo>
                    <a:pt x="3546" y="597"/>
                  </a:lnTo>
                  <a:lnTo>
                    <a:pt x="3546" y="591"/>
                  </a:lnTo>
                  <a:lnTo>
                    <a:pt x="3546" y="578"/>
                  </a:lnTo>
                  <a:lnTo>
                    <a:pt x="3552" y="572"/>
                  </a:lnTo>
                  <a:lnTo>
                    <a:pt x="3552" y="566"/>
                  </a:lnTo>
                  <a:lnTo>
                    <a:pt x="3552" y="559"/>
                  </a:lnTo>
                  <a:lnTo>
                    <a:pt x="3552" y="553"/>
                  </a:lnTo>
                  <a:lnTo>
                    <a:pt x="3552" y="547"/>
                  </a:lnTo>
                  <a:lnTo>
                    <a:pt x="3552" y="541"/>
                  </a:lnTo>
                  <a:lnTo>
                    <a:pt x="3558" y="528"/>
                  </a:lnTo>
                  <a:lnTo>
                    <a:pt x="3558" y="522"/>
                  </a:lnTo>
                  <a:lnTo>
                    <a:pt x="3558" y="515"/>
                  </a:lnTo>
                  <a:lnTo>
                    <a:pt x="3558" y="509"/>
                  </a:lnTo>
                  <a:lnTo>
                    <a:pt x="3558" y="503"/>
                  </a:lnTo>
                  <a:lnTo>
                    <a:pt x="3558" y="490"/>
                  </a:lnTo>
                  <a:lnTo>
                    <a:pt x="3565" y="484"/>
                  </a:lnTo>
                  <a:lnTo>
                    <a:pt x="3565" y="478"/>
                  </a:lnTo>
                  <a:lnTo>
                    <a:pt x="3565" y="471"/>
                  </a:lnTo>
                  <a:lnTo>
                    <a:pt x="3565" y="465"/>
                  </a:lnTo>
                  <a:lnTo>
                    <a:pt x="3565" y="452"/>
                  </a:lnTo>
                  <a:lnTo>
                    <a:pt x="3565" y="446"/>
                  </a:lnTo>
                  <a:lnTo>
                    <a:pt x="3571" y="440"/>
                  </a:lnTo>
                  <a:lnTo>
                    <a:pt x="3571" y="427"/>
                  </a:lnTo>
                  <a:lnTo>
                    <a:pt x="3571" y="421"/>
                  </a:lnTo>
                  <a:lnTo>
                    <a:pt x="3571" y="408"/>
                  </a:lnTo>
                  <a:lnTo>
                    <a:pt x="3571" y="402"/>
                  </a:lnTo>
                  <a:lnTo>
                    <a:pt x="3571" y="390"/>
                  </a:lnTo>
                  <a:lnTo>
                    <a:pt x="3571" y="383"/>
                  </a:lnTo>
                  <a:lnTo>
                    <a:pt x="3577" y="371"/>
                  </a:lnTo>
                  <a:lnTo>
                    <a:pt x="3577" y="364"/>
                  </a:lnTo>
                  <a:lnTo>
                    <a:pt x="3577" y="352"/>
                  </a:lnTo>
                  <a:lnTo>
                    <a:pt x="3577" y="346"/>
                  </a:lnTo>
                  <a:lnTo>
                    <a:pt x="3577" y="333"/>
                  </a:lnTo>
                  <a:lnTo>
                    <a:pt x="3577" y="327"/>
                  </a:lnTo>
                  <a:lnTo>
                    <a:pt x="3584" y="314"/>
                  </a:lnTo>
                  <a:lnTo>
                    <a:pt x="3584" y="302"/>
                  </a:lnTo>
                  <a:lnTo>
                    <a:pt x="3584" y="295"/>
                  </a:lnTo>
                  <a:lnTo>
                    <a:pt x="3584" y="283"/>
                  </a:lnTo>
                  <a:lnTo>
                    <a:pt x="3584" y="270"/>
                  </a:lnTo>
                  <a:lnTo>
                    <a:pt x="3584" y="264"/>
                  </a:lnTo>
                  <a:lnTo>
                    <a:pt x="3590" y="251"/>
                  </a:lnTo>
                  <a:lnTo>
                    <a:pt x="3590" y="239"/>
                  </a:lnTo>
                  <a:lnTo>
                    <a:pt x="3590" y="232"/>
                  </a:lnTo>
                  <a:lnTo>
                    <a:pt x="3590" y="220"/>
                  </a:lnTo>
                  <a:lnTo>
                    <a:pt x="3590" y="207"/>
                  </a:lnTo>
                  <a:lnTo>
                    <a:pt x="3590" y="201"/>
                  </a:lnTo>
                  <a:lnTo>
                    <a:pt x="3596" y="188"/>
                  </a:lnTo>
                  <a:lnTo>
                    <a:pt x="3596" y="176"/>
                  </a:lnTo>
                  <a:lnTo>
                    <a:pt x="3596" y="163"/>
                  </a:lnTo>
                  <a:lnTo>
                    <a:pt x="3596" y="157"/>
                  </a:lnTo>
                  <a:lnTo>
                    <a:pt x="3596" y="144"/>
                  </a:lnTo>
                  <a:lnTo>
                    <a:pt x="3596" y="138"/>
                  </a:lnTo>
                  <a:lnTo>
                    <a:pt x="3602" y="126"/>
                  </a:lnTo>
                  <a:lnTo>
                    <a:pt x="3602" y="119"/>
                  </a:lnTo>
                  <a:lnTo>
                    <a:pt x="3602" y="113"/>
                  </a:lnTo>
                  <a:lnTo>
                    <a:pt x="3602" y="107"/>
                  </a:lnTo>
                  <a:lnTo>
                    <a:pt x="3609" y="107"/>
                  </a:lnTo>
                  <a:lnTo>
                    <a:pt x="3609" y="113"/>
                  </a:lnTo>
                  <a:lnTo>
                    <a:pt x="3609" y="119"/>
                  </a:lnTo>
                  <a:lnTo>
                    <a:pt x="3609" y="126"/>
                  </a:lnTo>
                  <a:lnTo>
                    <a:pt x="3609" y="132"/>
                  </a:lnTo>
                  <a:lnTo>
                    <a:pt x="3615" y="138"/>
                  </a:lnTo>
                  <a:lnTo>
                    <a:pt x="3615" y="144"/>
                  </a:lnTo>
                  <a:lnTo>
                    <a:pt x="3615" y="157"/>
                  </a:lnTo>
                  <a:lnTo>
                    <a:pt x="3615" y="163"/>
                  </a:lnTo>
                  <a:lnTo>
                    <a:pt x="3615" y="176"/>
                  </a:lnTo>
                  <a:lnTo>
                    <a:pt x="3615" y="188"/>
                  </a:lnTo>
                  <a:lnTo>
                    <a:pt x="3615" y="201"/>
                  </a:lnTo>
                  <a:lnTo>
                    <a:pt x="3621" y="207"/>
                  </a:lnTo>
                  <a:lnTo>
                    <a:pt x="3621" y="220"/>
                  </a:lnTo>
                  <a:lnTo>
                    <a:pt x="3621" y="232"/>
                  </a:lnTo>
                  <a:lnTo>
                    <a:pt x="3621" y="239"/>
                  </a:lnTo>
                  <a:lnTo>
                    <a:pt x="3621" y="251"/>
                  </a:lnTo>
                  <a:lnTo>
                    <a:pt x="3621" y="264"/>
                  </a:lnTo>
                  <a:lnTo>
                    <a:pt x="3628" y="270"/>
                  </a:lnTo>
                  <a:lnTo>
                    <a:pt x="3628" y="283"/>
                  </a:lnTo>
                  <a:lnTo>
                    <a:pt x="3628" y="295"/>
                  </a:lnTo>
                  <a:lnTo>
                    <a:pt x="3628" y="302"/>
                  </a:lnTo>
                  <a:lnTo>
                    <a:pt x="3628" y="314"/>
                  </a:lnTo>
                  <a:lnTo>
                    <a:pt x="3628" y="327"/>
                  </a:lnTo>
                  <a:lnTo>
                    <a:pt x="3634" y="333"/>
                  </a:lnTo>
                  <a:lnTo>
                    <a:pt x="3634" y="346"/>
                  </a:lnTo>
                  <a:lnTo>
                    <a:pt x="3634" y="352"/>
                  </a:lnTo>
                  <a:lnTo>
                    <a:pt x="3634" y="364"/>
                  </a:lnTo>
                  <a:lnTo>
                    <a:pt x="3634" y="371"/>
                  </a:lnTo>
                  <a:lnTo>
                    <a:pt x="3634" y="383"/>
                  </a:lnTo>
                  <a:lnTo>
                    <a:pt x="3640" y="390"/>
                  </a:lnTo>
                  <a:lnTo>
                    <a:pt x="3640" y="402"/>
                  </a:lnTo>
                  <a:lnTo>
                    <a:pt x="3640" y="408"/>
                  </a:lnTo>
                  <a:lnTo>
                    <a:pt x="3640" y="421"/>
                  </a:lnTo>
                  <a:lnTo>
                    <a:pt x="3640" y="427"/>
                  </a:lnTo>
                  <a:lnTo>
                    <a:pt x="3640" y="440"/>
                  </a:lnTo>
                  <a:lnTo>
                    <a:pt x="3646" y="446"/>
                  </a:lnTo>
                  <a:lnTo>
                    <a:pt x="3646" y="452"/>
                  </a:lnTo>
                  <a:lnTo>
                    <a:pt x="3646" y="465"/>
                  </a:lnTo>
                  <a:lnTo>
                    <a:pt x="3646" y="471"/>
                  </a:lnTo>
                  <a:lnTo>
                    <a:pt x="3646" y="478"/>
                  </a:lnTo>
                  <a:lnTo>
                    <a:pt x="3646" y="484"/>
                  </a:lnTo>
                  <a:lnTo>
                    <a:pt x="3646" y="496"/>
                  </a:lnTo>
                  <a:lnTo>
                    <a:pt x="3653" y="503"/>
                  </a:lnTo>
                  <a:lnTo>
                    <a:pt x="3653" y="509"/>
                  </a:lnTo>
                  <a:lnTo>
                    <a:pt x="3653" y="515"/>
                  </a:lnTo>
                  <a:lnTo>
                    <a:pt x="3653" y="522"/>
                  </a:lnTo>
                  <a:lnTo>
                    <a:pt x="3653" y="528"/>
                  </a:lnTo>
                  <a:lnTo>
                    <a:pt x="3653" y="541"/>
                  </a:lnTo>
                  <a:lnTo>
                    <a:pt x="3659" y="547"/>
                  </a:lnTo>
                  <a:lnTo>
                    <a:pt x="3659" y="553"/>
                  </a:lnTo>
                  <a:lnTo>
                    <a:pt x="3659" y="559"/>
                  </a:lnTo>
                  <a:lnTo>
                    <a:pt x="3659" y="572"/>
                  </a:lnTo>
                  <a:lnTo>
                    <a:pt x="3659" y="585"/>
                  </a:lnTo>
                  <a:lnTo>
                    <a:pt x="3665" y="591"/>
                  </a:lnTo>
                  <a:lnTo>
                    <a:pt x="3665" y="597"/>
                  </a:lnTo>
                  <a:lnTo>
                    <a:pt x="3665" y="603"/>
                  </a:lnTo>
                  <a:lnTo>
                    <a:pt x="3665" y="610"/>
                  </a:lnTo>
                  <a:lnTo>
                    <a:pt x="3665" y="616"/>
                  </a:lnTo>
                  <a:lnTo>
                    <a:pt x="3665" y="622"/>
                  </a:lnTo>
                  <a:lnTo>
                    <a:pt x="3672" y="629"/>
                  </a:lnTo>
                  <a:lnTo>
                    <a:pt x="3672" y="635"/>
                  </a:lnTo>
                  <a:lnTo>
                    <a:pt x="3672" y="641"/>
                  </a:lnTo>
                  <a:lnTo>
                    <a:pt x="3672" y="654"/>
                  </a:lnTo>
                  <a:lnTo>
                    <a:pt x="3672" y="660"/>
                  </a:lnTo>
                  <a:lnTo>
                    <a:pt x="3672" y="666"/>
                  </a:lnTo>
                  <a:lnTo>
                    <a:pt x="3672" y="673"/>
                  </a:lnTo>
                  <a:lnTo>
                    <a:pt x="3678" y="679"/>
                  </a:lnTo>
                  <a:lnTo>
                    <a:pt x="3678" y="685"/>
                  </a:lnTo>
                  <a:lnTo>
                    <a:pt x="3678" y="691"/>
                  </a:lnTo>
                  <a:lnTo>
                    <a:pt x="3678" y="698"/>
                  </a:lnTo>
                  <a:lnTo>
                    <a:pt x="3678" y="704"/>
                  </a:lnTo>
                  <a:lnTo>
                    <a:pt x="3678" y="710"/>
                  </a:lnTo>
                  <a:lnTo>
                    <a:pt x="3684" y="717"/>
                  </a:lnTo>
                  <a:lnTo>
                    <a:pt x="3684" y="723"/>
                  </a:lnTo>
                  <a:lnTo>
                    <a:pt x="3684" y="729"/>
                  </a:lnTo>
                  <a:lnTo>
                    <a:pt x="3684" y="735"/>
                  </a:lnTo>
                  <a:lnTo>
                    <a:pt x="3684" y="742"/>
                  </a:lnTo>
                  <a:lnTo>
                    <a:pt x="3690" y="748"/>
                  </a:lnTo>
                  <a:lnTo>
                    <a:pt x="3690" y="754"/>
                  </a:lnTo>
                  <a:lnTo>
                    <a:pt x="3690" y="761"/>
                  </a:lnTo>
                  <a:lnTo>
                    <a:pt x="3690" y="767"/>
                  </a:lnTo>
                  <a:lnTo>
                    <a:pt x="3690" y="773"/>
                  </a:lnTo>
                  <a:lnTo>
                    <a:pt x="3697" y="779"/>
                  </a:lnTo>
                  <a:lnTo>
                    <a:pt x="3697" y="786"/>
                  </a:lnTo>
                  <a:lnTo>
                    <a:pt x="3697" y="792"/>
                  </a:lnTo>
                  <a:lnTo>
                    <a:pt x="3697" y="798"/>
                  </a:lnTo>
                  <a:lnTo>
                    <a:pt x="3697" y="805"/>
                  </a:lnTo>
                  <a:lnTo>
                    <a:pt x="3703" y="805"/>
                  </a:lnTo>
                  <a:lnTo>
                    <a:pt x="3703" y="811"/>
                  </a:lnTo>
                  <a:lnTo>
                    <a:pt x="3703" y="817"/>
                  </a:lnTo>
                  <a:lnTo>
                    <a:pt x="3703" y="823"/>
                  </a:lnTo>
                  <a:lnTo>
                    <a:pt x="3709" y="830"/>
                  </a:lnTo>
                  <a:lnTo>
                    <a:pt x="3709" y="836"/>
                  </a:lnTo>
                  <a:lnTo>
                    <a:pt x="3709" y="842"/>
                  </a:lnTo>
                  <a:lnTo>
                    <a:pt x="3716" y="849"/>
                  </a:lnTo>
                  <a:lnTo>
                    <a:pt x="3716" y="855"/>
                  </a:lnTo>
                  <a:lnTo>
                    <a:pt x="3716" y="861"/>
                  </a:lnTo>
                  <a:lnTo>
                    <a:pt x="3722" y="861"/>
                  </a:lnTo>
                  <a:lnTo>
                    <a:pt x="3728" y="861"/>
                  </a:lnTo>
                  <a:lnTo>
                    <a:pt x="3728" y="855"/>
                  </a:lnTo>
                  <a:lnTo>
                    <a:pt x="3734" y="849"/>
                  </a:lnTo>
                  <a:lnTo>
                    <a:pt x="3734" y="842"/>
                  </a:lnTo>
                  <a:lnTo>
                    <a:pt x="3734" y="836"/>
                  </a:lnTo>
                  <a:lnTo>
                    <a:pt x="3741" y="830"/>
                  </a:lnTo>
                  <a:lnTo>
                    <a:pt x="3741" y="823"/>
                  </a:lnTo>
                  <a:lnTo>
                    <a:pt x="3741" y="817"/>
                  </a:lnTo>
                  <a:lnTo>
                    <a:pt x="3741" y="811"/>
                  </a:lnTo>
                  <a:lnTo>
                    <a:pt x="3747" y="805"/>
                  </a:lnTo>
                  <a:lnTo>
                    <a:pt x="3747" y="798"/>
                  </a:lnTo>
                  <a:lnTo>
                    <a:pt x="3747" y="792"/>
                  </a:lnTo>
                  <a:lnTo>
                    <a:pt x="3747" y="786"/>
                  </a:lnTo>
                  <a:lnTo>
                    <a:pt x="3753" y="779"/>
                  </a:lnTo>
                  <a:lnTo>
                    <a:pt x="3753" y="773"/>
                  </a:lnTo>
                  <a:lnTo>
                    <a:pt x="3753" y="767"/>
                  </a:lnTo>
                  <a:lnTo>
                    <a:pt x="3753" y="761"/>
                  </a:lnTo>
                  <a:lnTo>
                    <a:pt x="3760" y="754"/>
                  </a:lnTo>
                  <a:lnTo>
                    <a:pt x="3760" y="748"/>
                  </a:lnTo>
                  <a:lnTo>
                    <a:pt x="3760" y="742"/>
                  </a:lnTo>
                  <a:lnTo>
                    <a:pt x="3760" y="735"/>
                  </a:lnTo>
                  <a:lnTo>
                    <a:pt x="3760" y="729"/>
                  </a:lnTo>
                  <a:lnTo>
                    <a:pt x="3766" y="723"/>
                  </a:lnTo>
                  <a:lnTo>
                    <a:pt x="3766" y="717"/>
                  </a:lnTo>
                  <a:lnTo>
                    <a:pt x="3766" y="710"/>
                  </a:lnTo>
                  <a:lnTo>
                    <a:pt x="3766" y="704"/>
                  </a:lnTo>
                  <a:lnTo>
                    <a:pt x="3766" y="698"/>
                  </a:lnTo>
                  <a:lnTo>
                    <a:pt x="3766" y="691"/>
                  </a:lnTo>
                  <a:lnTo>
                    <a:pt x="3772" y="685"/>
                  </a:lnTo>
                  <a:lnTo>
                    <a:pt x="3772" y="679"/>
                  </a:lnTo>
                  <a:lnTo>
                    <a:pt x="3772" y="673"/>
                  </a:lnTo>
                  <a:lnTo>
                    <a:pt x="3772" y="666"/>
                  </a:lnTo>
                  <a:lnTo>
                    <a:pt x="3772" y="660"/>
                  </a:lnTo>
                  <a:lnTo>
                    <a:pt x="3772" y="654"/>
                  </a:lnTo>
                  <a:lnTo>
                    <a:pt x="3772" y="647"/>
                  </a:lnTo>
                  <a:lnTo>
                    <a:pt x="3778" y="635"/>
                  </a:lnTo>
                  <a:lnTo>
                    <a:pt x="3778" y="629"/>
                  </a:lnTo>
                  <a:lnTo>
                    <a:pt x="3778" y="622"/>
                  </a:lnTo>
                  <a:lnTo>
                    <a:pt x="3778" y="616"/>
                  </a:lnTo>
                  <a:lnTo>
                    <a:pt x="3778" y="610"/>
                  </a:lnTo>
                  <a:lnTo>
                    <a:pt x="3778" y="603"/>
                  </a:lnTo>
                  <a:lnTo>
                    <a:pt x="3785" y="597"/>
                  </a:lnTo>
                  <a:lnTo>
                    <a:pt x="3785" y="591"/>
                  </a:lnTo>
                  <a:lnTo>
                    <a:pt x="3785" y="585"/>
                  </a:lnTo>
                  <a:lnTo>
                    <a:pt x="3785" y="572"/>
                  </a:lnTo>
                  <a:lnTo>
                    <a:pt x="3785" y="566"/>
                  </a:lnTo>
                  <a:lnTo>
                    <a:pt x="3785" y="559"/>
                  </a:lnTo>
                  <a:lnTo>
                    <a:pt x="3791" y="553"/>
                  </a:lnTo>
                  <a:lnTo>
                    <a:pt x="3791" y="547"/>
                  </a:lnTo>
                  <a:lnTo>
                    <a:pt x="3791" y="541"/>
                  </a:lnTo>
                  <a:lnTo>
                    <a:pt x="3791" y="528"/>
                  </a:lnTo>
                  <a:lnTo>
                    <a:pt x="3791" y="522"/>
                  </a:lnTo>
                  <a:lnTo>
                    <a:pt x="3791" y="515"/>
                  </a:lnTo>
                  <a:lnTo>
                    <a:pt x="3797" y="509"/>
                  </a:lnTo>
                  <a:lnTo>
                    <a:pt x="3797" y="503"/>
                  </a:lnTo>
                  <a:lnTo>
                    <a:pt x="3797" y="496"/>
                  </a:lnTo>
                  <a:lnTo>
                    <a:pt x="3797" y="484"/>
                  </a:lnTo>
                  <a:lnTo>
                    <a:pt x="3797" y="478"/>
                  </a:lnTo>
                  <a:lnTo>
                    <a:pt x="3797" y="471"/>
                  </a:lnTo>
                  <a:lnTo>
                    <a:pt x="3797" y="465"/>
                  </a:lnTo>
                  <a:lnTo>
                    <a:pt x="3804" y="459"/>
                  </a:lnTo>
                  <a:lnTo>
                    <a:pt x="3804" y="446"/>
                  </a:lnTo>
                  <a:lnTo>
                    <a:pt x="3804" y="440"/>
                  </a:lnTo>
                  <a:lnTo>
                    <a:pt x="3804" y="427"/>
                  </a:lnTo>
                  <a:lnTo>
                    <a:pt x="3804" y="421"/>
                  </a:lnTo>
                  <a:lnTo>
                    <a:pt x="3810" y="402"/>
                  </a:lnTo>
                  <a:lnTo>
                    <a:pt x="3810" y="390"/>
                  </a:lnTo>
                  <a:lnTo>
                    <a:pt x="3810" y="383"/>
                  </a:lnTo>
                  <a:lnTo>
                    <a:pt x="3810" y="371"/>
                  </a:lnTo>
                  <a:lnTo>
                    <a:pt x="3810" y="364"/>
                  </a:lnTo>
                  <a:lnTo>
                    <a:pt x="3810" y="352"/>
                  </a:lnTo>
                  <a:lnTo>
                    <a:pt x="3816" y="346"/>
                  </a:lnTo>
                  <a:lnTo>
                    <a:pt x="3816" y="333"/>
                  </a:lnTo>
                  <a:lnTo>
                    <a:pt x="3816" y="327"/>
                  </a:lnTo>
                  <a:lnTo>
                    <a:pt x="3816" y="314"/>
                  </a:lnTo>
                  <a:lnTo>
                    <a:pt x="3816" y="302"/>
                  </a:lnTo>
                  <a:lnTo>
                    <a:pt x="3816" y="295"/>
                  </a:lnTo>
                  <a:lnTo>
                    <a:pt x="3822" y="283"/>
                  </a:lnTo>
                  <a:lnTo>
                    <a:pt x="3822" y="276"/>
                  </a:lnTo>
                  <a:lnTo>
                    <a:pt x="3822" y="264"/>
                  </a:lnTo>
                  <a:lnTo>
                    <a:pt x="3822" y="251"/>
                  </a:lnTo>
                  <a:lnTo>
                    <a:pt x="3822" y="245"/>
                  </a:lnTo>
                  <a:lnTo>
                    <a:pt x="3822" y="232"/>
                  </a:lnTo>
                  <a:lnTo>
                    <a:pt x="3829" y="220"/>
                  </a:lnTo>
                  <a:lnTo>
                    <a:pt x="3829" y="207"/>
                  </a:lnTo>
                  <a:lnTo>
                    <a:pt x="3829" y="201"/>
                  </a:lnTo>
                  <a:lnTo>
                    <a:pt x="3829" y="188"/>
                  </a:lnTo>
                  <a:lnTo>
                    <a:pt x="3829" y="176"/>
                  </a:lnTo>
                  <a:lnTo>
                    <a:pt x="3829" y="163"/>
                  </a:lnTo>
                  <a:lnTo>
                    <a:pt x="3829" y="157"/>
                  </a:lnTo>
                  <a:lnTo>
                    <a:pt x="3835" y="144"/>
                  </a:lnTo>
                  <a:lnTo>
                    <a:pt x="3835" y="138"/>
                  </a:lnTo>
                  <a:lnTo>
                    <a:pt x="3835" y="132"/>
                  </a:lnTo>
                  <a:lnTo>
                    <a:pt x="3835" y="126"/>
                  </a:lnTo>
                  <a:lnTo>
                    <a:pt x="3835" y="119"/>
                  </a:lnTo>
                  <a:lnTo>
                    <a:pt x="3835" y="113"/>
                  </a:lnTo>
                  <a:lnTo>
                    <a:pt x="3841" y="113"/>
                  </a:lnTo>
                  <a:lnTo>
                    <a:pt x="3841" y="119"/>
                  </a:lnTo>
                  <a:lnTo>
                    <a:pt x="3848" y="126"/>
                  </a:lnTo>
                  <a:lnTo>
                    <a:pt x="3848" y="132"/>
                  </a:lnTo>
                  <a:lnTo>
                    <a:pt x="3848" y="138"/>
                  </a:lnTo>
                  <a:lnTo>
                    <a:pt x="3848" y="151"/>
                  </a:lnTo>
                  <a:lnTo>
                    <a:pt x="3848" y="157"/>
                  </a:lnTo>
                  <a:lnTo>
                    <a:pt x="3848" y="170"/>
                  </a:lnTo>
                  <a:lnTo>
                    <a:pt x="3854" y="182"/>
                  </a:lnTo>
                  <a:lnTo>
                    <a:pt x="3854" y="195"/>
                  </a:lnTo>
                  <a:lnTo>
                    <a:pt x="3854" y="207"/>
                  </a:lnTo>
                  <a:lnTo>
                    <a:pt x="3854" y="214"/>
                  </a:lnTo>
                  <a:lnTo>
                    <a:pt x="3854" y="226"/>
                  </a:lnTo>
                  <a:lnTo>
                    <a:pt x="3854" y="239"/>
                  </a:lnTo>
                  <a:lnTo>
                    <a:pt x="3860" y="251"/>
                  </a:lnTo>
                  <a:lnTo>
                    <a:pt x="3860" y="264"/>
                  </a:lnTo>
                  <a:lnTo>
                    <a:pt x="3860" y="270"/>
                  </a:lnTo>
                  <a:lnTo>
                    <a:pt x="3860" y="283"/>
                  </a:lnTo>
                  <a:lnTo>
                    <a:pt x="3860" y="295"/>
                  </a:lnTo>
                  <a:lnTo>
                    <a:pt x="3860" y="308"/>
                  </a:lnTo>
                  <a:lnTo>
                    <a:pt x="3866" y="314"/>
                  </a:lnTo>
                  <a:lnTo>
                    <a:pt x="3866" y="327"/>
                  </a:lnTo>
                  <a:lnTo>
                    <a:pt x="3866" y="339"/>
                  </a:lnTo>
                  <a:lnTo>
                    <a:pt x="3866" y="346"/>
                  </a:lnTo>
                  <a:lnTo>
                    <a:pt x="3866" y="364"/>
                  </a:lnTo>
                  <a:lnTo>
                    <a:pt x="3866" y="377"/>
                  </a:lnTo>
                  <a:lnTo>
                    <a:pt x="3873" y="390"/>
                  </a:lnTo>
                  <a:lnTo>
                    <a:pt x="3873" y="396"/>
                  </a:lnTo>
                  <a:lnTo>
                    <a:pt x="3873" y="408"/>
                  </a:lnTo>
                  <a:lnTo>
                    <a:pt x="3873" y="415"/>
                  </a:lnTo>
                  <a:lnTo>
                    <a:pt x="3873" y="427"/>
                  </a:lnTo>
                  <a:lnTo>
                    <a:pt x="3873" y="434"/>
                  </a:lnTo>
                  <a:lnTo>
                    <a:pt x="3879" y="446"/>
                  </a:lnTo>
                  <a:lnTo>
                    <a:pt x="3879" y="452"/>
                  </a:lnTo>
                  <a:lnTo>
                    <a:pt x="3879" y="465"/>
                  </a:lnTo>
                  <a:lnTo>
                    <a:pt x="3879" y="471"/>
                  </a:lnTo>
                  <a:lnTo>
                    <a:pt x="3879" y="484"/>
                  </a:lnTo>
                  <a:lnTo>
                    <a:pt x="3879" y="490"/>
                  </a:lnTo>
                  <a:lnTo>
                    <a:pt x="3885" y="496"/>
                  </a:lnTo>
                  <a:lnTo>
                    <a:pt x="3885" y="509"/>
                  </a:lnTo>
                  <a:lnTo>
                    <a:pt x="3885" y="515"/>
                  </a:lnTo>
                  <a:lnTo>
                    <a:pt x="3885" y="522"/>
                  </a:lnTo>
                  <a:lnTo>
                    <a:pt x="3885" y="534"/>
                  </a:lnTo>
                  <a:lnTo>
                    <a:pt x="3885" y="541"/>
                  </a:lnTo>
                  <a:lnTo>
                    <a:pt x="3892" y="547"/>
                  </a:lnTo>
                  <a:lnTo>
                    <a:pt x="3892" y="559"/>
                  </a:lnTo>
                  <a:lnTo>
                    <a:pt x="3892" y="566"/>
                  </a:lnTo>
                  <a:lnTo>
                    <a:pt x="3892" y="572"/>
                  </a:lnTo>
                  <a:lnTo>
                    <a:pt x="3892" y="578"/>
                  </a:lnTo>
                  <a:lnTo>
                    <a:pt x="3892" y="591"/>
                  </a:lnTo>
                  <a:lnTo>
                    <a:pt x="3898" y="597"/>
                  </a:lnTo>
                  <a:lnTo>
                    <a:pt x="3898" y="603"/>
                  </a:lnTo>
                  <a:lnTo>
                    <a:pt x="3898" y="610"/>
                  </a:lnTo>
                  <a:lnTo>
                    <a:pt x="3898" y="616"/>
                  </a:lnTo>
                  <a:lnTo>
                    <a:pt x="3898" y="629"/>
                  </a:lnTo>
                  <a:lnTo>
                    <a:pt x="3898" y="635"/>
                  </a:lnTo>
                  <a:lnTo>
                    <a:pt x="3898" y="641"/>
                  </a:lnTo>
                  <a:lnTo>
                    <a:pt x="3904" y="647"/>
                  </a:lnTo>
                  <a:lnTo>
                    <a:pt x="3904" y="654"/>
                  </a:lnTo>
                  <a:lnTo>
                    <a:pt x="3904" y="660"/>
                  </a:lnTo>
                  <a:lnTo>
                    <a:pt x="3904" y="666"/>
                  </a:lnTo>
                  <a:lnTo>
                    <a:pt x="3904" y="673"/>
                  </a:lnTo>
                  <a:lnTo>
                    <a:pt x="3904" y="679"/>
                  </a:lnTo>
                  <a:lnTo>
                    <a:pt x="3910" y="685"/>
                  </a:lnTo>
                  <a:lnTo>
                    <a:pt x="3910" y="691"/>
                  </a:lnTo>
                  <a:lnTo>
                    <a:pt x="3910" y="698"/>
                  </a:lnTo>
                  <a:lnTo>
                    <a:pt x="3910" y="704"/>
                  </a:lnTo>
                  <a:lnTo>
                    <a:pt x="3910" y="710"/>
                  </a:lnTo>
                  <a:lnTo>
                    <a:pt x="3910" y="717"/>
                  </a:lnTo>
                  <a:lnTo>
                    <a:pt x="3917" y="723"/>
                  </a:lnTo>
                  <a:lnTo>
                    <a:pt x="3917" y="729"/>
                  </a:lnTo>
                  <a:lnTo>
                    <a:pt x="3917" y="735"/>
                  </a:lnTo>
                  <a:lnTo>
                    <a:pt x="3917" y="742"/>
                  </a:lnTo>
                  <a:lnTo>
                    <a:pt x="3917" y="748"/>
                  </a:lnTo>
                  <a:lnTo>
                    <a:pt x="3917" y="754"/>
                  </a:lnTo>
                  <a:lnTo>
                    <a:pt x="3923" y="754"/>
                  </a:lnTo>
                  <a:lnTo>
                    <a:pt x="3923" y="761"/>
                  </a:lnTo>
                  <a:lnTo>
                    <a:pt x="3923" y="767"/>
                  </a:lnTo>
                  <a:lnTo>
                    <a:pt x="3923" y="773"/>
                  </a:lnTo>
                  <a:lnTo>
                    <a:pt x="3923" y="779"/>
                  </a:lnTo>
                  <a:lnTo>
                    <a:pt x="3923" y="786"/>
                  </a:lnTo>
                  <a:lnTo>
                    <a:pt x="3929" y="792"/>
                  </a:lnTo>
                  <a:lnTo>
                    <a:pt x="3929" y="798"/>
                  </a:lnTo>
                  <a:lnTo>
                    <a:pt x="3929" y="805"/>
                  </a:lnTo>
                  <a:lnTo>
                    <a:pt x="3929" y="811"/>
                  </a:lnTo>
                  <a:lnTo>
                    <a:pt x="3929" y="817"/>
                  </a:lnTo>
                  <a:lnTo>
                    <a:pt x="3936" y="817"/>
                  </a:lnTo>
                  <a:lnTo>
                    <a:pt x="3936" y="823"/>
                  </a:lnTo>
                  <a:lnTo>
                    <a:pt x="3936" y="830"/>
                  </a:lnTo>
                  <a:lnTo>
                    <a:pt x="3936" y="836"/>
                  </a:lnTo>
                  <a:lnTo>
                    <a:pt x="3942" y="842"/>
                  </a:lnTo>
                  <a:lnTo>
                    <a:pt x="3942" y="849"/>
                  </a:lnTo>
                  <a:lnTo>
                    <a:pt x="3942" y="855"/>
                  </a:lnTo>
                  <a:lnTo>
                    <a:pt x="3948" y="861"/>
                  </a:lnTo>
                  <a:lnTo>
                    <a:pt x="3948" y="867"/>
                  </a:lnTo>
                  <a:lnTo>
                    <a:pt x="3948" y="874"/>
                  </a:lnTo>
                  <a:lnTo>
                    <a:pt x="3954" y="880"/>
                  </a:lnTo>
                  <a:lnTo>
                    <a:pt x="3961" y="880"/>
                  </a:lnTo>
                  <a:lnTo>
                    <a:pt x="3961" y="874"/>
                  </a:lnTo>
                  <a:lnTo>
                    <a:pt x="3967" y="874"/>
                  </a:lnTo>
                  <a:lnTo>
                    <a:pt x="3967" y="867"/>
                  </a:lnTo>
                  <a:lnTo>
                    <a:pt x="3967" y="861"/>
                  </a:lnTo>
                  <a:lnTo>
                    <a:pt x="3967" y="855"/>
                  </a:lnTo>
                  <a:lnTo>
                    <a:pt x="3973" y="855"/>
                  </a:lnTo>
                  <a:lnTo>
                    <a:pt x="3973" y="849"/>
                  </a:lnTo>
                  <a:lnTo>
                    <a:pt x="3973" y="842"/>
                  </a:lnTo>
                  <a:lnTo>
                    <a:pt x="3973" y="836"/>
                  </a:lnTo>
                  <a:lnTo>
                    <a:pt x="3980" y="830"/>
                  </a:lnTo>
                  <a:lnTo>
                    <a:pt x="3980" y="823"/>
                  </a:lnTo>
                  <a:lnTo>
                    <a:pt x="3980" y="817"/>
                  </a:lnTo>
                  <a:lnTo>
                    <a:pt x="3980" y="811"/>
                  </a:lnTo>
                  <a:lnTo>
                    <a:pt x="3980" y="805"/>
                  </a:lnTo>
                  <a:lnTo>
                    <a:pt x="3986" y="805"/>
                  </a:lnTo>
                  <a:lnTo>
                    <a:pt x="3986" y="798"/>
                  </a:lnTo>
                  <a:lnTo>
                    <a:pt x="3986" y="792"/>
                  </a:lnTo>
                  <a:lnTo>
                    <a:pt x="3986" y="786"/>
                  </a:lnTo>
                  <a:lnTo>
                    <a:pt x="3986" y="779"/>
                  </a:lnTo>
                  <a:lnTo>
                    <a:pt x="3992" y="773"/>
                  </a:lnTo>
                  <a:lnTo>
                    <a:pt x="3992" y="767"/>
                  </a:lnTo>
                  <a:lnTo>
                    <a:pt x="3992" y="761"/>
                  </a:lnTo>
                  <a:lnTo>
                    <a:pt x="3992" y="754"/>
                  </a:lnTo>
                  <a:lnTo>
                    <a:pt x="3992" y="748"/>
                  </a:lnTo>
                  <a:lnTo>
                    <a:pt x="3992" y="742"/>
                  </a:lnTo>
                  <a:lnTo>
                    <a:pt x="3998" y="735"/>
                  </a:lnTo>
                  <a:lnTo>
                    <a:pt x="3998" y="729"/>
                  </a:lnTo>
                  <a:lnTo>
                    <a:pt x="3998" y="723"/>
                  </a:lnTo>
                  <a:lnTo>
                    <a:pt x="3998" y="717"/>
                  </a:lnTo>
                  <a:lnTo>
                    <a:pt x="3998" y="710"/>
                  </a:lnTo>
                  <a:lnTo>
                    <a:pt x="3998" y="704"/>
                  </a:lnTo>
                  <a:lnTo>
                    <a:pt x="3998" y="698"/>
                  </a:lnTo>
                  <a:lnTo>
                    <a:pt x="4005" y="691"/>
                  </a:lnTo>
                  <a:lnTo>
                    <a:pt x="4005" y="685"/>
                  </a:lnTo>
                  <a:lnTo>
                    <a:pt x="4005" y="679"/>
                  </a:lnTo>
                  <a:lnTo>
                    <a:pt x="4005" y="673"/>
                  </a:lnTo>
                  <a:lnTo>
                    <a:pt x="4005" y="666"/>
                  </a:lnTo>
                  <a:lnTo>
                    <a:pt x="4005" y="660"/>
                  </a:lnTo>
                  <a:lnTo>
                    <a:pt x="4011" y="647"/>
                  </a:lnTo>
                  <a:lnTo>
                    <a:pt x="4011" y="641"/>
                  </a:lnTo>
                  <a:lnTo>
                    <a:pt x="4011" y="635"/>
                  </a:lnTo>
                  <a:lnTo>
                    <a:pt x="4011" y="629"/>
                  </a:lnTo>
                  <a:lnTo>
                    <a:pt x="4011" y="622"/>
                  </a:lnTo>
                  <a:lnTo>
                    <a:pt x="4011" y="610"/>
                  </a:lnTo>
                  <a:lnTo>
                    <a:pt x="4017" y="603"/>
                  </a:lnTo>
                  <a:lnTo>
                    <a:pt x="4017" y="597"/>
                  </a:lnTo>
                  <a:lnTo>
                    <a:pt x="4017" y="591"/>
                  </a:lnTo>
                  <a:lnTo>
                    <a:pt x="4017" y="578"/>
                  </a:lnTo>
                  <a:lnTo>
                    <a:pt x="4017" y="566"/>
                  </a:lnTo>
                  <a:lnTo>
                    <a:pt x="4024" y="553"/>
                  </a:lnTo>
                  <a:lnTo>
                    <a:pt x="4024" y="547"/>
                  </a:lnTo>
                  <a:lnTo>
                    <a:pt x="4024" y="541"/>
                  </a:lnTo>
                  <a:lnTo>
                    <a:pt x="4024" y="528"/>
                  </a:lnTo>
                  <a:lnTo>
                    <a:pt x="4024" y="522"/>
                  </a:lnTo>
                  <a:lnTo>
                    <a:pt x="4024" y="509"/>
                  </a:lnTo>
                  <a:lnTo>
                    <a:pt x="4024" y="503"/>
                  </a:lnTo>
                  <a:lnTo>
                    <a:pt x="4030" y="496"/>
                  </a:lnTo>
                  <a:lnTo>
                    <a:pt x="4030" y="484"/>
                  </a:lnTo>
                  <a:lnTo>
                    <a:pt x="4030" y="478"/>
                  </a:lnTo>
                  <a:lnTo>
                    <a:pt x="4030" y="465"/>
                  </a:lnTo>
                  <a:lnTo>
                    <a:pt x="4030" y="459"/>
                  </a:lnTo>
                  <a:lnTo>
                    <a:pt x="4030" y="446"/>
                  </a:lnTo>
                  <a:lnTo>
                    <a:pt x="4036" y="434"/>
                  </a:lnTo>
                  <a:lnTo>
                    <a:pt x="4036" y="427"/>
                  </a:lnTo>
                  <a:lnTo>
                    <a:pt x="4036" y="415"/>
                  </a:lnTo>
                  <a:lnTo>
                    <a:pt x="4036" y="408"/>
                  </a:lnTo>
                  <a:lnTo>
                    <a:pt x="4036" y="396"/>
                  </a:lnTo>
                  <a:lnTo>
                    <a:pt x="4036" y="383"/>
                  </a:lnTo>
                  <a:lnTo>
                    <a:pt x="4042" y="377"/>
                  </a:lnTo>
                  <a:lnTo>
                    <a:pt x="4042" y="364"/>
                  </a:lnTo>
                  <a:lnTo>
                    <a:pt x="4042" y="352"/>
                  </a:lnTo>
                  <a:lnTo>
                    <a:pt x="4042" y="346"/>
                  </a:lnTo>
                  <a:lnTo>
                    <a:pt x="4042" y="333"/>
                  </a:lnTo>
                  <a:lnTo>
                    <a:pt x="4042" y="320"/>
                  </a:lnTo>
                  <a:lnTo>
                    <a:pt x="4049" y="314"/>
                  </a:lnTo>
                  <a:lnTo>
                    <a:pt x="4049" y="302"/>
                  </a:lnTo>
                  <a:lnTo>
                    <a:pt x="4049" y="289"/>
                  </a:lnTo>
                  <a:lnTo>
                    <a:pt x="4049" y="276"/>
                  </a:lnTo>
                  <a:lnTo>
                    <a:pt x="4049" y="264"/>
                  </a:lnTo>
                  <a:lnTo>
                    <a:pt x="4049" y="251"/>
                  </a:lnTo>
                  <a:lnTo>
                    <a:pt x="4049" y="245"/>
                  </a:lnTo>
                  <a:lnTo>
                    <a:pt x="4055" y="232"/>
                  </a:lnTo>
                  <a:lnTo>
                    <a:pt x="4055" y="220"/>
                  </a:lnTo>
                  <a:lnTo>
                    <a:pt x="4055" y="207"/>
                  </a:lnTo>
                  <a:lnTo>
                    <a:pt x="4055" y="195"/>
                  </a:lnTo>
                  <a:lnTo>
                    <a:pt x="4055" y="182"/>
                  </a:lnTo>
                  <a:lnTo>
                    <a:pt x="4055" y="170"/>
                  </a:lnTo>
                  <a:lnTo>
                    <a:pt x="4061" y="157"/>
                  </a:lnTo>
                  <a:lnTo>
                    <a:pt x="4061" y="144"/>
                  </a:lnTo>
                  <a:lnTo>
                    <a:pt x="4061" y="132"/>
                  </a:lnTo>
                  <a:lnTo>
                    <a:pt x="4061" y="119"/>
                  </a:lnTo>
                  <a:lnTo>
                    <a:pt x="4061" y="107"/>
                  </a:lnTo>
                  <a:lnTo>
                    <a:pt x="4061" y="94"/>
                  </a:lnTo>
                  <a:lnTo>
                    <a:pt x="4068" y="81"/>
                  </a:lnTo>
                  <a:lnTo>
                    <a:pt x="4068" y="69"/>
                  </a:lnTo>
                  <a:lnTo>
                    <a:pt x="4068" y="56"/>
                  </a:lnTo>
                  <a:lnTo>
                    <a:pt x="4068" y="44"/>
                  </a:lnTo>
                  <a:lnTo>
                    <a:pt x="4068" y="37"/>
                  </a:lnTo>
                  <a:lnTo>
                    <a:pt x="4068" y="25"/>
                  </a:lnTo>
                  <a:lnTo>
                    <a:pt x="4074" y="19"/>
                  </a:lnTo>
                  <a:lnTo>
                    <a:pt x="4074" y="12"/>
                  </a:lnTo>
                  <a:lnTo>
                    <a:pt x="4074" y="6"/>
                  </a:lnTo>
                  <a:lnTo>
                    <a:pt x="4074" y="0"/>
                  </a:lnTo>
                  <a:lnTo>
                    <a:pt x="4080" y="6"/>
                  </a:lnTo>
                  <a:lnTo>
                    <a:pt x="4080" y="12"/>
                  </a:lnTo>
                  <a:lnTo>
                    <a:pt x="4080" y="19"/>
                  </a:lnTo>
                  <a:lnTo>
                    <a:pt x="4080" y="31"/>
                  </a:lnTo>
                  <a:lnTo>
                    <a:pt x="4086" y="37"/>
                  </a:lnTo>
                  <a:lnTo>
                    <a:pt x="4086" y="50"/>
                  </a:lnTo>
                  <a:lnTo>
                    <a:pt x="4086" y="63"/>
                  </a:lnTo>
                  <a:lnTo>
                    <a:pt x="4086" y="75"/>
                  </a:lnTo>
                  <a:lnTo>
                    <a:pt x="4086" y="88"/>
                  </a:lnTo>
                  <a:lnTo>
                    <a:pt x="4086" y="100"/>
                  </a:lnTo>
                  <a:lnTo>
                    <a:pt x="4093" y="113"/>
                  </a:lnTo>
                  <a:lnTo>
                    <a:pt x="4093" y="126"/>
                  </a:lnTo>
                  <a:lnTo>
                    <a:pt x="4093" y="138"/>
                  </a:lnTo>
                  <a:lnTo>
                    <a:pt x="4093" y="144"/>
                  </a:lnTo>
                  <a:lnTo>
                    <a:pt x="4093" y="157"/>
                  </a:lnTo>
                  <a:lnTo>
                    <a:pt x="4093" y="170"/>
                  </a:lnTo>
                  <a:lnTo>
                    <a:pt x="4093" y="182"/>
                  </a:lnTo>
                  <a:lnTo>
                    <a:pt x="4099" y="195"/>
                  </a:lnTo>
                  <a:lnTo>
                    <a:pt x="4099" y="207"/>
                  </a:lnTo>
                  <a:lnTo>
                    <a:pt x="4099" y="214"/>
                  </a:lnTo>
                  <a:lnTo>
                    <a:pt x="4099" y="226"/>
                  </a:lnTo>
                  <a:lnTo>
                    <a:pt x="4099" y="239"/>
                  </a:lnTo>
                  <a:lnTo>
                    <a:pt x="4099" y="251"/>
                  </a:lnTo>
                  <a:lnTo>
                    <a:pt x="4105" y="258"/>
                  </a:lnTo>
                  <a:lnTo>
                    <a:pt x="4105" y="270"/>
                  </a:lnTo>
                  <a:lnTo>
                    <a:pt x="4105" y="283"/>
                  </a:lnTo>
                  <a:lnTo>
                    <a:pt x="4105" y="295"/>
                  </a:lnTo>
                  <a:lnTo>
                    <a:pt x="4105" y="302"/>
                  </a:lnTo>
                  <a:lnTo>
                    <a:pt x="4105" y="314"/>
                  </a:lnTo>
                  <a:lnTo>
                    <a:pt x="4112" y="327"/>
                  </a:lnTo>
                  <a:lnTo>
                    <a:pt x="4112" y="333"/>
                  </a:lnTo>
                  <a:lnTo>
                    <a:pt x="4112" y="346"/>
                  </a:lnTo>
                  <a:lnTo>
                    <a:pt x="4112" y="358"/>
                  </a:lnTo>
                  <a:lnTo>
                    <a:pt x="4112" y="364"/>
                  </a:lnTo>
                  <a:lnTo>
                    <a:pt x="4112" y="377"/>
                  </a:lnTo>
                  <a:lnTo>
                    <a:pt x="4118" y="383"/>
                  </a:lnTo>
                  <a:lnTo>
                    <a:pt x="4118" y="396"/>
                  </a:lnTo>
                  <a:lnTo>
                    <a:pt x="4118" y="402"/>
                  </a:lnTo>
                  <a:lnTo>
                    <a:pt x="4118" y="415"/>
                  </a:lnTo>
                  <a:lnTo>
                    <a:pt x="4118" y="421"/>
                  </a:lnTo>
                  <a:lnTo>
                    <a:pt x="4118" y="434"/>
                  </a:lnTo>
                  <a:lnTo>
                    <a:pt x="4118" y="440"/>
                  </a:lnTo>
                  <a:lnTo>
                    <a:pt x="4124" y="452"/>
                  </a:lnTo>
                  <a:lnTo>
                    <a:pt x="4124" y="459"/>
                  </a:lnTo>
                  <a:lnTo>
                    <a:pt x="4124" y="471"/>
                  </a:lnTo>
                  <a:lnTo>
                    <a:pt x="4124" y="478"/>
                  </a:lnTo>
                  <a:lnTo>
                    <a:pt x="4124" y="484"/>
                  </a:lnTo>
                  <a:lnTo>
                    <a:pt x="4124" y="496"/>
                  </a:lnTo>
                  <a:lnTo>
                    <a:pt x="4130" y="503"/>
                  </a:lnTo>
                  <a:lnTo>
                    <a:pt x="4130" y="509"/>
                  </a:lnTo>
                  <a:lnTo>
                    <a:pt x="4130" y="522"/>
                  </a:lnTo>
                  <a:lnTo>
                    <a:pt x="4130" y="528"/>
                  </a:lnTo>
                  <a:lnTo>
                    <a:pt x="4130" y="534"/>
                  </a:lnTo>
                  <a:lnTo>
                    <a:pt x="4130" y="547"/>
                  </a:lnTo>
                  <a:lnTo>
                    <a:pt x="4137" y="553"/>
                  </a:lnTo>
                  <a:lnTo>
                    <a:pt x="4137" y="559"/>
                  </a:lnTo>
                  <a:lnTo>
                    <a:pt x="4137" y="572"/>
                  </a:lnTo>
                  <a:lnTo>
                    <a:pt x="4137" y="578"/>
                  </a:lnTo>
                  <a:lnTo>
                    <a:pt x="4137" y="585"/>
                  </a:lnTo>
                  <a:lnTo>
                    <a:pt x="4137" y="591"/>
                  </a:lnTo>
                  <a:lnTo>
                    <a:pt x="4143" y="597"/>
                  </a:lnTo>
                  <a:lnTo>
                    <a:pt x="4143" y="610"/>
                  </a:lnTo>
                  <a:lnTo>
                    <a:pt x="4143" y="616"/>
                  </a:lnTo>
                  <a:lnTo>
                    <a:pt x="4143" y="622"/>
                  </a:lnTo>
                  <a:lnTo>
                    <a:pt x="4143" y="629"/>
                  </a:lnTo>
                  <a:lnTo>
                    <a:pt x="4143" y="635"/>
                  </a:lnTo>
                  <a:lnTo>
                    <a:pt x="4143" y="641"/>
                  </a:lnTo>
                  <a:lnTo>
                    <a:pt x="4149" y="647"/>
                  </a:lnTo>
                  <a:lnTo>
                    <a:pt x="4149" y="654"/>
                  </a:lnTo>
                  <a:lnTo>
                    <a:pt x="4149" y="660"/>
                  </a:lnTo>
                  <a:lnTo>
                    <a:pt x="4149" y="666"/>
                  </a:lnTo>
                  <a:lnTo>
                    <a:pt x="4149" y="679"/>
                  </a:lnTo>
                  <a:lnTo>
                    <a:pt x="4149" y="685"/>
                  </a:lnTo>
                  <a:lnTo>
                    <a:pt x="4156" y="691"/>
                  </a:lnTo>
                  <a:lnTo>
                    <a:pt x="4156" y="698"/>
                  </a:lnTo>
                  <a:lnTo>
                    <a:pt x="4156" y="704"/>
                  </a:lnTo>
                  <a:lnTo>
                    <a:pt x="4156" y="710"/>
                  </a:lnTo>
                  <a:lnTo>
                    <a:pt x="4156" y="717"/>
                  </a:lnTo>
                  <a:lnTo>
                    <a:pt x="4162" y="723"/>
                  </a:lnTo>
                  <a:lnTo>
                    <a:pt x="4162" y="729"/>
                  </a:lnTo>
                  <a:lnTo>
                    <a:pt x="4162" y="735"/>
                  </a:lnTo>
                  <a:lnTo>
                    <a:pt x="4162" y="742"/>
                  </a:lnTo>
                  <a:lnTo>
                    <a:pt x="4162" y="748"/>
                  </a:lnTo>
                  <a:lnTo>
                    <a:pt x="4162" y="754"/>
                  </a:lnTo>
                  <a:lnTo>
                    <a:pt x="4168" y="761"/>
                  </a:lnTo>
                  <a:lnTo>
                    <a:pt x="4168" y="767"/>
                  </a:lnTo>
                  <a:lnTo>
                    <a:pt x="4168" y="773"/>
                  </a:lnTo>
                  <a:lnTo>
                    <a:pt x="4168" y="779"/>
                  </a:lnTo>
                  <a:lnTo>
                    <a:pt x="4174" y="786"/>
                  </a:lnTo>
                  <a:lnTo>
                    <a:pt x="4174" y="792"/>
                  </a:lnTo>
                  <a:lnTo>
                    <a:pt x="4174" y="798"/>
                  </a:lnTo>
                  <a:lnTo>
                    <a:pt x="4174" y="805"/>
                  </a:lnTo>
                  <a:lnTo>
                    <a:pt x="4174" y="811"/>
                  </a:lnTo>
                  <a:lnTo>
                    <a:pt x="4181" y="817"/>
                  </a:lnTo>
                  <a:lnTo>
                    <a:pt x="4181" y="823"/>
                  </a:lnTo>
                  <a:lnTo>
                    <a:pt x="4181" y="830"/>
                  </a:lnTo>
                  <a:lnTo>
                    <a:pt x="4181" y="836"/>
                  </a:lnTo>
                  <a:lnTo>
                    <a:pt x="4187" y="842"/>
                  </a:lnTo>
                  <a:lnTo>
                    <a:pt x="4187" y="849"/>
                  </a:lnTo>
                  <a:lnTo>
                    <a:pt x="4193" y="855"/>
                  </a:lnTo>
                  <a:lnTo>
                    <a:pt x="4200" y="855"/>
                  </a:lnTo>
                  <a:lnTo>
                    <a:pt x="4200" y="849"/>
                  </a:lnTo>
                  <a:lnTo>
                    <a:pt x="4200" y="842"/>
                  </a:lnTo>
                  <a:lnTo>
                    <a:pt x="4206" y="842"/>
                  </a:lnTo>
                  <a:lnTo>
                    <a:pt x="4206" y="836"/>
                  </a:lnTo>
                  <a:lnTo>
                    <a:pt x="4206" y="830"/>
                  </a:lnTo>
                  <a:lnTo>
                    <a:pt x="4206" y="823"/>
                  </a:lnTo>
                  <a:lnTo>
                    <a:pt x="4212" y="823"/>
                  </a:lnTo>
                  <a:lnTo>
                    <a:pt x="4212" y="817"/>
                  </a:lnTo>
                  <a:lnTo>
                    <a:pt x="4212" y="811"/>
                  </a:lnTo>
                  <a:lnTo>
                    <a:pt x="4212" y="805"/>
                  </a:lnTo>
                  <a:lnTo>
                    <a:pt x="4218" y="798"/>
                  </a:lnTo>
                  <a:lnTo>
                    <a:pt x="4218" y="792"/>
                  </a:lnTo>
                  <a:lnTo>
                    <a:pt x="4218" y="786"/>
                  </a:lnTo>
                  <a:lnTo>
                    <a:pt x="4218" y="779"/>
                  </a:lnTo>
                  <a:lnTo>
                    <a:pt x="4218" y="773"/>
                  </a:lnTo>
                  <a:lnTo>
                    <a:pt x="4225" y="773"/>
                  </a:lnTo>
                  <a:lnTo>
                    <a:pt x="4225" y="767"/>
                  </a:lnTo>
                  <a:lnTo>
                    <a:pt x="4225" y="761"/>
                  </a:lnTo>
                  <a:lnTo>
                    <a:pt x="4225" y="754"/>
                  </a:lnTo>
                  <a:lnTo>
                    <a:pt x="4225" y="748"/>
                  </a:lnTo>
                  <a:lnTo>
                    <a:pt x="4231" y="742"/>
                  </a:lnTo>
                  <a:lnTo>
                    <a:pt x="4231" y="735"/>
                  </a:lnTo>
                  <a:lnTo>
                    <a:pt x="4231" y="729"/>
                  </a:lnTo>
                  <a:lnTo>
                    <a:pt x="4231" y="723"/>
                  </a:lnTo>
                  <a:lnTo>
                    <a:pt x="4231" y="717"/>
                  </a:lnTo>
                  <a:lnTo>
                    <a:pt x="4237" y="704"/>
                  </a:lnTo>
                  <a:lnTo>
                    <a:pt x="4237" y="698"/>
                  </a:lnTo>
                  <a:lnTo>
                    <a:pt x="4237" y="691"/>
                  </a:lnTo>
                  <a:lnTo>
                    <a:pt x="4237" y="685"/>
                  </a:lnTo>
                  <a:lnTo>
                    <a:pt x="4244" y="679"/>
                  </a:lnTo>
                  <a:lnTo>
                    <a:pt x="4244" y="673"/>
                  </a:lnTo>
                  <a:lnTo>
                    <a:pt x="4244" y="666"/>
                  </a:lnTo>
                  <a:lnTo>
                    <a:pt x="4244" y="660"/>
                  </a:lnTo>
                  <a:lnTo>
                    <a:pt x="4244" y="654"/>
                  </a:lnTo>
                  <a:lnTo>
                    <a:pt x="4244" y="647"/>
                  </a:lnTo>
                  <a:lnTo>
                    <a:pt x="4244" y="641"/>
                  </a:lnTo>
                  <a:lnTo>
                    <a:pt x="4250" y="635"/>
                  </a:lnTo>
                  <a:lnTo>
                    <a:pt x="4250" y="629"/>
                  </a:lnTo>
                  <a:lnTo>
                    <a:pt x="4250" y="622"/>
                  </a:lnTo>
                  <a:lnTo>
                    <a:pt x="4250" y="610"/>
                  </a:lnTo>
                  <a:lnTo>
                    <a:pt x="4250" y="603"/>
                  </a:lnTo>
                  <a:lnTo>
                    <a:pt x="4250" y="597"/>
                  </a:lnTo>
                  <a:lnTo>
                    <a:pt x="4256" y="591"/>
                  </a:lnTo>
                  <a:lnTo>
                    <a:pt x="4256" y="585"/>
                  </a:lnTo>
                  <a:lnTo>
                    <a:pt x="4256" y="578"/>
                  </a:lnTo>
                  <a:lnTo>
                    <a:pt x="4256" y="572"/>
                  </a:lnTo>
                  <a:lnTo>
                    <a:pt x="4256" y="559"/>
                  </a:lnTo>
                  <a:lnTo>
                    <a:pt x="4256" y="553"/>
                  </a:lnTo>
                  <a:lnTo>
                    <a:pt x="4262" y="547"/>
                  </a:lnTo>
                  <a:lnTo>
                    <a:pt x="4262" y="541"/>
                  </a:lnTo>
                  <a:lnTo>
                    <a:pt x="4262" y="534"/>
                  </a:lnTo>
                  <a:lnTo>
                    <a:pt x="4262" y="522"/>
                  </a:lnTo>
                  <a:lnTo>
                    <a:pt x="4262" y="515"/>
                  </a:lnTo>
                  <a:lnTo>
                    <a:pt x="4262" y="509"/>
                  </a:lnTo>
                  <a:lnTo>
                    <a:pt x="4269" y="503"/>
                  </a:lnTo>
                  <a:lnTo>
                    <a:pt x="4269" y="490"/>
                  </a:lnTo>
                  <a:lnTo>
                    <a:pt x="4269" y="484"/>
                  </a:lnTo>
                  <a:lnTo>
                    <a:pt x="4269" y="478"/>
                  </a:lnTo>
                  <a:lnTo>
                    <a:pt x="4269" y="465"/>
                  </a:lnTo>
                  <a:lnTo>
                    <a:pt x="4269" y="459"/>
                  </a:lnTo>
                  <a:lnTo>
                    <a:pt x="4269" y="452"/>
                  </a:lnTo>
                  <a:lnTo>
                    <a:pt x="4275" y="440"/>
                  </a:lnTo>
                  <a:lnTo>
                    <a:pt x="4275" y="434"/>
                  </a:lnTo>
                  <a:lnTo>
                    <a:pt x="4275" y="421"/>
                  </a:lnTo>
                  <a:lnTo>
                    <a:pt x="4275" y="415"/>
                  </a:lnTo>
                  <a:lnTo>
                    <a:pt x="4275" y="408"/>
                  </a:lnTo>
                  <a:lnTo>
                    <a:pt x="4275" y="396"/>
                  </a:lnTo>
                  <a:lnTo>
                    <a:pt x="4281" y="390"/>
                  </a:lnTo>
                  <a:lnTo>
                    <a:pt x="4281" y="377"/>
                  </a:lnTo>
                  <a:lnTo>
                    <a:pt x="4281" y="371"/>
                  </a:lnTo>
                  <a:lnTo>
                    <a:pt x="4281" y="358"/>
                  </a:lnTo>
                  <a:lnTo>
                    <a:pt x="4281" y="352"/>
                  </a:lnTo>
                  <a:lnTo>
                    <a:pt x="4281" y="339"/>
                  </a:lnTo>
                  <a:lnTo>
                    <a:pt x="4288" y="333"/>
                  </a:lnTo>
                  <a:lnTo>
                    <a:pt x="4288" y="320"/>
                  </a:lnTo>
                  <a:lnTo>
                    <a:pt x="4288" y="314"/>
                  </a:lnTo>
                  <a:lnTo>
                    <a:pt x="4288" y="302"/>
                  </a:lnTo>
                  <a:lnTo>
                    <a:pt x="4288" y="289"/>
                  </a:lnTo>
                  <a:lnTo>
                    <a:pt x="4288" y="283"/>
                  </a:lnTo>
                  <a:lnTo>
                    <a:pt x="4294" y="270"/>
                  </a:lnTo>
                  <a:lnTo>
                    <a:pt x="4294" y="258"/>
                  </a:lnTo>
                  <a:lnTo>
                    <a:pt x="4294" y="251"/>
                  </a:lnTo>
                  <a:lnTo>
                    <a:pt x="4294" y="239"/>
                  </a:lnTo>
                  <a:lnTo>
                    <a:pt x="4294" y="226"/>
                  </a:lnTo>
                  <a:lnTo>
                    <a:pt x="4294" y="220"/>
                  </a:lnTo>
                  <a:lnTo>
                    <a:pt x="4300" y="207"/>
                  </a:lnTo>
                  <a:lnTo>
                    <a:pt x="4300" y="195"/>
                  </a:lnTo>
                  <a:lnTo>
                    <a:pt x="4300" y="188"/>
                  </a:lnTo>
                  <a:lnTo>
                    <a:pt x="4300" y="176"/>
                  </a:lnTo>
                  <a:lnTo>
                    <a:pt x="4300" y="163"/>
                  </a:lnTo>
                  <a:lnTo>
                    <a:pt x="4300" y="151"/>
                  </a:lnTo>
                  <a:lnTo>
                    <a:pt x="4300" y="144"/>
                  </a:lnTo>
                  <a:lnTo>
                    <a:pt x="4307" y="138"/>
                  </a:lnTo>
                  <a:lnTo>
                    <a:pt x="4307" y="132"/>
                  </a:lnTo>
                  <a:lnTo>
                    <a:pt x="4307" y="126"/>
                  </a:lnTo>
                  <a:lnTo>
                    <a:pt x="4307" y="119"/>
                  </a:lnTo>
                  <a:lnTo>
                    <a:pt x="4307" y="113"/>
                  </a:lnTo>
                  <a:lnTo>
                    <a:pt x="4313" y="107"/>
                  </a:lnTo>
                  <a:lnTo>
                    <a:pt x="4313" y="113"/>
                  </a:lnTo>
                  <a:lnTo>
                    <a:pt x="4313" y="119"/>
                  </a:lnTo>
                  <a:lnTo>
                    <a:pt x="4319" y="126"/>
                  </a:lnTo>
                  <a:lnTo>
                    <a:pt x="4319" y="132"/>
                  </a:lnTo>
                  <a:lnTo>
                    <a:pt x="4319" y="138"/>
                  </a:lnTo>
                  <a:lnTo>
                    <a:pt x="4319" y="144"/>
                  </a:lnTo>
                  <a:lnTo>
                    <a:pt x="4319" y="157"/>
                  </a:lnTo>
                  <a:lnTo>
                    <a:pt x="4319" y="163"/>
                  </a:lnTo>
                  <a:lnTo>
                    <a:pt x="4319" y="176"/>
                  </a:lnTo>
                  <a:lnTo>
                    <a:pt x="4325" y="188"/>
                  </a:lnTo>
                  <a:lnTo>
                    <a:pt x="4325" y="201"/>
                  </a:lnTo>
                  <a:lnTo>
                    <a:pt x="4325" y="207"/>
                  </a:lnTo>
                  <a:lnTo>
                    <a:pt x="4325" y="220"/>
                  </a:lnTo>
                  <a:lnTo>
                    <a:pt x="4325" y="232"/>
                  </a:lnTo>
                  <a:lnTo>
                    <a:pt x="4325" y="245"/>
                  </a:lnTo>
                  <a:lnTo>
                    <a:pt x="4332" y="251"/>
                  </a:lnTo>
                  <a:lnTo>
                    <a:pt x="4332" y="264"/>
                  </a:lnTo>
                  <a:lnTo>
                    <a:pt x="4332" y="276"/>
                  </a:lnTo>
                  <a:lnTo>
                    <a:pt x="4332" y="283"/>
                  </a:lnTo>
                  <a:lnTo>
                    <a:pt x="4332" y="295"/>
                  </a:lnTo>
                  <a:lnTo>
                    <a:pt x="4332" y="302"/>
                  </a:lnTo>
                  <a:lnTo>
                    <a:pt x="4338" y="314"/>
                  </a:lnTo>
                  <a:lnTo>
                    <a:pt x="4338" y="327"/>
                  </a:lnTo>
                  <a:lnTo>
                    <a:pt x="4338" y="333"/>
                  </a:lnTo>
                  <a:lnTo>
                    <a:pt x="4338" y="346"/>
                  </a:lnTo>
                  <a:lnTo>
                    <a:pt x="4338" y="352"/>
                  </a:lnTo>
                  <a:lnTo>
                    <a:pt x="4338" y="364"/>
                  </a:lnTo>
                  <a:lnTo>
                    <a:pt x="4344" y="371"/>
                  </a:lnTo>
                  <a:lnTo>
                    <a:pt x="4344" y="383"/>
                  </a:lnTo>
                  <a:lnTo>
                    <a:pt x="4344" y="390"/>
                  </a:lnTo>
                  <a:lnTo>
                    <a:pt x="4344" y="402"/>
                  </a:lnTo>
                  <a:lnTo>
                    <a:pt x="4344" y="408"/>
                  </a:lnTo>
                  <a:lnTo>
                    <a:pt x="4344" y="421"/>
                  </a:lnTo>
                  <a:lnTo>
                    <a:pt x="4344" y="427"/>
                  </a:lnTo>
                  <a:lnTo>
                    <a:pt x="4351" y="440"/>
                  </a:lnTo>
                  <a:lnTo>
                    <a:pt x="4351" y="446"/>
                  </a:lnTo>
                  <a:lnTo>
                    <a:pt x="4351" y="459"/>
                  </a:lnTo>
                  <a:lnTo>
                    <a:pt x="4351" y="465"/>
                  </a:lnTo>
                  <a:lnTo>
                    <a:pt x="4351" y="471"/>
                  </a:lnTo>
                  <a:lnTo>
                    <a:pt x="4351" y="478"/>
                  </a:lnTo>
                  <a:lnTo>
                    <a:pt x="4357" y="484"/>
                  </a:lnTo>
                  <a:lnTo>
                    <a:pt x="4357" y="496"/>
                  </a:lnTo>
                  <a:lnTo>
                    <a:pt x="4357" y="503"/>
                  </a:lnTo>
                  <a:lnTo>
                    <a:pt x="4357" y="509"/>
                  </a:lnTo>
                  <a:lnTo>
                    <a:pt x="4357" y="515"/>
                  </a:lnTo>
                  <a:lnTo>
                    <a:pt x="4357" y="522"/>
                  </a:lnTo>
                  <a:lnTo>
                    <a:pt x="4363" y="528"/>
                  </a:lnTo>
                  <a:lnTo>
                    <a:pt x="4363" y="541"/>
                  </a:lnTo>
                  <a:lnTo>
                    <a:pt x="4363" y="547"/>
                  </a:lnTo>
                  <a:lnTo>
                    <a:pt x="4363" y="553"/>
                  </a:lnTo>
                  <a:lnTo>
                    <a:pt x="4363" y="559"/>
                  </a:lnTo>
                  <a:lnTo>
                    <a:pt x="4363" y="566"/>
                  </a:lnTo>
                  <a:lnTo>
                    <a:pt x="4369" y="572"/>
                  </a:lnTo>
                  <a:lnTo>
                    <a:pt x="4369" y="585"/>
                  </a:lnTo>
                  <a:lnTo>
                    <a:pt x="4369" y="591"/>
                  </a:lnTo>
                  <a:lnTo>
                    <a:pt x="4369" y="597"/>
                  </a:lnTo>
                  <a:lnTo>
                    <a:pt x="4369" y="603"/>
                  </a:lnTo>
                  <a:lnTo>
                    <a:pt x="4369" y="610"/>
                  </a:lnTo>
                  <a:lnTo>
                    <a:pt x="4369" y="616"/>
                  </a:lnTo>
                  <a:lnTo>
                    <a:pt x="4376" y="622"/>
                  </a:lnTo>
                  <a:lnTo>
                    <a:pt x="4376" y="629"/>
                  </a:lnTo>
                  <a:lnTo>
                    <a:pt x="4376" y="635"/>
                  </a:lnTo>
                  <a:lnTo>
                    <a:pt x="4376" y="641"/>
                  </a:lnTo>
                  <a:lnTo>
                    <a:pt x="4376" y="660"/>
                  </a:lnTo>
                  <a:lnTo>
                    <a:pt x="4382" y="666"/>
                  </a:lnTo>
                  <a:lnTo>
                    <a:pt x="4382" y="673"/>
                  </a:lnTo>
                  <a:lnTo>
                    <a:pt x="4382" y="679"/>
                  </a:lnTo>
                  <a:lnTo>
                    <a:pt x="4382" y="685"/>
                  </a:lnTo>
                  <a:lnTo>
                    <a:pt x="4382" y="691"/>
                  </a:lnTo>
                  <a:lnTo>
                    <a:pt x="4382" y="698"/>
                  </a:lnTo>
                  <a:lnTo>
                    <a:pt x="4388" y="704"/>
                  </a:lnTo>
                  <a:lnTo>
                    <a:pt x="4388" y="710"/>
                  </a:lnTo>
                  <a:lnTo>
                    <a:pt x="4388" y="717"/>
                  </a:lnTo>
                  <a:lnTo>
                    <a:pt x="4388" y="723"/>
                  </a:lnTo>
                  <a:lnTo>
                    <a:pt x="4388" y="729"/>
                  </a:lnTo>
                  <a:lnTo>
                    <a:pt x="4395" y="735"/>
                  </a:lnTo>
                  <a:lnTo>
                    <a:pt x="4395" y="742"/>
                  </a:lnTo>
                  <a:lnTo>
                    <a:pt x="4395" y="748"/>
                  </a:lnTo>
                  <a:lnTo>
                    <a:pt x="4395" y="754"/>
                  </a:lnTo>
                  <a:lnTo>
                    <a:pt x="4395" y="761"/>
                  </a:lnTo>
                  <a:lnTo>
                    <a:pt x="4395" y="767"/>
                  </a:lnTo>
                  <a:lnTo>
                    <a:pt x="4401" y="773"/>
                  </a:lnTo>
                  <a:lnTo>
                    <a:pt x="4401" y="779"/>
                  </a:lnTo>
                  <a:lnTo>
                    <a:pt x="4401" y="786"/>
                  </a:lnTo>
                  <a:lnTo>
                    <a:pt x="4401" y="792"/>
                  </a:lnTo>
                  <a:lnTo>
                    <a:pt x="4407" y="798"/>
                  </a:lnTo>
                  <a:lnTo>
                    <a:pt x="4407" y="805"/>
                  </a:lnTo>
                  <a:lnTo>
                    <a:pt x="4407" y="811"/>
                  </a:lnTo>
                  <a:lnTo>
                    <a:pt x="4407" y="817"/>
                  </a:lnTo>
                  <a:lnTo>
                    <a:pt x="4413" y="823"/>
                  </a:lnTo>
                  <a:lnTo>
                    <a:pt x="4413" y="830"/>
                  </a:lnTo>
                  <a:lnTo>
                    <a:pt x="4413" y="836"/>
                  </a:lnTo>
                  <a:lnTo>
                    <a:pt x="4420" y="842"/>
                  </a:lnTo>
                  <a:lnTo>
                    <a:pt x="4420" y="849"/>
                  </a:lnTo>
                  <a:lnTo>
                    <a:pt x="4420" y="855"/>
                  </a:lnTo>
                  <a:lnTo>
                    <a:pt x="4426" y="855"/>
                  </a:lnTo>
                  <a:lnTo>
                    <a:pt x="4426" y="861"/>
                  </a:lnTo>
                  <a:lnTo>
                    <a:pt x="4432" y="861"/>
                  </a:lnTo>
                  <a:lnTo>
                    <a:pt x="4432" y="855"/>
                  </a:lnTo>
                  <a:lnTo>
                    <a:pt x="4439" y="855"/>
                  </a:lnTo>
                  <a:lnTo>
                    <a:pt x="4439" y="849"/>
                  </a:lnTo>
                  <a:lnTo>
                    <a:pt x="4439" y="842"/>
                  </a:lnTo>
                  <a:lnTo>
                    <a:pt x="4439" y="836"/>
                  </a:lnTo>
                  <a:lnTo>
                    <a:pt x="4445" y="830"/>
                  </a:lnTo>
                  <a:lnTo>
                    <a:pt x="4445" y="823"/>
                  </a:lnTo>
                  <a:lnTo>
                    <a:pt x="4445" y="817"/>
                  </a:lnTo>
                  <a:lnTo>
                    <a:pt x="4445" y="811"/>
                  </a:lnTo>
                  <a:lnTo>
                    <a:pt x="4451" y="805"/>
                  </a:lnTo>
                  <a:lnTo>
                    <a:pt x="4451" y="798"/>
                  </a:lnTo>
                  <a:lnTo>
                    <a:pt x="4451" y="792"/>
                  </a:lnTo>
                  <a:lnTo>
                    <a:pt x="4451" y="786"/>
                  </a:lnTo>
                  <a:lnTo>
                    <a:pt x="4457" y="779"/>
                  </a:lnTo>
                  <a:lnTo>
                    <a:pt x="4457" y="773"/>
                  </a:lnTo>
                  <a:lnTo>
                    <a:pt x="4457" y="767"/>
                  </a:lnTo>
                  <a:lnTo>
                    <a:pt x="4457" y="761"/>
                  </a:lnTo>
                  <a:lnTo>
                    <a:pt x="4457" y="754"/>
                  </a:lnTo>
                  <a:lnTo>
                    <a:pt x="4464" y="748"/>
                  </a:lnTo>
                  <a:lnTo>
                    <a:pt x="4464" y="742"/>
                  </a:lnTo>
                  <a:lnTo>
                    <a:pt x="4464" y="735"/>
                  </a:lnTo>
                  <a:lnTo>
                    <a:pt x="4464" y="729"/>
                  </a:lnTo>
                  <a:lnTo>
                    <a:pt x="4464" y="723"/>
                  </a:lnTo>
                  <a:lnTo>
                    <a:pt x="4470" y="717"/>
                  </a:lnTo>
                  <a:lnTo>
                    <a:pt x="4470" y="710"/>
                  </a:lnTo>
                  <a:lnTo>
                    <a:pt x="4470" y="704"/>
                  </a:lnTo>
                  <a:lnTo>
                    <a:pt x="4470" y="698"/>
                  </a:lnTo>
                  <a:lnTo>
                    <a:pt x="4470" y="691"/>
                  </a:lnTo>
                  <a:lnTo>
                    <a:pt x="4470" y="685"/>
                  </a:lnTo>
                  <a:lnTo>
                    <a:pt x="4470" y="679"/>
                  </a:lnTo>
                  <a:lnTo>
                    <a:pt x="4476" y="673"/>
                  </a:lnTo>
                  <a:lnTo>
                    <a:pt x="4476" y="666"/>
                  </a:lnTo>
                  <a:lnTo>
                    <a:pt x="4476" y="660"/>
                  </a:lnTo>
                  <a:lnTo>
                    <a:pt x="4476" y="647"/>
                  </a:lnTo>
                  <a:lnTo>
                    <a:pt x="4476" y="641"/>
                  </a:lnTo>
                  <a:lnTo>
                    <a:pt x="4476" y="635"/>
                  </a:lnTo>
                  <a:lnTo>
                    <a:pt x="4483" y="629"/>
                  </a:lnTo>
                  <a:lnTo>
                    <a:pt x="4483" y="622"/>
                  </a:lnTo>
                  <a:lnTo>
                    <a:pt x="4483" y="616"/>
                  </a:lnTo>
                  <a:lnTo>
                    <a:pt x="4483" y="610"/>
                  </a:lnTo>
                  <a:lnTo>
                    <a:pt x="4483" y="597"/>
                  </a:lnTo>
                  <a:lnTo>
                    <a:pt x="4483" y="591"/>
                  </a:lnTo>
                  <a:lnTo>
                    <a:pt x="4489" y="585"/>
                  </a:lnTo>
                  <a:lnTo>
                    <a:pt x="4489" y="578"/>
                  </a:lnTo>
                  <a:lnTo>
                    <a:pt x="4489" y="572"/>
                  </a:lnTo>
                  <a:lnTo>
                    <a:pt x="4489" y="559"/>
                  </a:lnTo>
                  <a:lnTo>
                    <a:pt x="4489" y="553"/>
                  </a:lnTo>
                  <a:lnTo>
                    <a:pt x="4489" y="547"/>
                  </a:lnTo>
                  <a:lnTo>
                    <a:pt x="4495" y="541"/>
                  </a:lnTo>
                  <a:lnTo>
                    <a:pt x="4495" y="528"/>
                  </a:lnTo>
                  <a:lnTo>
                    <a:pt x="4495" y="522"/>
                  </a:lnTo>
                  <a:lnTo>
                    <a:pt x="4495" y="515"/>
                  </a:lnTo>
                  <a:lnTo>
                    <a:pt x="4495" y="509"/>
                  </a:lnTo>
                  <a:lnTo>
                    <a:pt x="4495" y="496"/>
                  </a:lnTo>
                  <a:lnTo>
                    <a:pt x="4495" y="490"/>
                  </a:lnTo>
                  <a:lnTo>
                    <a:pt x="4501" y="484"/>
                  </a:lnTo>
                  <a:lnTo>
                    <a:pt x="4501" y="478"/>
                  </a:lnTo>
                  <a:lnTo>
                    <a:pt x="4501" y="465"/>
                  </a:lnTo>
                  <a:lnTo>
                    <a:pt x="4501" y="459"/>
                  </a:lnTo>
                  <a:lnTo>
                    <a:pt x="4501" y="452"/>
                  </a:lnTo>
                  <a:lnTo>
                    <a:pt x="4501" y="440"/>
                  </a:lnTo>
                  <a:lnTo>
                    <a:pt x="4508" y="434"/>
                  </a:lnTo>
                  <a:lnTo>
                    <a:pt x="4508" y="427"/>
                  </a:lnTo>
                  <a:lnTo>
                    <a:pt x="4508" y="421"/>
                  </a:lnTo>
                  <a:lnTo>
                    <a:pt x="4508" y="408"/>
                  </a:lnTo>
                  <a:lnTo>
                    <a:pt x="4508" y="396"/>
                  </a:lnTo>
                  <a:lnTo>
                    <a:pt x="4508" y="390"/>
                  </a:lnTo>
                  <a:lnTo>
                    <a:pt x="4514" y="377"/>
                  </a:lnTo>
                  <a:lnTo>
                    <a:pt x="4514" y="371"/>
                  </a:lnTo>
                  <a:lnTo>
                    <a:pt x="4514" y="358"/>
                  </a:lnTo>
                  <a:lnTo>
                    <a:pt x="4514" y="352"/>
                  </a:lnTo>
                  <a:lnTo>
                    <a:pt x="4514" y="339"/>
                  </a:lnTo>
                  <a:lnTo>
                    <a:pt x="4514" y="327"/>
                  </a:lnTo>
                  <a:lnTo>
                    <a:pt x="4520" y="320"/>
                  </a:lnTo>
                  <a:lnTo>
                    <a:pt x="4520" y="308"/>
                  </a:lnTo>
                  <a:lnTo>
                    <a:pt x="4520" y="302"/>
                  </a:lnTo>
                  <a:lnTo>
                    <a:pt x="4520" y="289"/>
                  </a:lnTo>
                  <a:lnTo>
                    <a:pt x="4520" y="276"/>
                  </a:lnTo>
                  <a:lnTo>
                    <a:pt x="4520" y="264"/>
                  </a:lnTo>
                  <a:lnTo>
                    <a:pt x="4527" y="258"/>
                  </a:lnTo>
                  <a:lnTo>
                    <a:pt x="4527" y="245"/>
                  </a:lnTo>
                  <a:lnTo>
                    <a:pt x="4527" y="232"/>
                  </a:lnTo>
                  <a:lnTo>
                    <a:pt x="4527" y="220"/>
                  </a:lnTo>
                  <a:lnTo>
                    <a:pt x="4527" y="214"/>
                  </a:lnTo>
                  <a:lnTo>
                    <a:pt x="4527" y="201"/>
                  </a:lnTo>
                  <a:lnTo>
                    <a:pt x="4527" y="188"/>
                  </a:lnTo>
                  <a:lnTo>
                    <a:pt x="4533" y="176"/>
                  </a:lnTo>
                  <a:lnTo>
                    <a:pt x="4533" y="163"/>
                  </a:lnTo>
                  <a:lnTo>
                    <a:pt x="4533" y="157"/>
                  </a:lnTo>
                  <a:lnTo>
                    <a:pt x="4533" y="144"/>
                  </a:lnTo>
                  <a:lnTo>
                    <a:pt x="4533" y="132"/>
                  </a:lnTo>
                  <a:lnTo>
                    <a:pt x="4533" y="119"/>
                  </a:lnTo>
                  <a:lnTo>
                    <a:pt x="4539" y="107"/>
                  </a:lnTo>
                  <a:lnTo>
                    <a:pt x="4539" y="88"/>
                  </a:lnTo>
                  <a:lnTo>
                    <a:pt x="4539" y="75"/>
                  </a:lnTo>
                  <a:lnTo>
                    <a:pt x="4539" y="69"/>
                  </a:lnTo>
                  <a:lnTo>
                    <a:pt x="4539" y="63"/>
                  </a:lnTo>
                  <a:lnTo>
                    <a:pt x="4545" y="56"/>
                  </a:lnTo>
                  <a:lnTo>
                    <a:pt x="4545" y="50"/>
                  </a:lnTo>
                  <a:lnTo>
                    <a:pt x="4545" y="44"/>
                  </a:lnTo>
                  <a:lnTo>
                    <a:pt x="4545" y="50"/>
                  </a:lnTo>
                  <a:lnTo>
                    <a:pt x="4552" y="50"/>
                  </a:lnTo>
                  <a:lnTo>
                    <a:pt x="4552" y="56"/>
                  </a:lnTo>
                  <a:lnTo>
                    <a:pt x="4552" y="63"/>
                  </a:lnTo>
                  <a:lnTo>
                    <a:pt x="4552" y="69"/>
                  </a:lnTo>
                  <a:lnTo>
                    <a:pt x="4552" y="75"/>
                  </a:lnTo>
                  <a:lnTo>
                    <a:pt x="4552" y="81"/>
                  </a:lnTo>
                  <a:lnTo>
                    <a:pt x="4558" y="94"/>
                  </a:lnTo>
                  <a:lnTo>
                    <a:pt x="4558" y="100"/>
                  </a:lnTo>
                  <a:lnTo>
                    <a:pt x="4558" y="113"/>
                  </a:lnTo>
                  <a:lnTo>
                    <a:pt x="4558" y="126"/>
                  </a:lnTo>
                  <a:lnTo>
                    <a:pt x="4558" y="138"/>
                  </a:lnTo>
                  <a:lnTo>
                    <a:pt x="4558" y="151"/>
                  </a:lnTo>
                  <a:lnTo>
                    <a:pt x="4564" y="157"/>
                  </a:lnTo>
                  <a:lnTo>
                    <a:pt x="4564" y="170"/>
                  </a:lnTo>
                  <a:lnTo>
                    <a:pt x="4564" y="182"/>
                  </a:lnTo>
                  <a:lnTo>
                    <a:pt x="4564" y="195"/>
                  </a:lnTo>
                  <a:lnTo>
                    <a:pt x="4564" y="201"/>
                  </a:lnTo>
                  <a:lnTo>
                    <a:pt x="4564" y="214"/>
                  </a:lnTo>
                  <a:lnTo>
                    <a:pt x="4564" y="226"/>
                  </a:lnTo>
                  <a:lnTo>
                    <a:pt x="4571" y="232"/>
                  </a:lnTo>
                  <a:lnTo>
                    <a:pt x="4571" y="245"/>
                  </a:lnTo>
                  <a:lnTo>
                    <a:pt x="4571" y="258"/>
                  </a:lnTo>
                  <a:lnTo>
                    <a:pt x="4571" y="264"/>
                  </a:lnTo>
                  <a:lnTo>
                    <a:pt x="4571" y="276"/>
                  </a:lnTo>
                  <a:lnTo>
                    <a:pt x="4571" y="289"/>
                  </a:lnTo>
                  <a:lnTo>
                    <a:pt x="4577" y="295"/>
                  </a:lnTo>
                  <a:lnTo>
                    <a:pt x="4577" y="308"/>
                  </a:lnTo>
                  <a:lnTo>
                    <a:pt x="4577" y="314"/>
                  </a:lnTo>
                  <a:lnTo>
                    <a:pt x="4577" y="327"/>
                  </a:lnTo>
                  <a:lnTo>
                    <a:pt x="4577" y="339"/>
                  </a:lnTo>
                  <a:lnTo>
                    <a:pt x="4577" y="346"/>
                  </a:lnTo>
                  <a:lnTo>
                    <a:pt x="4583" y="358"/>
                  </a:lnTo>
                  <a:lnTo>
                    <a:pt x="4583" y="364"/>
                  </a:lnTo>
                  <a:lnTo>
                    <a:pt x="4583" y="377"/>
                  </a:lnTo>
                  <a:lnTo>
                    <a:pt x="4583" y="383"/>
                  </a:lnTo>
                  <a:lnTo>
                    <a:pt x="4583" y="396"/>
                  </a:lnTo>
                  <a:lnTo>
                    <a:pt x="4583" y="402"/>
                  </a:lnTo>
                  <a:lnTo>
                    <a:pt x="4589" y="408"/>
                  </a:lnTo>
                  <a:lnTo>
                    <a:pt x="4589" y="421"/>
                  </a:lnTo>
                  <a:lnTo>
                    <a:pt x="4589" y="427"/>
                  </a:lnTo>
                  <a:lnTo>
                    <a:pt x="4589" y="434"/>
                  </a:lnTo>
                  <a:lnTo>
                    <a:pt x="4589" y="440"/>
                  </a:lnTo>
                  <a:lnTo>
                    <a:pt x="4589" y="452"/>
                  </a:lnTo>
                  <a:lnTo>
                    <a:pt x="4596" y="459"/>
                  </a:lnTo>
                  <a:lnTo>
                    <a:pt x="4596" y="471"/>
                  </a:lnTo>
                  <a:lnTo>
                    <a:pt x="4596" y="484"/>
                  </a:lnTo>
                  <a:lnTo>
                    <a:pt x="4596" y="490"/>
                  </a:lnTo>
                  <a:lnTo>
                    <a:pt x="4596" y="496"/>
                  </a:lnTo>
                  <a:lnTo>
                    <a:pt x="4596" y="503"/>
                  </a:lnTo>
                  <a:lnTo>
                    <a:pt x="4602" y="509"/>
                  </a:lnTo>
                  <a:lnTo>
                    <a:pt x="4602" y="522"/>
                  </a:lnTo>
                  <a:lnTo>
                    <a:pt x="4602" y="528"/>
                  </a:lnTo>
                  <a:lnTo>
                    <a:pt x="4602" y="534"/>
                  </a:lnTo>
                  <a:lnTo>
                    <a:pt x="4602" y="541"/>
                  </a:lnTo>
                  <a:lnTo>
                    <a:pt x="4602" y="547"/>
                  </a:lnTo>
                  <a:lnTo>
                    <a:pt x="4608" y="559"/>
                  </a:lnTo>
                  <a:lnTo>
                    <a:pt x="4608" y="566"/>
                  </a:lnTo>
                  <a:lnTo>
                    <a:pt x="4608" y="572"/>
                  </a:lnTo>
                  <a:lnTo>
                    <a:pt x="4608" y="578"/>
                  </a:lnTo>
                  <a:lnTo>
                    <a:pt x="4608" y="585"/>
                  </a:lnTo>
                  <a:lnTo>
                    <a:pt x="4608" y="591"/>
                  </a:lnTo>
                  <a:lnTo>
                    <a:pt x="4615" y="603"/>
                  </a:lnTo>
                  <a:lnTo>
                    <a:pt x="4615" y="610"/>
                  </a:lnTo>
                  <a:lnTo>
                    <a:pt x="4615" y="616"/>
                  </a:lnTo>
                  <a:lnTo>
                    <a:pt x="4615" y="622"/>
                  </a:lnTo>
                  <a:lnTo>
                    <a:pt x="4615" y="629"/>
                  </a:lnTo>
                  <a:lnTo>
                    <a:pt x="4615" y="635"/>
                  </a:lnTo>
                  <a:lnTo>
                    <a:pt x="4621" y="641"/>
                  </a:lnTo>
                  <a:lnTo>
                    <a:pt x="4621" y="647"/>
                  </a:lnTo>
                  <a:lnTo>
                    <a:pt x="4621" y="654"/>
                  </a:lnTo>
                  <a:lnTo>
                    <a:pt x="4621" y="660"/>
                  </a:lnTo>
                  <a:lnTo>
                    <a:pt x="4621" y="673"/>
                  </a:lnTo>
                  <a:lnTo>
                    <a:pt x="4621" y="679"/>
                  </a:lnTo>
                  <a:lnTo>
                    <a:pt x="4621" y="685"/>
                  </a:lnTo>
                  <a:lnTo>
                    <a:pt x="4627" y="691"/>
                  </a:lnTo>
                  <a:lnTo>
                    <a:pt x="4627" y="698"/>
                  </a:lnTo>
                  <a:lnTo>
                    <a:pt x="4627" y="704"/>
                  </a:lnTo>
                  <a:lnTo>
                    <a:pt x="4627" y="710"/>
                  </a:lnTo>
                  <a:lnTo>
                    <a:pt x="4627" y="717"/>
                  </a:lnTo>
                  <a:lnTo>
                    <a:pt x="4633" y="723"/>
                  </a:lnTo>
                  <a:lnTo>
                    <a:pt x="4633" y="729"/>
                  </a:lnTo>
                  <a:lnTo>
                    <a:pt x="4633" y="735"/>
                  </a:lnTo>
                  <a:lnTo>
                    <a:pt x="4633" y="742"/>
                  </a:lnTo>
                  <a:lnTo>
                    <a:pt x="4633" y="748"/>
                  </a:lnTo>
                  <a:lnTo>
                    <a:pt x="4640" y="754"/>
                  </a:lnTo>
                  <a:lnTo>
                    <a:pt x="4640" y="761"/>
                  </a:lnTo>
                  <a:lnTo>
                    <a:pt x="4640" y="767"/>
                  </a:lnTo>
                  <a:lnTo>
                    <a:pt x="4640" y="773"/>
                  </a:lnTo>
                  <a:lnTo>
                    <a:pt x="4640" y="779"/>
                  </a:lnTo>
                  <a:lnTo>
                    <a:pt x="4646" y="779"/>
                  </a:lnTo>
                  <a:lnTo>
                    <a:pt x="4646" y="786"/>
                  </a:lnTo>
                  <a:lnTo>
                    <a:pt x="4646" y="792"/>
                  </a:lnTo>
                  <a:lnTo>
                    <a:pt x="4646" y="798"/>
                  </a:lnTo>
                  <a:lnTo>
                    <a:pt x="4646" y="805"/>
                  </a:lnTo>
                  <a:lnTo>
                    <a:pt x="4652" y="805"/>
                  </a:lnTo>
                  <a:lnTo>
                    <a:pt x="4652" y="811"/>
                  </a:lnTo>
                  <a:lnTo>
                    <a:pt x="4652" y="817"/>
                  </a:lnTo>
                  <a:lnTo>
                    <a:pt x="4652" y="823"/>
                  </a:lnTo>
                  <a:lnTo>
                    <a:pt x="4652" y="830"/>
                  </a:lnTo>
                  <a:lnTo>
                    <a:pt x="4659" y="830"/>
                  </a:lnTo>
                  <a:lnTo>
                    <a:pt x="4659" y="836"/>
                  </a:lnTo>
                  <a:lnTo>
                    <a:pt x="4659" y="842"/>
                  </a:lnTo>
                  <a:lnTo>
                    <a:pt x="4665" y="842"/>
                  </a:lnTo>
                  <a:lnTo>
                    <a:pt x="4671" y="842"/>
                  </a:lnTo>
                  <a:lnTo>
                    <a:pt x="4671" y="836"/>
                  </a:lnTo>
                  <a:lnTo>
                    <a:pt x="4671" y="830"/>
                  </a:lnTo>
                  <a:lnTo>
                    <a:pt x="4677" y="823"/>
                  </a:lnTo>
                  <a:lnTo>
                    <a:pt x="4677" y="817"/>
                  </a:lnTo>
                  <a:lnTo>
                    <a:pt x="4677" y="811"/>
                  </a:lnTo>
                  <a:lnTo>
                    <a:pt x="4684" y="805"/>
                  </a:lnTo>
                  <a:lnTo>
                    <a:pt x="4684" y="798"/>
                  </a:lnTo>
                  <a:lnTo>
                    <a:pt x="4684" y="792"/>
                  </a:lnTo>
                  <a:lnTo>
                    <a:pt x="4684" y="786"/>
                  </a:lnTo>
                  <a:lnTo>
                    <a:pt x="4690" y="779"/>
                  </a:lnTo>
                  <a:lnTo>
                    <a:pt x="4690" y="773"/>
                  </a:lnTo>
                  <a:lnTo>
                    <a:pt x="4690" y="767"/>
                  </a:lnTo>
                  <a:lnTo>
                    <a:pt x="4690" y="761"/>
                  </a:lnTo>
                  <a:lnTo>
                    <a:pt x="4696" y="754"/>
                  </a:lnTo>
                  <a:lnTo>
                    <a:pt x="4696" y="748"/>
                  </a:lnTo>
                  <a:lnTo>
                    <a:pt x="4696" y="742"/>
                  </a:lnTo>
                  <a:lnTo>
                    <a:pt x="4696" y="735"/>
                  </a:lnTo>
                  <a:lnTo>
                    <a:pt x="4696" y="729"/>
                  </a:lnTo>
                  <a:lnTo>
                    <a:pt x="4703" y="723"/>
                  </a:lnTo>
                  <a:lnTo>
                    <a:pt x="4703" y="717"/>
                  </a:lnTo>
                  <a:lnTo>
                    <a:pt x="4703" y="710"/>
                  </a:lnTo>
                  <a:lnTo>
                    <a:pt x="4703" y="704"/>
                  </a:lnTo>
                  <a:lnTo>
                    <a:pt x="4703" y="698"/>
                  </a:lnTo>
                  <a:lnTo>
                    <a:pt x="4709" y="691"/>
                  </a:lnTo>
                  <a:lnTo>
                    <a:pt x="4709" y="685"/>
                  </a:lnTo>
                  <a:lnTo>
                    <a:pt x="4709" y="679"/>
                  </a:lnTo>
                  <a:lnTo>
                    <a:pt x="4709" y="673"/>
                  </a:lnTo>
                  <a:lnTo>
                    <a:pt x="4709" y="666"/>
                  </a:lnTo>
                  <a:lnTo>
                    <a:pt x="4709" y="660"/>
                  </a:lnTo>
                  <a:lnTo>
                    <a:pt x="4715" y="660"/>
                  </a:lnTo>
                  <a:lnTo>
                    <a:pt x="4715" y="654"/>
                  </a:lnTo>
                  <a:lnTo>
                    <a:pt x="4715" y="647"/>
                  </a:lnTo>
                  <a:lnTo>
                    <a:pt x="4715" y="641"/>
                  </a:lnTo>
                  <a:lnTo>
                    <a:pt x="4715" y="635"/>
                  </a:lnTo>
                  <a:lnTo>
                    <a:pt x="4715" y="629"/>
                  </a:lnTo>
                  <a:lnTo>
                    <a:pt x="4721" y="622"/>
                  </a:lnTo>
                  <a:lnTo>
                    <a:pt x="4721" y="616"/>
                  </a:lnTo>
                  <a:lnTo>
                    <a:pt x="4721" y="610"/>
                  </a:lnTo>
                  <a:lnTo>
                    <a:pt x="4721" y="597"/>
                  </a:lnTo>
                  <a:lnTo>
                    <a:pt x="4721" y="591"/>
                  </a:lnTo>
                  <a:lnTo>
                    <a:pt x="4721" y="585"/>
                  </a:lnTo>
                  <a:lnTo>
                    <a:pt x="4721" y="578"/>
                  </a:lnTo>
                  <a:lnTo>
                    <a:pt x="4728" y="572"/>
                  </a:lnTo>
                  <a:lnTo>
                    <a:pt x="4728" y="566"/>
                  </a:lnTo>
                  <a:lnTo>
                    <a:pt x="4728" y="559"/>
                  </a:lnTo>
                  <a:lnTo>
                    <a:pt x="4728" y="553"/>
                  </a:lnTo>
                  <a:lnTo>
                    <a:pt x="4728" y="547"/>
                  </a:lnTo>
                  <a:lnTo>
                    <a:pt x="4728" y="534"/>
                  </a:lnTo>
                  <a:lnTo>
                    <a:pt x="4734" y="528"/>
                  </a:lnTo>
                  <a:lnTo>
                    <a:pt x="4734" y="522"/>
                  </a:lnTo>
                  <a:lnTo>
                    <a:pt x="4734" y="515"/>
                  </a:lnTo>
                  <a:lnTo>
                    <a:pt x="4734" y="509"/>
                  </a:lnTo>
                  <a:lnTo>
                    <a:pt x="4734" y="496"/>
                  </a:lnTo>
                  <a:lnTo>
                    <a:pt x="4740" y="484"/>
                  </a:lnTo>
                  <a:lnTo>
                    <a:pt x="4740" y="478"/>
                  </a:lnTo>
                  <a:lnTo>
                    <a:pt x="4740" y="465"/>
                  </a:lnTo>
                  <a:lnTo>
                    <a:pt x="4740" y="459"/>
                  </a:lnTo>
                  <a:lnTo>
                    <a:pt x="4740" y="452"/>
                  </a:lnTo>
                  <a:lnTo>
                    <a:pt x="4740" y="440"/>
                  </a:lnTo>
                  <a:lnTo>
                    <a:pt x="4747" y="434"/>
                  </a:lnTo>
                  <a:lnTo>
                    <a:pt x="4747" y="427"/>
                  </a:lnTo>
                  <a:lnTo>
                    <a:pt x="4747" y="415"/>
                  </a:lnTo>
                  <a:lnTo>
                    <a:pt x="4747" y="408"/>
                  </a:lnTo>
                  <a:lnTo>
                    <a:pt x="4747" y="402"/>
                  </a:lnTo>
                  <a:lnTo>
                    <a:pt x="4747" y="390"/>
                  </a:lnTo>
                  <a:lnTo>
                    <a:pt x="4747" y="383"/>
                  </a:lnTo>
                  <a:lnTo>
                    <a:pt x="4753" y="371"/>
                  </a:lnTo>
                  <a:lnTo>
                    <a:pt x="4753" y="364"/>
                  </a:lnTo>
                  <a:lnTo>
                    <a:pt x="4753" y="352"/>
                  </a:lnTo>
                  <a:lnTo>
                    <a:pt x="4753" y="346"/>
                  </a:lnTo>
                  <a:lnTo>
                    <a:pt x="4753" y="333"/>
                  </a:lnTo>
                  <a:lnTo>
                    <a:pt x="4753" y="327"/>
                  </a:lnTo>
                  <a:lnTo>
                    <a:pt x="4759" y="314"/>
                  </a:lnTo>
                  <a:lnTo>
                    <a:pt x="4759" y="308"/>
                  </a:lnTo>
                  <a:lnTo>
                    <a:pt x="4759" y="295"/>
                  </a:lnTo>
                  <a:lnTo>
                    <a:pt x="4759" y="289"/>
                  </a:lnTo>
                  <a:lnTo>
                    <a:pt x="4759" y="276"/>
                  </a:lnTo>
                  <a:lnTo>
                    <a:pt x="4759" y="270"/>
                  </a:lnTo>
                  <a:lnTo>
                    <a:pt x="4765" y="258"/>
                  </a:lnTo>
                  <a:lnTo>
                    <a:pt x="4765" y="251"/>
                  </a:lnTo>
                  <a:lnTo>
                    <a:pt x="4765" y="239"/>
                  </a:lnTo>
                  <a:lnTo>
                    <a:pt x="4765" y="226"/>
                  </a:lnTo>
                  <a:lnTo>
                    <a:pt x="4765" y="220"/>
                  </a:lnTo>
                  <a:lnTo>
                    <a:pt x="4765" y="207"/>
                  </a:lnTo>
                  <a:lnTo>
                    <a:pt x="4772" y="195"/>
                  </a:lnTo>
                  <a:lnTo>
                    <a:pt x="4772" y="188"/>
                  </a:lnTo>
                  <a:lnTo>
                    <a:pt x="4772" y="176"/>
                  </a:lnTo>
                  <a:lnTo>
                    <a:pt x="4772" y="163"/>
                  </a:lnTo>
                  <a:lnTo>
                    <a:pt x="4772" y="157"/>
                  </a:lnTo>
                  <a:lnTo>
                    <a:pt x="4772" y="144"/>
                  </a:lnTo>
                  <a:lnTo>
                    <a:pt x="4778" y="138"/>
                  </a:lnTo>
                  <a:lnTo>
                    <a:pt x="4778" y="132"/>
                  </a:lnTo>
                  <a:lnTo>
                    <a:pt x="4778" y="126"/>
                  </a:lnTo>
                  <a:lnTo>
                    <a:pt x="4778" y="119"/>
                  </a:lnTo>
                  <a:lnTo>
                    <a:pt x="4778" y="113"/>
                  </a:lnTo>
                  <a:lnTo>
                    <a:pt x="4784" y="113"/>
                  </a:lnTo>
                  <a:lnTo>
                    <a:pt x="4784" y="119"/>
                  </a:lnTo>
                  <a:lnTo>
                    <a:pt x="4784" y="126"/>
                  </a:lnTo>
                  <a:lnTo>
                    <a:pt x="4791" y="132"/>
                  </a:lnTo>
                  <a:lnTo>
                    <a:pt x="4791" y="138"/>
                  </a:lnTo>
                  <a:lnTo>
                    <a:pt x="4791" y="144"/>
                  </a:lnTo>
                  <a:lnTo>
                    <a:pt x="4791" y="157"/>
                  </a:lnTo>
                  <a:lnTo>
                    <a:pt x="4791" y="176"/>
                  </a:lnTo>
                  <a:lnTo>
                    <a:pt x="4791" y="188"/>
                  </a:lnTo>
                  <a:lnTo>
                    <a:pt x="4797" y="195"/>
                  </a:lnTo>
                  <a:lnTo>
                    <a:pt x="4797" y="207"/>
                  </a:lnTo>
                  <a:lnTo>
                    <a:pt x="4797" y="214"/>
                  </a:lnTo>
                  <a:lnTo>
                    <a:pt x="4797" y="226"/>
                  </a:lnTo>
                  <a:lnTo>
                    <a:pt x="4797" y="239"/>
                  </a:lnTo>
                  <a:lnTo>
                    <a:pt x="4797" y="245"/>
                  </a:lnTo>
                  <a:lnTo>
                    <a:pt x="4803" y="258"/>
                  </a:lnTo>
                  <a:lnTo>
                    <a:pt x="4803" y="264"/>
                  </a:lnTo>
                  <a:lnTo>
                    <a:pt x="4803" y="276"/>
                  </a:lnTo>
                  <a:lnTo>
                    <a:pt x="4803" y="289"/>
                  </a:lnTo>
                  <a:lnTo>
                    <a:pt x="4803" y="295"/>
                  </a:lnTo>
                  <a:lnTo>
                    <a:pt x="4803" y="308"/>
                  </a:lnTo>
                  <a:lnTo>
                    <a:pt x="4809" y="314"/>
                  </a:lnTo>
                  <a:lnTo>
                    <a:pt x="4809" y="327"/>
                  </a:lnTo>
                  <a:lnTo>
                    <a:pt x="4809" y="333"/>
                  </a:lnTo>
                  <a:lnTo>
                    <a:pt x="4809" y="346"/>
                  </a:lnTo>
                  <a:lnTo>
                    <a:pt x="4809" y="352"/>
                  </a:lnTo>
                  <a:lnTo>
                    <a:pt x="4809" y="364"/>
                  </a:lnTo>
                  <a:lnTo>
                    <a:pt x="4816" y="371"/>
                  </a:lnTo>
                  <a:lnTo>
                    <a:pt x="4816" y="377"/>
                  </a:lnTo>
                  <a:lnTo>
                    <a:pt x="4816" y="390"/>
                  </a:lnTo>
                  <a:lnTo>
                    <a:pt x="4816" y="396"/>
                  </a:lnTo>
                  <a:lnTo>
                    <a:pt x="4816" y="408"/>
                  </a:lnTo>
                  <a:lnTo>
                    <a:pt x="4816" y="415"/>
                  </a:lnTo>
                  <a:lnTo>
                    <a:pt x="4822" y="421"/>
                  </a:lnTo>
                  <a:lnTo>
                    <a:pt x="4822" y="434"/>
                  </a:lnTo>
                  <a:lnTo>
                    <a:pt x="4822" y="440"/>
                  </a:lnTo>
                  <a:lnTo>
                    <a:pt x="4822" y="446"/>
                  </a:lnTo>
                  <a:lnTo>
                    <a:pt x="4822" y="452"/>
                  </a:lnTo>
                  <a:lnTo>
                    <a:pt x="4822" y="459"/>
                  </a:lnTo>
                  <a:lnTo>
                    <a:pt x="4822" y="471"/>
                  </a:lnTo>
                  <a:lnTo>
                    <a:pt x="4828" y="478"/>
                  </a:lnTo>
                  <a:lnTo>
                    <a:pt x="4828" y="484"/>
                  </a:lnTo>
                  <a:lnTo>
                    <a:pt x="4828" y="490"/>
                  </a:lnTo>
                  <a:lnTo>
                    <a:pt x="4828" y="496"/>
                  </a:lnTo>
                  <a:lnTo>
                    <a:pt x="4828" y="503"/>
                  </a:lnTo>
                  <a:lnTo>
                    <a:pt x="4828" y="509"/>
                  </a:lnTo>
                  <a:lnTo>
                    <a:pt x="4835" y="522"/>
                  </a:lnTo>
                  <a:lnTo>
                    <a:pt x="4835" y="528"/>
                  </a:lnTo>
                  <a:lnTo>
                    <a:pt x="4835" y="534"/>
                  </a:lnTo>
                  <a:lnTo>
                    <a:pt x="4835" y="541"/>
                  </a:lnTo>
                  <a:lnTo>
                    <a:pt x="4835" y="547"/>
                  </a:lnTo>
                  <a:lnTo>
                    <a:pt x="4835" y="553"/>
                  </a:lnTo>
                  <a:lnTo>
                    <a:pt x="4841" y="559"/>
                  </a:lnTo>
                  <a:lnTo>
                    <a:pt x="4841" y="566"/>
                  </a:lnTo>
                  <a:lnTo>
                    <a:pt x="4841" y="572"/>
                  </a:lnTo>
                  <a:lnTo>
                    <a:pt x="4841" y="578"/>
                  </a:lnTo>
                  <a:lnTo>
                    <a:pt x="4841" y="585"/>
                  </a:lnTo>
                  <a:lnTo>
                    <a:pt x="4841" y="597"/>
                  </a:lnTo>
                  <a:lnTo>
                    <a:pt x="4847" y="603"/>
                  </a:lnTo>
                  <a:lnTo>
                    <a:pt x="4847" y="610"/>
                  </a:lnTo>
                  <a:lnTo>
                    <a:pt x="4847" y="616"/>
                  </a:lnTo>
                  <a:lnTo>
                    <a:pt x="4847" y="622"/>
                  </a:lnTo>
                  <a:lnTo>
                    <a:pt x="4847" y="629"/>
                  </a:lnTo>
                  <a:lnTo>
                    <a:pt x="4847" y="635"/>
                  </a:lnTo>
                  <a:lnTo>
                    <a:pt x="4847" y="641"/>
                  </a:lnTo>
                  <a:lnTo>
                    <a:pt x="4853" y="647"/>
                  </a:lnTo>
                  <a:lnTo>
                    <a:pt x="4853" y="654"/>
                  </a:lnTo>
                  <a:lnTo>
                    <a:pt x="4853" y="660"/>
                  </a:lnTo>
                  <a:lnTo>
                    <a:pt x="4853" y="666"/>
                  </a:lnTo>
                  <a:lnTo>
                    <a:pt x="4853" y="673"/>
                  </a:lnTo>
                  <a:lnTo>
                    <a:pt x="4853" y="679"/>
                  </a:lnTo>
                  <a:lnTo>
                    <a:pt x="4860" y="685"/>
                  </a:lnTo>
                  <a:lnTo>
                    <a:pt x="4860" y="691"/>
                  </a:lnTo>
                  <a:lnTo>
                    <a:pt x="4860" y="698"/>
                  </a:lnTo>
                  <a:lnTo>
                    <a:pt x="4860" y="704"/>
                  </a:lnTo>
                  <a:lnTo>
                    <a:pt x="4860" y="710"/>
                  </a:lnTo>
                  <a:lnTo>
                    <a:pt x="4866" y="717"/>
                  </a:lnTo>
                  <a:lnTo>
                    <a:pt x="4866" y="723"/>
                  </a:lnTo>
                  <a:lnTo>
                    <a:pt x="4866" y="729"/>
                  </a:lnTo>
                  <a:lnTo>
                    <a:pt x="4866" y="735"/>
                  </a:lnTo>
                  <a:lnTo>
                    <a:pt x="4866" y="742"/>
                  </a:lnTo>
                  <a:lnTo>
                    <a:pt x="4872" y="748"/>
                  </a:lnTo>
                  <a:lnTo>
                    <a:pt x="4872" y="754"/>
                  </a:lnTo>
                  <a:lnTo>
                    <a:pt x="4872" y="761"/>
                  </a:lnTo>
                  <a:lnTo>
                    <a:pt x="4872" y="767"/>
                  </a:lnTo>
                  <a:lnTo>
                    <a:pt x="4872" y="773"/>
                  </a:lnTo>
                  <a:lnTo>
                    <a:pt x="4879" y="779"/>
                  </a:lnTo>
                  <a:lnTo>
                    <a:pt x="4879" y="786"/>
                  </a:lnTo>
                  <a:lnTo>
                    <a:pt x="4879" y="792"/>
                  </a:lnTo>
                  <a:lnTo>
                    <a:pt x="4879" y="798"/>
                  </a:lnTo>
                  <a:lnTo>
                    <a:pt x="4885" y="798"/>
                  </a:lnTo>
                  <a:lnTo>
                    <a:pt x="4885" y="805"/>
                  </a:lnTo>
                  <a:lnTo>
                    <a:pt x="4885" y="811"/>
                  </a:lnTo>
                  <a:lnTo>
                    <a:pt x="4885" y="817"/>
                  </a:lnTo>
                  <a:lnTo>
                    <a:pt x="4891" y="817"/>
                  </a:lnTo>
                  <a:lnTo>
                    <a:pt x="4891" y="823"/>
                  </a:lnTo>
                  <a:lnTo>
                    <a:pt x="4891" y="830"/>
                  </a:lnTo>
                  <a:lnTo>
                    <a:pt x="4897" y="836"/>
                  </a:lnTo>
                  <a:lnTo>
                    <a:pt x="4904" y="836"/>
                  </a:lnTo>
                  <a:lnTo>
                    <a:pt x="4904" y="830"/>
                  </a:lnTo>
                  <a:lnTo>
                    <a:pt x="4910" y="830"/>
                  </a:lnTo>
                  <a:lnTo>
                    <a:pt x="4910" y="823"/>
                  </a:lnTo>
                  <a:lnTo>
                    <a:pt x="4910" y="817"/>
                  </a:lnTo>
                  <a:lnTo>
                    <a:pt x="4916" y="811"/>
                  </a:lnTo>
                  <a:lnTo>
                    <a:pt x="4916" y="805"/>
                  </a:lnTo>
                  <a:lnTo>
                    <a:pt x="4916" y="798"/>
                  </a:lnTo>
                  <a:lnTo>
                    <a:pt x="4916" y="792"/>
                  </a:lnTo>
                  <a:lnTo>
                    <a:pt x="4923" y="786"/>
                  </a:lnTo>
                  <a:lnTo>
                    <a:pt x="4923" y="779"/>
                  </a:lnTo>
                  <a:lnTo>
                    <a:pt x="4923" y="773"/>
                  </a:lnTo>
                  <a:lnTo>
                    <a:pt x="4923" y="767"/>
                  </a:lnTo>
                  <a:lnTo>
                    <a:pt x="4929" y="761"/>
                  </a:lnTo>
                  <a:lnTo>
                    <a:pt x="4929" y="754"/>
                  </a:lnTo>
                  <a:lnTo>
                    <a:pt x="4929" y="748"/>
                  </a:lnTo>
                  <a:lnTo>
                    <a:pt x="4929" y="742"/>
                  </a:lnTo>
                  <a:lnTo>
                    <a:pt x="4935" y="735"/>
                  </a:lnTo>
                  <a:lnTo>
                    <a:pt x="4935" y="729"/>
                  </a:lnTo>
                  <a:lnTo>
                    <a:pt x="4935" y="723"/>
                  </a:lnTo>
                  <a:lnTo>
                    <a:pt x="4935" y="717"/>
                  </a:lnTo>
                  <a:lnTo>
                    <a:pt x="4935" y="710"/>
                  </a:lnTo>
                  <a:lnTo>
                    <a:pt x="4941" y="704"/>
                  </a:lnTo>
                  <a:lnTo>
                    <a:pt x="4941" y="698"/>
                  </a:lnTo>
                  <a:lnTo>
                    <a:pt x="4941" y="691"/>
                  </a:lnTo>
                  <a:lnTo>
                    <a:pt x="4941" y="685"/>
                  </a:lnTo>
                  <a:lnTo>
                    <a:pt x="4941" y="679"/>
                  </a:lnTo>
                  <a:lnTo>
                    <a:pt x="4948" y="673"/>
                  </a:lnTo>
                  <a:lnTo>
                    <a:pt x="4948" y="666"/>
                  </a:lnTo>
                  <a:lnTo>
                    <a:pt x="4948" y="660"/>
                  </a:lnTo>
                  <a:lnTo>
                    <a:pt x="4948" y="654"/>
                  </a:lnTo>
                  <a:lnTo>
                    <a:pt x="4948" y="647"/>
                  </a:lnTo>
                  <a:lnTo>
                    <a:pt x="4948" y="641"/>
                  </a:lnTo>
                  <a:lnTo>
                    <a:pt x="4954" y="635"/>
                  </a:lnTo>
                  <a:lnTo>
                    <a:pt x="4954" y="622"/>
                  </a:lnTo>
                  <a:lnTo>
                    <a:pt x="4954" y="616"/>
                  </a:lnTo>
                  <a:lnTo>
                    <a:pt x="4954" y="610"/>
                  </a:lnTo>
                  <a:lnTo>
                    <a:pt x="4954" y="603"/>
                  </a:lnTo>
                  <a:lnTo>
                    <a:pt x="4960" y="597"/>
                  </a:lnTo>
                  <a:lnTo>
                    <a:pt x="4960" y="591"/>
                  </a:lnTo>
                  <a:lnTo>
                    <a:pt x="4960" y="578"/>
                  </a:lnTo>
                  <a:lnTo>
                    <a:pt x="4960" y="572"/>
                  </a:lnTo>
                  <a:lnTo>
                    <a:pt x="4960" y="566"/>
                  </a:lnTo>
                  <a:lnTo>
                    <a:pt x="4960" y="559"/>
                  </a:lnTo>
                  <a:lnTo>
                    <a:pt x="4967" y="553"/>
                  </a:lnTo>
                  <a:lnTo>
                    <a:pt x="4967" y="547"/>
                  </a:lnTo>
                  <a:lnTo>
                    <a:pt x="4967" y="541"/>
                  </a:lnTo>
                  <a:lnTo>
                    <a:pt x="4967" y="534"/>
                  </a:lnTo>
                  <a:lnTo>
                    <a:pt x="4967" y="522"/>
                  </a:lnTo>
                  <a:lnTo>
                    <a:pt x="4967" y="515"/>
                  </a:lnTo>
                  <a:lnTo>
                    <a:pt x="4973" y="509"/>
                  </a:lnTo>
                  <a:lnTo>
                    <a:pt x="4973" y="503"/>
                  </a:lnTo>
                  <a:lnTo>
                    <a:pt x="4973" y="496"/>
                  </a:lnTo>
                  <a:lnTo>
                    <a:pt x="4973" y="484"/>
                  </a:lnTo>
                  <a:lnTo>
                    <a:pt x="4973" y="478"/>
                  </a:lnTo>
                  <a:lnTo>
                    <a:pt x="4973" y="471"/>
                  </a:lnTo>
                  <a:lnTo>
                    <a:pt x="4973" y="465"/>
                  </a:lnTo>
                  <a:lnTo>
                    <a:pt x="4979" y="452"/>
                  </a:lnTo>
                  <a:lnTo>
                    <a:pt x="4979" y="446"/>
                  </a:lnTo>
                  <a:lnTo>
                    <a:pt x="4979" y="440"/>
                  </a:lnTo>
                  <a:lnTo>
                    <a:pt x="4979" y="427"/>
                  </a:lnTo>
                  <a:lnTo>
                    <a:pt x="4979" y="421"/>
                  </a:lnTo>
                  <a:lnTo>
                    <a:pt x="4979" y="415"/>
                  </a:lnTo>
                  <a:lnTo>
                    <a:pt x="4985" y="402"/>
                  </a:lnTo>
                  <a:lnTo>
                    <a:pt x="4985" y="396"/>
                  </a:lnTo>
                  <a:lnTo>
                    <a:pt x="4985" y="390"/>
                  </a:lnTo>
                  <a:lnTo>
                    <a:pt x="4985" y="377"/>
                  </a:lnTo>
                  <a:lnTo>
                    <a:pt x="4985" y="371"/>
                  </a:lnTo>
                  <a:lnTo>
                    <a:pt x="4985" y="358"/>
                  </a:lnTo>
                  <a:lnTo>
                    <a:pt x="4992" y="352"/>
                  </a:lnTo>
                  <a:lnTo>
                    <a:pt x="4992" y="346"/>
                  </a:lnTo>
                  <a:lnTo>
                    <a:pt x="4992" y="333"/>
                  </a:lnTo>
                  <a:lnTo>
                    <a:pt x="4992" y="327"/>
                  </a:lnTo>
                  <a:lnTo>
                    <a:pt x="4992" y="314"/>
                  </a:lnTo>
                  <a:lnTo>
                    <a:pt x="4992" y="308"/>
                  </a:lnTo>
                  <a:lnTo>
                    <a:pt x="4998" y="295"/>
                  </a:lnTo>
                  <a:lnTo>
                    <a:pt x="4998" y="289"/>
                  </a:lnTo>
                  <a:lnTo>
                    <a:pt x="4998" y="276"/>
                  </a:lnTo>
                  <a:lnTo>
                    <a:pt x="4998" y="264"/>
                  </a:lnTo>
                  <a:lnTo>
                    <a:pt x="4998" y="258"/>
                  </a:lnTo>
                  <a:lnTo>
                    <a:pt x="4998" y="245"/>
                  </a:lnTo>
                  <a:lnTo>
                    <a:pt x="4998" y="239"/>
                  </a:lnTo>
                  <a:lnTo>
                    <a:pt x="5004" y="226"/>
                  </a:lnTo>
                  <a:lnTo>
                    <a:pt x="5004" y="220"/>
                  </a:lnTo>
                  <a:lnTo>
                    <a:pt x="5004" y="207"/>
                  </a:lnTo>
                  <a:lnTo>
                    <a:pt x="5004" y="195"/>
                  </a:lnTo>
                  <a:lnTo>
                    <a:pt x="5004" y="188"/>
                  </a:lnTo>
                  <a:lnTo>
                    <a:pt x="5004" y="176"/>
                  </a:lnTo>
                  <a:lnTo>
                    <a:pt x="5011" y="163"/>
                  </a:lnTo>
                  <a:lnTo>
                    <a:pt x="5011" y="157"/>
                  </a:lnTo>
                  <a:lnTo>
                    <a:pt x="5011" y="151"/>
                  </a:lnTo>
                  <a:lnTo>
                    <a:pt x="5011" y="144"/>
                  </a:lnTo>
                  <a:lnTo>
                    <a:pt x="5011" y="138"/>
                  </a:lnTo>
                  <a:lnTo>
                    <a:pt x="5011" y="132"/>
                  </a:lnTo>
                  <a:lnTo>
                    <a:pt x="5017" y="132"/>
                  </a:lnTo>
                  <a:lnTo>
                    <a:pt x="5017" y="126"/>
                  </a:lnTo>
                  <a:lnTo>
                    <a:pt x="5017" y="132"/>
                  </a:lnTo>
                  <a:lnTo>
                    <a:pt x="5023" y="138"/>
                  </a:lnTo>
                  <a:lnTo>
                    <a:pt x="5023" y="144"/>
                  </a:lnTo>
                  <a:lnTo>
                    <a:pt x="5023" y="151"/>
                  </a:lnTo>
                  <a:lnTo>
                    <a:pt x="5023" y="157"/>
                  </a:lnTo>
                  <a:lnTo>
                    <a:pt x="5023" y="170"/>
                  </a:lnTo>
                  <a:lnTo>
                    <a:pt x="5023" y="176"/>
                  </a:lnTo>
                  <a:lnTo>
                    <a:pt x="5029" y="188"/>
                  </a:lnTo>
                  <a:lnTo>
                    <a:pt x="5029" y="201"/>
                  </a:lnTo>
                  <a:lnTo>
                    <a:pt x="5029" y="207"/>
                  </a:lnTo>
                  <a:lnTo>
                    <a:pt x="5029" y="220"/>
                  </a:lnTo>
                  <a:lnTo>
                    <a:pt x="5029" y="232"/>
                  </a:lnTo>
                  <a:lnTo>
                    <a:pt x="5029" y="245"/>
                  </a:lnTo>
                  <a:lnTo>
                    <a:pt x="5036" y="258"/>
                  </a:lnTo>
                  <a:lnTo>
                    <a:pt x="5036" y="264"/>
                  </a:lnTo>
                  <a:lnTo>
                    <a:pt x="5036" y="276"/>
                  </a:lnTo>
                  <a:lnTo>
                    <a:pt x="5036" y="289"/>
                  </a:lnTo>
                  <a:lnTo>
                    <a:pt x="5036" y="295"/>
                  </a:lnTo>
                  <a:lnTo>
                    <a:pt x="5036" y="308"/>
                  </a:lnTo>
                  <a:lnTo>
                    <a:pt x="5042" y="320"/>
                  </a:lnTo>
                  <a:lnTo>
                    <a:pt x="5042" y="327"/>
                  </a:lnTo>
                  <a:lnTo>
                    <a:pt x="5042" y="339"/>
                  </a:lnTo>
                  <a:lnTo>
                    <a:pt x="5042" y="352"/>
                  </a:lnTo>
                  <a:lnTo>
                    <a:pt x="5042" y="358"/>
                  </a:lnTo>
                  <a:lnTo>
                    <a:pt x="5042" y="371"/>
                  </a:lnTo>
                  <a:lnTo>
                    <a:pt x="5042" y="383"/>
                  </a:lnTo>
                  <a:lnTo>
                    <a:pt x="5048" y="390"/>
                  </a:lnTo>
                  <a:lnTo>
                    <a:pt x="5048" y="402"/>
                  </a:lnTo>
                  <a:lnTo>
                    <a:pt x="5048" y="408"/>
                  </a:lnTo>
                  <a:lnTo>
                    <a:pt x="5048" y="421"/>
                  </a:lnTo>
                  <a:lnTo>
                    <a:pt x="5048" y="427"/>
                  </a:lnTo>
                  <a:lnTo>
                    <a:pt x="5048" y="440"/>
                  </a:lnTo>
                  <a:lnTo>
                    <a:pt x="5055" y="446"/>
                  </a:lnTo>
                  <a:lnTo>
                    <a:pt x="5055" y="459"/>
                  </a:lnTo>
                  <a:lnTo>
                    <a:pt x="5055" y="465"/>
                  </a:lnTo>
                  <a:lnTo>
                    <a:pt x="5055" y="478"/>
                  </a:lnTo>
                  <a:lnTo>
                    <a:pt x="5055" y="484"/>
                  </a:lnTo>
                  <a:lnTo>
                    <a:pt x="5055" y="490"/>
                  </a:lnTo>
                  <a:lnTo>
                    <a:pt x="5061" y="496"/>
                  </a:lnTo>
                  <a:lnTo>
                    <a:pt x="5061" y="503"/>
                  </a:lnTo>
                  <a:lnTo>
                    <a:pt x="5061" y="509"/>
                  </a:lnTo>
                  <a:lnTo>
                    <a:pt x="5061" y="515"/>
                  </a:lnTo>
                  <a:lnTo>
                    <a:pt x="5061" y="522"/>
                  </a:lnTo>
                  <a:lnTo>
                    <a:pt x="5061" y="528"/>
                  </a:lnTo>
                  <a:lnTo>
                    <a:pt x="5067" y="541"/>
                  </a:lnTo>
                  <a:lnTo>
                    <a:pt x="5067" y="547"/>
                  </a:lnTo>
                  <a:lnTo>
                    <a:pt x="5067" y="553"/>
                  </a:lnTo>
                  <a:lnTo>
                    <a:pt x="5067" y="559"/>
                  </a:lnTo>
                  <a:lnTo>
                    <a:pt x="5067" y="566"/>
                  </a:lnTo>
                  <a:lnTo>
                    <a:pt x="5067" y="572"/>
                  </a:lnTo>
                  <a:lnTo>
                    <a:pt x="5073" y="578"/>
                  </a:lnTo>
                  <a:lnTo>
                    <a:pt x="5073" y="585"/>
                  </a:lnTo>
                  <a:lnTo>
                    <a:pt x="5073" y="591"/>
                  </a:lnTo>
                  <a:lnTo>
                    <a:pt x="5073" y="597"/>
                  </a:lnTo>
                  <a:lnTo>
                    <a:pt x="5073" y="603"/>
                  </a:lnTo>
                  <a:lnTo>
                    <a:pt x="5073" y="610"/>
                  </a:lnTo>
                  <a:lnTo>
                    <a:pt x="5073" y="616"/>
                  </a:lnTo>
                  <a:lnTo>
                    <a:pt x="5080" y="622"/>
                  </a:lnTo>
                  <a:lnTo>
                    <a:pt x="5080" y="629"/>
                  </a:lnTo>
                  <a:lnTo>
                    <a:pt x="5080" y="635"/>
                  </a:lnTo>
                  <a:lnTo>
                    <a:pt x="5080" y="641"/>
                  </a:lnTo>
                  <a:lnTo>
                    <a:pt x="5080" y="647"/>
                  </a:lnTo>
                  <a:lnTo>
                    <a:pt x="5080" y="654"/>
                  </a:lnTo>
                  <a:lnTo>
                    <a:pt x="5086" y="660"/>
                  </a:lnTo>
                  <a:lnTo>
                    <a:pt x="5086" y="666"/>
                  </a:lnTo>
                  <a:lnTo>
                    <a:pt x="5086" y="673"/>
                  </a:lnTo>
                  <a:lnTo>
                    <a:pt x="5086" y="679"/>
                  </a:lnTo>
                  <a:lnTo>
                    <a:pt x="5086" y="685"/>
                  </a:lnTo>
                  <a:lnTo>
                    <a:pt x="5092" y="691"/>
                  </a:lnTo>
                  <a:lnTo>
                    <a:pt x="5092" y="698"/>
                  </a:lnTo>
                  <a:lnTo>
                    <a:pt x="5092" y="704"/>
                  </a:lnTo>
                  <a:lnTo>
                    <a:pt x="5092" y="710"/>
                  </a:lnTo>
                  <a:lnTo>
                    <a:pt x="5092" y="717"/>
                  </a:lnTo>
                  <a:lnTo>
                    <a:pt x="5092" y="723"/>
                  </a:lnTo>
                  <a:lnTo>
                    <a:pt x="5099" y="729"/>
                  </a:lnTo>
                </a:path>
              </a:pathLst>
            </a:custGeom>
            <a:noFill/>
            <a:ln w="1584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7" name="Rectangle 72"/>
            <p:cNvSpPr/>
            <p:nvPr/>
          </p:nvSpPr>
          <p:spPr>
            <a:xfrm>
              <a:off x="956880" y="3500280"/>
              <a:ext cx="403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BETA_X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8" name="Freeform 73"/>
            <p:cNvSpPr/>
            <p:nvPr/>
          </p:nvSpPr>
          <p:spPr>
            <a:xfrm>
              <a:off x="504720" y="1873080"/>
              <a:ext cx="8094600" cy="1387800"/>
            </a:xfrm>
            <a:custGeom>
              <a:avLst/>
              <a:gdLst>
                <a:gd name="textAreaLeft" fmla="*/ 0 w 8094600"/>
                <a:gd name="textAreaRight" fmla="*/ 8094960 w 8094600"/>
                <a:gd name="textAreaTop" fmla="*/ 0 h 1387800"/>
                <a:gd name="textAreaBottom" fmla="*/ 1388160 h 1387800"/>
                <a:gd name="GluePoint1X" fmla="*/ 76 w 5099"/>
                <a:gd name="GluePoint1Y" fmla="*/ 805 h 874"/>
                <a:gd name="GluePoint2X" fmla="*/ 158 w 5099"/>
                <a:gd name="GluePoint2Y" fmla="*/ 346 h 874"/>
                <a:gd name="GluePoint3X" fmla="*/ 239 w 5099"/>
                <a:gd name="GluePoint3Y" fmla="*/ 359 h 874"/>
                <a:gd name="GluePoint4X" fmla="*/ 321 w 5099"/>
                <a:gd name="GluePoint4Y" fmla="*/ 749 h 874"/>
                <a:gd name="GluePoint5X" fmla="*/ 396 w 5099"/>
                <a:gd name="GluePoint5Y" fmla="*/ 271 h 874"/>
                <a:gd name="GluePoint6X" fmla="*/ 478 w 5099"/>
                <a:gd name="GluePoint6Y" fmla="*/ 529 h 874"/>
                <a:gd name="GluePoint7X" fmla="*/ 560 w 5099"/>
                <a:gd name="GluePoint7Y" fmla="*/ 849 h 874"/>
                <a:gd name="GluePoint8X" fmla="*/ 642 w 5099"/>
                <a:gd name="GluePoint8Y" fmla="*/ 315 h 874"/>
                <a:gd name="GluePoint9X" fmla="*/ 723 w 5099"/>
                <a:gd name="GluePoint9Y" fmla="*/ 560 h 874"/>
                <a:gd name="GluePoint10X" fmla="*/ 805 w 5099"/>
                <a:gd name="GluePoint10Y" fmla="*/ 774 h 874"/>
                <a:gd name="GluePoint11X" fmla="*/ 881 w 5099"/>
                <a:gd name="GluePoint11Y" fmla="*/ 158 h 874"/>
                <a:gd name="GluePoint12X" fmla="*/ 962 w 5099"/>
                <a:gd name="GluePoint12Y" fmla="*/ 598 h 874"/>
                <a:gd name="GluePoint13X" fmla="*/ 1044 w 5099"/>
                <a:gd name="GluePoint13Y" fmla="*/ 742 h 874"/>
                <a:gd name="GluePoint14X" fmla="*/ 1126 w 5099"/>
                <a:gd name="GluePoint14Y" fmla="*/ 63 h 874"/>
                <a:gd name="GluePoint15X" fmla="*/ 1207 w 5099"/>
                <a:gd name="GluePoint15Y" fmla="*/ 629 h 874"/>
                <a:gd name="GluePoint16X" fmla="*/ 1283 w 5099"/>
                <a:gd name="GluePoint16Y" fmla="*/ 717 h 874"/>
                <a:gd name="GluePoint17X" fmla="*/ 1365 w 5099"/>
                <a:gd name="GluePoint17Y" fmla="*/ 120 h 874"/>
                <a:gd name="GluePoint18X" fmla="*/ 1446 w 5099"/>
                <a:gd name="GluePoint18Y" fmla="*/ 680 h 874"/>
                <a:gd name="GluePoint19X" fmla="*/ 1528 w 5099"/>
                <a:gd name="GluePoint19Y" fmla="*/ 680 h 874"/>
                <a:gd name="GluePoint20X" fmla="*/ 1610 w 5099"/>
                <a:gd name="GluePoint20Y" fmla="*/ 120 h 874"/>
                <a:gd name="GluePoint21X" fmla="*/ 1691 w 5099"/>
                <a:gd name="GluePoint21Y" fmla="*/ 711 h 874"/>
                <a:gd name="GluePoint22X" fmla="*/ 1767 w 5099"/>
                <a:gd name="GluePoint22Y" fmla="*/ 642 h 874"/>
                <a:gd name="GluePoint23X" fmla="*/ 1849 w 5099"/>
                <a:gd name="GluePoint23Y" fmla="*/ 164 h 874"/>
                <a:gd name="GluePoint24X" fmla="*/ 1930 w 5099"/>
                <a:gd name="GluePoint24Y" fmla="*/ 742 h 874"/>
                <a:gd name="GluePoint25X" fmla="*/ 2012 w 5099"/>
                <a:gd name="GluePoint25Y" fmla="*/ 598 h 874"/>
                <a:gd name="GluePoint26X" fmla="*/ 2094 w 5099"/>
                <a:gd name="GluePoint26Y" fmla="*/ 221 h 874"/>
                <a:gd name="GluePoint27X" fmla="*/ 2175 w 5099"/>
                <a:gd name="GluePoint27Y" fmla="*/ 774 h 874"/>
                <a:gd name="GluePoint28X" fmla="*/ 2251 w 5099"/>
                <a:gd name="GluePoint28Y" fmla="*/ 560 h 874"/>
                <a:gd name="GluePoint29X" fmla="*/ 2333 w 5099"/>
                <a:gd name="GluePoint29Y" fmla="*/ 277 h 874"/>
                <a:gd name="GluePoint30X" fmla="*/ 2414 w 5099"/>
                <a:gd name="GluePoint30Y" fmla="*/ 793 h 874"/>
                <a:gd name="GluePoint31X" fmla="*/ 2496 w 5099"/>
                <a:gd name="GluePoint31Y" fmla="*/ 516 h 874"/>
                <a:gd name="GluePoint32X" fmla="*/ 2572 w 5099"/>
                <a:gd name="GluePoint32Y" fmla="*/ 327 h 874"/>
                <a:gd name="GluePoint33X" fmla="*/ 2653 w 5099"/>
                <a:gd name="GluePoint33Y" fmla="*/ 812 h 874"/>
                <a:gd name="GluePoint34X" fmla="*/ 2735 w 5099"/>
                <a:gd name="GluePoint34Y" fmla="*/ 466 h 874"/>
                <a:gd name="GluePoint35X" fmla="*/ 2817 w 5099"/>
                <a:gd name="GluePoint35Y" fmla="*/ 384 h 874"/>
                <a:gd name="GluePoint36X" fmla="*/ 2898 w 5099"/>
                <a:gd name="GluePoint36Y" fmla="*/ 824 h 874"/>
                <a:gd name="GluePoint37X" fmla="*/ 2980 w 5099"/>
                <a:gd name="GluePoint37Y" fmla="*/ 415 h 874"/>
                <a:gd name="GluePoint38X" fmla="*/ 3056 w 5099"/>
                <a:gd name="GluePoint38Y" fmla="*/ 434 h 874"/>
                <a:gd name="GluePoint39X" fmla="*/ 3137 w 5099"/>
                <a:gd name="GluePoint39Y" fmla="*/ 824 h 874"/>
                <a:gd name="GluePoint40X" fmla="*/ 3219 w 5099"/>
                <a:gd name="GluePoint40Y" fmla="*/ 365 h 874"/>
                <a:gd name="GluePoint41X" fmla="*/ 3301 w 5099"/>
                <a:gd name="GluePoint41Y" fmla="*/ 478 h 874"/>
                <a:gd name="GluePoint42X" fmla="*/ 3382 w 5099"/>
                <a:gd name="GluePoint42Y" fmla="*/ 805 h 874"/>
                <a:gd name="GluePoint43X" fmla="*/ 3464 w 5099"/>
                <a:gd name="GluePoint43Y" fmla="*/ 309 h 874"/>
                <a:gd name="GluePoint44X" fmla="*/ 3540 w 5099"/>
                <a:gd name="GluePoint44Y" fmla="*/ 535 h 874"/>
                <a:gd name="GluePoint45X" fmla="*/ 3621 w 5099"/>
                <a:gd name="GluePoint45Y" fmla="*/ 786 h 874"/>
                <a:gd name="GluePoint46X" fmla="*/ 3703 w 5099"/>
                <a:gd name="GluePoint46Y" fmla="*/ 258 h 874"/>
                <a:gd name="GluePoint47X" fmla="*/ 3785 w 5099"/>
                <a:gd name="GluePoint47Y" fmla="*/ 573 h 874"/>
                <a:gd name="GluePoint48X" fmla="*/ 3866 w 5099"/>
                <a:gd name="GluePoint48Y" fmla="*/ 761 h 874"/>
                <a:gd name="GluePoint49X" fmla="*/ 3942 w 5099"/>
                <a:gd name="GluePoint49Y" fmla="*/ 107 h 874"/>
                <a:gd name="GluePoint50X" fmla="*/ 4024 w 5099"/>
                <a:gd name="GluePoint50Y" fmla="*/ 604 h 874"/>
                <a:gd name="GluePoint51X" fmla="*/ 4105 w 5099"/>
                <a:gd name="GluePoint51Y" fmla="*/ 730 h 874"/>
                <a:gd name="GluePoint52X" fmla="*/ 4187 w 5099"/>
                <a:gd name="GluePoint52Y" fmla="*/ 57 h 874"/>
                <a:gd name="GluePoint53X" fmla="*/ 4269 w 5099"/>
                <a:gd name="GluePoint53Y" fmla="*/ 654 h 874"/>
                <a:gd name="GluePoint54X" fmla="*/ 4344 w 5099"/>
                <a:gd name="GluePoint54Y" fmla="*/ 698 h 874"/>
                <a:gd name="GluePoint55X" fmla="*/ 4426 w 5099"/>
                <a:gd name="GluePoint55Y" fmla="*/ 120 h 874"/>
                <a:gd name="GluePoint56X" fmla="*/ 4508 w 5099"/>
                <a:gd name="GluePoint56Y" fmla="*/ 749 h 874"/>
                <a:gd name="GluePoint57X" fmla="*/ 4589 w 5099"/>
                <a:gd name="GluePoint57Y" fmla="*/ 705 h 874"/>
                <a:gd name="GluePoint58X" fmla="*/ 4671 w 5099"/>
                <a:gd name="GluePoint58Y" fmla="*/ 63 h 874"/>
                <a:gd name="GluePoint59X" fmla="*/ 4753 w 5099"/>
                <a:gd name="GluePoint59Y" fmla="*/ 654 h 874"/>
                <a:gd name="GluePoint60X" fmla="*/ 4828 w 5099"/>
                <a:gd name="GluePoint60Y" fmla="*/ 522 h 874"/>
                <a:gd name="GluePoint61X" fmla="*/ 4910 w 5099"/>
                <a:gd name="GluePoint61Y" fmla="*/ 114 h 874"/>
                <a:gd name="GluePoint62X" fmla="*/ 4992 w 5099"/>
                <a:gd name="GluePoint62Y" fmla="*/ 736 h 874"/>
                <a:gd name="GluePoint63X" fmla="*/ 5073 w 5099"/>
                <a:gd name="GluePoint63Y" fmla="*/ 566 h 8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5099" h="874">
                  <a:moveTo>
                    <a:pt x="0" y="415"/>
                  </a:moveTo>
                  <a:lnTo>
                    <a:pt x="0" y="428"/>
                  </a:lnTo>
                  <a:lnTo>
                    <a:pt x="0" y="434"/>
                  </a:lnTo>
                  <a:lnTo>
                    <a:pt x="0" y="441"/>
                  </a:lnTo>
                  <a:lnTo>
                    <a:pt x="0" y="453"/>
                  </a:lnTo>
                  <a:lnTo>
                    <a:pt x="0" y="459"/>
                  </a:lnTo>
                  <a:lnTo>
                    <a:pt x="7" y="466"/>
                  </a:lnTo>
                  <a:lnTo>
                    <a:pt x="7" y="472"/>
                  </a:lnTo>
                  <a:lnTo>
                    <a:pt x="7" y="478"/>
                  </a:lnTo>
                  <a:lnTo>
                    <a:pt x="7" y="485"/>
                  </a:lnTo>
                  <a:lnTo>
                    <a:pt x="7" y="491"/>
                  </a:lnTo>
                  <a:lnTo>
                    <a:pt x="7" y="497"/>
                  </a:lnTo>
                  <a:lnTo>
                    <a:pt x="13" y="504"/>
                  </a:lnTo>
                  <a:lnTo>
                    <a:pt x="13" y="510"/>
                  </a:lnTo>
                  <a:lnTo>
                    <a:pt x="13" y="516"/>
                  </a:lnTo>
                  <a:lnTo>
                    <a:pt x="13" y="522"/>
                  </a:lnTo>
                  <a:lnTo>
                    <a:pt x="13" y="529"/>
                  </a:lnTo>
                  <a:lnTo>
                    <a:pt x="13" y="535"/>
                  </a:lnTo>
                  <a:lnTo>
                    <a:pt x="19" y="541"/>
                  </a:lnTo>
                  <a:lnTo>
                    <a:pt x="19" y="548"/>
                  </a:lnTo>
                  <a:lnTo>
                    <a:pt x="19" y="554"/>
                  </a:lnTo>
                  <a:lnTo>
                    <a:pt x="19" y="560"/>
                  </a:lnTo>
                  <a:lnTo>
                    <a:pt x="19" y="566"/>
                  </a:lnTo>
                  <a:lnTo>
                    <a:pt x="19" y="573"/>
                  </a:lnTo>
                  <a:lnTo>
                    <a:pt x="19" y="579"/>
                  </a:lnTo>
                  <a:lnTo>
                    <a:pt x="26" y="585"/>
                  </a:lnTo>
                  <a:lnTo>
                    <a:pt x="26" y="592"/>
                  </a:lnTo>
                  <a:lnTo>
                    <a:pt x="26" y="598"/>
                  </a:lnTo>
                  <a:lnTo>
                    <a:pt x="26" y="604"/>
                  </a:lnTo>
                  <a:lnTo>
                    <a:pt x="26" y="610"/>
                  </a:lnTo>
                  <a:lnTo>
                    <a:pt x="32" y="617"/>
                  </a:lnTo>
                  <a:lnTo>
                    <a:pt x="32" y="623"/>
                  </a:lnTo>
                  <a:lnTo>
                    <a:pt x="32" y="629"/>
                  </a:lnTo>
                  <a:lnTo>
                    <a:pt x="32" y="636"/>
                  </a:lnTo>
                  <a:lnTo>
                    <a:pt x="32" y="642"/>
                  </a:lnTo>
                  <a:lnTo>
                    <a:pt x="38" y="648"/>
                  </a:lnTo>
                  <a:lnTo>
                    <a:pt x="38" y="654"/>
                  </a:lnTo>
                  <a:lnTo>
                    <a:pt x="38" y="661"/>
                  </a:lnTo>
                  <a:lnTo>
                    <a:pt x="38" y="667"/>
                  </a:lnTo>
                  <a:lnTo>
                    <a:pt x="38" y="673"/>
                  </a:lnTo>
                  <a:lnTo>
                    <a:pt x="44" y="680"/>
                  </a:lnTo>
                  <a:lnTo>
                    <a:pt x="44" y="686"/>
                  </a:lnTo>
                  <a:lnTo>
                    <a:pt x="44" y="692"/>
                  </a:lnTo>
                  <a:lnTo>
                    <a:pt x="44" y="698"/>
                  </a:lnTo>
                  <a:lnTo>
                    <a:pt x="44" y="705"/>
                  </a:lnTo>
                  <a:lnTo>
                    <a:pt x="51" y="711"/>
                  </a:lnTo>
                  <a:lnTo>
                    <a:pt x="51" y="717"/>
                  </a:lnTo>
                  <a:lnTo>
                    <a:pt x="51" y="724"/>
                  </a:lnTo>
                  <a:lnTo>
                    <a:pt x="51" y="730"/>
                  </a:lnTo>
                  <a:lnTo>
                    <a:pt x="51" y="736"/>
                  </a:lnTo>
                  <a:lnTo>
                    <a:pt x="51" y="742"/>
                  </a:lnTo>
                  <a:lnTo>
                    <a:pt x="57" y="742"/>
                  </a:lnTo>
                  <a:lnTo>
                    <a:pt x="57" y="749"/>
                  </a:lnTo>
                  <a:lnTo>
                    <a:pt x="57" y="755"/>
                  </a:lnTo>
                  <a:lnTo>
                    <a:pt x="57" y="761"/>
                  </a:lnTo>
                  <a:lnTo>
                    <a:pt x="57" y="768"/>
                  </a:lnTo>
                  <a:lnTo>
                    <a:pt x="63" y="768"/>
                  </a:lnTo>
                  <a:lnTo>
                    <a:pt x="63" y="774"/>
                  </a:lnTo>
                  <a:lnTo>
                    <a:pt x="63" y="780"/>
                  </a:lnTo>
                  <a:lnTo>
                    <a:pt x="63" y="786"/>
                  </a:lnTo>
                  <a:lnTo>
                    <a:pt x="70" y="793"/>
                  </a:lnTo>
                  <a:lnTo>
                    <a:pt x="70" y="799"/>
                  </a:lnTo>
                  <a:lnTo>
                    <a:pt x="70" y="805"/>
                  </a:lnTo>
                  <a:lnTo>
                    <a:pt x="76" y="805"/>
                  </a:lnTo>
                  <a:lnTo>
                    <a:pt x="82" y="805"/>
                  </a:lnTo>
                  <a:lnTo>
                    <a:pt x="82" y="799"/>
                  </a:lnTo>
                  <a:lnTo>
                    <a:pt x="82" y="793"/>
                  </a:lnTo>
                  <a:lnTo>
                    <a:pt x="88" y="793"/>
                  </a:lnTo>
                  <a:lnTo>
                    <a:pt x="88" y="786"/>
                  </a:lnTo>
                  <a:lnTo>
                    <a:pt x="88" y="780"/>
                  </a:lnTo>
                  <a:lnTo>
                    <a:pt x="88" y="774"/>
                  </a:lnTo>
                  <a:lnTo>
                    <a:pt x="95" y="768"/>
                  </a:lnTo>
                  <a:lnTo>
                    <a:pt x="95" y="761"/>
                  </a:lnTo>
                  <a:lnTo>
                    <a:pt x="95" y="755"/>
                  </a:lnTo>
                  <a:lnTo>
                    <a:pt x="95" y="749"/>
                  </a:lnTo>
                  <a:lnTo>
                    <a:pt x="101" y="742"/>
                  </a:lnTo>
                  <a:lnTo>
                    <a:pt x="101" y="736"/>
                  </a:lnTo>
                  <a:lnTo>
                    <a:pt x="101" y="730"/>
                  </a:lnTo>
                  <a:lnTo>
                    <a:pt x="101" y="724"/>
                  </a:lnTo>
                  <a:lnTo>
                    <a:pt x="101" y="717"/>
                  </a:lnTo>
                  <a:lnTo>
                    <a:pt x="107" y="717"/>
                  </a:lnTo>
                  <a:lnTo>
                    <a:pt x="107" y="711"/>
                  </a:lnTo>
                  <a:lnTo>
                    <a:pt x="107" y="705"/>
                  </a:lnTo>
                  <a:lnTo>
                    <a:pt x="107" y="698"/>
                  </a:lnTo>
                  <a:lnTo>
                    <a:pt x="107" y="692"/>
                  </a:lnTo>
                  <a:lnTo>
                    <a:pt x="114" y="686"/>
                  </a:lnTo>
                  <a:lnTo>
                    <a:pt x="114" y="680"/>
                  </a:lnTo>
                  <a:lnTo>
                    <a:pt x="114" y="673"/>
                  </a:lnTo>
                  <a:lnTo>
                    <a:pt x="114" y="667"/>
                  </a:lnTo>
                  <a:lnTo>
                    <a:pt x="114" y="661"/>
                  </a:lnTo>
                  <a:lnTo>
                    <a:pt x="114" y="654"/>
                  </a:lnTo>
                  <a:lnTo>
                    <a:pt x="120" y="654"/>
                  </a:lnTo>
                  <a:lnTo>
                    <a:pt x="120" y="648"/>
                  </a:lnTo>
                  <a:lnTo>
                    <a:pt x="120" y="642"/>
                  </a:lnTo>
                  <a:lnTo>
                    <a:pt x="120" y="636"/>
                  </a:lnTo>
                  <a:lnTo>
                    <a:pt x="120" y="629"/>
                  </a:lnTo>
                  <a:lnTo>
                    <a:pt x="120" y="623"/>
                  </a:lnTo>
                  <a:lnTo>
                    <a:pt x="120" y="617"/>
                  </a:lnTo>
                  <a:lnTo>
                    <a:pt x="126" y="610"/>
                  </a:lnTo>
                  <a:lnTo>
                    <a:pt x="126" y="604"/>
                  </a:lnTo>
                  <a:lnTo>
                    <a:pt x="126" y="598"/>
                  </a:lnTo>
                  <a:lnTo>
                    <a:pt x="126" y="592"/>
                  </a:lnTo>
                  <a:lnTo>
                    <a:pt x="126" y="585"/>
                  </a:lnTo>
                  <a:lnTo>
                    <a:pt x="126" y="579"/>
                  </a:lnTo>
                  <a:lnTo>
                    <a:pt x="132" y="573"/>
                  </a:lnTo>
                  <a:lnTo>
                    <a:pt x="132" y="560"/>
                  </a:lnTo>
                  <a:lnTo>
                    <a:pt x="132" y="554"/>
                  </a:lnTo>
                  <a:lnTo>
                    <a:pt x="132" y="548"/>
                  </a:lnTo>
                  <a:lnTo>
                    <a:pt x="132" y="541"/>
                  </a:lnTo>
                  <a:lnTo>
                    <a:pt x="132" y="535"/>
                  </a:lnTo>
                  <a:lnTo>
                    <a:pt x="139" y="529"/>
                  </a:lnTo>
                  <a:lnTo>
                    <a:pt x="139" y="522"/>
                  </a:lnTo>
                  <a:lnTo>
                    <a:pt x="139" y="516"/>
                  </a:lnTo>
                  <a:lnTo>
                    <a:pt x="139" y="504"/>
                  </a:lnTo>
                  <a:lnTo>
                    <a:pt x="139" y="497"/>
                  </a:lnTo>
                  <a:lnTo>
                    <a:pt x="145" y="485"/>
                  </a:lnTo>
                  <a:lnTo>
                    <a:pt x="145" y="472"/>
                  </a:lnTo>
                  <a:lnTo>
                    <a:pt x="145" y="466"/>
                  </a:lnTo>
                  <a:lnTo>
                    <a:pt x="145" y="459"/>
                  </a:lnTo>
                  <a:lnTo>
                    <a:pt x="145" y="453"/>
                  </a:lnTo>
                  <a:lnTo>
                    <a:pt x="145" y="441"/>
                  </a:lnTo>
                  <a:lnTo>
                    <a:pt x="145" y="434"/>
                  </a:lnTo>
                  <a:lnTo>
                    <a:pt x="151" y="428"/>
                  </a:lnTo>
                  <a:lnTo>
                    <a:pt x="151" y="415"/>
                  </a:lnTo>
                  <a:lnTo>
                    <a:pt x="151" y="409"/>
                  </a:lnTo>
                  <a:lnTo>
                    <a:pt x="151" y="403"/>
                  </a:lnTo>
                  <a:lnTo>
                    <a:pt x="151" y="390"/>
                  </a:lnTo>
                  <a:lnTo>
                    <a:pt x="151" y="384"/>
                  </a:lnTo>
                  <a:lnTo>
                    <a:pt x="158" y="371"/>
                  </a:lnTo>
                  <a:lnTo>
                    <a:pt x="158" y="365"/>
                  </a:lnTo>
                  <a:lnTo>
                    <a:pt x="158" y="359"/>
                  </a:lnTo>
                  <a:lnTo>
                    <a:pt x="158" y="346"/>
                  </a:lnTo>
                  <a:lnTo>
                    <a:pt x="158" y="340"/>
                  </a:lnTo>
                  <a:lnTo>
                    <a:pt x="158" y="327"/>
                  </a:lnTo>
                  <a:lnTo>
                    <a:pt x="164" y="321"/>
                  </a:lnTo>
                  <a:lnTo>
                    <a:pt x="164" y="309"/>
                  </a:lnTo>
                  <a:lnTo>
                    <a:pt x="164" y="302"/>
                  </a:lnTo>
                  <a:lnTo>
                    <a:pt x="164" y="290"/>
                  </a:lnTo>
                  <a:lnTo>
                    <a:pt x="164" y="283"/>
                  </a:lnTo>
                  <a:lnTo>
                    <a:pt x="164" y="271"/>
                  </a:lnTo>
                  <a:lnTo>
                    <a:pt x="170" y="258"/>
                  </a:lnTo>
                  <a:lnTo>
                    <a:pt x="170" y="252"/>
                  </a:lnTo>
                  <a:lnTo>
                    <a:pt x="170" y="239"/>
                  </a:lnTo>
                  <a:lnTo>
                    <a:pt x="170" y="233"/>
                  </a:lnTo>
                  <a:lnTo>
                    <a:pt x="170" y="221"/>
                  </a:lnTo>
                  <a:lnTo>
                    <a:pt x="170" y="208"/>
                  </a:lnTo>
                  <a:lnTo>
                    <a:pt x="176" y="202"/>
                  </a:lnTo>
                  <a:lnTo>
                    <a:pt x="176" y="189"/>
                  </a:lnTo>
                  <a:lnTo>
                    <a:pt x="176" y="177"/>
                  </a:lnTo>
                  <a:lnTo>
                    <a:pt x="176" y="170"/>
                  </a:lnTo>
                  <a:lnTo>
                    <a:pt x="176" y="158"/>
                  </a:lnTo>
                  <a:lnTo>
                    <a:pt x="176" y="145"/>
                  </a:lnTo>
                  <a:lnTo>
                    <a:pt x="176" y="139"/>
                  </a:lnTo>
                  <a:lnTo>
                    <a:pt x="183" y="126"/>
                  </a:lnTo>
                  <a:lnTo>
                    <a:pt x="183" y="114"/>
                  </a:lnTo>
                  <a:lnTo>
                    <a:pt x="183" y="101"/>
                  </a:lnTo>
                  <a:lnTo>
                    <a:pt x="183" y="95"/>
                  </a:lnTo>
                  <a:lnTo>
                    <a:pt x="183" y="82"/>
                  </a:lnTo>
                  <a:lnTo>
                    <a:pt x="183" y="70"/>
                  </a:lnTo>
                  <a:lnTo>
                    <a:pt x="189" y="63"/>
                  </a:lnTo>
                  <a:lnTo>
                    <a:pt x="189" y="57"/>
                  </a:lnTo>
                  <a:lnTo>
                    <a:pt x="189" y="51"/>
                  </a:lnTo>
                  <a:lnTo>
                    <a:pt x="189" y="44"/>
                  </a:lnTo>
                  <a:lnTo>
                    <a:pt x="189" y="38"/>
                  </a:lnTo>
                  <a:lnTo>
                    <a:pt x="189" y="32"/>
                  </a:lnTo>
                  <a:lnTo>
                    <a:pt x="195" y="32"/>
                  </a:lnTo>
                  <a:lnTo>
                    <a:pt x="195" y="38"/>
                  </a:lnTo>
                  <a:lnTo>
                    <a:pt x="202" y="44"/>
                  </a:lnTo>
                  <a:lnTo>
                    <a:pt x="202" y="51"/>
                  </a:lnTo>
                  <a:lnTo>
                    <a:pt x="202" y="63"/>
                  </a:lnTo>
                  <a:lnTo>
                    <a:pt x="202" y="70"/>
                  </a:lnTo>
                  <a:lnTo>
                    <a:pt x="202" y="76"/>
                  </a:lnTo>
                  <a:lnTo>
                    <a:pt x="208" y="89"/>
                  </a:lnTo>
                  <a:lnTo>
                    <a:pt x="208" y="95"/>
                  </a:lnTo>
                  <a:lnTo>
                    <a:pt x="208" y="107"/>
                  </a:lnTo>
                  <a:lnTo>
                    <a:pt x="208" y="114"/>
                  </a:lnTo>
                  <a:lnTo>
                    <a:pt x="208" y="120"/>
                  </a:lnTo>
                  <a:lnTo>
                    <a:pt x="208" y="133"/>
                  </a:lnTo>
                  <a:lnTo>
                    <a:pt x="214" y="139"/>
                  </a:lnTo>
                  <a:lnTo>
                    <a:pt x="214" y="151"/>
                  </a:lnTo>
                  <a:lnTo>
                    <a:pt x="214" y="158"/>
                  </a:lnTo>
                  <a:lnTo>
                    <a:pt x="214" y="164"/>
                  </a:lnTo>
                  <a:lnTo>
                    <a:pt x="214" y="177"/>
                  </a:lnTo>
                  <a:lnTo>
                    <a:pt x="214" y="183"/>
                  </a:lnTo>
                  <a:lnTo>
                    <a:pt x="220" y="189"/>
                  </a:lnTo>
                  <a:lnTo>
                    <a:pt x="220" y="202"/>
                  </a:lnTo>
                  <a:lnTo>
                    <a:pt x="220" y="208"/>
                  </a:lnTo>
                  <a:lnTo>
                    <a:pt x="220" y="214"/>
                  </a:lnTo>
                  <a:lnTo>
                    <a:pt x="220" y="221"/>
                  </a:lnTo>
                  <a:lnTo>
                    <a:pt x="220" y="233"/>
                  </a:lnTo>
                  <a:lnTo>
                    <a:pt x="220" y="239"/>
                  </a:lnTo>
                  <a:lnTo>
                    <a:pt x="227" y="246"/>
                  </a:lnTo>
                  <a:lnTo>
                    <a:pt x="227" y="258"/>
                  </a:lnTo>
                  <a:lnTo>
                    <a:pt x="227" y="265"/>
                  </a:lnTo>
                  <a:lnTo>
                    <a:pt x="227" y="271"/>
                  </a:lnTo>
                  <a:lnTo>
                    <a:pt x="227" y="277"/>
                  </a:lnTo>
                  <a:lnTo>
                    <a:pt x="227" y="283"/>
                  </a:lnTo>
                  <a:lnTo>
                    <a:pt x="233" y="296"/>
                  </a:lnTo>
                  <a:lnTo>
                    <a:pt x="233" y="302"/>
                  </a:lnTo>
                  <a:lnTo>
                    <a:pt x="233" y="309"/>
                  </a:lnTo>
                  <a:lnTo>
                    <a:pt x="233" y="315"/>
                  </a:lnTo>
                  <a:lnTo>
                    <a:pt x="233" y="327"/>
                  </a:lnTo>
                  <a:lnTo>
                    <a:pt x="233" y="334"/>
                  </a:lnTo>
                  <a:lnTo>
                    <a:pt x="239" y="340"/>
                  </a:lnTo>
                  <a:lnTo>
                    <a:pt x="239" y="346"/>
                  </a:lnTo>
                  <a:lnTo>
                    <a:pt x="239" y="359"/>
                  </a:lnTo>
                  <a:lnTo>
                    <a:pt x="239" y="365"/>
                  </a:lnTo>
                  <a:lnTo>
                    <a:pt x="239" y="371"/>
                  </a:lnTo>
                  <a:lnTo>
                    <a:pt x="239" y="384"/>
                  </a:lnTo>
                  <a:lnTo>
                    <a:pt x="246" y="390"/>
                  </a:lnTo>
                  <a:lnTo>
                    <a:pt x="246" y="397"/>
                  </a:lnTo>
                  <a:lnTo>
                    <a:pt x="246" y="403"/>
                  </a:lnTo>
                  <a:lnTo>
                    <a:pt x="246" y="409"/>
                  </a:lnTo>
                  <a:lnTo>
                    <a:pt x="246" y="422"/>
                  </a:lnTo>
                  <a:lnTo>
                    <a:pt x="246" y="428"/>
                  </a:lnTo>
                  <a:lnTo>
                    <a:pt x="246" y="434"/>
                  </a:lnTo>
                  <a:lnTo>
                    <a:pt x="252" y="441"/>
                  </a:lnTo>
                  <a:lnTo>
                    <a:pt x="252" y="447"/>
                  </a:lnTo>
                  <a:lnTo>
                    <a:pt x="252" y="453"/>
                  </a:lnTo>
                  <a:lnTo>
                    <a:pt x="252" y="459"/>
                  </a:lnTo>
                  <a:lnTo>
                    <a:pt x="252" y="466"/>
                  </a:lnTo>
                  <a:lnTo>
                    <a:pt x="252" y="478"/>
                  </a:lnTo>
                  <a:lnTo>
                    <a:pt x="258" y="485"/>
                  </a:lnTo>
                  <a:lnTo>
                    <a:pt x="258" y="491"/>
                  </a:lnTo>
                  <a:lnTo>
                    <a:pt x="258" y="497"/>
                  </a:lnTo>
                  <a:lnTo>
                    <a:pt x="258" y="504"/>
                  </a:lnTo>
                  <a:lnTo>
                    <a:pt x="258" y="510"/>
                  </a:lnTo>
                  <a:lnTo>
                    <a:pt x="258" y="516"/>
                  </a:lnTo>
                  <a:lnTo>
                    <a:pt x="264" y="522"/>
                  </a:lnTo>
                  <a:lnTo>
                    <a:pt x="264" y="529"/>
                  </a:lnTo>
                  <a:lnTo>
                    <a:pt x="264" y="535"/>
                  </a:lnTo>
                  <a:lnTo>
                    <a:pt x="264" y="541"/>
                  </a:lnTo>
                  <a:lnTo>
                    <a:pt x="264" y="548"/>
                  </a:lnTo>
                  <a:lnTo>
                    <a:pt x="264" y="554"/>
                  </a:lnTo>
                  <a:lnTo>
                    <a:pt x="271" y="560"/>
                  </a:lnTo>
                  <a:lnTo>
                    <a:pt x="271" y="566"/>
                  </a:lnTo>
                  <a:lnTo>
                    <a:pt x="271" y="573"/>
                  </a:lnTo>
                  <a:lnTo>
                    <a:pt x="271" y="579"/>
                  </a:lnTo>
                  <a:lnTo>
                    <a:pt x="271" y="585"/>
                  </a:lnTo>
                  <a:lnTo>
                    <a:pt x="271" y="592"/>
                  </a:lnTo>
                  <a:lnTo>
                    <a:pt x="271" y="598"/>
                  </a:lnTo>
                  <a:lnTo>
                    <a:pt x="277" y="604"/>
                  </a:lnTo>
                  <a:lnTo>
                    <a:pt x="277" y="610"/>
                  </a:lnTo>
                  <a:lnTo>
                    <a:pt x="277" y="617"/>
                  </a:lnTo>
                  <a:lnTo>
                    <a:pt x="277" y="623"/>
                  </a:lnTo>
                  <a:lnTo>
                    <a:pt x="277" y="629"/>
                  </a:lnTo>
                  <a:lnTo>
                    <a:pt x="283" y="636"/>
                  </a:lnTo>
                  <a:lnTo>
                    <a:pt x="283" y="642"/>
                  </a:lnTo>
                  <a:lnTo>
                    <a:pt x="283" y="648"/>
                  </a:lnTo>
                  <a:lnTo>
                    <a:pt x="283" y="654"/>
                  </a:lnTo>
                  <a:lnTo>
                    <a:pt x="283" y="661"/>
                  </a:lnTo>
                  <a:lnTo>
                    <a:pt x="290" y="667"/>
                  </a:lnTo>
                  <a:lnTo>
                    <a:pt x="290" y="673"/>
                  </a:lnTo>
                  <a:lnTo>
                    <a:pt x="290" y="680"/>
                  </a:lnTo>
                  <a:lnTo>
                    <a:pt x="290" y="686"/>
                  </a:lnTo>
                  <a:lnTo>
                    <a:pt x="290" y="692"/>
                  </a:lnTo>
                  <a:lnTo>
                    <a:pt x="296" y="698"/>
                  </a:lnTo>
                  <a:lnTo>
                    <a:pt x="296" y="705"/>
                  </a:lnTo>
                  <a:lnTo>
                    <a:pt x="296" y="711"/>
                  </a:lnTo>
                  <a:lnTo>
                    <a:pt x="296" y="717"/>
                  </a:lnTo>
                  <a:lnTo>
                    <a:pt x="296" y="724"/>
                  </a:lnTo>
                  <a:lnTo>
                    <a:pt x="302" y="724"/>
                  </a:lnTo>
                  <a:lnTo>
                    <a:pt x="302" y="730"/>
                  </a:lnTo>
                  <a:lnTo>
                    <a:pt x="302" y="736"/>
                  </a:lnTo>
                  <a:lnTo>
                    <a:pt x="302" y="742"/>
                  </a:lnTo>
                  <a:lnTo>
                    <a:pt x="302" y="749"/>
                  </a:lnTo>
                  <a:lnTo>
                    <a:pt x="308" y="749"/>
                  </a:lnTo>
                  <a:lnTo>
                    <a:pt x="308" y="755"/>
                  </a:lnTo>
                  <a:lnTo>
                    <a:pt x="315" y="755"/>
                  </a:lnTo>
                  <a:lnTo>
                    <a:pt x="315" y="749"/>
                  </a:lnTo>
                  <a:lnTo>
                    <a:pt x="321" y="749"/>
                  </a:lnTo>
                  <a:lnTo>
                    <a:pt x="321" y="742"/>
                  </a:lnTo>
                  <a:lnTo>
                    <a:pt x="321" y="736"/>
                  </a:lnTo>
                  <a:lnTo>
                    <a:pt x="321" y="730"/>
                  </a:lnTo>
                  <a:lnTo>
                    <a:pt x="327" y="730"/>
                  </a:lnTo>
                  <a:lnTo>
                    <a:pt x="327" y="724"/>
                  </a:lnTo>
                  <a:lnTo>
                    <a:pt x="327" y="717"/>
                  </a:lnTo>
                  <a:lnTo>
                    <a:pt x="327" y="711"/>
                  </a:lnTo>
                  <a:lnTo>
                    <a:pt x="334" y="705"/>
                  </a:lnTo>
                  <a:lnTo>
                    <a:pt x="334" y="698"/>
                  </a:lnTo>
                  <a:lnTo>
                    <a:pt x="334" y="692"/>
                  </a:lnTo>
                  <a:lnTo>
                    <a:pt x="334" y="686"/>
                  </a:lnTo>
                  <a:lnTo>
                    <a:pt x="340" y="680"/>
                  </a:lnTo>
                  <a:lnTo>
                    <a:pt x="340" y="673"/>
                  </a:lnTo>
                  <a:lnTo>
                    <a:pt x="340" y="667"/>
                  </a:lnTo>
                  <a:lnTo>
                    <a:pt x="340" y="661"/>
                  </a:lnTo>
                  <a:lnTo>
                    <a:pt x="340" y="654"/>
                  </a:lnTo>
                  <a:lnTo>
                    <a:pt x="346" y="648"/>
                  </a:lnTo>
                  <a:lnTo>
                    <a:pt x="346" y="642"/>
                  </a:lnTo>
                  <a:lnTo>
                    <a:pt x="346" y="636"/>
                  </a:lnTo>
                  <a:lnTo>
                    <a:pt x="346" y="629"/>
                  </a:lnTo>
                  <a:lnTo>
                    <a:pt x="346" y="623"/>
                  </a:lnTo>
                  <a:lnTo>
                    <a:pt x="352" y="617"/>
                  </a:lnTo>
                  <a:lnTo>
                    <a:pt x="352" y="610"/>
                  </a:lnTo>
                  <a:lnTo>
                    <a:pt x="352" y="604"/>
                  </a:lnTo>
                  <a:lnTo>
                    <a:pt x="352" y="598"/>
                  </a:lnTo>
                  <a:lnTo>
                    <a:pt x="352" y="592"/>
                  </a:lnTo>
                  <a:lnTo>
                    <a:pt x="352" y="585"/>
                  </a:lnTo>
                  <a:lnTo>
                    <a:pt x="359" y="585"/>
                  </a:lnTo>
                  <a:lnTo>
                    <a:pt x="359" y="573"/>
                  </a:lnTo>
                  <a:lnTo>
                    <a:pt x="359" y="566"/>
                  </a:lnTo>
                  <a:lnTo>
                    <a:pt x="359" y="560"/>
                  </a:lnTo>
                  <a:lnTo>
                    <a:pt x="359" y="554"/>
                  </a:lnTo>
                  <a:lnTo>
                    <a:pt x="365" y="548"/>
                  </a:lnTo>
                  <a:lnTo>
                    <a:pt x="365" y="541"/>
                  </a:lnTo>
                  <a:lnTo>
                    <a:pt x="365" y="535"/>
                  </a:lnTo>
                  <a:lnTo>
                    <a:pt x="365" y="529"/>
                  </a:lnTo>
                  <a:lnTo>
                    <a:pt x="365" y="522"/>
                  </a:lnTo>
                  <a:lnTo>
                    <a:pt x="365" y="516"/>
                  </a:lnTo>
                  <a:lnTo>
                    <a:pt x="371" y="510"/>
                  </a:lnTo>
                  <a:lnTo>
                    <a:pt x="371" y="504"/>
                  </a:lnTo>
                  <a:lnTo>
                    <a:pt x="371" y="497"/>
                  </a:lnTo>
                  <a:lnTo>
                    <a:pt x="371" y="491"/>
                  </a:lnTo>
                  <a:lnTo>
                    <a:pt x="371" y="485"/>
                  </a:lnTo>
                  <a:lnTo>
                    <a:pt x="371" y="478"/>
                  </a:lnTo>
                  <a:lnTo>
                    <a:pt x="371" y="466"/>
                  </a:lnTo>
                  <a:lnTo>
                    <a:pt x="378" y="459"/>
                  </a:lnTo>
                  <a:lnTo>
                    <a:pt x="378" y="453"/>
                  </a:lnTo>
                  <a:lnTo>
                    <a:pt x="378" y="447"/>
                  </a:lnTo>
                  <a:lnTo>
                    <a:pt x="378" y="441"/>
                  </a:lnTo>
                  <a:lnTo>
                    <a:pt x="378" y="434"/>
                  </a:lnTo>
                  <a:lnTo>
                    <a:pt x="378" y="428"/>
                  </a:lnTo>
                  <a:lnTo>
                    <a:pt x="384" y="422"/>
                  </a:lnTo>
                  <a:lnTo>
                    <a:pt x="384" y="409"/>
                  </a:lnTo>
                  <a:lnTo>
                    <a:pt x="384" y="403"/>
                  </a:lnTo>
                  <a:lnTo>
                    <a:pt x="384" y="397"/>
                  </a:lnTo>
                  <a:lnTo>
                    <a:pt x="384" y="390"/>
                  </a:lnTo>
                  <a:lnTo>
                    <a:pt x="384" y="378"/>
                  </a:lnTo>
                  <a:lnTo>
                    <a:pt x="390" y="371"/>
                  </a:lnTo>
                  <a:lnTo>
                    <a:pt x="390" y="365"/>
                  </a:lnTo>
                  <a:lnTo>
                    <a:pt x="390" y="359"/>
                  </a:lnTo>
                  <a:lnTo>
                    <a:pt x="390" y="346"/>
                  </a:lnTo>
                  <a:lnTo>
                    <a:pt x="390" y="340"/>
                  </a:lnTo>
                  <a:lnTo>
                    <a:pt x="390" y="334"/>
                  </a:lnTo>
                  <a:lnTo>
                    <a:pt x="396" y="327"/>
                  </a:lnTo>
                  <a:lnTo>
                    <a:pt x="396" y="315"/>
                  </a:lnTo>
                  <a:lnTo>
                    <a:pt x="396" y="309"/>
                  </a:lnTo>
                  <a:lnTo>
                    <a:pt x="396" y="302"/>
                  </a:lnTo>
                  <a:lnTo>
                    <a:pt x="396" y="290"/>
                  </a:lnTo>
                  <a:lnTo>
                    <a:pt x="396" y="283"/>
                  </a:lnTo>
                  <a:lnTo>
                    <a:pt x="396" y="271"/>
                  </a:lnTo>
                  <a:lnTo>
                    <a:pt x="403" y="265"/>
                  </a:lnTo>
                  <a:lnTo>
                    <a:pt x="403" y="258"/>
                  </a:lnTo>
                  <a:lnTo>
                    <a:pt x="403" y="246"/>
                  </a:lnTo>
                  <a:lnTo>
                    <a:pt x="403" y="239"/>
                  </a:lnTo>
                  <a:lnTo>
                    <a:pt x="403" y="227"/>
                  </a:lnTo>
                  <a:lnTo>
                    <a:pt x="403" y="221"/>
                  </a:lnTo>
                  <a:lnTo>
                    <a:pt x="409" y="214"/>
                  </a:lnTo>
                  <a:lnTo>
                    <a:pt x="409" y="202"/>
                  </a:lnTo>
                  <a:lnTo>
                    <a:pt x="409" y="195"/>
                  </a:lnTo>
                  <a:lnTo>
                    <a:pt x="409" y="183"/>
                  </a:lnTo>
                  <a:lnTo>
                    <a:pt x="409" y="177"/>
                  </a:lnTo>
                  <a:lnTo>
                    <a:pt x="409" y="164"/>
                  </a:lnTo>
                  <a:lnTo>
                    <a:pt x="415" y="158"/>
                  </a:lnTo>
                  <a:lnTo>
                    <a:pt x="415" y="145"/>
                  </a:lnTo>
                  <a:lnTo>
                    <a:pt x="415" y="133"/>
                  </a:lnTo>
                  <a:lnTo>
                    <a:pt x="415" y="126"/>
                  </a:lnTo>
                  <a:lnTo>
                    <a:pt x="415" y="114"/>
                  </a:lnTo>
                  <a:lnTo>
                    <a:pt x="415" y="107"/>
                  </a:lnTo>
                  <a:lnTo>
                    <a:pt x="422" y="95"/>
                  </a:lnTo>
                  <a:lnTo>
                    <a:pt x="422" y="89"/>
                  </a:lnTo>
                  <a:lnTo>
                    <a:pt x="422" y="76"/>
                  </a:lnTo>
                  <a:lnTo>
                    <a:pt x="422" y="70"/>
                  </a:lnTo>
                  <a:lnTo>
                    <a:pt x="422" y="63"/>
                  </a:lnTo>
                  <a:lnTo>
                    <a:pt x="422" y="57"/>
                  </a:lnTo>
                  <a:lnTo>
                    <a:pt x="428" y="51"/>
                  </a:lnTo>
                  <a:lnTo>
                    <a:pt x="428" y="57"/>
                  </a:lnTo>
                  <a:lnTo>
                    <a:pt x="434" y="57"/>
                  </a:lnTo>
                  <a:lnTo>
                    <a:pt x="434" y="63"/>
                  </a:lnTo>
                  <a:lnTo>
                    <a:pt x="434" y="70"/>
                  </a:lnTo>
                  <a:lnTo>
                    <a:pt x="434" y="76"/>
                  </a:lnTo>
                  <a:lnTo>
                    <a:pt x="434" y="82"/>
                  </a:lnTo>
                  <a:lnTo>
                    <a:pt x="434" y="95"/>
                  </a:lnTo>
                  <a:lnTo>
                    <a:pt x="440" y="101"/>
                  </a:lnTo>
                  <a:lnTo>
                    <a:pt x="440" y="114"/>
                  </a:lnTo>
                  <a:lnTo>
                    <a:pt x="440" y="126"/>
                  </a:lnTo>
                  <a:lnTo>
                    <a:pt x="440" y="139"/>
                  </a:lnTo>
                  <a:lnTo>
                    <a:pt x="440" y="151"/>
                  </a:lnTo>
                  <a:lnTo>
                    <a:pt x="440" y="164"/>
                  </a:lnTo>
                  <a:lnTo>
                    <a:pt x="440" y="170"/>
                  </a:lnTo>
                  <a:lnTo>
                    <a:pt x="447" y="183"/>
                  </a:lnTo>
                  <a:lnTo>
                    <a:pt x="447" y="195"/>
                  </a:lnTo>
                  <a:lnTo>
                    <a:pt x="447" y="208"/>
                  </a:lnTo>
                  <a:lnTo>
                    <a:pt x="447" y="214"/>
                  </a:lnTo>
                  <a:lnTo>
                    <a:pt x="447" y="227"/>
                  </a:lnTo>
                  <a:lnTo>
                    <a:pt x="447" y="239"/>
                  </a:lnTo>
                  <a:lnTo>
                    <a:pt x="453" y="252"/>
                  </a:lnTo>
                  <a:lnTo>
                    <a:pt x="453" y="258"/>
                  </a:lnTo>
                  <a:lnTo>
                    <a:pt x="453" y="271"/>
                  </a:lnTo>
                  <a:lnTo>
                    <a:pt x="453" y="283"/>
                  </a:lnTo>
                  <a:lnTo>
                    <a:pt x="453" y="290"/>
                  </a:lnTo>
                  <a:lnTo>
                    <a:pt x="453" y="302"/>
                  </a:lnTo>
                  <a:lnTo>
                    <a:pt x="459" y="315"/>
                  </a:lnTo>
                  <a:lnTo>
                    <a:pt x="459" y="321"/>
                  </a:lnTo>
                  <a:lnTo>
                    <a:pt x="459" y="334"/>
                  </a:lnTo>
                  <a:lnTo>
                    <a:pt x="459" y="340"/>
                  </a:lnTo>
                  <a:lnTo>
                    <a:pt x="459" y="353"/>
                  </a:lnTo>
                  <a:lnTo>
                    <a:pt x="459" y="359"/>
                  </a:lnTo>
                  <a:lnTo>
                    <a:pt x="466" y="371"/>
                  </a:lnTo>
                  <a:lnTo>
                    <a:pt x="466" y="378"/>
                  </a:lnTo>
                  <a:lnTo>
                    <a:pt x="466" y="390"/>
                  </a:lnTo>
                  <a:lnTo>
                    <a:pt x="466" y="397"/>
                  </a:lnTo>
                  <a:lnTo>
                    <a:pt x="466" y="409"/>
                  </a:lnTo>
                  <a:lnTo>
                    <a:pt x="466" y="415"/>
                  </a:lnTo>
                  <a:lnTo>
                    <a:pt x="472" y="428"/>
                  </a:lnTo>
                  <a:lnTo>
                    <a:pt x="472" y="441"/>
                  </a:lnTo>
                  <a:lnTo>
                    <a:pt x="472" y="447"/>
                  </a:lnTo>
                  <a:lnTo>
                    <a:pt x="472" y="459"/>
                  </a:lnTo>
                  <a:lnTo>
                    <a:pt x="472" y="466"/>
                  </a:lnTo>
                  <a:lnTo>
                    <a:pt x="472" y="478"/>
                  </a:lnTo>
                  <a:lnTo>
                    <a:pt x="472" y="485"/>
                  </a:lnTo>
                  <a:lnTo>
                    <a:pt x="478" y="491"/>
                  </a:lnTo>
                  <a:lnTo>
                    <a:pt x="478" y="504"/>
                  </a:lnTo>
                  <a:lnTo>
                    <a:pt x="478" y="510"/>
                  </a:lnTo>
                  <a:lnTo>
                    <a:pt x="478" y="522"/>
                  </a:lnTo>
                  <a:lnTo>
                    <a:pt x="478" y="529"/>
                  </a:lnTo>
                  <a:lnTo>
                    <a:pt x="478" y="535"/>
                  </a:lnTo>
                  <a:lnTo>
                    <a:pt x="484" y="548"/>
                  </a:lnTo>
                  <a:lnTo>
                    <a:pt x="484" y="554"/>
                  </a:lnTo>
                  <a:lnTo>
                    <a:pt x="484" y="560"/>
                  </a:lnTo>
                  <a:lnTo>
                    <a:pt x="484" y="573"/>
                  </a:lnTo>
                  <a:lnTo>
                    <a:pt x="484" y="579"/>
                  </a:lnTo>
                  <a:lnTo>
                    <a:pt x="484" y="585"/>
                  </a:lnTo>
                  <a:lnTo>
                    <a:pt x="491" y="598"/>
                  </a:lnTo>
                  <a:lnTo>
                    <a:pt x="491" y="604"/>
                  </a:lnTo>
                  <a:lnTo>
                    <a:pt x="491" y="610"/>
                  </a:lnTo>
                  <a:lnTo>
                    <a:pt x="491" y="617"/>
                  </a:lnTo>
                  <a:lnTo>
                    <a:pt x="491" y="623"/>
                  </a:lnTo>
                  <a:lnTo>
                    <a:pt x="491" y="636"/>
                  </a:lnTo>
                  <a:lnTo>
                    <a:pt x="497" y="642"/>
                  </a:lnTo>
                  <a:lnTo>
                    <a:pt x="497" y="648"/>
                  </a:lnTo>
                  <a:lnTo>
                    <a:pt x="497" y="654"/>
                  </a:lnTo>
                  <a:lnTo>
                    <a:pt x="497" y="661"/>
                  </a:lnTo>
                  <a:lnTo>
                    <a:pt x="497" y="667"/>
                  </a:lnTo>
                  <a:lnTo>
                    <a:pt x="497" y="673"/>
                  </a:lnTo>
                  <a:lnTo>
                    <a:pt x="503" y="686"/>
                  </a:lnTo>
                  <a:lnTo>
                    <a:pt x="503" y="692"/>
                  </a:lnTo>
                  <a:lnTo>
                    <a:pt x="503" y="698"/>
                  </a:lnTo>
                  <a:lnTo>
                    <a:pt x="503" y="705"/>
                  </a:lnTo>
                  <a:lnTo>
                    <a:pt x="503" y="711"/>
                  </a:lnTo>
                  <a:lnTo>
                    <a:pt x="503" y="717"/>
                  </a:lnTo>
                  <a:lnTo>
                    <a:pt x="510" y="724"/>
                  </a:lnTo>
                  <a:lnTo>
                    <a:pt x="510" y="730"/>
                  </a:lnTo>
                  <a:lnTo>
                    <a:pt x="510" y="736"/>
                  </a:lnTo>
                  <a:lnTo>
                    <a:pt x="510" y="742"/>
                  </a:lnTo>
                  <a:lnTo>
                    <a:pt x="510" y="749"/>
                  </a:lnTo>
                  <a:lnTo>
                    <a:pt x="510" y="755"/>
                  </a:lnTo>
                  <a:lnTo>
                    <a:pt x="516" y="761"/>
                  </a:lnTo>
                  <a:lnTo>
                    <a:pt x="516" y="768"/>
                  </a:lnTo>
                  <a:lnTo>
                    <a:pt x="516" y="774"/>
                  </a:lnTo>
                  <a:lnTo>
                    <a:pt x="516" y="780"/>
                  </a:lnTo>
                  <a:lnTo>
                    <a:pt x="516" y="786"/>
                  </a:lnTo>
                  <a:lnTo>
                    <a:pt x="522" y="793"/>
                  </a:lnTo>
                  <a:lnTo>
                    <a:pt x="522" y="799"/>
                  </a:lnTo>
                  <a:lnTo>
                    <a:pt x="522" y="805"/>
                  </a:lnTo>
                  <a:lnTo>
                    <a:pt x="522" y="812"/>
                  </a:lnTo>
                  <a:lnTo>
                    <a:pt x="528" y="818"/>
                  </a:lnTo>
                  <a:lnTo>
                    <a:pt x="528" y="824"/>
                  </a:lnTo>
                  <a:lnTo>
                    <a:pt x="528" y="830"/>
                  </a:lnTo>
                  <a:lnTo>
                    <a:pt x="528" y="837"/>
                  </a:lnTo>
                  <a:lnTo>
                    <a:pt x="528" y="843"/>
                  </a:lnTo>
                  <a:lnTo>
                    <a:pt x="535" y="843"/>
                  </a:lnTo>
                  <a:lnTo>
                    <a:pt x="535" y="849"/>
                  </a:lnTo>
                  <a:lnTo>
                    <a:pt x="535" y="856"/>
                  </a:lnTo>
                  <a:lnTo>
                    <a:pt x="535" y="862"/>
                  </a:lnTo>
                  <a:lnTo>
                    <a:pt x="541" y="862"/>
                  </a:lnTo>
                  <a:lnTo>
                    <a:pt x="541" y="868"/>
                  </a:lnTo>
                  <a:lnTo>
                    <a:pt x="547" y="874"/>
                  </a:lnTo>
                  <a:lnTo>
                    <a:pt x="547" y="868"/>
                  </a:lnTo>
                  <a:lnTo>
                    <a:pt x="554" y="868"/>
                  </a:lnTo>
                  <a:lnTo>
                    <a:pt x="554" y="862"/>
                  </a:lnTo>
                  <a:lnTo>
                    <a:pt x="560" y="862"/>
                  </a:lnTo>
                  <a:lnTo>
                    <a:pt x="560" y="856"/>
                  </a:lnTo>
                  <a:lnTo>
                    <a:pt x="560" y="849"/>
                  </a:lnTo>
                  <a:lnTo>
                    <a:pt x="560" y="843"/>
                  </a:lnTo>
                  <a:lnTo>
                    <a:pt x="566" y="843"/>
                  </a:lnTo>
                  <a:lnTo>
                    <a:pt x="566" y="837"/>
                  </a:lnTo>
                  <a:lnTo>
                    <a:pt x="566" y="830"/>
                  </a:lnTo>
                  <a:lnTo>
                    <a:pt x="566" y="824"/>
                  </a:lnTo>
                  <a:lnTo>
                    <a:pt x="566" y="818"/>
                  </a:lnTo>
                  <a:lnTo>
                    <a:pt x="572" y="818"/>
                  </a:lnTo>
                  <a:lnTo>
                    <a:pt x="572" y="812"/>
                  </a:lnTo>
                  <a:lnTo>
                    <a:pt x="572" y="805"/>
                  </a:lnTo>
                  <a:lnTo>
                    <a:pt x="572" y="799"/>
                  </a:lnTo>
                  <a:lnTo>
                    <a:pt x="572" y="793"/>
                  </a:lnTo>
                  <a:lnTo>
                    <a:pt x="579" y="786"/>
                  </a:lnTo>
                  <a:lnTo>
                    <a:pt x="579" y="780"/>
                  </a:lnTo>
                  <a:lnTo>
                    <a:pt x="579" y="774"/>
                  </a:lnTo>
                  <a:lnTo>
                    <a:pt x="579" y="768"/>
                  </a:lnTo>
                  <a:lnTo>
                    <a:pt x="579" y="761"/>
                  </a:lnTo>
                  <a:lnTo>
                    <a:pt x="585" y="761"/>
                  </a:lnTo>
                  <a:lnTo>
                    <a:pt x="585" y="755"/>
                  </a:lnTo>
                  <a:lnTo>
                    <a:pt x="585" y="749"/>
                  </a:lnTo>
                  <a:lnTo>
                    <a:pt x="585" y="742"/>
                  </a:lnTo>
                  <a:lnTo>
                    <a:pt x="585" y="736"/>
                  </a:lnTo>
                  <a:lnTo>
                    <a:pt x="585" y="730"/>
                  </a:lnTo>
                  <a:lnTo>
                    <a:pt x="591" y="724"/>
                  </a:lnTo>
                  <a:lnTo>
                    <a:pt x="591" y="717"/>
                  </a:lnTo>
                  <a:lnTo>
                    <a:pt x="591" y="711"/>
                  </a:lnTo>
                  <a:lnTo>
                    <a:pt x="591" y="705"/>
                  </a:lnTo>
                  <a:lnTo>
                    <a:pt x="591" y="698"/>
                  </a:lnTo>
                  <a:lnTo>
                    <a:pt x="598" y="692"/>
                  </a:lnTo>
                  <a:lnTo>
                    <a:pt x="598" y="686"/>
                  </a:lnTo>
                  <a:lnTo>
                    <a:pt x="598" y="680"/>
                  </a:lnTo>
                  <a:lnTo>
                    <a:pt x="598" y="673"/>
                  </a:lnTo>
                  <a:lnTo>
                    <a:pt x="598" y="667"/>
                  </a:lnTo>
                  <a:lnTo>
                    <a:pt x="598" y="661"/>
                  </a:lnTo>
                  <a:lnTo>
                    <a:pt x="598" y="654"/>
                  </a:lnTo>
                  <a:lnTo>
                    <a:pt x="604" y="642"/>
                  </a:lnTo>
                  <a:lnTo>
                    <a:pt x="604" y="636"/>
                  </a:lnTo>
                  <a:lnTo>
                    <a:pt x="604" y="629"/>
                  </a:lnTo>
                  <a:lnTo>
                    <a:pt x="604" y="623"/>
                  </a:lnTo>
                  <a:lnTo>
                    <a:pt x="604" y="617"/>
                  </a:lnTo>
                  <a:lnTo>
                    <a:pt x="604" y="610"/>
                  </a:lnTo>
                  <a:lnTo>
                    <a:pt x="610" y="604"/>
                  </a:lnTo>
                  <a:lnTo>
                    <a:pt x="610" y="592"/>
                  </a:lnTo>
                  <a:lnTo>
                    <a:pt x="610" y="585"/>
                  </a:lnTo>
                  <a:lnTo>
                    <a:pt x="610" y="579"/>
                  </a:lnTo>
                  <a:lnTo>
                    <a:pt x="610" y="573"/>
                  </a:lnTo>
                  <a:lnTo>
                    <a:pt x="610" y="560"/>
                  </a:lnTo>
                  <a:lnTo>
                    <a:pt x="616" y="554"/>
                  </a:lnTo>
                  <a:lnTo>
                    <a:pt x="616" y="548"/>
                  </a:lnTo>
                  <a:lnTo>
                    <a:pt x="616" y="541"/>
                  </a:lnTo>
                  <a:lnTo>
                    <a:pt x="616" y="529"/>
                  </a:lnTo>
                  <a:lnTo>
                    <a:pt x="616" y="522"/>
                  </a:lnTo>
                  <a:lnTo>
                    <a:pt x="616" y="516"/>
                  </a:lnTo>
                  <a:lnTo>
                    <a:pt x="623" y="504"/>
                  </a:lnTo>
                  <a:lnTo>
                    <a:pt x="623" y="497"/>
                  </a:lnTo>
                  <a:lnTo>
                    <a:pt x="623" y="485"/>
                  </a:lnTo>
                  <a:lnTo>
                    <a:pt x="623" y="478"/>
                  </a:lnTo>
                  <a:lnTo>
                    <a:pt x="623" y="472"/>
                  </a:lnTo>
                  <a:lnTo>
                    <a:pt x="623" y="459"/>
                  </a:lnTo>
                  <a:lnTo>
                    <a:pt x="623" y="453"/>
                  </a:lnTo>
                  <a:lnTo>
                    <a:pt x="629" y="441"/>
                  </a:lnTo>
                  <a:lnTo>
                    <a:pt x="629" y="434"/>
                  </a:lnTo>
                  <a:lnTo>
                    <a:pt x="629" y="428"/>
                  </a:lnTo>
                  <a:lnTo>
                    <a:pt x="629" y="415"/>
                  </a:lnTo>
                  <a:lnTo>
                    <a:pt x="629" y="409"/>
                  </a:lnTo>
                  <a:lnTo>
                    <a:pt x="629" y="397"/>
                  </a:lnTo>
                  <a:lnTo>
                    <a:pt x="635" y="390"/>
                  </a:lnTo>
                  <a:lnTo>
                    <a:pt x="635" y="378"/>
                  </a:lnTo>
                  <a:lnTo>
                    <a:pt x="635" y="371"/>
                  </a:lnTo>
                  <a:lnTo>
                    <a:pt x="635" y="359"/>
                  </a:lnTo>
                  <a:lnTo>
                    <a:pt x="635" y="353"/>
                  </a:lnTo>
                  <a:lnTo>
                    <a:pt x="635" y="340"/>
                  </a:lnTo>
                  <a:lnTo>
                    <a:pt x="642" y="334"/>
                  </a:lnTo>
                  <a:lnTo>
                    <a:pt x="642" y="321"/>
                  </a:lnTo>
                  <a:lnTo>
                    <a:pt x="642" y="315"/>
                  </a:lnTo>
                  <a:lnTo>
                    <a:pt x="642" y="302"/>
                  </a:lnTo>
                  <a:lnTo>
                    <a:pt x="642" y="290"/>
                  </a:lnTo>
                  <a:lnTo>
                    <a:pt x="642" y="283"/>
                  </a:lnTo>
                  <a:lnTo>
                    <a:pt x="648" y="271"/>
                  </a:lnTo>
                  <a:lnTo>
                    <a:pt x="648" y="265"/>
                  </a:lnTo>
                  <a:lnTo>
                    <a:pt x="648" y="252"/>
                  </a:lnTo>
                  <a:lnTo>
                    <a:pt x="648" y="239"/>
                  </a:lnTo>
                  <a:lnTo>
                    <a:pt x="648" y="233"/>
                  </a:lnTo>
                  <a:lnTo>
                    <a:pt x="648" y="221"/>
                  </a:lnTo>
                  <a:lnTo>
                    <a:pt x="654" y="208"/>
                  </a:lnTo>
                  <a:lnTo>
                    <a:pt x="654" y="195"/>
                  </a:lnTo>
                  <a:lnTo>
                    <a:pt x="654" y="189"/>
                  </a:lnTo>
                  <a:lnTo>
                    <a:pt x="654" y="177"/>
                  </a:lnTo>
                  <a:lnTo>
                    <a:pt x="654" y="164"/>
                  </a:lnTo>
                  <a:lnTo>
                    <a:pt x="654" y="158"/>
                  </a:lnTo>
                  <a:lnTo>
                    <a:pt x="660" y="139"/>
                  </a:lnTo>
                  <a:lnTo>
                    <a:pt x="660" y="133"/>
                  </a:lnTo>
                  <a:lnTo>
                    <a:pt x="660" y="126"/>
                  </a:lnTo>
                  <a:lnTo>
                    <a:pt x="660" y="120"/>
                  </a:lnTo>
                  <a:lnTo>
                    <a:pt x="667" y="120"/>
                  </a:lnTo>
                  <a:lnTo>
                    <a:pt x="667" y="126"/>
                  </a:lnTo>
                  <a:lnTo>
                    <a:pt x="667" y="133"/>
                  </a:lnTo>
                  <a:lnTo>
                    <a:pt x="673" y="139"/>
                  </a:lnTo>
                  <a:lnTo>
                    <a:pt x="673" y="145"/>
                  </a:lnTo>
                  <a:lnTo>
                    <a:pt x="673" y="151"/>
                  </a:lnTo>
                  <a:lnTo>
                    <a:pt x="673" y="164"/>
                  </a:lnTo>
                  <a:lnTo>
                    <a:pt x="673" y="170"/>
                  </a:lnTo>
                  <a:lnTo>
                    <a:pt x="673" y="183"/>
                  </a:lnTo>
                  <a:lnTo>
                    <a:pt x="679" y="189"/>
                  </a:lnTo>
                  <a:lnTo>
                    <a:pt x="679" y="202"/>
                  </a:lnTo>
                  <a:lnTo>
                    <a:pt x="679" y="208"/>
                  </a:lnTo>
                  <a:lnTo>
                    <a:pt x="679" y="221"/>
                  </a:lnTo>
                  <a:lnTo>
                    <a:pt x="679" y="227"/>
                  </a:lnTo>
                  <a:lnTo>
                    <a:pt x="679" y="239"/>
                  </a:lnTo>
                  <a:lnTo>
                    <a:pt x="686" y="246"/>
                  </a:lnTo>
                  <a:lnTo>
                    <a:pt x="686" y="258"/>
                  </a:lnTo>
                  <a:lnTo>
                    <a:pt x="686" y="265"/>
                  </a:lnTo>
                  <a:lnTo>
                    <a:pt x="686" y="277"/>
                  </a:lnTo>
                  <a:lnTo>
                    <a:pt x="686" y="283"/>
                  </a:lnTo>
                  <a:lnTo>
                    <a:pt x="686" y="290"/>
                  </a:lnTo>
                  <a:lnTo>
                    <a:pt x="692" y="302"/>
                  </a:lnTo>
                  <a:lnTo>
                    <a:pt x="692" y="309"/>
                  </a:lnTo>
                  <a:lnTo>
                    <a:pt x="692" y="315"/>
                  </a:lnTo>
                  <a:lnTo>
                    <a:pt x="692" y="327"/>
                  </a:lnTo>
                  <a:lnTo>
                    <a:pt x="692" y="334"/>
                  </a:lnTo>
                  <a:lnTo>
                    <a:pt x="692" y="340"/>
                  </a:lnTo>
                  <a:lnTo>
                    <a:pt x="698" y="353"/>
                  </a:lnTo>
                  <a:lnTo>
                    <a:pt x="698" y="359"/>
                  </a:lnTo>
                  <a:lnTo>
                    <a:pt x="698" y="365"/>
                  </a:lnTo>
                  <a:lnTo>
                    <a:pt x="698" y="378"/>
                  </a:lnTo>
                  <a:lnTo>
                    <a:pt x="698" y="384"/>
                  </a:lnTo>
                  <a:lnTo>
                    <a:pt x="698" y="390"/>
                  </a:lnTo>
                  <a:lnTo>
                    <a:pt x="698" y="397"/>
                  </a:lnTo>
                  <a:lnTo>
                    <a:pt x="704" y="409"/>
                  </a:lnTo>
                  <a:lnTo>
                    <a:pt x="704" y="415"/>
                  </a:lnTo>
                  <a:lnTo>
                    <a:pt x="704" y="422"/>
                  </a:lnTo>
                  <a:lnTo>
                    <a:pt x="704" y="434"/>
                  </a:lnTo>
                  <a:lnTo>
                    <a:pt x="704" y="441"/>
                  </a:lnTo>
                  <a:lnTo>
                    <a:pt x="704" y="447"/>
                  </a:lnTo>
                  <a:lnTo>
                    <a:pt x="711" y="453"/>
                  </a:lnTo>
                  <a:lnTo>
                    <a:pt x="711" y="466"/>
                  </a:lnTo>
                  <a:lnTo>
                    <a:pt x="711" y="472"/>
                  </a:lnTo>
                  <a:lnTo>
                    <a:pt x="711" y="478"/>
                  </a:lnTo>
                  <a:lnTo>
                    <a:pt x="711" y="485"/>
                  </a:lnTo>
                  <a:lnTo>
                    <a:pt x="711" y="497"/>
                  </a:lnTo>
                  <a:lnTo>
                    <a:pt x="717" y="504"/>
                  </a:lnTo>
                  <a:lnTo>
                    <a:pt x="717" y="510"/>
                  </a:lnTo>
                  <a:lnTo>
                    <a:pt x="717" y="522"/>
                  </a:lnTo>
                  <a:lnTo>
                    <a:pt x="717" y="535"/>
                  </a:lnTo>
                  <a:lnTo>
                    <a:pt x="717" y="541"/>
                  </a:lnTo>
                  <a:lnTo>
                    <a:pt x="723" y="548"/>
                  </a:lnTo>
                  <a:lnTo>
                    <a:pt x="723" y="554"/>
                  </a:lnTo>
                  <a:lnTo>
                    <a:pt x="723" y="560"/>
                  </a:lnTo>
                  <a:lnTo>
                    <a:pt x="723" y="566"/>
                  </a:lnTo>
                  <a:lnTo>
                    <a:pt x="723" y="573"/>
                  </a:lnTo>
                  <a:lnTo>
                    <a:pt x="723" y="579"/>
                  </a:lnTo>
                  <a:lnTo>
                    <a:pt x="723" y="585"/>
                  </a:lnTo>
                  <a:lnTo>
                    <a:pt x="730" y="592"/>
                  </a:lnTo>
                  <a:lnTo>
                    <a:pt x="730" y="598"/>
                  </a:lnTo>
                  <a:lnTo>
                    <a:pt x="730" y="604"/>
                  </a:lnTo>
                  <a:lnTo>
                    <a:pt x="730" y="610"/>
                  </a:lnTo>
                  <a:lnTo>
                    <a:pt x="730" y="617"/>
                  </a:lnTo>
                  <a:lnTo>
                    <a:pt x="730" y="623"/>
                  </a:lnTo>
                  <a:lnTo>
                    <a:pt x="736" y="629"/>
                  </a:lnTo>
                  <a:lnTo>
                    <a:pt x="736" y="636"/>
                  </a:lnTo>
                  <a:lnTo>
                    <a:pt x="736" y="642"/>
                  </a:lnTo>
                  <a:lnTo>
                    <a:pt x="736" y="648"/>
                  </a:lnTo>
                  <a:lnTo>
                    <a:pt x="736" y="654"/>
                  </a:lnTo>
                  <a:lnTo>
                    <a:pt x="736" y="661"/>
                  </a:lnTo>
                  <a:lnTo>
                    <a:pt x="742" y="667"/>
                  </a:lnTo>
                  <a:lnTo>
                    <a:pt x="742" y="673"/>
                  </a:lnTo>
                  <a:lnTo>
                    <a:pt x="742" y="680"/>
                  </a:lnTo>
                  <a:lnTo>
                    <a:pt x="742" y="686"/>
                  </a:lnTo>
                  <a:lnTo>
                    <a:pt x="742" y="692"/>
                  </a:lnTo>
                  <a:lnTo>
                    <a:pt x="748" y="698"/>
                  </a:lnTo>
                  <a:lnTo>
                    <a:pt x="748" y="705"/>
                  </a:lnTo>
                  <a:lnTo>
                    <a:pt x="748" y="711"/>
                  </a:lnTo>
                  <a:lnTo>
                    <a:pt x="748" y="717"/>
                  </a:lnTo>
                  <a:lnTo>
                    <a:pt x="748" y="724"/>
                  </a:lnTo>
                  <a:lnTo>
                    <a:pt x="748" y="730"/>
                  </a:lnTo>
                  <a:lnTo>
                    <a:pt x="755" y="736"/>
                  </a:lnTo>
                  <a:lnTo>
                    <a:pt x="755" y="742"/>
                  </a:lnTo>
                  <a:lnTo>
                    <a:pt x="755" y="749"/>
                  </a:lnTo>
                  <a:lnTo>
                    <a:pt x="755" y="755"/>
                  </a:lnTo>
                  <a:lnTo>
                    <a:pt x="755" y="761"/>
                  </a:lnTo>
                  <a:lnTo>
                    <a:pt x="761" y="761"/>
                  </a:lnTo>
                  <a:lnTo>
                    <a:pt x="761" y="768"/>
                  </a:lnTo>
                  <a:lnTo>
                    <a:pt x="761" y="774"/>
                  </a:lnTo>
                  <a:lnTo>
                    <a:pt x="761" y="780"/>
                  </a:lnTo>
                  <a:lnTo>
                    <a:pt x="767" y="786"/>
                  </a:lnTo>
                  <a:lnTo>
                    <a:pt x="767" y="793"/>
                  </a:lnTo>
                  <a:lnTo>
                    <a:pt x="767" y="799"/>
                  </a:lnTo>
                  <a:lnTo>
                    <a:pt x="767" y="805"/>
                  </a:lnTo>
                  <a:lnTo>
                    <a:pt x="774" y="805"/>
                  </a:lnTo>
                  <a:lnTo>
                    <a:pt x="774" y="812"/>
                  </a:lnTo>
                  <a:lnTo>
                    <a:pt x="774" y="818"/>
                  </a:lnTo>
                  <a:lnTo>
                    <a:pt x="774" y="824"/>
                  </a:lnTo>
                  <a:lnTo>
                    <a:pt x="780" y="824"/>
                  </a:lnTo>
                  <a:lnTo>
                    <a:pt x="786" y="824"/>
                  </a:lnTo>
                  <a:lnTo>
                    <a:pt x="786" y="818"/>
                  </a:lnTo>
                  <a:lnTo>
                    <a:pt x="792" y="818"/>
                  </a:lnTo>
                  <a:lnTo>
                    <a:pt x="792" y="812"/>
                  </a:lnTo>
                  <a:lnTo>
                    <a:pt x="792" y="805"/>
                  </a:lnTo>
                  <a:lnTo>
                    <a:pt x="792" y="799"/>
                  </a:lnTo>
                  <a:lnTo>
                    <a:pt x="799" y="793"/>
                  </a:lnTo>
                  <a:lnTo>
                    <a:pt x="799" y="786"/>
                  </a:lnTo>
                  <a:lnTo>
                    <a:pt x="799" y="780"/>
                  </a:lnTo>
                  <a:lnTo>
                    <a:pt x="799" y="774"/>
                  </a:lnTo>
                  <a:lnTo>
                    <a:pt x="805" y="774"/>
                  </a:lnTo>
                  <a:lnTo>
                    <a:pt x="805" y="768"/>
                  </a:lnTo>
                  <a:lnTo>
                    <a:pt x="805" y="761"/>
                  </a:lnTo>
                  <a:lnTo>
                    <a:pt x="805" y="755"/>
                  </a:lnTo>
                  <a:lnTo>
                    <a:pt x="805" y="749"/>
                  </a:lnTo>
                  <a:lnTo>
                    <a:pt x="811" y="749"/>
                  </a:lnTo>
                  <a:lnTo>
                    <a:pt x="811" y="742"/>
                  </a:lnTo>
                  <a:lnTo>
                    <a:pt x="811" y="736"/>
                  </a:lnTo>
                  <a:lnTo>
                    <a:pt x="811" y="730"/>
                  </a:lnTo>
                  <a:lnTo>
                    <a:pt x="811" y="724"/>
                  </a:lnTo>
                  <a:lnTo>
                    <a:pt x="818" y="717"/>
                  </a:lnTo>
                  <a:lnTo>
                    <a:pt x="818" y="711"/>
                  </a:lnTo>
                  <a:lnTo>
                    <a:pt x="818" y="705"/>
                  </a:lnTo>
                  <a:lnTo>
                    <a:pt x="818" y="698"/>
                  </a:lnTo>
                  <a:lnTo>
                    <a:pt x="818" y="692"/>
                  </a:lnTo>
                  <a:lnTo>
                    <a:pt x="824" y="686"/>
                  </a:lnTo>
                  <a:lnTo>
                    <a:pt x="824" y="680"/>
                  </a:lnTo>
                  <a:lnTo>
                    <a:pt x="824" y="673"/>
                  </a:lnTo>
                  <a:lnTo>
                    <a:pt x="824" y="667"/>
                  </a:lnTo>
                  <a:lnTo>
                    <a:pt x="824" y="661"/>
                  </a:lnTo>
                  <a:lnTo>
                    <a:pt x="824" y="654"/>
                  </a:lnTo>
                  <a:lnTo>
                    <a:pt x="824" y="648"/>
                  </a:lnTo>
                  <a:lnTo>
                    <a:pt x="830" y="642"/>
                  </a:lnTo>
                  <a:lnTo>
                    <a:pt x="830" y="636"/>
                  </a:lnTo>
                  <a:lnTo>
                    <a:pt x="830" y="629"/>
                  </a:lnTo>
                  <a:lnTo>
                    <a:pt x="830" y="623"/>
                  </a:lnTo>
                  <a:lnTo>
                    <a:pt x="830" y="617"/>
                  </a:lnTo>
                  <a:lnTo>
                    <a:pt x="830" y="610"/>
                  </a:lnTo>
                  <a:lnTo>
                    <a:pt x="837" y="604"/>
                  </a:lnTo>
                  <a:lnTo>
                    <a:pt x="837" y="598"/>
                  </a:lnTo>
                  <a:lnTo>
                    <a:pt x="837" y="592"/>
                  </a:lnTo>
                  <a:lnTo>
                    <a:pt x="837" y="579"/>
                  </a:lnTo>
                  <a:lnTo>
                    <a:pt x="837" y="573"/>
                  </a:lnTo>
                  <a:lnTo>
                    <a:pt x="837" y="566"/>
                  </a:lnTo>
                  <a:lnTo>
                    <a:pt x="843" y="560"/>
                  </a:lnTo>
                  <a:lnTo>
                    <a:pt x="843" y="554"/>
                  </a:lnTo>
                  <a:lnTo>
                    <a:pt x="843" y="548"/>
                  </a:lnTo>
                  <a:lnTo>
                    <a:pt x="843" y="535"/>
                  </a:lnTo>
                  <a:lnTo>
                    <a:pt x="843" y="529"/>
                  </a:lnTo>
                  <a:lnTo>
                    <a:pt x="843" y="522"/>
                  </a:lnTo>
                  <a:lnTo>
                    <a:pt x="849" y="516"/>
                  </a:lnTo>
                  <a:lnTo>
                    <a:pt x="849" y="504"/>
                  </a:lnTo>
                  <a:lnTo>
                    <a:pt x="849" y="497"/>
                  </a:lnTo>
                  <a:lnTo>
                    <a:pt x="849" y="491"/>
                  </a:lnTo>
                  <a:lnTo>
                    <a:pt x="849" y="485"/>
                  </a:lnTo>
                  <a:lnTo>
                    <a:pt x="849" y="472"/>
                  </a:lnTo>
                  <a:lnTo>
                    <a:pt x="849" y="466"/>
                  </a:lnTo>
                  <a:lnTo>
                    <a:pt x="855" y="459"/>
                  </a:lnTo>
                  <a:lnTo>
                    <a:pt x="855" y="447"/>
                  </a:lnTo>
                  <a:lnTo>
                    <a:pt x="855" y="441"/>
                  </a:lnTo>
                  <a:lnTo>
                    <a:pt x="855" y="428"/>
                  </a:lnTo>
                  <a:lnTo>
                    <a:pt x="855" y="422"/>
                  </a:lnTo>
                  <a:lnTo>
                    <a:pt x="855" y="415"/>
                  </a:lnTo>
                  <a:lnTo>
                    <a:pt x="862" y="397"/>
                  </a:lnTo>
                  <a:lnTo>
                    <a:pt x="862" y="384"/>
                  </a:lnTo>
                  <a:lnTo>
                    <a:pt x="862" y="378"/>
                  </a:lnTo>
                  <a:lnTo>
                    <a:pt x="862" y="365"/>
                  </a:lnTo>
                  <a:lnTo>
                    <a:pt x="862" y="359"/>
                  </a:lnTo>
                  <a:lnTo>
                    <a:pt x="868" y="346"/>
                  </a:lnTo>
                  <a:lnTo>
                    <a:pt x="868" y="340"/>
                  </a:lnTo>
                  <a:lnTo>
                    <a:pt x="868" y="327"/>
                  </a:lnTo>
                  <a:lnTo>
                    <a:pt x="868" y="321"/>
                  </a:lnTo>
                  <a:lnTo>
                    <a:pt x="868" y="309"/>
                  </a:lnTo>
                  <a:lnTo>
                    <a:pt x="868" y="296"/>
                  </a:lnTo>
                  <a:lnTo>
                    <a:pt x="874" y="290"/>
                  </a:lnTo>
                  <a:lnTo>
                    <a:pt x="874" y="277"/>
                  </a:lnTo>
                  <a:lnTo>
                    <a:pt x="874" y="265"/>
                  </a:lnTo>
                  <a:lnTo>
                    <a:pt x="874" y="258"/>
                  </a:lnTo>
                  <a:lnTo>
                    <a:pt x="874" y="246"/>
                  </a:lnTo>
                  <a:lnTo>
                    <a:pt x="874" y="233"/>
                  </a:lnTo>
                  <a:lnTo>
                    <a:pt x="874" y="227"/>
                  </a:lnTo>
                  <a:lnTo>
                    <a:pt x="881" y="214"/>
                  </a:lnTo>
                  <a:lnTo>
                    <a:pt x="881" y="202"/>
                  </a:lnTo>
                  <a:lnTo>
                    <a:pt x="881" y="195"/>
                  </a:lnTo>
                  <a:lnTo>
                    <a:pt x="881" y="183"/>
                  </a:lnTo>
                  <a:lnTo>
                    <a:pt x="881" y="170"/>
                  </a:lnTo>
                  <a:lnTo>
                    <a:pt x="881" y="158"/>
                  </a:lnTo>
                  <a:lnTo>
                    <a:pt x="887" y="145"/>
                  </a:lnTo>
                  <a:lnTo>
                    <a:pt x="887" y="139"/>
                  </a:lnTo>
                  <a:lnTo>
                    <a:pt x="887" y="126"/>
                  </a:lnTo>
                  <a:lnTo>
                    <a:pt x="887" y="114"/>
                  </a:lnTo>
                  <a:lnTo>
                    <a:pt x="887" y="101"/>
                  </a:lnTo>
                  <a:lnTo>
                    <a:pt x="887" y="89"/>
                  </a:lnTo>
                  <a:lnTo>
                    <a:pt x="893" y="76"/>
                  </a:lnTo>
                  <a:lnTo>
                    <a:pt x="893" y="70"/>
                  </a:lnTo>
                  <a:lnTo>
                    <a:pt x="893" y="57"/>
                  </a:lnTo>
                  <a:lnTo>
                    <a:pt x="893" y="51"/>
                  </a:lnTo>
                  <a:lnTo>
                    <a:pt x="893" y="44"/>
                  </a:lnTo>
                  <a:lnTo>
                    <a:pt x="893" y="38"/>
                  </a:lnTo>
                  <a:lnTo>
                    <a:pt x="899" y="38"/>
                  </a:lnTo>
                  <a:lnTo>
                    <a:pt x="899" y="32"/>
                  </a:lnTo>
                  <a:lnTo>
                    <a:pt x="899" y="38"/>
                  </a:lnTo>
                  <a:lnTo>
                    <a:pt x="906" y="38"/>
                  </a:lnTo>
                  <a:lnTo>
                    <a:pt x="906" y="44"/>
                  </a:lnTo>
                  <a:lnTo>
                    <a:pt x="906" y="51"/>
                  </a:lnTo>
                  <a:lnTo>
                    <a:pt x="906" y="57"/>
                  </a:lnTo>
                  <a:lnTo>
                    <a:pt x="906" y="70"/>
                  </a:lnTo>
                  <a:lnTo>
                    <a:pt x="906" y="76"/>
                  </a:lnTo>
                  <a:lnTo>
                    <a:pt x="912" y="89"/>
                  </a:lnTo>
                  <a:lnTo>
                    <a:pt x="912" y="101"/>
                  </a:lnTo>
                  <a:lnTo>
                    <a:pt x="912" y="114"/>
                  </a:lnTo>
                  <a:lnTo>
                    <a:pt x="912" y="126"/>
                  </a:lnTo>
                  <a:lnTo>
                    <a:pt x="912" y="139"/>
                  </a:lnTo>
                  <a:lnTo>
                    <a:pt x="912" y="145"/>
                  </a:lnTo>
                  <a:lnTo>
                    <a:pt x="918" y="158"/>
                  </a:lnTo>
                  <a:lnTo>
                    <a:pt x="918" y="170"/>
                  </a:lnTo>
                  <a:lnTo>
                    <a:pt x="918" y="183"/>
                  </a:lnTo>
                  <a:lnTo>
                    <a:pt x="918" y="189"/>
                  </a:lnTo>
                  <a:lnTo>
                    <a:pt x="918" y="214"/>
                  </a:lnTo>
                  <a:lnTo>
                    <a:pt x="918" y="227"/>
                  </a:lnTo>
                  <a:lnTo>
                    <a:pt x="925" y="233"/>
                  </a:lnTo>
                  <a:lnTo>
                    <a:pt x="925" y="246"/>
                  </a:lnTo>
                  <a:lnTo>
                    <a:pt x="925" y="258"/>
                  </a:lnTo>
                  <a:lnTo>
                    <a:pt x="925" y="265"/>
                  </a:lnTo>
                  <a:lnTo>
                    <a:pt x="925" y="277"/>
                  </a:lnTo>
                  <a:lnTo>
                    <a:pt x="925" y="290"/>
                  </a:lnTo>
                  <a:lnTo>
                    <a:pt x="931" y="296"/>
                  </a:lnTo>
                  <a:lnTo>
                    <a:pt x="931" y="309"/>
                  </a:lnTo>
                  <a:lnTo>
                    <a:pt x="931" y="315"/>
                  </a:lnTo>
                  <a:lnTo>
                    <a:pt x="931" y="327"/>
                  </a:lnTo>
                  <a:lnTo>
                    <a:pt x="931" y="340"/>
                  </a:lnTo>
                  <a:lnTo>
                    <a:pt x="931" y="346"/>
                  </a:lnTo>
                  <a:lnTo>
                    <a:pt x="937" y="359"/>
                  </a:lnTo>
                  <a:lnTo>
                    <a:pt x="937" y="365"/>
                  </a:lnTo>
                  <a:lnTo>
                    <a:pt x="937" y="378"/>
                  </a:lnTo>
                  <a:lnTo>
                    <a:pt x="937" y="384"/>
                  </a:lnTo>
                  <a:lnTo>
                    <a:pt x="937" y="397"/>
                  </a:lnTo>
                  <a:lnTo>
                    <a:pt x="937" y="403"/>
                  </a:lnTo>
                  <a:lnTo>
                    <a:pt x="943" y="409"/>
                  </a:lnTo>
                  <a:lnTo>
                    <a:pt x="943" y="422"/>
                  </a:lnTo>
                  <a:lnTo>
                    <a:pt x="943" y="428"/>
                  </a:lnTo>
                  <a:lnTo>
                    <a:pt x="943" y="441"/>
                  </a:lnTo>
                  <a:lnTo>
                    <a:pt x="943" y="447"/>
                  </a:lnTo>
                  <a:lnTo>
                    <a:pt x="943" y="453"/>
                  </a:lnTo>
                  <a:lnTo>
                    <a:pt x="950" y="466"/>
                  </a:lnTo>
                  <a:lnTo>
                    <a:pt x="950" y="472"/>
                  </a:lnTo>
                  <a:lnTo>
                    <a:pt x="950" y="478"/>
                  </a:lnTo>
                  <a:lnTo>
                    <a:pt x="950" y="491"/>
                  </a:lnTo>
                  <a:lnTo>
                    <a:pt x="950" y="497"/>
                  </a:lnTo>
                  <a:lnTo>
                    <a:pt x="950" y="504"/>
                  </a:lnTo>
                  <a:lnTo>
                    <a:pt x="950" y="516"/>
                  </a:lnTo>
                  <a:lnTo>
                    <a:pt x="956" y="522"/>
                  </a:lnTo>
                  <a:lnTo>
                    <a:pt x="956" y="529"/>
                  </a:lnTo>
                  <a:lnTo>
                    <a:pt x="956" y="535"/>
                  </a:lnTo>
                  <a:lnTo>
                    <a:pt x="956" y="541"/>
                  </a:lnTo>
                  <a:lnTo>
                    <a:pt x="956" y="554"/>
                  </a:lnTo>
                  <a:lnTo>
                    <a:pt x="956" y="560"/>
                  </a:lnTo>
                  <a:lnTo>
                    <a:pt x="962" y="566"/>
                  </a:lnTo>
                  <a:lnTo>
                    <a:pt x="962" y="573"/>
                  </a:lnTo>
                  <a:lnTo>
                    <a:pt x="962" y="579"/>
                  </a:lnTo>
                  <a:lnTo>
                    <a:pt x="962" y="585"/>
                  </a:lnTo>
                  <a:lnTo>
                    <a:pt x="962" y="598"/>
                  </a:lnTo>
                  <a:lnTo>
                    <a:pt x="962" y="604"/>
                  </a:lnTo>
                  <a:lnTo>
                    <a:pt x="969" y="610"/>
                  </a:lnTo>
                  <a:lnTo>
                    <a:pt x="969" y="617"/>
                  </a:lnTo>
                  <a:lnTo>
                    <a:pt x="969" y="623"/>
                  </a:lnTo>
                  <a:lnTo>
                    <a:pt x="969" y="629"/>
                  </a:lnTo>
                  <a:lnTo>
                    <a:pt x="969" y="636"/>
                  </a:lnTo>
                  <a:lnTo>
                    <a:pt x="969" y="642"/>
                  </a:lnTo>
                  <a:lnTo>
                    <a:pt x="975" y="648"/>
                  </a:lnTo>
                  <a:lnTo>
                    <a:pt x="975" y="654"/>
                  </a:lnTo>
                  <a:lnTo>
                    <a:pt x="975" y="661"/>
                  </a:lnTo>
                  <a:lnTo>
                    <a:pt x="975" y="667"/>
                  </a:lnTo>
                  <a:lnTo>
                    <a:pt x="975" y="673"/>
                  </a:lnTo>
                  <a:lnTo>
                    <a:pt x="975" y="680"/>
                  </a:lnTo>
                  <a:lnTo>
                    <a:pt x="975" y="686"/>
                  </a:lnTo>
                  <a:lnTo>
                    <a:pt x="981" y="686"/>
                  </a:lnTo>
                  <a:lnTo>
                    <a:pt x="981" y="692"/>
                  </a:lnTo>
                  <a:lnTo>
                    <a:pt x="981" y="698"/>
                  </a:lnTo>
                  <a:lnTo>
                    <a:pt x="981" y="705"/>
                  </a:lnTo>
                  <a:lnTo>
                    <a:pt x="981" y="711"/>
                  </a:lnTo>
                  <a:lnTo>
                    <a:pt x="981" y="717"/>
                  </a:lnTo>
                  <a:lnTo>
                    <a:pt x="987" y="724"/>
                  </a:lnTo>
                  <a:lnTo>
                    <a:pt x="987" y="730"/>
                  </a:lnTo>
                  <a:lnTo>
                    <a:pt x="987" y="736"/>
                  </a:lnTo>
                  <a:lnTo>
                    <a:pt x="987" y="742"/>
                  </a:lnTo>
                  <a:lnTo>
                    <a:pt x="994" y="749"/>
                  </a:lnTo>
                  <a:lnTo>
                    <a:pt x="994" y="755"/>
                  </a:lnTo>
                  <a:lnTo>
                    <a:pt x="994" y="761"/>
                  </a:lnTo>
                  <a:lnTo>
                    <a:pt x="994" y="768"/>
                  </a:lnTo>
                  <a:lnTo>
                    <a:pt x="994" y="774"/>
                  </a:lnTo>
                  <a:lnTo>
                    <a:pt x="1000" y="774"/>
                  </a:lnTo>
                  <a:lnTo>
                    <a:pt x="1000" y="780"/>
                  </a:lnTo>
                  <a:lnTo>
                    <a:pt x="1000" y="786"/>
                  </a:lnTo>
                  <a:lnTo>
                    <a:pt x="1000" y="793"/>
                  </a:lnTo>
                  <a:lnTo>
                    <a:pt x="1000" y="799"/>
                  </a:lnTo>
                  <a:lnTo>
                    <a:pt x="1006" y="799"/>
                  </a:lnTo>
                  <a:lnTo>
                    <a:pt x="1006" y="805"/>
                  </a:lnTo>
                  <a:lnTo>
                    <a:pt x="1006" y="812"/>
                  </a:lnTo>
                  <a:lnTo>
                    <a:pt x="1006" y="818"/>
                  </a:lnTo>
                  <a:lnTo>
                    <a:pt x="1013" y="818"/>
                  </a:lnTo>
                  <a:lnTo>
                    <a:pt x="1013" y="824"/>
                  </a:lnTo>
                  <a:lnTo>
                    <a:pt x="1019" y="824"/>
                  </a:lnTo>
                  <a:lnTo>
                    <a:pt x="1025" y="818"/>
                  </a:lnTo>
                  <a:lnTo>
                    <a:pt x="1025" y="812"/>
                  </a:lnTo>
                  <a:lnTo>
                    <a:pt x="1025" y="805"/>
                  </a:lnTo>
                  <a:lnTo>
                    <a:pt x="1031" y="805"/>
                  </a:lnTo>
                  <a:lnTo>
                    <a:pt x="1031" y="799"/>
                  </a:lnTo>
                  <a:lnTo>
                    <a:pt x="1031" y="793"/>
                  </a:lnTo>
                  <a:lnTo>
                    <a:pt x="1031" y="786"/>
                  </a:lnTo>
                  <a:lnTo>
                    <a:pt x="1038" y="780"/>
                  </a:lnTo>
                  <a:lnTo>
                    <a:pt x="1038" y="774"/>
                  </a:lnTo>
                  <a:lnTo>
                    <a:pt x="1038" y="768"/>
                  </a:lnTo>
                  <a:lnTo>
                    <a:pt x="1038" y="761"/>
                  </a:lnTo>
                  <a:lnTo>
                    <a:pt x="1044" y="755"/>
                  </a:lnTo>
                  <a:lnTo>
                    <a:pt x="1044" y="749"/>
                  </a:lnTo>
                  <a:lnTo>
                    <a:pt x="1044" y="742"/>
                  </a:lnTo>
                  <a:lnTo>
                    <a:pt x="1044" y="736"/>
                  </a:lnTo>
                  <a:lnTo>
                    <a:pt x="1044" y="730"/>
                  </a:lnTo>
                  <a:lnTo>
                    <a:pt x="1044" y="724"/>
                  </a:lnTo>
                  <a:lnTo>
                    <a:pt x="1050" y="717"/>
                  </a:lnTo>
                  <a:lnTo>
                    <a:pt x="1050" y="711"/>
                  </a:lnTo>
                  <a:lnTo>
                    <a:pt x="1050" y="705"/>
                  </a:lnTo>
                  <a:lnTo>
                    <a:pt x="1050" y="698"/>
                  </a:lnTo>
                  <a:lnTo>
                    <a:pt x="1050" y="692"/>
                  </a:lnTo>
                  <a:lnTo>
                    <a:pt x="1057" y="686"/>
                  </a:lnTo>
                  <a:lnTo>
                    <a:pt x="1057" y="680"/>
                  </a:lnTo>
                  <a:lnTo>
                    <a:pt x="1057" y="673"/>
                  </a:lnTo>
                  <a:lnTo>
                    <a:pt x="1057" y="667"/>
                  </a:lnTo>
                  <a:lnTo>
                    <a:pt x="1057" y="661"/>
                  </a:lnTo>
                  <a:lnTo>
                    <a:pt x="1057" y="654"/>
                  </a:lnTo>
                  <a:lnTo>
                    <a:pt x="1063" y="648"/>
                  </a:lnTo>
                  <a:lnTo>
                    <a:pt x="1063" y="642"/>
                  </a:lnTo>
                  <a:lnTo>
                    <a:pt x="1063" y="636"/>
                  </a:lnTo>
                  <a:lnTo>
                    <a:pt x="1063" y="629"/>
                  </a:lnTo>
                  <a:lnTo>
                    <a:pt x="1063" y="623"/>
                  </a:lnTo>
                  <a:lnTo>
                    <a:pt x="1063" y="617"/>
                  </a:lnTo>
                  <a:lnTo>
                    <a:pt x="1069" y="610"/>
                  </a:lnTo>
                  <a:lnTo>
                    <a:pt x="1069" y="604"/>
                  </a:lnTo>
                  <a:lnTo>
                    <a:pt x="1069" y="598"/>
                  </a:lnTo>
                  <a:lnTo>
                    <a:pt x="1069" y="592"/>
                  </a:lnTo>
                  <a:lnTo>
                    <a:pt x="1069" y="585"/>
                  </a:lnTo>
                  <a:lnTo>
                    <a:pt x="1069" y="579"/>
                  </a:lnTo>
                  <a:lnTo>
                    <a:pt x="1069" y="566"/>
                  </a:lnTo>
                  <a:lnTo>
                    <a:pt x="1075" y="560"/>
                  </a:lnTo>
                  <a:lnTo>
                    <a:pt x="1075" y="554"/>
                  </a:lnTo>
                  <a:lnTo>
                    <a:pt x="1075" y="541"/>
                  </a:lnTo>
                  <a:lnTo>
                    <a:pt x="1075" y="529"/>
                  </a:lnTo>
                  <a:lnTo>
                    <a:pt x="1075" y="522"/>
                  </a:lnTo>
                  <a:lnTo>
                    <a:pt x="1082" y="516"/>
                  </a:lnTo>
                  <a:lnTo>
                    <a:pt x="1082" y="510"/>
                  </a:lnTo>
                  <a:lnTo>
                    <a:pt x="1082" y="497"/>
                  </a:lnTo>
                  <a:lnTo>
                    <a:pt x="1082" y="491"/>
                  </a:lnTo>
                  <a:lnTo>
                    <a:pt x="1082" y="485"/>
                  </a:lnTo>
                  <a:lnTo>
                    <a:pt x="1082" y="472"/>
                  </a:lnTo>
                  <a:lnTo>
                    <a:pt x="1088" y="466"/>
                  </a:lnTo>
                  <a:lnTo>
                    <a:pt x="1088" y="459"/>
                  </a:lnTo>
                  <a:lnTo>
                    <a:pt x="1088" y="447"/>
                  </a:lnTo>
                  <a:lnTo>
                    <a:pt x="1088" y="441"/>
                  </a:lnTo>
                  <a:lnTo>
                    <a:pt x="1088" y="434"/>
                  </a:lnTo>
                  <a:lnTo>
                    <a:pt x="1088" y="422"/>
                  </a:lnTo>
                  <a:lnTo>
                    <a:pt x="1094" y="415"/>
                  </a:lnTo>
                  <a:lnTo>
                    <a:pt x="1094" y="403"/>
                  </a:lnTo>
                  <a:lnTo>
                    <a:pt x="1094" y="397"/>
                  </a:lnTo>
                  <a:lnTo>
                    <a:pt x="1094" y="384"/>
                  </a:lnTo>
                  <a:lnTo>
                    <a:pt x="1094" y="378"/>
                  </a:lnTo>
                  <a:lnTo>
                    <a:pt x="1094" y="365"/>
                  </a:lnTo>
                  <a:lnTo>
                    <a:pt x="1094" y="359"/>
                  </a:lnTo>
                  <a:lnTo>
                    <a:pt x="1101" y="346"/>
                  </a:lnTo>
                  <a:lnTo>
                    <a:pt x="1101" y="340"/>
                  </a:lnTo>
                  <a:lnTo>
                    <a:pt x="1101" y="327"/>
                  </a:lnTo>
                  <a:lnTo>
                    <a:pt x="1101" y="315"/>
                  </a:lnTo>
                  <a:lnTo>
                    <a:pt x="1101" y="309"/>
                  </a:lnTo>
                  <a:lnTo>
                    <a:pt x="1101" y="296"/>
                  </a:lnTo>
                  <a:lnTo>
                    <a:pt x="1107" y="290"/>
                  </a:lnTo>
                  <a:lnTo>
                    <a:pt x="1107" y="277"/>
                  </a:lnTo>
                  <a:lnTo>
                    <a:pt x="1107" y="265"/>
                  </a:lnTo>
                  <a:lnTo>
                    <a:pt x="1107" y="258"/>
                  </a:lnTo>
                  <a:lnTo>
                    <a:pt x="1107" y="246"/>
                  </a:lnTo>
                  <a:lnTo>
                    <a:pt x="1107" y="233"/>
                  </a:lnTo>
                  <a:lnTo>
                    <a:pt x="1113" y="221"/>
                  </a:lnTo>
                  <a:lnTo>
                    <a:pt x="1113" y="214"/>
                  </a:lnTo>
                  <a:lnTo>
                    <a:pt x="1113" y="202"/>
                  </a:lnTo>
                  <a:lnTo>
                    <a:pt x="1113" y="189"/>
                  </a:lnTo>
                  <a:lnTo>
                    <a:pt x="1113" y="177"/>
                  </a:lnTo>
                  <a:lnTo>
                    <a:pt x="1113" y="170"/>
                  </a:lnTo>
                  <a:lnTo>
                    <a:pt x="1119" y="158"/>
                  </a:lnTo>
                  <a:lnTo>
                    <a:pt x="1119" y="145"/>
                  </a:lnTo>
                  <a:lnTo>
                    <a:pt x="1119" y="133"/>
                  </a:lnTo>
                  <a:lnTo>
                    <a:pt x="1119" y="120"/>
                  </a:lnTo>
                  <a:lnTo>
                    <a:pt x="1119" y="107"/>
                  </a:lnTo>
                  <a:lnTo>
                    <a:pt x="1119" y="95"/>
                  </a:lnTo>
                  <a:lnTo>
                    <a:pt x="1126" y="89"/>
                  </a:lnTo>
                  <a:lnTo>
                    <a:pt x="1126" y="76"/>
                  </a:lnTo>
                  <a:lnTo>
                    <a:pt x="1126" y="63"/>
                  </a:lnTo>
                  <a:lnTo>
                    <a:pt x="1126" y="51"/>
                  </a:lnTo>
                  <a:lnTo>
                    <a:pt x="1126" y="38"/>
                  </a:lnTo>
                  <a:lnTo>
                    <a:pt x="1126" y="32"/>
                  </a:lnTo>
                  <a:lnTo>
                    <a:pt x="1126" y="26"/>
                  </a:lnTo>
                  <a:lnTo>
                    <a:pt x="1132" y="19"/>
                  </a:lnTo>
                  <a:lnTo>
                    <a:pt x="1132" y="13"/>
                  </a:lnTo>
                  <a:lnTo>
                    <a:pt x="1132" y="7"/>
                  </a:lnTo>
                  <a:lnTo>
                    <a:pt x="1132" y="0"/>
                  </a:lnTo>
                  <a:lnTo>
                    <a:pt x="1138" y="0"/>
                  </a:lnTo>
                  <a:lnTo>
                    <a:pt x="1138" y="7"/>
                  </a:lnTo>
                  <a:lnTo>
                    <a:pt x="1138" y="13"/>
                  </a:lnTo>
                  <a:lnTo>
                    <a:pt x="1138" y="26"/>
                  </a:lnTo>
                  <a:lnTo>
                    <a:pt x="1145" y="32"/>
                  </a:lnTo>
                  <a:lnTo>
                    <a:pt x="1145" y="38"/>
                  </a:lnTo>
                  <a:lnTo>
                    <a:pt x="1145" y="51"/>
                  </a:lnTo>
                  <a:lnTo>
                    <a:pt x="1145" y="63"/>
                  </a:lnTo>
                  <a:lnTo>
                    <a:pt x="1145" y="76"/>
                  </a:lnTo>
                  <a:lnTo>
                    <a:pt x="1145" y="89"/>
                  </a:lnTo>
                  <a:lnTo>
                    <a:pt x="1145" y="95"/>
                  </a:lnTo>
                  <a:lnTo>
                    <a:pt x="1151" y="107"/>
                  </a:lnTo>
                  <a:lnTo>
                    <a:pt x="1151" y="120"/>
                  </a:lnTo>
                  <a:lnTo>
                    <a:pt x="1151" y="133"/>
                  </a:lnTo>
                  <a:lnTo>
                    <a:pt x="1151" y="145"/>
                  </a:lnTo>
                  <a:lnTo>
                    <a:pt x="1151" y="158"/>
                  </a:lnTo>
                  <a:lnTo>
                    <a:pt x="1151" y="170"/>
                  </a:lnTo>
                  <a:lnTo>
                    <a:pt x="1157" y="177"/>
                  </a:lnTo>
                  <a:lnTo>
                    <a:pt x="1157" y="189"/>
                  </a:lnTo>
                  <a:lnTo>
                    <a:pt x="1157" y="202"/>
                  </a:lnTo>
                  <a:lnTo>
                    <a:pt x="1157" y="214"/>
                  </a:lnTo>
                  <a:lnTo>
                    <a:pt x="1157" y="221"/>
                  </a:lnTo>
                  <a:lnTo>
                    <a:pt x="1157" y="233"/>
                  </a:lnTo>
                  <a:lnTo>
                    <a:pt x="1163" y="246"/>
                  </a:lnTo>
                  <a:lnTo>
                    <a:pt x="1163" y="258"/>
                  </a:lnTo>
                  <a:lnTo>
                    <a:pt x="1163" y="265"/>
                  </a:lnTo>
                  <a:lnTo>
                    <a:pt x="1163" y="277"/>
                  </a:lnTo>
                  <a:lnTo>
                    <a:pt x="1163" y="290"/>
                  </a:lnTo>
                  <a:lnTo>
                    <a:pt x="1163" y="296"/>
                  </a:lnTo>
                  <a:lnTo>
                    <a:pt x="1170" y="309"/>
                  </a:lnTo>
                  <a:lnTo>
                    <a:pt x="1170" y="321"/>
                  </a:lnTo>
                  <a:lnTo>
                    <a:pt x="1170" y="327"/>
                  </a:lnTo>
                  <a:lnTo>
                    <a:pt x="1170" y="340"/>
                  </a:lnTo>
                  <a:lnTo>
                    <a:pt x="1170" y="346"/>
                  </a:lnTo>
                  <a:lnTo>
                    <a:pt x="1170" y="359"/>
                  </a:lnTo>
                  <a:lnTo>
                    <a:pt x="1170" y="365"/>
                  </a:lnTo>
                  <a:lnTo>
                    <a:pt x="1176" y="378"/>
                  </a:lnTo>
                  <a:lnTo>
                    <a:pt x="1176" y="384"/>
                  </a:lnTo>
                  <a:lnTo>
                    <a:pt x="1176" y="397"/>
                  </a:lnTo>
                  <a:lnTo>
                    <a:pt x="1176" y="403"/>
                  </a:lnTo>
                  <a:lnTo>
                    <a:pt x="1176" y="415"/>
                  </a:lnTo>
                  <a:lnTo>
                    <a:pt x="1176" y="422"/>
                  </a:lnTo>
                  <a:lnTo>
                    <a:pt x="1182" y="434"/>
                  </a:lnTo>
                  <a:lnTo>
                    <a:pt x="1182" y="441"/>
                  </a:lnTo>
                  <a:lnTo>
                    <a:pt x="1182" y="447"/>
                  </a:lnTo>
                  <a:lnTo>
                    <a:pt x="1182" y="459"/>
                  </a:lnTo>
                  <a:lnTo>
                    <a:pt x="1182" y="466"/>
                  </a:lnTo>
                  <a:lnTo>
                    <a:pt x="1182" y="478"/>
                  </a:lnTo>
                  <a:lnTo>
                    <a:pt x="1189" y="485"/>
                  </a:lnTo>
                  <a:lnTo>
                    <a:pt x="1189" y="491"/>
                  </a:lnTo>
                  <a:lnTo>
                    <a:pt x="1189" y="504"/>
                  </a:lnTo>
                  <a:lnTo>
                    <a:pt x="1189" y="510"/>
                  </a:lnTo>
                  <a:lnTo>
                    <a:pt x="1189" y="516"/>
                  </a:lnTo>
                  <a:lnTo>
                    <a:pt x="1189" y="522"/>
                  </a:lnTo>
                  <a:lnTo>
                    <a:pt x="1195" y="535"/>
                  </a:lnTo>
                  <a:lnTo>
                    <a:pt x="1195" y="541"/>
                  </a:lnTo>
                  <a:lnTo>
                    <a:pt x="1195" y="548"/>
                  </a:lnTo>
                  <a:lnTo>
                    <a:pt x="1195" y="554"/>
                  </a:lnTo>
                  <a:lnTo>
                    <a:pt x="1195" y="560"/>
                  </a:lnTo>
                  <a:lnTo>
                    <a:pt x="1195" y="573"/>
                  </a:lnTo>
                  <a:lnTo>
                    <a:pt x="1195" y="579"/>
                  </a:lnTo>
                  <a:lnTo>
                    <a:pt x="1201" y="585"/>
                  </a:lnTo>
                  <a:lnTo>
                    <a:pt x="1201" y="592"/>
                  </a:lnTo>
                  <a:lnTo>
                    <a:pt x="1201" y="598"/>
                  </a:lnTo>
                  <a:lnTo>
                    <a:pt x="1201" y="604"/>
                  </a:lnTo>
                  <a:lnTo>
                    <a:pt x="1201" y="610"/>
                  </a:lnTo>
                  <a:lnTo>
                    <a:pt x="1201" y="617"/>
                  </a:lnTo>
                  <a:lnTo>
                    <a:pt x="1207" y="629"/>
                  </a:lnTo>
                  <a:lnTo>
                    <a:pt x="1207" y="636"/>
                  </a:lnTo>
                  <a:lnTo>
                    <a:pt x="1207" y="642"/>
                  </a:lnTo>
                  <a:lnTo>
                    <a:pt x="1207" y="648"/>
                  </a:lnTo>
                  <a:lnTo>
                    <a:pt x="1207" y="654"/>
                  </a:lnTo>
                  <a:lnTo>
                    <a:pt x="1207" y="661"/>
                  </a:lnTo>
                  <a:lnTo>
                    <a:pt x="1214" y="667"/>
                  </a:lnTo>
                  <a:lnTo>
                    <a:pt x="1214" y="673"/>
                  </a:lnTo>
                  <a:lnTo>
                    <a:pt x="1214" y="680"/>
                  </a:lnTo>
                  <a:lnTo>
                    <a:pt x="1214" y="686"/>
                  </a:lnTo>
                  <a:lnTo>
                    <a:pt x="1214" y="692"/>
                  </a:lnTo>
                  <a:lnTo>
                    <a:pt x="1220" y="698"/>
                  </a:lnTo>
                  <a:lnTo>
                    <a:pt x="1220" y="705"/>
                  </a:lnTo>
                  <a:lnTo>
                    <a:pt x="1220" y="711"/>
                  </a:lnTo>
                  <a:lnTo>
                    <a:pt x="1220" y="717"/>
                  </a:lnTo>
                  <a:lnTo>
                    <a:pt x="1220" y="724"/>
                  </a:lnTo>
                  <a:lnTo>
                    <a:pt x="1226" y="730"/>
                  </a:lnTo>
                  <a:lnTo>
                    <a:pt x="1226" y="736"/>
                  </a:lnTo>
                  <a:lnTo>
                    <a:pt x="1226" y="742"/>
                  </a:lnTo>
                  <a:lnTo>
                    <a:pt x="1226" y="749"/>
                  </a:lnTo>
                  <a:lnTo>
                    <a:pt x="1226" y="755"/>
                  </a:lnTo>
                  <a:lnTo>
                    <a:pt x="1226" y="761"/>
                  </a:lnTo>
                  <a:lnTo>
                    <a:pt x="1233" y="761"/>
                  </a:lnTo>
                  <a:lnTo>
                    <a:pt x="1233" y="768"/>
                  </a:lnTo>
                  <a:lnTo>
                    <a:pt x="1233" y="774"/>
                  </a:lnTo>
                  <a:lnTo>
                    <a:pt x="1233" y="780"/>
                  </a:lnTo>
                  <a:lnTo>
                    <a:pt x="1233" y="786"/>
                  </a:lnTo>
                  <a:lnTo>
                    <a:pt x="1239" y="786"/>
                  </a:lnTo>
                  <a:lnTo>
                    <a:pt x="1239" y="793"/>
                  </a:lnTo>
                  <a:lnTo>
                    <a:pt x="1239" y="799"/>
                  </a:lnTo>
                  <a:lnTo>
                    <a:pt x="1239" y="805"/>
                  </a:lnTo>
                  <a:lnTo>
                    <a:pt x="1245" y="812"/>
                  </a:lnTo>
                  <a:lnTo>
                    <a:pt x="1245" y="818"/>
                  </a:lnTo>
                  <a:lnTo>
                    <a:pt x="1245" y="824"/>
                  </a:lnTo>
                  <a:lnTo>
                    <a:pt x="1251" y="824"/>
                  </a:lnTo>
                  <a:lnTo>
                    <a:pt x="1258" y="824"/>
                  </a:lnTo>
                  <a:lnTo>
                    <a:pt x="1258" y="818"/>
                  </a:lnTo>
                  <a:lnTo>
                    <a:pt x="1264" y="812"/>
                  </a:lnTo>
                  <a:lnTo>
                    <a:pt x="1264" y="805"/>
                  </a:lnTo>
                  <a:lnTo>
                    <a:pt x="1264" y="799"/>
                  </a:lnTo>
                  <a:lnTo>
                    <a:pt x="1264" y="793"/>
                  </a:lnTo>
                  <a:lnTo>
                    <a:pt x="1270" y="793"/>
                  </a:lnTo>
                  <a:lnTo>
                    <a:pt x="1270" y="786"/>
                  </a:lnTo>
                  <a:lnTo>
                    <a:pt x="1270" y="780"/>
                  </a:lnTo>
                  <a:lnTo>
                    <a:pt x="1270" y="774"/>
                  </a:lnTo>
                  <a:lnTo>
                    <a:pt x="1277" y="768"/>
                  </a:lnTo>
                  <a:lnTo>
                    <a:pt x="1277" y="761"/>
                  </a:lnTo>
                  <a:lnTo>
                    <a:pt x="1277" y="755"/>
                  </a:lnTo>
                  <a:lnTo>
                    <a:pt x="1277" y="749"/>
                  </a:lnTo>
                  <a:lnTo>
                    <a:pt x="1277" y="742"/>
                  </a:lnTo>
                  <a:lnTo>
                    <a:pt x="1283" y="742"/>
                  </a:lnTo>
                  <a:lnTo>
                    <a:pt x="1283" y="736"/>
                  </a:lnTo>
                  <a:lnTo>
                    <a:pt x="1283" y="730"/>
                  </a:lnTo>
                  <a:lnTo>
                    <a:pt x="1283" y="724"/>
                  </a:lnTo>
                  <a:lnTo>
                    <a:pt x="1283" y="717"/>
                  </a:lnTo>
                  <a:lnTo>
                    <a:pt x="1289" y="711"/>
                  </a:lnTo>
                  <a:lnTo>
                    <a:pt x="1289" y="698"/>
                  </a:lnTo>
                  <a:lnTo>
                    <a:pt x="1289" y="692"/>
                  </a:lnTo>
                  <a:lnTo>
                    <a:pt x="1289" y="686"/>
                  </a:lnTo>
                  <a:lnTo>
                    <a:pt x="1289" y="680"/>
                  </a:lnTo>
                  <a:lnTo>
                    <a:pt x="1295" y="680"/>
                  </a:lnTo>
                  <a:lnTo>
                    <a:pt x="1295" y="673"/>
                  </a:lnTo>
                  <a:lnTo>
                    <a:pt x="1295" y="667"/>
                  </a:lnTo>
                  <a:lnTo>
                    <a:pt x="1295" y="661"/>
                  </a:lnTo>
                  <a:lnTo>
                    <a:pt x="1295" y="654"/>
                  </a:lnTo>
                  <a:lnTo>
                    <a:pt x="1295" y="648"/>
                  </a:lnTo>
                  <a:lnTo>
                    <a:pt x="1295" y="642"/>
                  </a:lnTo>
                  <a:lnTo>
                    <a:pt x="1302" y="636"/>
                  </a:lnTo>
                  <a:lnTo>
                    <a:pt x="1302" y="629"/>
                  </a:lnTo>
                  <a:lnTo>
                    <a:pt x="1302" y="623"/>
                  </a:lnTo>
                  <a:lnTo>
                    <a:pt x="1302" y="617"/>
                  </a:lnTo>
                  <a:lnTo>
                    <a:pt x="1302" y="610"/>
                  </a:lnTo>
                  <a:lnTo>
                    <a:pt x="1302" y="604"/>
                  </a:lnTo>
                  <a:lnTo>
                    <a:pt x="1308" y="598"/>
                  </a:lnTo>
                  <a:lnTo>
                    <a:pt x="1308" y="592"/>
                  </a:lnTo>
                  <a:lnTo>
                    <a:pt x="1308" y="585"/>
                  </a:lnTo>
                  <a:lnTo>
                    <a:pt x="1308" y="579"/>
                  </a:lnTo>
                  <a:lnTo>
                    <a:pt x="1308" y="573"/>
                  </a:lnTo>
                  <a:lnTo>
                    <a:pt x="1308" y="566"/>
                  </a:lnTo>
                  <a:lnTo>
                    <a:pt x="1314" y="560"/>
                  </a:lnTo>
                  <a:lnTo>
                    <a:pt x="1314" y="554"/>
                  </a:lnTo>
                  <a:lnTo>
                    <a:pt x="1314" y="548"/>
                  </a:lnTo>
                  <a:lnTo>
                    <a:pt x="1314" y="541"/>
                  </a:lnTo>
                  <a:lnTo>
                    <a:pt x="1314" y="535"/>
                  </a:lnTo>
                  <a:lnTo>
                    <a:pt x="1314" y="522"/>
                  </a:lnTo>
                  <a:lnTo>
                    <a:pt x="1321" y="516"/>
                  </a:lnTo>
                  <a:lnTo>
                    <a:pt x="1321" y="510"/>
                  </a:lnTo>
                  <a:lnTo>
                    <a:pt x="1321" y="504"/>
                  </a:lnTo>
                  <a:lnTo>
                    <a:pt x="1321" y="497"/>
                  </a:lnTo>
                  <a:lnTo>
                    <a:pt x="1321" y="485"/>
                  </a:lnTo>
                  <a:lnTo>
                    <a:pt x="1321" y="478"/>
                  </a:lnTo>
                  <a:lnTo>
                    <a:pt x="1321" y="472"/>
                  </a:lnTo>
                  <a:lnTo>
                    <a:pt x="1327" y="466"/>
                  </a:lnTo>
                  <a:lnTo>
                    <a:pt x="1327" y="453"/>
                  </a:lnTo>
                  <a:lnTo>
                    <a:pt x="1327" y="447"/>
                  </a:lnTo>
                  <a:lnTo>
                    <a:pt x="1327" y="441"/>
                  </a:lnTo>
                  <a:lnTo>
                    <a:pt x="1327" y="434"/>
                  </a:lnTo>
                  <a:lnTo>
                    <a:pt x="1327" y="422"/>
                  </a:lnTo>
                  <a:lnTo>
                    <a:pt x="1333" y="415"/>
                  </a:lnTo>
                  <a:lnTo>
                    <a:pt x="1333" y="409"/>
                  </a:lnTo>
                  <a:lnTo>
                    <a:pt x="1333" y="397"/>
                  </a:lnTo>
                  <a:lnTo>
                    <a:pt x="1333" y="390"/>
                  </a:lnTo>
                  <a:lnTo>
                    <a:pt x="1333" y="384"/>
                  </a:lnTo>
                  <a:lnTo>
                    <a:pt x="1333" y="378"/>
                  </a:lnTo>
                  <a:lnTo>
                    <a:pt x="1339" y="365"/>
                  </a:lnTo>
                  <a:lnTo>
                    <a:pt x="1339" y="359"/>
                  </a:lnTo>
                  <a:lnTo>
                    <a:pt x="1339" y="353"/>
                  </a:lnTo>
                  <a:lnTo>
                    <a:pt x="1339" y="340"/>
                  </a:lnTo>
                  <a:lnTo>
                    <a:pt x="1339" y="334"/>
                  </a:lnTo>
                  <a:lnTo>
                    <a:pt x="1339" y="327"/>
                  </a:lnTo>
                  <a:lnTo>
                    <a:pt x="1346" y="315"/>
                  </a:lnTo>
                  <a:lnTo>
                    <a:pt x="1346" y="309"/>
                  </a:lnTo>
                  <a:lnTo>
                    <a:pt x="1346" y="302"/>
                  </a:lnTo>
                  <a:lnTo>
                    <a:pt x="1346" y="290"/>
                  </a:lnTo>
                  <a:lnTo>
                    <a:pt x="1346" y="283"/>
                  </a:lnTo>
                  <a:lnTo>
                    <a:pt x="1346" y="277"/>
                  </a:lnTo>
                  <a:lnTo>
                    <a:pt x="1352" y="265"/>
                  </a:lnTo>
                  <a:lnTo>
                    <a:pt x="1352" y="258"/>
                  </a:lnTo>
                  <a:lnTo>
                    <a:pt x="1352" y="246"/>
                  </a:lnTo>
                  <a:lnTo>
                    <a:pt x="1352" y="239"/>
                  </a:lnTo>
                  <a:lnTo>
                    <a:pt x="1352" y="227"/>
                  </a:lnTo>
                  <a:lnTo>
                    <a:pt x="1352" y="221"/>
                  </a:lnTo>
                  <a:lnTo>
                    <a:pt x="1352" y="208"/>
                  </a:lnTo>
                  <a:lnTo>
                    <a:pt x="1358" y="202"/>
                  </a:lnTo>
                  <a:lnTo>
                    <a:pt x="1358" y="189"/>
                  </a:lnTo>
                  <a:lnTo>
                    <a:pt x="1358" y="183"/>
                  </a:lnTo>
                  <a:lnTo>
                    <a:pt x="1358" y="170"/>
                  </a:lnTo>
                  <a:lnTo>
                    <a:pt x="1358" y="164"/>
                  </a:lnTo>
                  <a:lnTo>
                    <a:pt x="1358" y="151"/>
                  </a:lnTo>
                  <a:lnTo>
                    <a:pt x="1365" y="145"/>
                  </a:lnTo>
                  <a:lnTo>
                    <a:pt x="1365" y="139"/>
                  </a:lnTo>
                  <a:lnTo>
                    <a:pt x="1365" y="133"/>
                  </a:lnTo>
                  <a:lnTo>
                    <a:pt x="1365" y="126"/>
                  </a:lnTo>
                  <a:lnTo>
                    <a:pt x="1365" y="120"/>
                  </a:lnTo>
                  <a:lnTo>
                    <a:pt x="1371" y="114"/>
                  </a:lnTo>
                  <a:lnTo>
                    <a:pt x="1371" y="120"/>
                  </a:lnTo>
                  <a:lnTo>
                    <a:pt x="1377" y="126"/>
                  </a:lnTo>
                  <a:lnTo>
                    <a:pt x="1377" y="133"/>
                  </a:lnTo>
                  <a:lnTo>
                    <a:pt x="1377" y="139"/>
                  </a:lnTo>
                  <a:lnTo>
                    <a:pt x="1377" y="145"/>
                  </a:lnTo>
                  <a:lnTo>
                    <a:pt x="1377" y="151"/>
                  </a:lnTo>
                  <a:lnTo>
                    <a:pt x="1377" y="164"/>
                  </a:lnTo>
                  <a:lnTo>
                    <a:pt x="1383" y="170"/>
                  </a:lnTo>
                  <a:lnTo>
                    <a:pt x="1383" y="183"/>
                  </a:lnTo>
                  <a:lnTo>
                    <a:pt x="1383" y="189"/>
                  </a:lnTo>
                  <a:lnTo>
                    <a:pt x="1383" y="202"/>
                  </a:lnTo>
                  <a:lnTo>
                    <a:pt x="1383" y="208"/>
                  </a:lnTo>
                  <a:lnTo>
                    <a:pt x="1383" y="221"/>
                  </a:lnTo>
                  <a:lnTo>
                    <a:pt x="1390" y="227"/>
                  </a:lnTo>
                  <a:lnTo>
                    <a:pt x="1390" y="239"/>
                  </a:lnTo>
                  <a:lnTo>
                    <a:pt x="1390" y="246"/>
                  </a:lnTo>
                  <a:lnTo>
                    <a:pt x="1390" y="258"/>
                  </a:lnTo>
                  <a:lnTo>
                    <a:pt x="1390" y="265"/>
                  </a:lnTo>
                  <a:lnTo>
                    <a:pt x="1390" y="277"/>
                  </a:lnTo>
                  <a:lnTo>
                    <a:pt x="1396" y="283"/>
                  </a:lnTo>
                  <a:lnTo>
                    <a:pt x="1396" y="290"/>
                  </a:lnTo>
                  <a:lnTo>
                    <a:pt x="1396" y="302"/>
                  </a:lnTo>
                  <a:lnTo>
                    <a:pt x="1396" y="309"/>
                  </a:lnTo>
                  <a:lnTo>
                    <a:pt x="1396" y="315"/>
                  </a:lnTo>
                  <a:lnTo>
                    <a:pt x="1396" y="327"/>
                  </a:lnTo>
                  <a:lnTo>
                    <a:pt x="1396" y="334"/>
                  </a:lnTo>
                  <a:lnTo>
                    <a:pt x="1402" y="340"/>
                  </a:lnTo>
                  <a:lnTo>
                    <a:pt x="1402" y="353"/>
                  </a:lnTo>
                  <a:lnTo>
                    <a:pt x="1402" y="359"/>
                  </a:lnTo>
                  <a:lnTo>
                    <a:pt x="1402" y="365"/>
                  </a:lnTo>
                  <a:lnTo>
                    <a:pt x="1402" y="378"/>
                  </a:lnTo>
                  <a:lnTo>
                    <a:pt x="1402" y="384"/>
                  </a:lnTo>
                  <a:lnTo>
                    <a:pt x="1409" y="390"/>
                  </a:lnTo>
                  <a:lnTo>
                    <a:pt x="1409" y="397"/>
                  </a:lnTo>
                  <a:lnTo>
                    <a:pt x="1409" y="409"/>
                  </a:lnTo>
                  <a:lnTo>
                    <a:pt x="1409" y="415"/>
                  </a:lnTo>
                  <a:lnTo>
                    <a:pt x="1409" y="422"/>
                  </a:lnTo>
                  <a:lnTo>
                    <a:pt x="1409" y="434"/>
                  </a:lnTo>
                  <a:lnTo>
                    <a:pt x="1415" y="441"/>
                  </a:lnTo>
                  <a:lnTo>
                    <a:pt x="1415" y="447"/>
                  </a:lnTo>
                  <a:lnTo>
                    <a:pt x="1415" y="453"/>
                  </a:lnTo>
                  <a:lnTo>
                    <a:pt x="1415" y="466"/>
                  </a:lnTo>
                  <a:lnTo>
                    <a:pt x="1415" y="472"/>
                  </a:lnTo>
                  <a:lnTo>
                    <a:pt x="1415" y="478"/>
                  </a:lnTo>
                  <a:lnTo>
                    <a:pt x="1421" y="485"/>
                  </a:lnTo>
                  <a:lnTo>
                    <a:pt x="1421" y="497"/>
                  </a:lnTo>
                  <a:lnTo>
                    <a:pt x="1421" y="504"/>
                  </a:lnTo>
                  <a:lnTo>
                    <a:pt x="1421" y="510"/>
                  </a:lnTo>
                  <a:lnTo>
                    <a:pt x="1421" y="516"/>
                  </a:lnTo>
                  <a:lnTo>
                    <a:pt x="1421" y="522"/>
                  </a:lnTo>
                  <a:lnTo>
                    <a:pt x="1421" y="535"/>
                  </a:lnTo>
                  <a:lnTo>
                    <a:pt x="1427" y="541"/>
                  </a:lnTo>
                  <a:lnTo>
                    <a:pt x="1427" y="548"/>
                  </a:lnTo>
                  <a:lnTo>
                    <a:pt x="1427" y="554"/>
                  </a:lnTo>
                  <a:lnTo>
                    <a:pt x="1427" y="560"/>
                  </a:lnTo>
                  <a:lnTo>
                    <a:pt x="1427" y="566"/>
                  </a:lnTo>
                  <a:lnTo>
                    <a:pt x="1427" y="573"/>
                  </a:lnTo>
                  <a:lnTo>
                    <a:pt x="1434" y="579"/>
                  </a:lnTo>
                  <a:lnTo>
                    <a:pt x="1434" y="585"/>
                  </a:lnTo>
                  <a:lnTo>
                    <a:pt x="1434" y="592"/>
                  </a:lnTo>
                  <a:lnTo>
                    <a:pt x="1434" y="604"/>
                  </a:lnTo>
                  <a:lnTo>
                    <a:pt x="1434" y="610"/>
                  </a:lnTo>
                  <a:lnTo>
                    <a:pt x="1440" y="617"/>
                  </a:lnTo>
                  <a:lnTo>
                    <a:pt x="1440" y="623"/>
                  </a:lnTo>
                  <a:lnTo>
                    <a:pt x="1440" y="629"/>
                  </a:lnTo>
                  <a:lnTo>
                    <a:pt x="1440" y="636"/>
                  </a:lnTo>
                  <a:lnTo>
                    <a:pt x="1440" y="642"/>
                  </a:lnTo>
                  <a:lnTo>
                    <a:pt x="1440" y="648"/>
                  </a:lnTo>
                  <a:lnTo>
                    <a:pt x="1446" y="654"/>
                  </a:lnTo>
                  <a:lnTo>
                    <a:pt x="1446" y="661"/>
                  </a:lnTo>
                  <a:lnTo>
                    <a:pt x="1446" y="667"/>
                  </a:lnTo>
                  <a:lnTo>
                    <a:pt x="1446" y="673"/>
                  </a:lnTo>
                  <a:lnTo>
                    <a:pt x="1446" y="680"/>
                  </a:lnTo>
                  <a:lnTo>
                    <a:pt x="1446" y="686"/>
                  </a:lnTo>
                  <a:lnTo>
                    <a:pt x="1453" y="692"/>
                  </a:lnTo>
                  <a:lnTo>
                    <a:pt x="1453" y="698"/>
                  </a:lnTo>
                  <a:lnTo>
                    <a:pt x="1453" y="705"/>
                  </a:lnTo>
                  <a:lnTo>
                    <a:pt x="1453" y="711"/>
                  </a:lnTo>
                  <a:lnTo>
                    <a:pt x="1453" y="717"/>
                  </a:lnTo>
                  <a:lnTo>
                    <a:pt x="1459" y="724"/>
                  </a:lnTo>
                  <a:lnTo>
                    <a:pt x="1459" y="730"/>
                  </a:lnTo>
                  <a:lnTo>
                    <a:pt x="1459" y="736"/>
                  </a:lnTo>
                  <a:lnTo>
                    <a:pt x="1459" y="742"/>
                  </a:lnTo>
                  <a:lnTo>
                    <a:pt x="1459" y="749"/>
                  </a:lnTo>
                  <a:lnTo>
                    <a:pt x="1465" y="755"/>
                  </a:lnTo>
                  <a:lnTo>
                    <a:pt x="1465" y="761"/>
                  </a:lnTo>
                  <a:lnTo>
                    <a:pt x="1465" y="768"/>
                  </a:lnTo>
                  <a:lnTo>
                    <a:pt x="1465" y="774"/>
                  </a:lnTo>
                  <a:lnTo>
                    <a:pt x="1471" y="780"/>
                  </a:lnTo>
                  <a:lnTo>
                    <a:pt x="1471" y="786"/>
                  </a:lnTo>
                  <a:lnTo>
                    <a:pt x="1471" y="793"/>
                  </a:lnTo>
                  <a:lnTo>
                    <a:pt x="1471" y="799"/>
                  </a:lnTo>
                  <a:lnTo>
                    <a:pt x="1478" y="799"/>
                  </a:lnTo>
                  <a:lnTo>
                    <a:pt x="1478" y="805"/>
                  </a:lnTo>
                  <a:lnTo>
                    <a:pt x="1478" y="812"/>
                  </a:lnTo>
                  <a:lnTo>
                    <a:pt x="1478" y="818"/>
                  </a:lnTo>
                  <a:lnTo>
                    <a:pt x="1484" y="818"/>
                  </a:lnTo>
                  <a:lnTo>
                    <a:pt x="1484" y="824"/>
                  </a:lnTo>
                  <a:lnTo>
                    <a:pt x="1490" y="824"/>
                  </a:lnTo>
                  <a:lnTo>
                    <a:pt x="1490" y="818"/>
                  </a:lnTo>
                  <a:lnTo>
                    <a:pt x="1497" y="818"/>
                  </a:lnTo>
                  <a:lnTo>
                    <a:pt x="1497" y="812"/>
                  </a:lnTo>
                  <a:lnTo>
                    <a:pt x="1497" y="805"/>
                  </a:lnTo>
                  <a:lnTo>
                    <a:pt x="1503" y="799"/>
                  </a:lnTo>
                  <a:lnTo>
                    <a:pt x="1503" y="793"/>
                  </a:lnTo>
                  <a:lnTo>
                    <a:pt x="1503" y="786"/>
                  </a:lnTo>
                  <a:lnTo>
                    <a:pt x="1509" y="780"/>
                  </a:lnTo>
                  <a:lnTo>
                    <a:pt x="1509" y="774"/>
                  </a:lnTo>
                  <a:lnTo>
                    <a:pt x="1509" y="768"/>
                  </a:lnTo>
                  <a:lnTo>
                    <a:pt x="1509" y="761"/>
                  </a:lnTo>
                  <a:lnTo>
                    <a:pt x="1515" y="755"/>
                  </a:lnTo>
                  <a:lnTo>
                    <a:pt x="1515" y="749"/>
                  </a:lnTo>
                  <a:lnTo>
                    <a:pt x="1515" y="742"/>
                  </a:lnTo>
                  <a:lnTo>
                    <a:pt x="1515" y="736"/>
                  </a:lnTo>
                  <a:lnTo>
                    <a:pt x="1515" y="730"/>
                  </a:lnTo>
                  <a:lnTo>
                    <a:pt x="1522" y="724"/>
                  </a:lnTo>
                  <a:lnTo>
                    <a:pt x="1522" y="717"/>
                  </a:lnTo>
                  <a:lnTo>
                    <a:pt x="1522" y="711"/>
                  </a:lnTo>
                  <a:lnTo>
                    <a:pt x="1522" y="705"/>
                  </a:lnTo>
                  <a:lnTo>
                    <a:pt x="1522" y="698"/>
                  </a:lnTo>
                  <a:lnTo>
                    <a:pt x="1522" y="692"/>
                  </a:lnTo>
                  <a:lnTo>
                    <a:pt x="1528" y="686"/>
                  </a:lnTo>
                  <a:lnTo>
                    <a:pt x="1528" y="680"/>
                  </a:lnTo>
                  <a:lnTo>
                    <a:pt x="1528" y="673"/>
                  </a:lnTo>
                  <a:lnTo>
                    <a:pt x="1528" y="667"/>
                  </a:lnTo>
                  <a:lnTo>
                    <a:pt x="1528" y="661"/>
                  </a:lnTo>
                  <a:lnTo>
                    <a:pt x="1534" y="654"/>
                  </a:lnTo>
                  <a:lnTo>
                    <a:pt x="1534" y="648"/>
                  </a:lnTo>
                  <a:lnTo>
                    <a:pt x="1534" y="642"/>
                  </a:lnTo>
                  <a:lnTo>
                    <a:pt x="1534" y="636"/>
                  </a:lnTo>
                  <a:lnTo>
                    <a:pt x="1534" y="629"/>
                  </a:lnTo>
                  <a:lnTo>
                    <a:pt x="1534" y="623"/>
                  </a:lnTo>
                  <a:lnTo>
                    <a:pt x="1541" y="617"/>
                  </a:lnTo>
                  <a:lnTo>
                    <a:pt x="1541" y="610"/>
                  </a:lnTo>
                  <a:lnTo>
                    <a:pt x="1541" y="604"/>
                  </a:lnTo>
                  <a:lnTo>
                    <a:pt x="1541" y="598"/>
                  </a:lnTo>
                  <a:lnTo>
                    <a:pt x="1541" y="592"/>
                  </a:lnTo>
                  <a:lnTo>
                    <a:pt x="1541" y="585"/>
                  </a:lnTo>
                  <a:lnTo>
                    <a:pt x="1547" y="579"/>
                  </a:lnTo>
                  <a:lnTo>
                    <a:pt x="1547" y="573"/>
                  </a:lnTo>
                  <a:lnTo>
                    <a:pt x="1547" y="566"/>
                  </a:lnTo>
                  <a:lnTo>
                    <a:pt x="1547" y="560"/>
                  </a:lnTo>
                  <a:lnTo>
                    <a:pt x="1547" y="554"/>
                  </a:lnTo>
                  <a:lnTo>
                    <a:pt x="1547" y="548"/>
                  </a:lnTo>
                  <a:lnTo>
                    <a:pt x="1547" y="541"/>
                  </a:lnTo>
                  <a:lnTo>
                    <a:pt x="1553" y="535"/>
                  </a:lnTo>
                  <a:lnTo>
                    <a:pt x="1553" y="522"/>
                  </a:lnTo>
                  <a:lnTo>
                    <a:pt x="1553" y="516"/>
                  </a:lnTo>
                  <a:lnTo>
                    <a:pt x="1553" y="510"/>
                  </a:lnTo>
                  <a:lnTo>
                    <a:pt x="1553" y="504"/>
                  </a:lnTo>
                  <a:lnTo>
                    <a:pt x="1553" y="497"/>
                  </a:lnTo>
                  <a:lnTo>
                    <a:pt x="1559" y="485"/>
                  </a:lnTo>
                  <a:lnTo>
                    <a:pt x="1559" y="478"/>
                  </a:lnTo>
                  <a:lnTo>
                    <a:pt x="1559" y="472"/>
                  </a:lnTo>
                  <a:lnTo>
                    <a:pt x="1559" y="466"/>
                  </a:lnTo>
                  <a:lnTo>
                    <a:pt x="1559" y="453"/>
                  </a:lnTo>
                  <a:lnTo>
                    <a:pt x="1559" y="447"/>
                  </a:lnTo>
                  <a:lnTo>
                    <a:pt x="1566" y="441"/>
                  </a:lnTo>
                  <a:lnTo>
                    <a:pt x="1566" y="434"/>
                  </a:lnTo>
                  <a:lnTo>
                    <a:pt x="1566" y="422"/>
                  </a:lnTo>
                  <a:lnTo>
                    <a:pt x="1566" y="415"/>
                  </a:lnTo>
                  <a:lnTo>
                    <a:pt x="1566" y="409"/>
                  </a:lnTo>
                  <a:lnTo>
                    <a:pt x="1566" y="397"/>
                  </a:lnTo>
                  <a:lnTo>
                    <a:pt x="1572" y="390"/>
                  </a:lnTo>
                  <a:lnTo>
                    <a:pt x="1572" y="384"/>
                  </a:lnTo>
                  <a:lnTo>
                    <a:pt x="1572" y="378"/>
                  </a:lnTo>
                  <a:lnTo>
                    <a:pt x="1572" y="365"/>
                  </a:lnTo>
                  <a:lnTo>
                    <a:pt x="1572" y="359"/>
                  </a:lnTo>
                  <a:lnTo>
                    <a:pt x="1572" y="353"/>
                  </a:lnTo>
                  <a:lnTo>
                    <a:pt x="1572" y="340"/>
                  </a:lnTo>
                  <a:lnTo>
                    <a:pt x="1578" y="334"/>
                  </a:lnTo>
                  <a:lnTo>
                    <a:pt x="1578" y="327"/>
                  </a:lnTo>
                  <a:lnTo>
                    <a:pt x="1578" y="315"/>
                  </a:lnTo>
                  <a:lnTo>
                    <a:pt x="1578" y="309"/>
                  </a:lnTo>
                  <a:lnTo>
                    <a:pt x="1578" y="302"/>
                  </a:lnTo>
                  <a:lnTo>
                    <a:pt x="1578" y="290"/>
                  </a:lnTo>
                  <a:lnTo>
                    <a:pt x="1585" y="283"/>
                  </a:lnTo>
                  <a:lnTo>
                    <a:pt x="1585" y="271"/>
                  </a:lnTo>
                  <a:lnTo>
                    <a:pt x="1585" y="265"/>
                  </a:lnTo>
                  <a:lnTo>
                    <a:pt x="1585" y="258"/>
                  </a:lnTo>
                  <a:lnTo>
                    <a:pt x="1585" y="246"/>
                  </a:lnTo>
                  <a:lnTo>
                    <a:pt x="1585" y="239"/>
                  </a:lnTo>
                  <a:lnTo>
                    <a:pt x="1591" y="227"/>
                  </a:lnTo>
                  <a:lnTo>
                    <a:pt x="1591" y="221"/>
                  </a:lnTo>
                  <a:lnTo>
                    <a:pt x="1591" y="208"/>
                  </a:lnTo>
                  <a:lnTo>
                    <a:pt x="1591" y="202"/>
                  </a:lnTo>
                  <a:lnTo>
                    <a:pt x="1591" y="189"/>
                  </a:lnTo>
                  <a:lnTo>
                    <a:pt x="1591" y="183"/>
                  </a:lnTo>
                  <a:lnTo>
                    <a:pt x="1597" y="164"/>
                  </a:lnTo>
                  <a:lnTo>
                    <a:pt x="1597" y="151"/>
                  </a:lnTo>
                  <a:lnTo>
                    <a:pt x="1597" y="145"/>
                  </a:lnTo>
                  <a:lnTo>
                    <a:pt x="1597" y="139"/>
                  </a:lnTo>
                  <a:lnTo>
                    <a:pt x="1597" y="133"/>
                  </a:lnTo>
                  <a:lnTo>
                    <a:pt x="1597" y="126"/>
                  </a:lnTo>
                  <a:lnTo>
                    <a:pt x="1603" y="120"/>
                  </a:lnTo>
                  <a:lnTo>
                    <a:pt x="1603" y="114"/>
                  </a:lnTo>
                  <a:lnTo>
                    <a:pt x="1610" y="114"/>
                  </a:lnTo>
                  <a:lnTo>
                    <a:pt x="1610" y="120"/>
                  </a:lnTo>
                  <a:lnTo>
                    <a:pt x="1610" y="126"/>
                  </a:lnTo>
                  <a:lnTo>
                    <a:pt x="1610" y="133"/>
                  </a:lnTo>
                  <a:lnTo>
                    <a:pt x="1610" y="139"/>
                  </a:lnTo>
                  <a:lnTo>
                    <a:pt x="1616" y="145"/>
                  </a:lnTo>
                  <a:lnTo>
                    <a:pt x="1616" y="151"/>
                  </a:lnTo>
                  <a:lnTo>
                    <a:pt x="1616" y="164"/>
                  </a:lnTo>
                  <a:lnTo>
                    <a:pt x="1616" y="170"/>
                  </a:lnTo>
                  <a:lnTo>
                    <a:pt x="1616" y="183"/>
                  </a:lnTo>
                  <a:lnTo>
                    <a:pt x="1616" y="189"/>
                  </a:lnTo>
                  <a:lnTo>
                    <a:pt x="1616" y="202"/>
                  </a:lnTo>
                  <a:lnTo>
                    <a:pt x="1622" y="208"/>
                  </a:lnTo>
                  <a:lnTo>
                    <a:pt x="1622" y="221"/>
                  </a:lnTo>
                  <a:lnTo>
                    <a:pt x="1622" y="227"/>
                  </a:lnTo>
                  <a:lnTo>
                    <a:pt x="1622" y="239"/>
                  </a:lnTo>
                  <a:lnTo>
                    <a:pt x="1622" y="246"/>
                  </a:lnTo>
                  <a:lnTo>
                    <a:pt x="1622" y="258"/>
                  </a:lnTo>
                  <a:lnTo>
                    <a:pt x="1629" y="265"/>
                  </a:lnTo>
                  <a:lnTo>
                    <a:pt x="1629" y="271"/>
                  </a:lnTo>
                  <a:lnTo>
                    <a:pt x="1629" y="283"/>
                  </a:lnTo>
                  <a:lnTo>
                    <a:pt x="1629" y="290"/>
                  </a:lnTo>
                  <a:lnTo>
                    <a:pt x="1629" y="302"/>
                  </a:lnTo>
                  <a:lnTo>
                    <a:pt x="1629" y="309"/>
                  </a:lnTo>
                  <a:lnTo>
                    <a:pt x="1635" y="315"/>
                  </a:lnTo>
                  <a:lnTo>
                    <a:pt x="1635" y="327"/>
                  </a:lnTo>
                  <a:lnTo>
                    <a:pt x="1635" y="334"/>
                  </a:lnTo>
                  <a:lnTo>
                    <a:pt x="1635" y="340"/>
                  </a:lnTo>
                  <a:lnTo>
                    <a:pt x="1635" y="353"/>
                  </a:lnTo>
                  <a:lnTo>
                    <a:pt x="1635" y="359"/>
                  </a:lnTo>
                  <a:lnTo>
                    <a:pt x="1641" y="365"/>
                  </a:lnTo>
                  <a:lnTo>
                    <a:pt x="1641" y="378"/>
                  </a:lnTo>
                  <a:lnTo>
                    <a:pt x="1641" y="384"/>
                  </a:lnTo>
                  <a:lnTo>
                    <a:pt x="1641" y="390"/>
                  </a:lnTo>
                  <a:lnTo>
                    <a:pt x="1641" y="397"/>
                  </a:lnTo>
                  <a:lnTo>
                    <a:pt x="1641" y="409"/>
                  </a:lnTo>
                  <a:lnTo>
                    <a:pt x="1647" y="415"/>
                  </a:lnTo>
                  <a:lnTo>
                    <a:pt x="1647" y="422"/>
                  </a:lnTo>
                  <a:lnTo>
                    <a:pt x="1647" y="434"/>
                  </a:lnTo>
                  <a:lnTo>
                    <a:pt x="1647" y="441"/>
                  </a:lnTo>
                  <a:lnTo>
                    <a:pt x="1647" y="447"/>
                  </a:lnTo>
                  <a:lnTo>
                    <a:pt x="1647" y="466"/>
                  </a:lnTo>
                  <a:lnTo>
                    <a:pt x="1654" y="472"/>
                  </a:lnTo>
                  <a:lnTo>
                    <a:pt x="1654" y="478"/>
                  </a:lnTo>
                  <a:lnTo>
                    <a:pt x="1654" y="485"/>
                  </a:lnTo>
                  <a:lnTo>
                    <a:pt x="1654" y="497"/>
                  </a:lnTo>
                  <a:lnTo>
                    <a:pt x="1654" y="504"/>
                  </a:lnTo>
                  <a:lnTo>
                    <a:pt x="1654" y="510"/>
                  </a:lnTo>
                  <a:lnTo>
                    <a:pt x="1660" y="516"/>
                  </a:lnTo>
                  <a:lnTo>
                    <a:pt x="1660" y="522"/>
                  </a:lnTo>
                  <a:lnTo>
                    <a:pt x="1660" y="535"/>
                  </a:lnTo>
                  <a:lnTo>
                    <a:pt x="1660" y="541"/>
                  </a:lnTo>
                  <a:lnTo>
                    <a:pt x="1660" y="548"/>
                  </a:lnTo>
                  <a:lnTo>
                    <a:pt x="1660" y="554"/>
                  </a:lnTo>
                  <a:lnTo>
                    <a:pt x="1666" y="560"/>
                  </a:lnTo>
                  <a:lnTo>
                    <a:pt x="1666" y="566"/>
                  </a:lnTo>
                  <a:lnTo>
                    <a:pt x="1666" y="573"/>
                  </a:lnTo>
                  <a:lnTo>
                    <a:pt x="1666" y="579"/>
                  </a:lnTo>
                  <a:lnTo>
                    <a:pt x="1666" y="585"/>
                  </a:lnTo>
                  <a:lnTo>
                    <a:pt x="1666" y="592"/>
                  </a:lnTo>
                  <a:lnTo>
                    <a:pt x="1673" y="598"/>
                  </a:lnTo>
                  <a:lnTo>
                    <a:pt x="1673" y="604"/>
                  </a:lnTo>
                  <a:lnTo>
                    <a:pt x="1673" y="610"/>
                  </a:lnTo>
                  <a:lnTo>
                    <a:pt x="1673" y="617"/>
                  </a:lnTo>
                  <a:lnTo>
                    <a:pt x="1673" y="623"/>
                  </a:lnTo>
                  <a:lnTo>
                    <a:pt x="1673" y="629"/>
                  </a:lnTo>
                  <a:lnTo>
                    <a:pt x="1673" y="636"/>
                  </a:lnTo>
                  <a:lnTo>
                    <a:pt x="1679" y="642"/>
                  </a:lnTo>
                  <a:lnTo>
                    <a:pt x="1679" y="648"/>
                  </a:lnTo>
                  <a:lnTo>
                    <a:pt x="1679" y="654"/>
                  </a:lnTo>
                  <a:lnTo>
                    <a:pt x="1679" y="661"/>
                  </a:lnTo>
                  <a:lnTo>
                    <a:pt x="1679" y="667"/>
                  </a:lnTo>
                  <a:lnTo>
                    <a:pt x="1679" y="673"/>
                  </a:lnTo>
                  <a:lnTo>
                    <a:pt x="1685" y="680"/>
                  </a:lnTo>
                  <a:lnTo>
                    <a:pt x="1685" y="686"/>
                  </a:lnTo>
                  <a:lnTo>
                    <a:pt x="1685" y="692"/>
                  </a:lnTo>
                  <a:lnTo>
                    <a:pt x="1685" y="698"/>
                  </a:lnTo>
                  <a:lnTo>
                    <a:pt x="1685" y="705"/>
                  </a:lnTo>
                  <a:lnTo>
                    <a:pt x="1691" y="711"/>
                  </a:lnTo>
                  <a:lnTo>
                    <a:pt x="1691" y="717"/>
                  </a:lnTo>
                  <a:lnTo>
                    <a:pt x="1691" y="724"/>
                  </a:lnTo>
                  <a:lnTo>
                    <a:pt x="1691" y="730"/>
                  </a:lnTo>
                  <a:lnTo>
                    <a:pt x="1691" y="736"/>
                  </a:lnTo>
                  <a:lnTo>
                    <a:pt x="1698" y="742"/>
                  </a:lnTo>
                  <a:lnTo>
                    <a:pt x="1698" y="749"/>
                  </a:lnTo>
                  <a:lnTo>
                    <a:pt x="1698" y="755"/>
                  </a:lnTo>
                  <a:lnTo>
                    <a:pt x="1698" y="761"/>
                  </a:lnTo>
                  <a:lnTo>
                    <a:pt x="1698" y="768"/>
                  </a:lnTo>
                  <a:lnTo>
                    <a:pt x="1704" y="774"/>
                  </a:lnTo>
                  <a:lnTo>
                    <a:pt x="1704" y="780"/>
                  </a:lnTo>
                  <a:lnTo>
                    <a:pt x="1704" y="786"/>
                  </a:lnTo>
                  <a:lnTo>
                    <a:pt x="1704" y="793"/>
                  </a:lnTo>
                  <a:lnTo>
                    <a:pt x="1710" y="793"/>
                  </a:lnTo>
                  <a:lnTo>
                    <a:pt x="1710" y="799"/>
                  </a:lnTo>
                  <a:lnTo>
                    <a:pt x="1710" y="805"/>
                  </a:lnTo>
                  <a:lnTo>
                    <a:pt x="1710" y="812"/>
                  </a:lnTo>
                  <a:lnTo>
                    <a:pt x="1717" y="812"/>
                  </a:lnTo>
                  <a:lnTo>
                    <a:pt x="1717" y="818"/>
                  </a:lnTo>
                  <a:lnTo>
                    <a:pt x="1717" y="824"/>
                  </a:lnTo>
                  <a:lnTo>
                    <a:pt x="1723" y="824"/>
                  </a:lnTo>
                  <a:lnTo>
                    <a:pt x="1729" y="824"/>
                  </a:lnTo>
                  <a:lnTo>
                    <a:pt x="1729" y="818"/>
                  </a:lnTo>
                  <a:lnTo>
                    <a:pt x="1729" y="812"/>
                  </a:lnTo>
                  <a:lnTo>
                    <a:pt x="1735" y="812"/>
                  </a:lnTo>
                  <a:lnTo>
                    <a:pt x="1735" y="805"/>
                  </a:lnTo>
                  <a:lnTo>
                    <a:pt x="1735" y="799"/>
                  </a:lnTo>
                  <a:lnTo>
                    <a:pt x="1735" y="793"/>
                  </a:lnTo>
                  <a:lnTo>
                    <a:pt x="1742" y="793"/>
                  </a:lnTo>
                  <a:lnTo>
                    <a:pt x="1742" y="786"/>
                  </a:lnTo>
                  <a:lnTo>
                    <a:pt x="1742" y="780"/>
                  </a:lnTo>
                  <a:lnTo>
                    <a:pt x="1742" y="774"/>
                  </a:lnTo>
                  <a:lnTo>
                    <a:pt x="1742" y="768"/>
                  </a:lnTo>
                  <a:lnTo>
                    <a:pt x="1748" y="761"/>
                  </a:lnTo>
                  <a:lnTo>
                    <a:pt x="1748" y="755"/>
                  </a:lnTo>
                  <a:lnTo>
                    <a:pt x="1748" y="749"/>
                  </a:lnTo>
                  <a:lnTo>
                    <a:pt x="1748" y="742"/>
                  </a:lnTo>
                  <a:lnTo>
                    <a:pt x="1754" y="736"/>
                  </a:lnTo>
                  <a:lnTo>
                    <a:pt x="1754" y="730"/>
                  </a:lnTo>
                  <a:lnTo>
                    <a:pt x="1754" y="724"/>
                  </a:lnTo>
                  <a:lnTo>
                    <a:pt x="1754" y="717"/>
                  </a:lnTo>
                  <a:lnTo>
                    <a:pt x="1754" y="711"/>
                  </a:lnTo>
                  <a:lnTo>
                    <a:pt x="1761" y="705"/>
                  </a:lnTo>
                  <a:lnTo>
                    <a:pt x="1761" y="698"/>
                  </a:lnTo>
                  <a:lnTo>
                    <a:pt x="1761" y="692"/>
                  </a:lnTo>
                  <a:lnTo>
                    <a:pt x="1761" y="686"/>
                  </a:lnTo>
                  <a:lnTo>
                    <a:pt x="1761" y="680"/>
                  </a:lnTo>
                  <a:lnTo>
                    <a:pt x="1767" y="673"/>
                  </a:lnTo>
                  <a:lnTo>
                    <a:pt x="1767" y="667"/>
                  </a:lnTo>
                  <a:lnTo>
                    <a:pt x="1767" y="661"/>
                  </a:lnTo>
                  <a:lnTo>
                    <a:pt x="1767" y="654"/>
                  </a:lnTo>
                  <a:lnTo>
                    <a:pt x="1767" y="648"/>
                  </a:lnTo>
                  <a:lnTo>
                    <a:pt x="1767" y="642"/>
                  </a:lnTo>
                  <a:lnTo>
                    <a:pt x="1773" y="636"/>
                  </a:lnTo>
                  <a:lnTo>
                    <a:pt x="1773" y="629"/>
                  </a:lnTo>
                  <a:lnTo>
                    <a:pt x="1773" y="623"/>
                  </a:lnTo>
                  <a:lnTo>
                    <a:pt x="1773" y="617"/>
                  </a:lnTo>
                  <a:lnTo>
                    <a:pt x="1773" y="610"/>
                  </a:lnTo>
                  <a:lnTo>
                    <a:pt x="1773" y="604"/>
                  </a:lnTo>
                  <a:lnTo>
                    <a:pt x="1773" y="598"/>
                  </a:lnTo>
                  <a:lnTo>
                    <a:pt x="1779" y="592"/>
                  </a:lnTo>
                  <a:lnTo>
                    <a:pt x="1779" y="585"/>
                  </a:lnTo>
                  <a:lnTo>
                    <a:pt x="1779" y="579"/>
                  </a:lnTo>
                  <a:lnTo>
                    <a:pt x="1779" y="573"/>
                  </a:lnTo>
                  <a:lnTo>
                    <a:pt x="1779" y="566"/>
                  </a:lnTo>
                  <a:lnTo>
                    <a:pt x="1779" y="560"/>
                  </a:lnTo>
                  <a:lnTo>
                    <a:pt x="1786" y="554"/>
                  </a:lnTo>
                  <a:lnTo>
                    <a:pt x="1786" y="548"/>
                  </a:lnTo>
                  <a:lnTo>
                    <a:pt x="1786" y="541"/>
                  </a:lnTo>
                  <a:lnTo>
                    <a:pt x="1786" y="535"/>
                  </a:lnTo>
                  <a:lnTo>
                    <a:pt x="1786" y="522"/>
                  </a:lnTo>
                  <a:lnTo>
                    <a:pt x="1786" y="516"/>
                  </a:lnTo>
                  <a:lnTo>
                    <a:pt x="1792" y="510"/>
                  </a:lnTo>
                  <a:lnTo>
                    <a:pt x="1792" y="504"/>
                  </a:lnTo>
                  <a:lnTo>
                    <a:pt x="1792" y="497"/>
                  </a:lnTo>
                  <a:lnTo>
                    <a:pt x="1792" y="485"/>
                  </a:lnTo>
                  <a:lnTo>
                    <a:pt x="1792" y="472"/>
                  </a:lnTo>
                  <a:lnTo>
                    <a:pt x="1798" y="466"/>
                  </a:lnTo>
                  <a:lnTo>
                    <a:pt x="1798" y="453"/>
                  </a:lnTo>
                  <a:lnTo>
                    <a:pt x="1798" y="447"/>
                  </a:lnTo>
                  <a:lnTo>
                    <a:pt x="1798" y="441"/>
                  </a:lnTo>
                  <a:lnTo>
                    <a:pt x="1798" y="434"/>
                  </a:lnTo>
                  <a:lnTo>
                    <a:pt x="1798" y="422"/>
                  </a:lnTo>
                  <a:lnTo>
                    <a:pt x="1798" y="415"/>
                  </a:lnTo>
                  <a:lnTo>
                    <a:pt x="1805" y="409"/>
                  </a:lnTo>
                  <a:lnTo>
                    <a:pt x="1805" y="397"/>
                  </a:lnTo>
                  <a:lnTo>
                    <a:pt x="1805" y="390"/>
                  </a:lnTo>
                  <a:lnTo>
                    <a:pt x="1805" y="384"/>
                  </a:lnTo>
                  <a:lnTo>
                    <a:pt x="1805" y="378"/>
                  </a:lnTo>
                  <a:lnTo>
                    <a:pt x="1805" y="365"/>
                  </a:lnTo>
                  <a:lnTo>
                    <a:pt x="1811" y="359"/>
                  </a:lnTo>
                  <a:lnTo>
                    <a:pt x="1811" y="353"/>
                  </a:lnTo>
                  <a:lnTo>
                    <a:pt x="1811" y="340"/>
                  </a:lnTo>
                  <a:lnTo>
                    <a:pt x="1811" y="334"/>
                  </a:lnTo>
                  <a:lnTo>
                    <a:pt x="1811" y="327"/>
                  </a:lnTo>
                  <a:lnTo>
                    <a:pt x="1811" y="315"/>
                  </a:lnTo>
                  <a:lnTo>
                    <a:pt x="1817" y="309"/>
                  </a:lnTo>
                  <a:lnTo>
                    <a:pt x="1817" y="302"/>
                  </a:lnTo>
                  <a:lnTo>
                    <a:pt x="1817" y="290"/>
                  </a:lnTo>
                  <a:lnTo>
                    <a:pt x="1817" y="283"/>
                  </a:lnTo>
                  <a:lnTo>
                    <a:pt x="1817" y="277"/>
                  </a:lnTo>
                  <a:lnTo>
                    <a:pt x="1817" y="265"/>
                  </a:lnTo>
                  <a:lnTo>
                    <a:pt x="1823" y="258"/>
                  </a:lnTo>
                  <a:lnTo>
                    <a:pt x="1823" y="246"/>
                  </a:lnTo>
                  <a:lnTo>
                    <a:pt x="1823" y="239"/>
                  </a:lnTo>
                  <a:lnTo>
                    <a:pt x="1823" y="227"/>
                  </a:lnTo>
                  <a:lnTo>
                    <a:pt x="1823" y="221"/>
                  </a:lnTo>
                  <a:lnTo>
                    <a:pt x="1823" y="208"/>
                  </a:lnTo>
                  <a:lnTo>
                    <a:pt x="1830" y="202"/>
                  </a:lnTo>
                  <a:lnTo>
                    <a:pt x="1830" y="189"/>
                  </a:lnTo>
                  <a:lnTo>
                    <a:pt x="1830" y="183"/>
                  </a:lnTo>
                  <a:lnTo>
                    <a:pt x="1830" y="170"/>
                  </a:lnTo>
                  <a:lnTo>
                    <a:pt x="1830" y="164"/>
                  </a:lnTo>
                  <a:lnTo>
                    <a:pt x="1830" y="151"/>
                  </a:lnTo>
                  <a:lnTo>
                    <a:pt x="1830" y="145"/>
                  </a:lnTo>
                  <a:lnTo>
                    <a:pt x="1836" y="139"/>
                  </a:lnTo>
                  <a:lnTo>
                    <a:pt x="1836" y="133"/>
                  </a:lnTo>
                  <a:lnTo>
                    <a:pt x="1836" y="126"/>
                  </a:lnTo>
                  <a:lnTo>
                    <a:pt x="1836" y="120"/>
                  </a:lnTo>
                  <a:lnTo>
                    <a:pt x="1836" y="114"/>
                  </a:lnTo>
                  <a:lnTo>
                    <a:pt x="1842" y="114"/>
                  </a:lnTo>
                  <a:lnTo>
                    <a:pt x="1842" y="120"/>
                  </a:lnTo>
                  <a:lnTo>
                    <a:pt x="1842" y="126"/>
                  </a:lnTo>
                  <a:lnTo>
                    <a:pt x="1849" y="133"/>
                  </a:lnTo>
                  <a:lnTo>
                    <a:pt x="1849" y="139"/>
                  </a:lnTo>
                  <a:lnTo>
                    <a:pt x="1849" y="145"/>
                  </a:lnTo>
                  <a:lnTo>
                    <a:pt x="1849" y="164"/>
                  </a:lnTo>
                  <a:lnTo>
                    <a:pt x="1849" y="170"/>
                  </a:lnTo>
                  <a:lnTo>
                    <a:pt x="1855" y="183"/>
                  </a:lnTo>
                  <a:lnTo>
                    <a:pt x="1855" y="189"/>
                  </a:lnTo>
                  <a:lnTo>
                    <a:pt x="1855" y="202"/>
                  </a:lnTo>
                  <a:lnTo>
                    <a:pt x="1855" y="208"/>
                  </a:lnTo>
                  <a:lnTo>
                    <a:pt x="1855" y="221"/>
                  </a:lnTo>
                  <a:lnTo>
                    <a:pt x="1855" y="227"/>
                  </a:lnTo>
                  <a:lnTo>
                    <a:pt x="1861" y="239"/>
                  </a:lnTo>
                  <a:lnTo>
                    <a:pt x="1861" y="246"/>
                  </a:lnTo>
                  <a:lnTo>
                    <a:pt x="1861" y="258"/>
                  </a:lnTo>
                  <a:lnTo>
                    <a:pt x="1861" y="265"/>
                  </a:lnTo>
                  <a:lnTo>
                    <a:pt x="1861" y="277"/>
                  </a:lnTo>
                  <a:lnTo>
                    <a:pt x="1861" y="283"/>
                  </a:lnTo>
                  <a:lnTo>
                    <a:pt x="1867" y="290"/>
                  </a:lnTo>
                  <a:lnTo>
                    <a:pt x="1867" y="302"/>
                  </a:lnTo>
                  <a:lnTo>
                    <a:pt x="1867" y="309"/>
                  </a:lnTo>
                  <a:lnTo>
                    <a:pt x="1867" y="315"/>
                  </a:lnTo>
                  <a:lnTo>
                    <a:pt x="1867" y="327"/>
                  </a:lnTo>
                  <a:lnTo>
                    <a:pt x="1867" y="334"/>
                  </a:lnTo>
                  <a:lnTo>
                    <a:pt x="1867" y="340"/>
                  </a:lnTo>
                  <a:lnTo>
                    <a:pt x="1874" y="353"/>
                  </a:lnTo>
                  <a:lnTo>
                    <a:pt x="1874" y="359"/>
                  </a:lnTo>
                  <a:lnTo>
                    <a:pt x="1874" y="365"/>
                  </a:lnTo>
                  <a:lnTo>
                    <a:pt x="1874" y="378"/>
                  </a:lnTo>
                  <a:lnTo>
                    <a:pt x="1874" y="384"/>
                  </a:lnTo>
                  <a:lnTo>
                    <a:pt x="1874" y="390"/>
                  </a:lnTo>
                  <a:lnTo>
                    <a:pt x="1880" y="397"/>
                  </a:lnTo>
                  <a:lnTo>
                    <a:pt x="1880" y="409"/>
                  </a:lnTo>
                  <a:lnTo>
                    <a:pt x="1880" y="415"/>
                  </a:lnTo>
                  <a:lnTo>
                    <a:pt x="1880" y="422"/>
                  </a:lnTo>
                  <a:lnTo>
                    <a:pt x="1880" y="434"/>
                  </a:lnTo>
                  <a:lnTo>
                    <a:pt x="1880" y="441"/>
                  </a:lnTo>
                  <a:lnTo>
                    <a:pt x="1886" y="447"/>
                  </a:lnTo>
                  <a:lnTo>
                    <a:pt x="1886" y="453"/>
                  </a:lnTo>
                  <a:lnTo>
                    <a:pt x="1886" y="466"/>
                  </a:lnTo>
                  <a:lnTo>
                    <a:pt x="1886" y="472"/>
                  </a:lnTo>
                  <a:lnTo>
                    <a:pt x="1886" y="478"/>
                  </a:lnTo>
                  <a:lnTo>
                    <a:pt x="1886" y="485"/>
                  </a:lnTo>
                  <a:lnTo>
                    <a:pt x="1893" y="497"/>
                  </a:lnTo>
                  <a:lnTo>
                    <a:pt x="1893" y="504"/>
                  </a:lnTo>
                  <a:lnTo>
                    <a:pt x="1893" y="510"/>
                  </a:lnTo>
                  <a:lnTo>
                    <a:pt x="1893" y="516"/>
                  </a:lnTo>
                  <a:lnTo>
                    <a:pt x="1893" y="522"/>
                  </a:lnTo>
                  <a:lnTo>
                    <a:pt x="1893" y="535"/>
                  </a:lnTo>
                  <a:lnTo>
                    <a:pt x="1899" y="541"/>
                  </a:lnTo>
                  <a:lnTo>
                    <a:pt x="1899" y="548"/>
                  </a:lnTo>
                  <a:lnTo>
                    <a:pt x="1899" y="554"/>
                  </a:lnTo>
                  <a:lnTo>
                    <a:pt x="1899" y="560"/>
                  </a:lnTo>
                  <a:lnTo>
                    <a:pt x="1899" y="566"/>
                  </a:lnTo>
                  <a:lnTo>
                    <a:pt x="1899" y="573"/>
                  </a:lnTo>
                  <a:lnTo>
                    <a:pt x="1899" y="579"/>
                  </a:lnTo>
                  <a:lnTo>
                    <a:pt x="1905" y="585"/>
                  </a:lnTo>
                  <a:lnTo>
                    <a:pt x="1905" y="592"/>
                  </a:lnTo>
                  <a:lnTo>
                    <a:pt x="1905" y="598"/>
                  </a:lnTo>
                  <a:lnTo>
                    <a:pt x="1905" y="604"/>
                  </a:lnTo>
                  <a:lnTo>
                    <a:pt x="1905" y="610"/>
                  </a:lnTo>
                  <a:lnTo>
                    <a:pt x="1905" y="617"/>
                  </a:lnTo>
                  <a:lnTo>
                    <a:pt x="1911" y="623"/>
                  </a:lnTo>
                  <a:lnTo>
                    <a:pt x="1911" y="629"/>
                  </a:lnTo>
                  <a:lnTo>
                    <a:pt x="1911" y="636"/>
                  </a:lnTo>
                  <a:lnTo>
                    <a:pt x="1911" y="642"/>
                  </a:lnTo>
                  <a:lnTo>
                    <a:pt x="1911" y="648"/>
                  </a:lnTo>
                  <a:lnTo>
                    <a:pt x="1911" y="654"/>
                  </a:lnTo>
                  <a:lnTo>
                    <a:pt x="1918" y="661"/>
                  </a:lnTo>
                  <a:lnTo>
                    <a:pt x="1918" y="667"/>
                  </a:lnTo>
                  <a:lnTo>
                    <a:pt x="1918" y="673"/>
                  </a:lnTo>
                  <a:lnTo>
                    <a:pt x="1918" y="680"/>
                  </a:lnTo>
                  <a:lnTo>
                    <a:pt x="1918" y="686"/>
                  </a:lnTo>
                  <a:lnTo>
                    <a:pt x="1924" y="692"/>
                  </a:lnTo>
                  <a:lnTo>
                    <a:pt x="1924" y="698"/>
                  </a:lnTo>
                  <a:lnTo>
                    <a:pt x="1924" y="705"/>
                  </a:lnTo>
                  <a:lnTo>
                    <a:pt x="1924" y="711"/>
                  </a:lnTo>
                  <a:lnTo>
                    <a:pt x="1924" y="717"/>
                  </a:lnTo>
                  <a:lnTo>
                    <a:pt x="1924" y="724"/>
                  </a:lnTo>
                  <a:lnTo>
                    <a:pt x="1930" y="730"/>
                  </a:lnTo>
                  <a:lnTo>
                    <a:pt x="1930" y="736"/>
                  </a:lnTo>
                  <a:lnTo>
                    <a:pt x="1930" y="742"/>
                  </a:lnTo>
                  <a:lnTo>
                    <a:pt x="1930" y="749"/>
                  </a:lnTo>
                  <a:lnTo>
                    <a:pt x="1930" y="755"/>
                  </a:lnTo>
                  <a:lnTo>
                    <a:pt x="1937" y="761"/>
                  </a:lnTo>
                  <a:lnTo>
                    <a:pt x="1937" y="768"/>
                  </a:lnTo>
                  <a:lnTo>
                    <a:pt x="1937" y="774"/>
                  </a:lnTo>
                  <a:lnTo>
                    <a:pt x="1937" y="780"/>
                  </a:lnTo>
                  <a:lnTo>
                    <a:pt x="1943" y="786"/>
                  </a:lnTo>
                  <a:lnTo>
                    <a:pt x="1943" y="793"/>
                  </a:lnTo>
                  <a:lnTo>
                    <a:pt x="1943" y="799"/>
                  </a:lnTo>
                  <a:lnTo>
                    <a:pt x="1949" y="805"/>
                  </a:lnTo>
                  <a:lnTo>
                    <a:pt x="1949" y="812"/>
                  </a:lnTo>
                  <a:lnTo>
                    <a:pt x="1949" y="818"/>
                  </a:lnTo>
                  <a:lnTo>
                    <a:pt x="1955" y="824"/>
                  </a:lnTo>
                  <a:lnTo>
                    <a:pt x="1962" y="824"/>
                  </a:lnTo>
                  <a:lnTo>
                    <a:pt x="1962" y="818"/>
                  </a:lnTo>
                  <a:lnTo>
                    <a:pt x="1968" y="818"/>
                  </a:lnTo>
                  <a:lnTo>
                    <a:pt x="1968" y="812"/>
                  </a:lnTo>
                  <a:lnTo>
                    <a:pt x="1968" y="805"/>
                  </a:lnTo>
                  <a:lnTo>
                    <a:pt x="1968" y="799"/>
                  </a:lnTo>
                  <a:lnTo>
                    <a:pt x="1974" y="799"/>
                  </a:lnTo>
                  <a:lnTo>
                    <a:pt x="1974" y="793"/>
                  </a:lnTo>
                  <a:lnTo>
                    <a:pt x="1974" y="786"/>
                  </a:lnTo>
                  <a:lnTo>
                    <a:pt x="1974" y="780"/>
                  </a:lnTo>
                  <a:lnTo>
                    <a:pt x="1981" y="774"/>
                  </a:lnTo>
                  <a:lnTo>
                    <a:pt x="1981" y="768"/>
                  </a:lnTo>
                  <a:lnTo>
                    <a:pt x="1981" y="761"/>
                  </a:lnTo>
                  <a:lnTo>
                    <a:pt x="1981" y="755"/>
                  </a:lnTo>
                  <a:lnTo>
                    <a:pt x="1987" y="749"/>
                  </a:lnTo>
                  <a:lnTo>
                    <a:pt x="1987" y="742"/>
                  </a:lnTo>
                  <a:lnTo>
                    <a:pt x="1987" y="736"/>
                  </a:lnTo>
                  <a:lnTo>
                    <a:pt x="1987" y="730"/>
                  </a:lnTo>
                  <a:lnTo>
                    <a:pt x="1987" y="724"/>
                  </a:lnTo>
                  <a:lnTo>
                    <a:pt x="1993" y="717"/>
                  </a:lnTo>
                  <a:lnTo>
                    <a:pt x="1993" y="711"/>
                  </a:lnTo>
                  <a:lnTo>
                    <a:pt x="1993" y="705"/>
                  </a:lnTo>
                  <a:lnTo>
                    <a:pt x="1993" y="698"/>
                  </a:lnTo>
                  <a:lnTo>
                    <a:pt x="1993" y="692"/>
                  </a:lnTo>
                  <a:lnTo>
                    <a:pt x="1999" y="686"/>
                  </a:lnTo>
                  <a:lnTo>
                    <a:pt x="1999" y="680"/>
                  </a:lnTo>
                  <a:lnTo>
                    <a:pt x="1999" y="673"/>
                  </a:lnTo>
                  <a:lnTo>
                    <a:pt x="1999" y="667"/>
                  </a:lnTo>
                  <a:lnTo>
                    <a:pt x="1999" y="661"/>
                  </a:lnTo>
                  <a:lnTo>
                    <a:pt x="1999" y="654"/>
                  </a:lnTo>
                  <a:lnTo>
                    <a:pt x="2006" y="648"/>
                  </a:lnTo>
                  <a:lnTo>
                    <a:pt x="2006" y="642"/>
                  </a:lnTo>
                  <a:lnTo>
                    <a:pt x="2006" y="636"/>
                  </a:lnTo>
                  <a:lnTo>
                    <a:pt x="2006" y="629"/>
                  </a:lnTo>
                  <a:lnTo>
                    <a:pt x="2006" y="623"/>
                  </a:lnTo>
                  <a:lnTo>
                    <a:pt x="2012" y="610"/>
                  </a:lnTo>
                  <a:lnTo>
                    <a:pt x="2012" y="604"/>
                  </a:lnTo>
                  <a:lnTo>
                    <a:pt x="2012" y="598"/>
                  </a:lnTo>
                  <a:lnTo>
                    <a:pt x="2012" y="592"/>
                  </a:lnTo>
                  <a:lnTo>
                    <a:pt x="2012" y="585"/>
                  </a:lnTo>
                  <a:lnTo>
                    <a:pt x="2012" y="579"/>
                  </a:lnTo>
                  <a:lnTo>
                    <a:pt x="2018" y="573"/>
                  </a:lnTo>
                  <a:lnTo>
                    <a:pt x="2018" y="566"/>
                  </a:lnTo>
                  <a:lnTo>
                    <a:pt x="2018" y="560"/>
                  </a:lnTo>
                  <a:lnTo>
                    <a:pt x="2018" y="554"/>
                  </a:lnTo>
                  <a:lnTo>
                    <a:pt x="2018" y="548"/>
                  </a:lnTo>
                  <a:lnTo>
                    <a:pt x="2018" y="541"/>
                  </a:lnTo>
                  <a:lnTo>
                    <a:pt x="2025" y="535"/>
                  </a:lnTo>
                  <a:lnTo>
                    <a:pt x="2025" y="522"/>
                  </a:lnTo>
                  <a:lnTo>
                    <a:pt x="2025" y="516"/>
                  </a:lnTo>
                  <a:lnTo>
                    <a:pt x="2025" y="510"/>
                  </a:lnTo>
                  <a:lnTo>
                    <a:pt x="2025" y="504"/>
                  </a:lnTo>
                  <a:lnTo>
                    <a:pt x="2025" y="497"/>
                  </a:lnTo>
                  <a:lnTo>
                    <a:pt x="2025" y="485"/>
                  </a:lnTo>
                  <a:lnTo>
                    <a:pt x="2031" y="478"/>
                  </a:lnTo>
                  <a:lnTo>
                    <a:pt x="2031" y="472"/>
                  </a:lnTo>
                  <a:lnTo>
                    <a:pt x="2031" y="466"/>
                  </a:lnTo>
                  <a:lnTo>
                    <a:pt x="2031" y="453"/>
                  </a:lnTo>
                  <a:lnTo>
                    <a:pt x="2031" y="447"/>
                  </a:lnTo>
                  <a:lnTo>
                    <a:pt x="2031" y="441"/>
                  </a:lnTo>
                  <a:lnTo>
                    <a:pt x="2037" y="434"/>
                  </a:lnTo>
                  <a:lnTo>
                    <a:pt x="2037" y="422"/>
                  </a:lnTo>
                  <a:lnTo>
                    <a:pt x="2037" y="415"/>
                  </a:lnTo>
                  <a:lnTo>
                    <a:pt x="2037" y="409"/>
                  </a:lnTo>
                  <a:lnTo>
                    <a:pt x="2037" y="397"/>
                  </a:lnTo>
                  <a:lnTo>
                    <a:pt x="2037" y="390"/>
                  </a:lnTo>
                  <a:lnTo>
                    <a:pt x="2043" y="384"/>
                  </a:lnTo>
                  <a:lnTo>
                    <a:pt x="2043" y="378"/>
                  </a:lnTo>
                  <a:lnTo>
                    <a:pt x="2043" y="365"/>
                  </a:lnTo>
                  <a:lnTo>
                    <a:pt x="2043" y="359"/>
                  </a:lnTo>
                  <a:lnTo>
                    <a:pt x="2043" y="353"/>
                  </a:lnTo>
                  <a:lnTo>
                    <a:pt x="2043" y="340"/>
                  </a:lnTo>
                  <a:lnTo>
                    <a:pt x="2050" y="334"/>
                  </a:lnTo>
                  <a:lnTo>
                    <a:pt x="2050" y="327"/>
                  </a:lnTo>
                  <a:lnTo>
                    <a:pt x="2050" y="315"/>
                  </a:lnTo>
                  <a:lnTo>
                    <a:pt x="2050" y="309"/>
                  </a:lnTo>
                  <a:lnTo>
                    <a:pt x="2050" y="302"/>
                  </a:lnTo>
                  <a:lnTo>
                    <a:pt x="2050" y="290"/>
                  </a:lnTo>
                  <a:lnTo>
                    <a:pt x="2050" y="283"/>
                  </a:lnTo>
                  <a:lnTo>
                    <a:pt x="2056" y="271"/>
                  </a:lnTo>
                  <a:lnTo>
                    <a:pt x="2056" y="265"/>
                  </a:lnTo>
                  <a:lnTo>
                    <a:pt x="2056" y="258"/>
                  </a:lnTo>
                  <a:lnTo>
                    <a:pt x="2056" y="246"/>
                  </a:lnTo>
                  <a:lnTo>
                    <a:pt x="2056" y="239"/>
                  </a:lnTo>
                  <a:lnTo>
                    <a:pt x="2056" y="227"/>
                  </a:lnTo>
                  <a:lnTo>
                    <a:pt x="2062" y="221"/>
                  </a:lnTo>
                  <a:lnTo>
                    <a:pt x="2062" y="208"/>
                  </a:lnTo>
                  <a:lnTo>
                    <a:pt x="2062" y="202"/>
                  </a:lnTo>
                  <a:lnTo>
                    <a:pt x="2062" y="189"/>
                  </a:lnTo>
                  <a:lnTo>
                    <a:pt x="2062" y="183"/>
                  </a:lnTo>
                  <a:lnTo>
                    <a:pt x="2062" y="170"/>
                  </a:lnTo>
                  <a:lnTo>
                    <a:pt x="2069" y="164"/>
                  </a:lnTo>
                  <a:lnTo>
                    <a:pt x="2069" y="151"/>
                  </a:lnTo>
                  <a:lnTo>
                    <a:pt x="2069" y="145"/>
                  </a:lnTo>
                  <a:lnTo>
                    <a:pt x="2069" y="139"/>
                  </a:lnTo>
                  <a:lnTo>
                    <a:pt x="2069" y="133"/>
                  </a:lnTo>
                  <a:lnTo>
                    <a:pt x="2069" y="126"/>
                  </a:lnTo>
                  <a:lnTo>
                    <a:pt x="2075" y="120"/>
                  </a:lnTo>
                  <a:lnTo>
                    <a:pt x="2075" y="114"/>
                  </a:lnTo>
                  <a:lnTo>
                    <a:pt x="2081" y="120"/>
                  </a:lnTo>
                  <a:lnTo>
                    <a:pt x="2081" y="126"/>
                  </a:lnTo>
                  <a:lnTo>
                    <a:pt x="2081" y="133"/>
                  </a:lnTo>
                  <a:lnTo>
                    <a:pt x="2081" y="139"/>
                  </a:lnTo>
                  <a:lnTo>
                    <a:pt x="2081" y="145"/>
                  </a:lnTo>
                  <a:lnTo>
                    <a:pt x="2087" y="151"/>
                  </a:lnTo>
                  <a:lnTo>
                    <a:pt x="2087" y="164"/>
                  </a:lnTo>
                  <a:lnTo>
                    <a:pt x="2087" y="170"/>
                  </a:lnTo>
                  <a:lnTo>
                    <a:pt x="2087" y="183"/>
                  </a:lnTo>
                  <a:lnTo>
                    <a:pt x="2087" y="189"/>
                  </a:lnTo>
                  <a:lnTo>
                    <a:pt x="2087" y="202"/>
                  </a:lnTo>
                  <a:lnTo>
                    <a:pt x="2094" y="208"/>
                  </a:lnTo>
                  <a:lnTo>
                    <a:pt x="2094" y="221"/>
                  </a:lnTo>
                  <a:lnTo>
                    <a:pt x="2094" y="227"/>
                  </a:lnTo>
                  <a:lnTo>
                    <a:pt x="2094" y="239"/>
                  </a:lnTo>
                  <a:lnTo>
                    <a:pt x="2094" y="246"/>
                  </a:lnTo>
                  <a:lnTo>
                    <a:pt x="2094" y="258"/>
                  </a:lnTo>
                  <a:lnTo>
                    <a:pt x="2094" y="265"/>
                  </a:lnTo>
                  <a:lnTo>
                    <a:pt x="2100" y="271"/>
                  </a:lnTo>
                  <a:lnTo>
                    <a:pt x="2100" y="283"/>
                  </a:lnTo>
                  <a:lnTo>
                    <a:pt x="2100" y="290"/>
                  </a:lnTo>
                  <a:lnTo>
                    <a:pt x="2100" y="302"/>
                  </a:lnTo>
                  <a:lnTo>
                    <a:pt x="2100" y="309"/>
                  </a:lnTo>
                  <a:lnTo>
                    <a:pt x="2100" y="315"/>
                  </a:lnTo>
                  <a:lnTo>
                    <a:pt x="2106" y="327"/>
                  </a:lnTo>
                  <a:lnTo>
                    <a:pt x="2106" y="334"/>
                  </a:lnTo>
                  <a:lnTo>
                    <a:pt x="2106" y="340"/>
                  </a:lnTo>
                  <a:lnTo>
                    <a:pt x="2106" y="353"/>
                  </a:lnTo>
                  <a:lnTo>
                    <a:pt x="2106" y="359"/>
                  </a:lnTo>
                  <a:lnTo>
                    <a:pt x="2106" y="365"/>
                  </a:lnTo>
                  <a:lnTo>
                    <a:pt x="2113" y="378"/>
                  </a:lnTo>
                  <a:lnTo>
                    <a:pt x="2113" y="384"/>
                  </a:lnTo>
                  <a:lnTo>
                    <a:pt x="2113" y="390"/>
                  </a:lnTo>
                  <a:lnTo>
                    <a:pt x="2113" y="397"/>
                  </a:lnTo>
                  <a:lnTo>
                    <a:pt x="2113" y="409"/>
                  </a:lnTo>
                  <a:lnTo>
                    <a:pt x="2113" y="415"/>
                  </a:lnTo>
                  <a:lnTo>
                    <a:pt x="2119" y="422"/>
                  </a:lnTo>
                  <a:lnTo>
                    <a:pt x="2119" y="434"/>
                  </a:lnTo>
                  <a:lnTo>
                    <a:pt x="2119" y="441"/>
                  </a:lnTo>
                  <a:lnTo>
                    <a:pt x="2119" y="447"/>
                  </a:lnTo>
                  <a:lnTo>
                    <a:pt x="2119" y="453"/>
                  </a:lnTo>
                  <a:lnTo>
                    <a:pt x="2119" y="466"/>
                  </a:lnTo>
                  <a:lnTo>
                    <a:pt x="2119" y="472"/>
                  </a:lnTo>
                  <a:lnTo>
                    <a:pt x="2125" y="478"/>
                  </a:lnTo>
                  <a:lnTo>
                    <a:pt x="2125" y="485"/>
                  </a:lnTo>
                  <a:lnTo>
                    <a:pt x="2125" y="497"/>
                  </a:lnTo>
                  <a:lnTo>
                    <a:pt x="2125" y="504"/>
                  </a:lnTo>
                  <a:lnTo>
                    <a:pt x="2125" y="510"/>
                  </a:lnTo>
                  <a:lnTo>
                    <a:pt x="2125" y="516"/>
                  </a:lnTo>
                  <a:lnTo>
                    <a:pt x="2131" y="522"/>
                  </a:lnTo>
                  <a:lnTo>
                    <a:pt x="2131" y="535"/>
                  </a:lnTo>
                  <a:lnTo>
                    <a:pt x="2131" y="541"/>
                  </a:lnTo>
                  <a:lnTo>
                    <a:pt x="2131" y="548"/>
                  </a:lnTo>
                  <a:lnTo>
                    <a:pt x="2131" y="554"/>
                  </a:lnTo>
                  <a:lnTo>
                    <a:pt x="2131" y="560"/>
                  </a:lnTo>
                  <a:lnTo>
                    <a:pt x="2138" y="566"/>
                  </a:lnTo>
                  <a:lnTo>
                    <a:pt x="2138" y="573"/>
                  </a:lnTo>
                  <a:lnTo>
                    <a:pt x="2138" y="579"/>
                  </a:lnTo>
                  <a:lnTo>
                    <a:pt x="2138" y="585"/>
                  </a:lnTo>
                  <a:lnTo>
                    <a:pt x="2138" y="592"/>
                  </a:lnTo>
                  <a:lnTo>
                    <a:pt x="2138" y="598"/>
                  </a:lnTo>
                  <a:lnTo>
                    <a:pt x="2144" y="604"/>
                  </a:lnTo>
                  <a:lnTo>
                    <a:pt x="2144" y="610"/>
                  </a:lnTo>
                  <a:lnTo>
                    <a:pt x="2144" y="617"/>
                  </a:lnTo>
                  <a:lnTo>
                    <a:pt x="2144" y="623"/>
                  </a:lnTo>
                  <a:lnTo>
                    <a:pt x="2144" y="629"/>
                  </a:lnTo>
                  <a:lnTo>
                    <a:pt x="2144" y="636"/>
                  </a:lnTo>
                  <a:lnTo>
                    <a:pt x="2144" y="642"/>
                  </a:lnTo>
                  <a:lnTo>
                    <a:pt x="2150" y="648"/>
                  </a:lnTo>
                  <a:lnTo>
                    <a:pt x="2150" y="654"/>
                  </a:lnTo>
                  <a:lnTo>
                    <a:pt x="2150" y="661"/>
                  </a:lnTo>
                  <a:lnTo>
                    <a:pt x="2150" y="667"/>
                  </a:lnTo>
                  <a:lnTo>
                    <a:pt x="2150" y="680"/>
                  </a:lnTo>
                  <a:lnTo>
                    <a:pt x="2157" y="680"/>
                  </a:lnTo>
                  <a:lnTo>
                    <a:pt x="2157" y="686"/>
                  </a:lnTo>
                  <a:lnTo>
                    <a:pt x="2157" y="692"/>
                  </a:lnTo>
                  <a:lnTo>
                    <a:pt x="2157" y="698"/>
                  </a:lnTo>
                  <a:lnTo>
                    <a:pt x="2157" y="705"/>
                  </a:lnTo>
                  <a:lnTo>
                    <a:pt x="2157" y="711"/>
                  </a:lnTo>
                  <a:lnTo>
                    <a:pt x="2163" y="717"/>
                  </a:lnTo>
                  <a:lnTo>
                    <a:pt x="2163" y="724"/>
                  </a:lnTo>
                  <a:lnTo>
                    <a:pt x="2163" y="730"/>
                  </a:lnTo>
                  <a:lnTo>
                    <a:pt x="2163" y="736"/>
                  </a:lnTo>
                  <a:lnTo>
                    <a:pt x="2163" y="742"/>
                  </a:lnTo>
                  <a:lnTo>
                    <a:pt x="2169" y="742"/>
                  </a:lnTo>
                  <a:lnTo>
                    <a:pt x="2169" y="749"/>
                  </a:lnTo>
                  <a:lnTo>
                    <a:pt x="2169" y="755"/>
                  </a:lnTo>
                  <a:lnTo>
                    <a:pt x="2169" y="761"/>
                  </a:lnTo>
                  <a:lnTo>
                    <a:pt x="2169" y="768"/>
                  </a:lnTo>
                  <a:lnTo>
                    <a:pt x="2175" y="774"/>
                  </a:lnTo>
                  <a:lnTo>
                    <a:pt x="2175" y="780"/>
                  </a:lnTo>
                  <a:lnTo>
                    <a:pt x="2175" y="786"/>
                  </a:lnTo>
                  <a:lnTo>
                    <a:pt x="2175" y="793"/>
                  </a:lnTo>
                  <a:lnTo>
                    <a:pt x="2182" y="799"/>
                  </a:lnTo>
                  <a:lnTo>
                    <a:pt x="2182" y="805"/>
                  </a:lnTo>
                  <a:lnTo>
                    <a:pt x="2182" y="812"/>
                  </a:lnTo>
                  <a:lnTo>
                    <a:pt x="2188" y="818"/>
                  </a:lnTo>
                  <a:lnTo>
                    <a:pt x="2188" y="824"/>
                  </a:lnTo>
                  <a:lnTo>
                    <a:pt x="2194" y="824"/>
                  </a:lnTo>
                  <a:lnTo>
                    <a:pt x="2201" y="824"/>
                  </a:lnTo>
                  <a:lnTo>
                    <a:pt x="2201" y="818"/>
                  </a:lnTo>
                  <a:lnTo>
                    <a:pt x="2201" y="812"/>
                  </a:lnTo>
                  <a:lnTo>
                    <a:pt x="2207" y="805"/>
                  </a:lnTo>
                  <a:lnTo>
                    <a:pt x="2207" y="799"/>
                  </a:lnTo>
                  <a:lnTo>
                    <a:pt x="2207" y="793"/>
                  </a:lnTo>
                  <a:lnTo>
                    <a:pt x="2213" y="786"/>
                  </a:lnTo>
                  <a:lnTo>
                    <a:pt x="2213" y="780"/>
                  </a:lnTo>
                  <a:lnTo>
                    <a:pt x="2213" y="774"/>
                  </a:lnTo>
                  <a:lnTo>
                    <a:pt x="2213" y="768"/>
                  </a:lnTo>
                  <a:lnTo>
                    <a:pt x="2219" y="761"/>
                  </a:lnTo>
                  <a:lnTo>
                    <a:pt x="2219" y="755"/>
                  </a:lnTo>
                  <a:lnTo>
                    <a:pt x="2219" y="749"/>
                  </a:lnTo>
                  <a:lnTo>
                    <a:pt x="2219" y="742"/>
                  </a:lnTo>
                  <a:lnTo>
                    <a:pt x="2219" y="736"/>
                  </a:lnTo>
                  <a:lnTo>
                    <a:pt x="2226" y="730"/>
                  </a:lnTo>
                  <a:lnTo>
                    <a:pt x="2226" y="724"/>
                  </a:lnTo>
                  <a:lnTo>
                    <a:pt x="2226" y="717"/>
                  </a:lnTo>
                  <a:lnTo>
                    <a:pt x="2226" y="711"/>
                  </a:lnTo>
                  <a:lnTo>
                    <a:pt x="2226" y="705"/>
                  </a:lnTo>
                  <a:lnTo>
                    <a:pt x="2232" y="698"/>
                  </a:lnTo>
                  <a:lnTo>
                    <a:pt x="2232" y="692"/>
                  </a:lnTo>
                  <a:lnTo>
                    <a:pt x="2232" y="686"/>
                  </a:lnTo>
                  <a:lnTo>
                    <a:pt x="2232" y="680"/>
                  </a:lnTo>
                  <a:lnTo>
                    <a:pt x="2232" y="673"/>
                  </a:lnTo>
                  <a:lnTo>
                    <a:pt x="2238" y="667"/>
                  </a:lnTo>
                  <a:lnTo>
                    <a:pt x="2238" y="661"/>
                  </a:lnTo>
                  <a:lnTo>
                    <a:pt x="2238" y="654"/>
                  </a:lnTo>
                  <a:lnTo>
                    <a:pt x="2238" y="648"/>
                  </a:lnTo>
                  <a:lnTo>
                    <a:pt x="2238" y="642"/>
                  </a:lnTo>
                  <a:lnTo>
                    <a:pt x="2238" y="636"/>
                  </a:lnTo>
                  <a:lnTo>
                    <a:pt x="2245" y="629"/>
                  </a:lnTo>
                  <a:lnTo>
                    <a:pt x="2245" y="623"/>
                  </a:lnTo>
                  <a:lnTo>
                    <a:pt x="2245" y="617"/>
                  </a:lnTo>
                  <a:lnTo>
                    <a:pt x="2245" y="610"/>
                  </a:lnTo>
                  <a:lnTo>
                    <a:pt x="2245" y="604"/>
                  </a:lnTo>
                  <a:lnTo>
                    <a:pt x="2245" y="598"/>
                  </a:lnTo>
                  <a:lnTo>
                    <a:pt x="2245" y="592"/>
                  </a:lnTo>
                  <a:lnTo>
                    <a:pt x="2251" y="585"/>
                  </a:lnTo>
                  <a:lnTo>
                    <a:pt x="2251" y="579"/>
                  </a:lnTo>
                  <a:lnTo>
                    <a:pt x="2251" y="573"/>
                  </a:lnTo>
                  <a:lnTo>
                    <a:pt x="2251" y="566"/>
                  </a:lnTo>
                  <a:lnTo>
                    <a:pt x="2251" y="560"/>
                  </a:lnTo>
                  <a:lnTo>
                    <a:pt x="2251" y="554"/>
                  </a:lnTo>
                  <a:lnTo>
                    <a:pt x="2257" y="548"/>
                  </a:lnTo>
                  <a:lnTo>
                    <a:pt x="2257" y="541"/>
                  </a:lnTo>
                  <a:lnTo>
                    <a:pt x="2257" y="535"/>
                  </a:lnTo>
                  <a:lnTo>
                    <a:pt x="2257" y="522"/>
                  </a:lnTo>
                  <a:lnTo>
                    <a:pt x="2257" y="516"/>
                  </a:lnTo>
                  <a:lnTo>
                    <a:pt x="2257" y="510"/>
                  </a:lnTo>
                  <a:lnTo>
                    <a:pt x="2263" y="504"/>
                  </a:lnTo>
                  <a:lnTo>
                    <a:pt x="2263" y="497"/>
                  </a:lnTo>
                  <a:lnTo>
                    <a:pt x="2263" y="485"/>
                  </a:lnTo>
                  <a:lnTo>
                    <a:pt x="2263" y="478"/>
                  </a:lnTo>
                  <a:lnTo>
                    <a:pt x="2263" y="472"/>
                  </a:lnTo>
                  <a:lnTo>
                    <a:pt x="2263" y="466"/>
                  </a:lnTo>
                  <a:lnTo>
                    <a:pt x="2270" y="453"/>
                  </a:lnTo>
                  <a:lnTo>
                    <a:pt x="2270" y="447"/>
                  </a:lnTo>
                  <a:lnTo>
                    <a:pt x="2270" y="441"/>
                  </a:lnTo>
                  <a:lnTo>
                    <a:pt x="2270" y="434"/>
                  </a:lnTo>
                  <a:lnTo>
                    <a:pt x="2270" y="422"/>
                  </a:lnTo>
                  <a:lnTo>
                    <a:pt x="2270" y="415"/>
                  </a:lnTo>
                  <a:lnTo>
                    <a:pt x="2270" y="409"/>
                  </a:lnTo>
                  <a:lnTo>
                    <a:pt x="2276" y="397"/>
                  </a:lnTo>
                  <a:lnTo>
                    <a:pt x="2276" y="390"/>
                  </a:lnTo>
                  <a:lnTo>
                    <a:pt x="2276" y="384"/>
                  </a:lnTo>
                  <a:lnTo>
                    <a:pt x="2276" y="378"/>
                  </a:lnTo>
                  <a:lnTo>
                    <a:pt x="2276" y="365"/>
                  </a:lnTo>
                  <a:lnTo>
                    <a:pt x="2276" y="359"/>
                  </a:lnTo>
                  <a:lnTo>
                    <a:pt x="2282" y="353"/>
                  </a:lnTo>
                  <a:lnTo>
                    <a:pt x="2282" y="340"/>
                  </a:lnTo>
                  <a:lnTo>
                    <a:pt x="2282" y="334"/>
                  </a:lnTo>
                  <a:lnTo>
                    <a:pt x="2282" y="327"/>
                  </a:lnTo>
                  <a:lnTo>
                    <a:pt x="2282" y="315"/>
                  </a:lnTo>
                  <a:lnTo>
                    <a:pt x="2282" y="309"/>
                  </a:lnTo>
                  <a:lnTo>
                    <a:pt x="2289" y="302"/>
                  </a:lnTo>
                  <a:lnTo>
                    <a:pt x="2289" y="290"/>
                  </a:lnTo>
                  <a:lnTo>
                    <a:pt x="2289" y="283"/>
                  </a:lnTo>
                  <a:lnTo>
                    <a:pt x="2289" y="277"/>
                  </a:lnTo>
                  <a:lnTo>
                    <a:pt x="2289" y="265"/>
                  </a:lnTo>
                  <a:lnTo>
                    <a:pt x="2289" y="258"/>
                  </a:lnTo>
                  <a:lnTo>
                    <a:pt x="2295" y="246"/>
                  </a:lnTo>
                  <a:lnTo>
                    <a:pt x="2295" y="239"/>
                  </a:lnTo>
                  <a:lnTo>
                    <a:pt x="2295" y="227"/>
                  </a:lnTo>
                  <a:lnTo>
                    <a:pt x="2295" y="221"/>
                  </a:lnTo>
                  <a:lnTo>
                    <a:pt x="2295" y="208"/>
                  </a:lnTo>
                  <a:lnTo>
                    <a:pt x="2295" y="202"/>
                  </a:lnTo>
                  <a:lnTo>
                    <a:pt x="2301" y="189"/>
                  </a:lnTo>
                  <a:lnTo>
                    <a:pt x="2301" y="183"/>
                  </a:lnTo>
                  <a:lnTo>
                    <a:pt x="2301" y="170"/>
                  </a:lnTo>
                  <a:lnTo>
                    <a:pt x="2301" y="164"/>
                  </a:lnTo>
                  <a:lnTo>
                    <a:pt x="2301" y="151"/>
                  </a:lnTo>
                  <a:lnTo>
                    <a:pt x="2301" y="145"/>
                  </a:lnTo>
                  <a:lnTo>
                    <a:pt x="2301" y="139"/>
                  </a:lnTo>
                  <a:lnTo>
                    <a:pt x="2307" y="133"/>
                  </a:lnTo>
                  <a:lnTo>
                    <a:pt x="2307" y="120"/>
                  </a:lnTo>
                  <a:lnTo>
                    <a:pt x="2307" y="114"/>
                  </a:lnTo>
                  <a:lnTo>
                    <a:pt x="2314" y="114"/>
                  </a:lnTo>
                  <a:lnTo>
                    <a:pt x="2314" y="120"/>
                  </a:lnTo>
                  <a:lnTo>
                    <a:pt x="2314" y="126"/>
                  </a:lnTo>
                  <a:lnTo>
                    <a:pt x="2320" y="133"/>
                  </a:lnTo>
                  <a:lnTo>
                    <a:pt x="2320" y="139"/>
                  </a:lnTo>
                  <a:lnTo>
                    <a:pt x="2320" y="145"/>
                  </a:lnTo>
                  <a:lnTo>
                    <a:pt x="2320" y="151"/>
                  </a:lnTo>
                  <a:lnTo>
                    <a:pt x="2320" y="164"/>
                  </a:lnTo>
                  <a:lnTo>
                    <a:pt x="2320" y="170"/>
                  </a:lnTo>
                  <a:lnTo>
                    <a:pt x="2320" y="183"/>
                  </a:lnTo>
                  <a:lnTo>
                    <a:pt x="2326" y="189"/>
                  </a:lnTo>
                  <a:lnTo>
                    <a:pt x="2326" y="202"/>
                  </a:lnTo>
                  <a:lnTo>
                    <a:pt x="2326" y="208"/>
                  </a:lnTo>
                  <a:lnTo>
                    <a:pt x="2326" y="221"/>
                  </a:lnTo>
                  <a:lnTo>
                    <a:pt x="2326" y="227"/>
                  </a:lnTo>
                  <a:lnTo>
                    <a:pt x="2326" y="239"/>
                  </a:lnTo>
                  <a:lnTo>
                    <a:pt x="2333" y="246"/>
                  </a:lnTo>
                  <a:lnTo>
                    <a:pt x="2333" y="258"/>
                  </a:lnTo>
                  <a:lnTo>
                    <a:pt x="2333" y="265"/>
                  </a:lnTo>
                  <a:lnTo>
                    <a:pt x="2333" y="277"/>
                  </a:lnTo>
                  <a:lnTo>
                    <a:pt x="2333" y="283"/>
                  </a:lnTo>
                  <a:lnTo>
                    <a:pt x="2333" y="290"/>
                  </a:lnTo>
                  <a:lnTo>
                    <a:pt x="2339" y="302"/>
                  </a:lnTo>
                  <a:lnTo>
                    <a:pt x="2339" y="309"/>
                  </a:lnTo>
                  <a:lnTo>
                    <a:pt x="2339" y="315"/>
                  </a:lnTo>
                  <a:lnTo>
                    <a:pt x="2339" y="327"/>
                  </a:lnTo>
                  <a:lnTo>
                    <a:pt x="2339" y="334"/>
                  </a:lnTo>
                  <a:lnTo>
                    <a:pt x="2339" y="340"/>
                  </a:lnTo>
                  <a:lnTo>
                    <a:pt x="2345" y="353"/>
                  </a:lnTo>
                  <a:lnTo>
                    <a:pt x="2345" y="359"/>
                  </a:lnTo>
                  <a:lnTo>
                    <a:pt x="2345" y="365"/>
                  </a:lnTo>
                  <a:lnTo>
                    <a:pt x="2345" y="378"/>
                  </a:lnTo>
                  <a:lnTo>
                    <a:pt x="2345" y="384"/>
                  </a:lnTo>
                  <a:lnTo>
                    <a:pt x="2345" y="390"/>
                  </a:lnTo>
                  <a:lnTo>
                    <a:pt x="2345" y="397"/>
                  </a:lnTo>
                  <a:lnTo>
                    <a:pt x="2351" y="409"/>
                  </a:lnTo>
                  <a:lnTo>
                    <a:pt x="2351" y="415"/>
                  </a:lnTo>
                  <a:lnTo>
                    <a:pt x="2351" y="422"/>
                  </a:lnTo>
                  <a:lnTo>
                    <a:pt x="2351" y="434"/>
                  </a:lnTo>
                  <a:lnTo>
                    <a:pt x="2351" y="441"/>
                  </a:lnTo>
                  <a:lnTo>
                    <a:pt x="2351" y="447"/>
                  </a:lnTo>
                  <a:lnTo>
                    <a:pt x="2358" y="453"/>
                  </a:lnTo>
                  <a:lnTo>
                    <a:pt x="2358" y="466"/>
                  </a:lnTo>
                  <a:lnTo>
                    <a:pt x="2358" y="472"/>
                  </a:lnTo>
                  <a:lnTo>
                    <a:pt x="2358" y="478"/>
                  </a:lnTo>
                  <a:lnTo>
                    <a:pt x="2358" y="485"/>
                  </a:lnTo>
                  <a:lnTo>
                    <a:pt x="2358" y="497"/>
                  </a:lnTo>
                  <a:lnTo>
                    <a:pt x="2364" y="504"/>
                  </a:lnTo>
                  <a:lnTo>
                    <a:pt x="2364" y="510"/>
                  </a:lnTo>
                  <a:lnTo>
                    <a:pt x="2364" y="516"/>
                  </a:lnTo>
                  <a:lnTo>
                    <a:pt x="2364" y="522"/>
                  </a:lnTo>
                  <a:lnTo>
                    <a:pt x="2364" y="535"/>
                  </a:lnTo>
                  <a:lnTo>
                    <a:pt x="2364" y="541"/>
                  </a:lnTo>
                  <a:lnTo>
                    <a:pt x="2370" y="554"/>
                  </a:lnTo>
                  <a:lnTo>
                    <a:pt x="2370" y="560"/>
                  </a:lnTo>
                  <a:lnTo>
                    <a:pt x="2370" y="566"/>
                  </a:lnTo>
                  <a:lnTo>
                    <a:pt x="2370" y="573"/>
                  </a:lnTo>
                  <a:lnTo>
                    <a:pt x="2370" y="579"/>
                  </a:lnTo>
                  <a:lnTo>
                    <a:pt x="2370" y="585"/>
                  </a:lnTo>
                  <a:lnTo>
                    <a:pt x="2377" y="592"/>
                  </a:lnTo>
                  <a:lnTo>
                    <a:pt x="2377" y="598"/>
                  </a:lnTo>
                  <a:lnTo>
                    <a:pt x="2377" y="604"/>
                  </a:lnTo>
                  <a:lnTo>
                    <a:pt x="2377" y="610"/>
                  </a:lnTo>
                  <a:lnTo>
                    <a:pt x="2377" y="617"/>
                  </a:lnTo>
                  <a:lnTo>
                    <a:pt x="2377" y="623"/>
                  </a:lnTo>
                  <a:lnTo>
                    <a:pt x="2383" y="629"/>
                  </a:lnTo>
                  <a:lnTo>
                    <a:pt x="2383" y="636"/>
                  </a:lnTo>
                  <a:lnTo>
                    <a:pt x="2383" y="642"/>
                  </a:lnTo>
                  <a:lnTo>
                    <a:pt x="2383" y="648"/>
                  </a:lnTo>
                  <a:lnTo>
                    <a:pt x="2383" y="654"/>
                  </a:lnTo>
                  <a:lnTo>
                    <a:pt x="2383" y="661"/>
                  </a:lnTo>
                  <a:lnTo>
                    <a:pt x="2389" y="667"/>
                  </a:lnTo>
                  <a:lnTo>
                    <a:pt x="2389" y="673"/>
                  </a:lnTo>
                  <a:lnTo>
                    <a:pt x="2389" y="680"/>
                  </a:lnTo>
                  <a:lnTo>
                    <a:pt x="2389" y="686"/>
                  </a:lnTo>
                  <a:lnTo>
                    <a:pt x="2389" y="692"/>
                  </a:lnTo>
                  <a:lnTo>
                    <a:pt x="2395" y="698"/>
                  </a:lnTo>
                  <a:lnTo>
                    <a:pt x="2395" y="705"/>
                  </a:lnTo>
                  <a:lnTo>
                    <a:pt x="2395" y="711"/>
                  </a:lnTo>
                  <a:lnTo>
                    <a:pt x="2395" y="717"/>
                  </a:lnTo>
                  <a:lnTo>
                    <a:pt x="2395" y="724"/>
                  </a:lnTo>
                  <a:lnTo>
                    <a:pt x="2395" y="730"/>
                  </a:lnTo>
                  <a:lnTo>
                    <a:pt x="2402" y="736"/>
                  </a:lnTo>
                  <a:lnTo>
                    <a:pt x="2402" y="742"/>
                  </a:lnTo>
                  <a:lnTo>
                    <a:pt x="2402" y="749"/>
                  </a:lnTo>
                  <a:lnTo>
                    <a:pt x="2402" y="755"/>
                  </a:lnTo>
                  <a:lnTo>
                    <a:pt x="2402" y="761"/>
                  </a:lnTo>
                  <a:lnTo>
                    <a:pt x="2408" y="761"/>
                  </a:lnTo>
                  <a:lnTo>
                    <a:pt x="2408" y="768"/>
                  </a:lnTo>
                  <a:lnTo>
                    <a:pt x="2408" y="774"/>
                  </a:lnTo>
                  <a:lnTo>
                    <a:pt x="2408" y="780"/>
                  </a:lnTo>
                  <a:lnTo>
                    <a:pt x="2408" y="786"/>
                  </a:lnTo>
                  <a:lnTo>
                    <a:pt x="2414" y="786"/>
                  </a:lnTo>
                  <a:lnTo>
                    <a:pt x="2414" y="793"/>
                  </a:lnTo>
                  <a:lnTo>
                    <a:pt x="2414" y="799"/>
                  </a:lnTo>
                  <a:lnTo>
                    <a:pt x="2414" y="805"/>
                  </a:lnTo>
                  <a:lnTo>
                    <a:pt x="2421" y="805"/>
                  </a:lnTo>
                  <a:lnTo>
                    <a:pt x="2421" y="812"/>
                  </a:lnTo>
                  <a:lnTo>
                    <a:pt x="2421" y="818"/>
                  </a:lnTo>
                  <a:lnTo>
                    <a:pt x="2427" y="824"/>
                  </a:lnTo>
                  <a:lnTo>
                    <a:pt x="2433" y="824"/>
                  </a:lnTo>
                  <a:lnTo>
                    <a:pt x="2433" y="818"/>
                  </a:lnTo>
                  <a:lnTo>
                    <a:pt x="2439" y="818"/>
                  </a:lnTo>
                  <a:lnTo>
                    <a:pt x="2439" y="812"/>
                  </a:lnTo>
                  <a:lnTo>
                    <a:pt x="2439" y="805"/>
                  </a:lnTo>
                  <a:lnTo>
                    <a:pt x="2439" y="799"/>
                  </a:lnTo>
                  <a:lnTo>
                    <a:pt x="2446" y="793"/>
                  </a:lnTo>
                  <a:lnTo>
                    <a:pt x="2446" y="786"/>
                  </a:lnTo>
                  <a:lnTo>
                    <a:pt x="2446" y="780"/>
                  </a:lnTo>
                  <a:lnTo>
                    <a:pt x="2446" y="774"/>
                  </a:lnTo>
                  <a:lnTo>
                    <a:pt x="2452" y="774"/>
                  </a:lnTo>
                  <a:lnTo>
                    <a:pt x="2452" y="768"/>
                  </a:lnTo>
                  <a:lnTo>
                    <a:pt x="2452" y="761"/>
                  </a:lnTo>
                  <a:lnTo>
                    <a:pt x="2452" y="755"/>
                  </a:lnTo>
                  <a:lnTo>
                    <a:pt x="2452" y="749"/>
                  </a:lnTo>
                  <a:lnTo>
                    <a:pt x="2458" y="742"/>
                  </a:lnTo>
                  <a:lnTo>
                    <a:pt x="2458" y="736"/>
                  </a:lnTo>
                  <a:lnTo>
                    <a:pt x="2458" y="730"/>
                  </a:lnTo>
                  <a:lnTo>
                    <a:pt x="2458" y="724"/>
                  </a:lnTo>
                  <a:lnTo>
                    <a:pt x="2458" y="717"/>
                  </a:lnTo>
                  <a:lnTo>
                    <a:pt x="2465" y="717"/>
                  </a:lnTo>
                  <a:lnTo>
                    <a:pt x="2465" y="711"/>
                  </a:lnTo>
                  <a:lnTo>
                    <a:pt x="2465" y="705"/>
                  </a:lnTo>
                  <a:lnTo>
                    <a:pt x="2465" y="698"/>
                  </a:lnTo>
                  <a:lnTo>
                    <a:pt x="2465" y="692"/>
                  </a:lnTo>
                  <a:lnTo>
                    <a:pt x="2465" y="686"/>
                  </a:lnTo>
                  <a:lnTo>
                    <a:pt x="2471" y="680"/>
                  </a:lnTo>
                  <a:lnTo>
                    <a:pt x="2471" y="673"/>
                  </a:lnTo>
                  <a:lnTo>
                    <a:pt x="2471" y="667"/>
                  </a:lnTo>
                  <a:lnTo>
                    <a:pt x="2471" y="661"/>
                  </a:lnTo>
                  <a:lnTo>
                    <a:pt x="2471" y="654"/>
                  </a:lnTo>
                  <a:lnTo>
                    <a:pt x="2471" y="648"/>
                  </a:lnTo>
                  <a:lnTo>
                    <a:pt x="2477" y="642"/>
                  </a:lnTo>
                  <a:lnTo>
                    <a:pt x="2477" y="636"/>
                  </a:lnTo>
                  <a:lnTo>
                    <a:pt x="2477" y="629"/>
                  </a:lnTo>
                  <a:lnTo>
                    <a:pt x="2477" y="623"/>
                  </a:lnTo>
                  <a:lnTo>
                    <a:pt x="2477" y="617"/>
                  </a:lnTo>
                  <a:lnTo>
                    <a:pt x="2477" y="610"/>
                  </a:lnTo>
                  <a:lnTo>
                    <a:pt x="2483" y="604"/>
                  </a:lnTo>
                  <a:lnTo>
                    <a:pt x="2483" y="598"/>
                  </a:lnTo>
                  <a:lnTo>
                    <a:pt x="2483" y="592"/>
                  </a:lnTo>
                  <a:lnTo>
                    <a:pt x="2483" y="585"/>
                  </a:lnTo>
                  <a:lnTo>
                    <a:pt x="2483" y="579"/>
                  </a:lnTo>
                  <a:lnTo>
                    <a:pt x="2483" y="573"/>
                  </a:lnTo>
                  <a:lnTo>
                    <a:pt x="2490" y="566"/>
                  </a:lnTo>
                  <a:lnTo>
                    <a:pt x="2490" y="560"/>
                  </a:lnTo>
                  <a:lnTo>
                    <a:pt x="2490" y="554"/>
                  </a:lnTo>
                  <a:lnTo>
                    <a:pt x="2490" y="548"/>
                  </a:lnTo>
                  <a:lnTo>
                    <a:pt x="2490" y="541"/>
                  </a:lnTo>
                  <a:lnTo>
                    <a:pt x="2490" y="535"/>
                  </a:lnTo>
                  <a:lnTo>
                    <a:pt x="2496" y="522"/>
                  </a:lnTo>
                  <a:lnTo>
                    <a:pt x="2496" y="516"/>
                  </a:lnTo>
                  <a:lnTo>
                    <a:pt x="2496" y="510"/>
                  </a:lnTo>
                  <a:lnTo>
                    <a:pt x="2496" y="504"/>
                  </a:lnTo>
                  <a:lnTo>
                    <a:pt x="2496" y="497"/>
                  </a:lnTo>
                  <a:lnTo>
                    <a:pt x="2496" y="485"/>
                  </a:lnTo>
                  <a:lnTo>
                    <a:pt x="2496" y="478"/>
                  </a:lnTo>
                  <a:lnTo>
                    <a:pt x="2502" y="472"/>
                  </a:lnTo>
                  <a:lnTo>
                    <a:pt x="2502" y="466"/>
                  </a:lnTo>
                  <a:lnTo>
                    <a:pt x="2502" y="453"/>
                  </a:lnTo>
                  <a:lnTo>
                    <a:pt x="2502" y="447"/>
                  </a:lnTo>
                  <a:lnTo>
                    <a:pt x="2502" y="441"/>
                  </a:lnTo>
                  <a:lnTo>
                    <a:pt x="2502" y="434"/>
                  </a:lnTo>
                  <a:lnTo>
                    <a:pt x="2509" y="422"/>
                  </a:lnTo>
                  <a:lnTo>
                    <a:pt x="2509" y="415"/>
                  </a:lnTo>
                  <a:lnTo>
                    <a:pt x="2509" y="409"/>
                  </a:lnTo>
                  <a:lnTo>
                    <a:pt x="2509" y="397"/>
                  </a:lnTo>
                  <a:lnTo>
                    <a:pt x="2509" y="390"/>
                  </a:lnTo>
                  <a:lnTo>
                    <a:pt x="2509" y="384"/>
                  </a:lnTo>
                  <a:lnTo>
                    <a:pt x="2515" y="378"/>
                  </a:lnTo>
                  <a:lnTo>
                    <a:pt x="2515" y="365"/>
                  </a:lnTo>
                  <a:lnTo>
                    <a:pt x="2515" y="359"/>
                  </a:lnTo>
                  <a:lnTo>
                    <a:pt x="2515" y="353"/>
                  </a:lnTo>
                  <a:lnTo>
                    <a:pt x="2515" y="334"/>
                  </a:lnTo>
                  <a:lnTo>
                    <a:pt x="2521" y="327"/>
                  </a:lnTo>
                  <a:lnTo>
                    <a:pt x="2521" y="315"/>
                  </a:lnTo>
                  <a:lnTo>
                    <a:pt x="2521" y="309"/>
                  </a:lnTo>
                  <a:lnTo>
                    <a:pt x="2521" y="302"/>
                  </a:lnTo>
                  <a:lnTo>
                    <a:pt x="2521" y="290"/>
                  </a:lnTo>
                  <a:lnTo>
                    <a:pt x="2521" y="283"/>
                  </a:lnTo>
                  <a:lnTo>
                    <a:pt x="2527" y="271"/>
                  </a:lnTo>
                  <a:lnTo>
                    <a:pt x="2527" y="265"/>
                  </a:lnTo>
                  <a:lnTo>
                    <a:pt x="2527" y="258"/>
                  </a:lnTo>
                  <a:lnTo>
                    <a:pt x="2527" y="246"/>
                  </a:lnTo>
                  <a:lnTo>
                    <a:pt x="2527" y="239"/>
                  </a:lnTo>
                  <a:lnTo>
                    <a:pt x="2527" y="227"/>
                  </a:lnTo>
                  <a:lnTo>
                    <a:pt x="2527" y="221"/>
                  </a:lnTo>
                  <a:lnTo>
                    <a:pt x="2534" y="208"/>
                  </a:lnTo>
                  <a:lnTo>
                    <a:pt x="2534" y="202"/>
                  </a:lnTo>
                  <a:lnTo>
                    <a:pt x="2534" y="189"/>
                  </a:lnTo>
                  <a:lnTo>
                    <a:pt x="2534" y="183"/>
                  </a:lnTo>
                  <a:lnTo>
                    <a:pt x="2534" y="170"/>
                  </a:lnTo>
                  <a:lnTo>
                    <a:pt x="2534" y="164"/>
                  </a:lnTo>
                  <a:lnTo>
                    <a:pt x="2540" y="151"/>
                  </a:lnTo>
                  <a:lnTo>
                    <a:pt x="2540" y="145"/>
                  </a:lnTo>
                  <a:lnTo>
                    <a:pt x="2540" y="139"/>
                  </a:lnTo>
                  <a:lnTo>
                    <a:pt x="2540" y="133"/>
                  </a:lnTo>
                  <a:lnTo>
                    <a:pt x="2540" y="126"/>
                  </a:lnTo>
                  <a:lnTo>
                    <a:pt x="2540" y="120"/>
                  </a:lnTo>
                  <a:lnTo>
                    <a:pt x="2546" y="120"/>
                  </a:lnTo>
                  <a:lnTo>
                    <a:pt x="2546" y="114"/>
                  </a:lnTo>
                  <a:lnTo>
                    <a:pt x="2546" y="120"/>
                  </a:lnTo>
                  <a:lnTo>
                    <a:pt x="2553" y="120"/>
                  </a:lnTo>
                  <a:lnTo>
                    <a:pt x="2553" y="126"/>
                  </a:lnTo>
                  <a:lnTo>
                    <a:pt x="2553" y="133"/>
                  </a:lnTo>
                  <a:lnTo>
                    <a:pt x="2553" y="139"/>
                  </a:lnTo>
                  <a:lnTo>
                    <a:pt x="2553" y="145"/>
                  </a:lnTo>
                  <a:lnTo>
                    <a:pt x="2553" y="151"/>
                  </a:lnTo>
                  <a:lnTo>
                    <a:pt x="2559" y="164"/>
                  </a:lnTo>
                  <a:lnTo>
                    <a:pt x="2559" y="170"/>
                  </a:lnTo>
                  <a:lnTo>
                    <a:pt x="2559" y="183"/>
                  </a:lnTo>
                  <a:lnTo>
                    <a:pt x="2559" y="189"/>
                  </a:lnTo>
                  <a:lnTo>
                    <a:pt x="2559" y="202"/>
                  </a:lnTo>
                  <a:lnTo>
                    <a:pt x="2559" y="208"/>
                  </a:lnTo>
                  <a:lnTo>
                    <a:pt x="2565" y="221"/>
                  </a:lnTo>
                  <a:lnTo>
                    <a:pt x="2565" y="227"/>
                  </a:lnTo>
                  <a:lnTo>
                    <a:pt x="2565" y="239"/>
                  </a:lnTo>
                  <a:lnTo>
                    <a:pt x="2565" y="246"/>
                  </a:lnTo>
                  <a:lnTo>
                    <a:pt x="2565" y="258"/>
                  </a:lnTo>
                  <a:lnTo>
                    <a:pt x="2565" y="265"/>
                  </a:lnTo>
                  <a:lnTo>
                    <a:pt x="2565" y="271"/>
                  </a:lnTo>
                  <a:lnTo>
                    <a:pt x="2572" y="283"/>
                  </a:lnTo>
                  <a:lnTo>
                    <a:pt x="2572" y="290"/>
                  </a:lnTo>
                  <a:lnTo>
                    <a:pt x="2572" y="302"/>
                  </a:lnTo>
                  <a:lnTo>
                    <a:pt x="2572" y="309"/>
                  </a:lnTo>
                  <a:lnTo>
                    <a:pt x="2572" y="315"/>
                  </a:lnTo>
                  <a:lnTo>
                    <a:pt x="2572" y="327"/>
                  </a:lnTo>
                  <a:lnTo>
                    <a:pt x="2578" y="334"/>
                  </a:lnTo>
                  <a:lnTo>
                    <a:pt x="2578" y="340"/>
                  </a:lnTo>
                  <a:lnTo>
                    <a:pt x="2578" y="359"/>
                  </a:lnTo>
                  <a:lnTo>
                    <a:pt x="2578" y="365"/>
                  </a:lnTo>
                  <a:lnTo>
                    <a:pt x="2578" y="378"/>
                  </a:lnTo>
                  <a:lnTo>
                    <a:pt x="2584" y="384"/>
                  </a:lnTo>
                  <a:lnTo>
                    <a:pt x="2584" y="390"/>
                  </a:lnTo>
                  <a:lnTo>
                    <a:pt x="2584" y="397"/>
                  </a:lnTo>
                  <a:lnTo>
                    <a:pt x="2584" y="409"/>
                  </a:lnTo>
                  <a:lnTo>
                    <a:pt x="2584" y="415"/>
                  </a:lnTo>
                  <a:lnTo>
                    <a:pt x="2584" y="422"/>
                  </a:lnTo>
                  <a:lnTo>
                    <a:pt x="2590" y="434"/>
                  </a:lnTo>
                  <a:lnTo>
                    <a:pt x="2590" y="441"/>
                  </a:lnTo>
                  <a:lnTo>
                    <a:pt x="2590" y="447"/>
                  </a:lnTo>
                  <a:lnTo>
                    <a:pt x="2590" y="453"/>
                  </a:lnTo>
                  <a:lnTo>
                    <a:pt x="2590" y="466"/>
                  </a:lnTo>
                  <a:lnTo>
                    <a:pt x="2590" y="472"/>
                  </a:lnTo>
                  <a:lnTo>
                    <a:pt x="2597" y="478"/>
                  </a:lnTo>
                  <a:lnTo>
                    <a:pt x="2597" y="485"/>
                  </a:lnTo>
                  <a:lnTo>
                    <a:pt x="2597" y="497"/>
                  </a:lnTo>
                  <a:lnTo>
                    <a:pt x="2597" y="504"/>
                  </a:lnTo>
                  <a:lnTo>
                    <a:pt x="2597" y="510"/>
                  </a:lnTo>
                  <a:lnTo>
                    <a:pt x="2597" y="516"/>
                  </a:lnTo>
                  <a:lnTo>
                    <a:pt x="2597" y="522"/>
                  </a:lnTo>
                  <a:lnTo>
                    <a:pt x="2603" y="535"/>
                  </a:lnTo>
                  <a:lnTo>
                    <a:pt x="2603" y="541"/>
                  </a:lnTo>
                  <a:lnTo>
                    <a:pt x="2603" y="548"/>
                  </a:lnTo>
                  <a:lnTo>
                    <a:pt x="2603" y="554"/>
                  </a:lnTo>
                  <a:lnTo>
                    <a:pt x="2603" y="560"/>
                  </a:lnTo>
                  <a:lnTo>
                    <a:pt x="2603" y="566"/>
                  </a:lnTo>
                  <a:lnTo>
                    <a:pt x="2609" y="573"/>
                  </a:lnTo>
                  <a:lnTo>
                    <a:pt x="2609" y="579"/>
                  </a:lnTo>
                  <a:lnTo>
                    <a:pt x="2609" y="585"/>
                  </a:lnTo>
                  <a:lnTo>
                    <a:pt x="2609" y="592"/>
                  </a:lnTo>
                  <a:lnTo>
                    <a:pt x="2609" y="598"/>
                  </a:lnTo>
                  <a:lnTo>
                    <a:pt x="2609" y="604"/>
                  </a:lnTo>
                  <a:lnTo>
                    <a:pt x="2616" y="610"/>
                  </a:lnTo>
                  <a:lnTo>
                    <a:pt x="2616" y="617"/>
                  </a:lnTo>
                  <a:lnTo>
                    <a:pt x="2616" y="623"/>
                  </a:lnTo>
                  <a:lnTo>
                    <a:pt x="2616" y="629"/>
                  </a:lnTo>
                  <a:lnTo>
                    <a:pt x="2616" y="636"/>
                  </a:lnTo>
                  <a:lnTo>
                    <a:pt x="2616" y="642"/>
                  </a:lnTo>
                  <a:lnTo>
                    <a:pt x="2622" y="648"/>
                  </a:lnTo>
                  <a:lnTo>
                    <a:pt x="2622" y="654"/>
                  </a:lnTo>
                  <a:lnTo>
                    <a:pt x="2622" y="661"/>
                  </a:lnTo>
                  <a:lnTo>
                    <a:pt x="2622" y="667"/>
                  </a:lnTo>
                  <a:lnTo>
                    <a:pt x="2622" y="673"/>
                  </a:lnTo>
                  <a:lnTo>
                    <a:pt x="2622" y="680"/>
                  </a:lnTo>
                  <a:lnTo>
                    <a:pt x="2628" y="686"/>
                  </a:lnTo>
                  <a:lnTo>
                    <a:pt x="2628" y="692"/>
                  </a:lnTo>
                  <a:lnTo>
                    <a:pt x="2628" y="698"/>
                  </a:lnTo>
                  <a:lnTo>
                    <a:pt x="2628" y="705"/>
                  </a:lnTo>
                  <a:lnTo>
                    <a:pt x="2628" y="711"/>
                  </a:lnTo>
                  <a:lnTo>
                    <a:pt x="2628" y="717"/>
                  </a:lnTo>
                  <a:lnTo>
                    <a:pt x="2634" y="717"/>
                  </a:lnTo>
                  <a:lnTo>
                    <a:pt x="2634" y="724"/>
                  </a:lnTo>
                  <a:lnTo>
                    <a:pt x="2634" y="730"/>
                  </a:lnTo>
                  <a:lnTo>
                    <a:pt x="2634" y="736"/>
                  </a:lnTo>
                  <a:lnTo>
                    <a:pt x="2634" y="742"/>
                  </a:lnTo>
                  <a:lnTo>
                    <a:pt x="2641" y="749"/>
                  </a:lnTo>
                  <a:lnTo>
                    <a:pt x="2641" y="755"/>
                  </a:lnTo>
                  <a:lnTo>
                    <a:pt x="2641" y="761"/>
                  </a:lnTo>
                  <a:lnTo>
                    <a:pt x="2641" y="768"/>
                  </a:lnTo>
                  <a:lnTo>
                    <a:pt x="2641" y="774"/>
                  </a:lnTo>
                  <a:lnTo>
                    <a:pt x="2647" y="774"/>
                  </a:lnTo>
                  <a:lnTo>
                    <a:pt x="2647" y="780"/>
                  </a:lnTo>
                  <a:lnTo>
                    <a:pt x="2647" y="786"/>
                  </a:lnTo>
                  <a:lnTo>
                    <a:pt x="2647" y="793"/>
                  </a:lnTo>
                  <a:lnTo>
                    <a:pt x="2653" y="799"/>
                  </a:lnTo>
                  <a:lnTo>
                    <a:pt x="2653" y="805"/>
                  </a:lnTo>
                  <a:lnTo>
                    <a:pt x="2653" y="812"/>
                  </a:lnTo>
                  <a:lnTo>
                    <a:pt x="2653" y="818"/>
                  </a:lnTo>
                  <a:lnTo>
                    <a:pt x="2660" y="818"/>
                  </a:lnTo>
                  <a:lnTo>
                    <a:pt x="2660" y="824"/>
                  </a:lnTo>
                  <a:lnTo>
                    <a:pt x="2666" y="824"/>
                  </a:lnTo>
                  <a:lnTo>
                    <a:pt x="2672" y="818"/>
                  </a:lnTo>
                  <a:lnTo>
                    <a:pt x="2672" y="812"/>
                  </a:lnTo>
                  <a:lnTo>
                    <a:pt x="2672" y="805"/>
                  </a:lnTo>
                  <a:lnTo>
                    <a:pt x="2678" y="805"/>
                  </a:lnTo>
                  <a:lnTo>
                    <a:pt x="2678" y="799"/>
                  </a:lnTo>
                  <a:lnTo>
                    <a:pt x="2678" y="793"/>
                  </a:lnTo>
                  <a:lnTo>
                    <a:pt x="2678" y="786"/>
                  </a:lnTo>
                  <a:lnTo>
                    <a:pt x="2685" y="780"/>
                  </a:lnTo>
                  <a:lnTo>
                    <a:pt x="2685" y="774"/>
                  </a:lnTo>
                  <a:lnTo>
                    <a:pt x="2685" y="768"/>
                  </a:lnTo>
                  <a:lnTo>
                    <a:pt x="2685" y="761"/>
                  </a:lnTo>
                  <a:lnTo>
                    <a:pt x="2691" y="761"/>
                  </a:lnTo>
                  <a:lnTo>
                    <a:pt x="2691" y="755"/>
                  </a:lnTo>
                  <a:lnTo>
                    <a:pt x="2691" y="749"/>
                  </a:lnTo>
                  <a:lnTo>
                    <a:pt x="2691" y="742"/>
                  </a:lnTo>
                  <a:lnTo>
                    <a:pt x="2691" y="736"/>
                  </a:lnTo>
                  <a:lnTo>
                    <a:pt x="2697" y="730"/>
                  </a:lnTo>
                  <a:lnTo>
                    <a:pt x="2697" y="724"/>
                  </a:lnTo>
                  <a:lnTo>
                    <a:pt x="2697" y="717"/>
                  </a:lnTo>
                  <a:lnTo>
                    <a:pt x="2697" y="711"/>
                  </a:lnTo>
                  <a:lnTo>
                    <a:pt x="2697" y="705"/>
                  </a:lnTo>
                  <a:lnTo>
                    <a:pt x="2697" y="698"/>
                  </a:lnTo>
                  <a:lnTo>
                    <a:pt x="2704" y="692"/>
                  </a:lnTo>
                  <a:lnTo>
                    <a:pt x="2704" y="686"/>
                  </a:lnTo>
                  <a:lnTo>
                    <a:pt x="2704" y="680"/>
                  </a:lnTo>
                  <a:lnTo>
                    <a:pt x="2704" y="673"/>
                  </a:lnTo>
                  <a:lnTo>
                    <a:pt x="2704" y="667"/>
                  </a:lnTo>
                  <a:lnTo>
                    <a:pt x="2710" y="661"/>
                  </a:lnTo>
                  <a:lnTo>
                    <a:pt x="2710" y="654"/>
                  </a:lnTo>
                  <a:lnTo>
                    <a:pt x="2710" y="648"/>
                  </a:lnTo>
                  <a:lnTo>
                    <a:pt x="2710" y="642"/>
                  </a:lnTo>
                  <a:lnTo>
                    <a:pt x="2710" y="636"/>
                  </a:lnTo>
                  <a:lnTo>
                    <a:pt x="2710" y="629"/>
                  </a:lnTo>
                  <a:lnTo>
                    <a:pt x="2716" y="623"/>
                  </a:lnTo>
                  <a:lnTo>
                    <a:pt x="2716" y="617"/>
                  </a:lnTo>
                  <a:lnTo>
                    <a:pt x="2716" y="610"/>
                  </a:lnTo>
                  <a:lnTo>
                    <a:pt x="2716" y="604"/>
                  </a:lnTo>
                  <a:lnTo>
                    <a:pt x="2716" y="598"/>
                  </a:lnTo>
                  <a:lnTo>
                    <a:pt x="2716" y="592"/>
                  </a:lnTo>
                  <a:lnTo>
                    <a:pt x="2722" y="585"/>
                  </a:lnTo>
                  <a:lnTo>
                    <a:pt x="2722" y="579"/>
                  </a:lnTo>
                  <a:lnTo>
                    <a:pt x="2722" y="573"/>
                  </a:lnTo>
                  <a:lnTo>
                    <a:pt x="2722" y="566"/>
                  </a:lnTo>
                  <a:lnTo>
                    <a:pt x="2722" y="560"/>
                  </a:lnTo>
                  <a:lnTo>
                    <a:pt x="2722" y="554"/>
                  </a:lnTo>
                  <a:lnTo>
                    <a:pt x="2722" y="548"/>
                  </a:lnTo>
                  <a:lnTo>
                    <a:pt x="2729" y="535"/>
                  </a:lnTo>
                  <a:lnTo>
                    <a:pt x="2729" y="522"/>
                  </a:lnTo>
                  <a:lnTo>
                    <a:pt x="2729" y="516"/>
                  </a:lnTo>
                  <a:lnTo>
                    <a:pt x="2729" y="510"/>
                  </a:lnTo>
                  <a:lnTo>
                    <a:pt x="2729" y="504"/>
                  </a:lnTo>
                  <a:lnTo>
                    <a:pt x="2735" y="497"/>
                  </a:lnTo>
                  <a:lnTo>
                    <a:pt x="2735" y="485"/>
                  </a:lnTo>
                  <a:lnTo>
                    <a:pt x="2735" y="478"/>
                  </a:lnTo>
                  <a:lnTo>
                    <a:pt x="2735" y="472"/>
                  </a:lnTo>
                  <a:lnTo>
                    <a:pt x="2735" y="466"/>
                  </a:lnTo>
                  <a:lnTo>
                    <a:pt x="2735" y="453"/>
                  </a:lnTo>
                  <a:lnTo>
                    <a:pt x="2741" y="447"/>
                  </a:lnTo>
                  <a:lnTo>
                    <a:pt x="2741" y="441"/>
                  </a:lnTo>
                  <a:lnTo>
                    <a:pt x="2741" y="434"/>
                  </a:lnTo>
                  <a:lnTo>
                    <a:pt x="2741" y="422"/>
                  </a:lnTo>
                  <a:lnTo>
                    <a:pt x="2741" y="415"/>
                  </a:lnTo>
                  <a:lnTo>
                    <a:pt x="2741" y="409"/>
                  </a:lnTo>
                  <a:lnTo>
                    <a:pt x="2748" y="397"/>
                  </a:lnTo>
                  <a:lnTo>
                    <a:pt x="2748" y="390"/>
                  </a:lnTo>
                  <a:lnTo>
                    <a:pt x="2748" y="384"/>
                  </a:lnTo>
                  <a:lnTo>
                    <a:pt x="2748" y="378"/>
                  </a:lnTo>
                  <a:lnTo>
                    <a:pt x="2748" y="365"/>
                  </a:lnTo>
                  <a:lnTo>
                    <a:pt x="2748" y="359"/>
                  </a:lnTo>
                  <a:lnTo>
                    <a:pt x="2748" y="353"/>
                  </a:lnTo>
                  <a:lnTo>
                    <a:pt x="2754" y="340"/>
                  </a:lnTo>
                  <a:lnTo>
                    <a:pt x="2754" y="334"/>
                  </a:lnTo>
                  <a:lnTo>
                    <a:pt x="2754" y="327"/>
                  </a:lnTo>
                  <a:lnTo>
                    <a:pt x="2754" y="315"/>
                  </a:lnTo>
                  <a:lnTo>
                    <a:pt x="2754" y="309"/>
                  </a:lnTo>
                  <a:lnTo>
                    <a:pt x="2754" y="302"/>
                  </a:lnTo>
                  <a:lnTo>
                    <a:pt x="2760" y="290"/>
                  </a:lnTo>
                  <a:lnTo>
                    <a:pt x="2760" y="283"/>
                  </a:lnTo>
                  <a:lnTo>
                    <a:pt x="2760" y="277"/>
                  </a:lnTo>
                  <a:lnTo>
                    <a:pt x="2760" y="265"/>
                  </a:lnTo>
                  <a:lnTo>
                    <a:pt x="2760" y="258"/>
                  </a:lnTo>
                  <a:lnTo>
                    <a:pt x="2760" y="246"/>
                  </a:lnTo>
                  <a:lnTo>
                    <a:pt x="2766" y="239"/>
                  </a:lnTo>
                  <a:lnTo>
                    <a:pt x="2766" y="227"/>
                  </a:lnTo>
                  <a:lnTo>
                    <a:pt x="2766" y="221"/>
                  </a:lnTo>
                  <a:lnTo>
                    <a:pt x="2766" y="208"/>
                  </a:lnTo>
                  <a:lnTo>
                    <a:pt x="2766" y="202"/>
                  </a:lnTo>
                  <a:lnTo>
                    <a:pt x="2766" y="189"/>
                  </a:lnTo>
                  <a:lnTo>
                    <a:pt x="2773" y="183"/>
                  </a:lnTo>
                  <a:lnTo>
                    <a:pt x="2773" y="170"/>
                  </a:lnTo>
                  <a:lnTo>
                    <a:pt x="2773" y="164"/>
                  </a:lnTo>
                  <a:lnTo>
                    <a:pt x="2773" y="151"/>
                  </a:lnTo>
                  <a:lnTo>
                    <a:pt x="2773" y="145"/>
                  </a:lnTo>
                  <a:lnTo>
                    <a:pt x="2773" y="139"/>
                  </a:lnTo>
                  <a:lnTo>
                    <a:pt x="2773" y="133"/>
                  </a:lnTo>
                  <a:lnTo>
                    <a:pt x="2779" y="126"/>
                  </a:lnTo>
                  <a:lnTo>
                    <a:pt x="2779" y="120"/>
                  </a:lnTo>
                  <a:lnTo>
                    <a:pt x="2779" y="114"/>
                  </a:lnTo>
                  <a:lnTo>
                    <a:pt x="2785" y="114"/>
                  </a:lnTo>
                  <a:lnTo>
                    <a:pt x="2785" y="120"/>
                  </a:lnTo>
                  <a:lnTo>
                    <a:pt x="2785" y="126"/>
                  </a:lnTo>
                  <a:lnTo>
                    <a:pt x="2792" y="139"/>
                  </a:lnTo>
                  <a:lnTo>
                    <a:pt x="2792" y="145"/>
                  </a:lnTo>
                  <a:lnTo>
                    <a:pt x="2792" y="151"/>
                  </a:lnTo>
                  <a:lnTo>
                    <a:pt x="2792" y="164"/>
                  </a:lnTo>
                  <a:lnTo>
                    <a:pt x="2792" y="170"/>
                  </a:lnTo>
                  <a:lnTo>
                    <a:pt x="2792" y="183"/>
                  </a:lnTo>
                  <a:lnTo>
                    <a:pt x="2792" y="189"/>
                  </a:lnTo>
                  <a:lnTo>
                    <a:pt x="2798" y="202"/>
                  </a:lnTo>
                  <a:lnTo>
                    <a:pt x="2798" y="208"/>
                  </a:lnTo>
                  <a:lnTo>
                    <a:pt x="2798" y="221"/>
                  </a:lnTo>
                  <a:lnTo>
                    <a:pt x="2798" y="227"/>
                  </a:lnTo>
                  <a:lnTo>
                    <a:pt x="2798" y="239"/>
                  </a:lnTo>
                  <a:lnTo>
                    <a:pt x="2798" y="246"/>
                  </a:lnTo>
                  <a:lnTo>
                    <a:pt x="2804" y="258"/>
                  </a:lnTo>
                  <a:lnTo>
                    <a:pt x="2804" y="265"/>
                  </a:lnTo>
                  <a:lnTo>
                    <a:pt x="2804" y="277"/>
                  </a:lnTo>
                  <a:lnTo>
                    <a:pt x="2804" y="283"/>
                  </a:lnTo>
                  <a:lnTo>
                    <a:pt x="2804" y="290"/>
                  </a:lnTo>
                  <a:lnTo>
                    <a:pt x="2804" y="302"/>
                  </a:lnTo>
                  <a:lnTo>
                    <a:pt x="2810" y="309"/>
                  </a:lnTo>
                  <a:lnTo>
                    <a:pt x="2810" y="315"/>
                  </a:lnTo>
                  <a:lnTo>
                    <a:pt x="2810" y="327"/>
                  </a:lnTo>
                  <a:lnTo>
                    <a:pt x="2810" y="334"/>
                  </a:lnTo>
                  <a:lnTo>
                    <a:pt x="2810" y="340"/>
                  </a:lnTo>
                  <a:lnTo>
                    <a:pt x="2810" y="353"/>
                  </a:lnTo>
                  <a:lnTo>
                    <a:pt x="2817" y="359"/>
                  </a:lnTo>
                  <a:lnTo>
                    <a:pt x="2817" y="365"/>
                  </a:lnTo>
                  <a:lnTo>
                    <a:pt x="2817" y="378"/>
                  </a:lnTo>
                  <a:lnTo>
                    <a:pt x="2817" y="384"/>
                  </a:lnTo>
                  <a:lnTo>
                    <a:pt x="2817" y="390"/>
                  </a:lnTo>
                  <a:lnTo>
                    <a:pt x="2817" y="397"/>
                  </a:lnTo>
                  <a:lnTo>
                    <a:pt x="2823" y="409"/>
                  </a:lnTo>
                  <a:lnTo>
                    <a:pt x="2823" y="415"/>
                  </a:lnTo>
                  <a:lnTo>
                    <a:pt x="2823" y="422"/>
                  </a:lnTo>
                  <a:lnTo>
                    <a:pt x="2823" y="434"/>
                  </a:lnTo>
                  <a:lnTo>
                    <a:pt x="2823" y="441"/>
                  </a:lnTo>
                  <a:lnTo>
                    <a:pt x="2823" y="447"/>
                  </a:lnTo>
                  <a:lnTo>
                    <a:pt x="2823" y="453"/>
                  </a:lnTo>
                  <a:lnTo>
                    <a:pt x="2829" y="466"/>
                  </a:lnTo>
                  <a:lnTo>
                    <a:pt x="2829" y="472"/>
                  </a:lnTo>
                  <a:lnTo>
                    <a:pt x="2829" y="478"/>
                  </a:lnTo>
                  <a:lnTo>
                    <a:pt x="2829" y="485"/>
                  </a:lnTo>
                  <a:lnTo>
                    <a:pt x="2829" y="497"/>
                  </a:lnTo>
                  <a:lnTo>
                    <a:pt x="2829" y="504"/>
                  </a:lnTo>
                  <a:lnTo>
                    <a:pt x="2836" y="510"/>
                  </a:lnTo>
                  <a:lnTo>
                    <a:pt x="2836" y="516"/>
                  </a:lnTo>
                  <a:lnTo>
                    <a:pt x="2836" y="522"/>
                  </a:lnTo>
                  <a:lnTo>
                    <a:pt x="2836" y="535"/>
                  </a:lnTo>
                  <a:lnTo>
                    <a:pt x="2836" y="541"/>
                  </a:lnTo>
                  <a:lnTo>
                    <a:pt x="2836" y="548"/>
                  </a:lnTo>
                  <a:lnTo>
                    <a:pt x="2842" y="554"/>
                  </a:lnTo>
                  <a:lnTo>
                    <a:pt x="2842" y="560"/>
                  </a:lnTo>
                  <a:lnTo>
                    <a:pt x="2842" y="566"/>
                  </a:lnTo>
                  <a:lnTo>
                    <a:pt x="2842" y="573"/>
                  </a:lnTo>
                  <a:lnTo>
                    <a:pt x="2842" y="579"/>
                  </a:lnTo>
                  <a:lnTo>
                    <a:pt x="2842" y="585"/>
                  </a:lnTo>
                  <a:lnTo>
                    <a:pt x="2848" y="592"/>
                  </a:lnTo>
                  <a:lnTo>
                    <a:pt x="2848" y="598"/>
                  </a:lnTo>
                  <a:lnTo>
                    <a:pt x="2848" y="604"/>
                  </a:lnTo>
                  <a:lnTo>
                    <a:pt x="2848" y="610"/>
                  </a:lnTo>
                  <a:lnTo>
                    <a:pt x="2848" y="617"/>
                  </a:lnTo>
                  <a:lnTo>
                    <a:pt x="2848" y="623"/>
                  </a:lnTo>
                  <a:lnTo>
                    <a:pt x="2848" y="629"/>
                  </a:lnTo>
                  <a:lnTo>
                    <a:pt x="2854" y="636"/>
                  </a:lnTo>
                  <a:lnTo>
                    <a:pt x="2854" y="642"/>
                  </a:lnTo>
                  <a:lnTo>
                    <a:pt x="2854" y="648"/>
                  </a:lnTo>
                  <a:lnTo>
                    <a:pt x="2854" y="654"/>
                  </a:lnTo>
                  <a:lnTo>
                    <a:pt x="2854" y="661"/>
                  </a:lnTo>
                  <a:lnTo>
                    <a:pt x="2854" y="667"/>
                  </a:lnTo>
                  <a:lnTo>
                    <a:pt x="2861" y="673"/>
                  </a:lnTo>
                  <a:lnTo>
                    <a:pt x="2861" y="680"/>
                  </a:lnTo>
                  <a:lnTo>
                    <a:pt x="2861" y="686"/>
                  </a:lnTo>
                  <a:lnTo>
                    <a:pt x="2861" y="692"/>
                  </a:lnTo>
                  <a:lnTo>
                    <a:pt x="2861" y="698"/>
                  </a:lnTo>
                  <a:lnTo>
                    <a:pt x="2867" y="705"/>
                  </a:lnTo>
                  <a:lnTo>
                    <a:pt x="2867" y="711"/>
                  </a:lnTo>
                  <a:lnTo>
                    <a:pt x="2867" y="717"/>
                  </a:lnTo>
                  <a:lnTo>
                    <a:pt x="2867" y="724"/>
                  </a:lnTo>
                  <a:lnTo>
                    <a:pt x="2867" y="730"/>
                  </a:lnTo>
                  <a:lnTo>
                    <a:pt x="2873" y="736"/>
                  </a:lnTo>
                  <a:lnTo>
                    <a:pt x="2873" y="742"/>
                  </a:lnTo>
                  <a:lnTo>
                    <a:pt x="2873" y="749"/>
                  </a:lnTo>
                  <a:lnTo>
                    <a:pt x="2873" y="755"/>
                  </a:lnTo>
                  <a:lnTo>
                    <a:pt x="2873" y="761"/>
                  </a:lnTo>
                  <a:lnTo>
                    <a:pt x="2880" y="768"/>
                  </a:lnTo>
                  <a:lnTo>
                    <a:pt x="2880" y="774"/>
                  </a:lnTo>
                  <a:lnTo>
                    <a:pt x="2880" y="780"/>
                  </a:lnTo>
                  <a:lnTo>
                    <a:pt x="2880" y="786"/>
                  </a:lnTo>
                  <a:lnTo>
                    <a:pt x="2886" y="793"/>
                  </a:lnTo>
                  <a:lnTo>
                    <a:pt x="2886" y="799"/>
                  </a:lnTo>
                  <a:lnTo>
                    <a:pt x="2886" y="805"/>
                  </a:lnTo>
                  <a:lnTo>
                    <a:pt x="2892" y="812"/>
                  </a:lnTo>
                  <a:lnTo>
                    <a:pt x="2892" y="818"/>
                  </a:lnTo>
                  <a:lnTo>
                    <a:pt x="2892" y="824"/>
                  </a:lnTo>
                  <a:lnTo>
                    <a:pt x="2898" y="824"/>
                  </a:lnTo>
                  <a:lnTo>
                    <a:pt x="2905" y="824"/>
                  </a:lnTo>
                  <a:lnTo>
                    <a:pt x="2905" y="818"/>
                  </a:lnTo>
                  <a:lnTo>
                    <a:pt x="2911" y="812"/>
                  </a:lnTo>
                  <a:lnTo>
                    <a:pt x="2911" y="805"/>
                  </a:lnTo>
                  <a:lnTo>
                    <a:pt x="2911" y="799"/>
                  </a:lnTo>
                  <a:lnTo>
                    <a:pt x="2917" y="793"/>
                  </a:lnTo>
                  <a:lnTo>
                    <a:pt x="2917" y="786"/>
                  </a:lnTo>
                  <a:lnTo>
                    <a:pt x="2917" y="780"/>
                  </a:lnTo>
                  <a:lnTo>
                    <a:pt x="2917" y="774"/>
                  </a:lnTo>
                  <a:lnTo>
                    <a:pt x="2924" y="768"/>
                  </a:lnTo>
                  <a:lnTo>
                    <a:pt x="2924" y="761"/>
                  </a:lnTo>
                  <a:lnTo>
                    <a:pt x="2924" y="755"/>
                  </a:lnTo>
                  <a:lnTo>
                    <a:pt x="2924" y="749"/>
                  </a:lnTo>
                  <a:lnTo>
                    <a:pt x="2924" y="742"/>
                  </a:lnTo>
                  <a:lnTo>
                    <a:pt x="2930" y="742"/>
                  </a:lnTo>
                  <a:lnTo>
                    <a:pt x="2930" y="736"/>
                  </a:lnTo>
                  <a:lnTo>
                    <a:pt x="2930" y="730"/>
                  </a:lnTo>
                  <a:lnTo>
                    <a:pt x="2930" y="724"/>
                  </a:lnTo>
                  <a:lnTo>
                    <a:pt x="2930" y="717"/>
                  </a:lnTo>
                  <a:lnTo>
                    <a:pt x="2936" y="711"/>
                  </a:lnTo>
                  <a:lnTo>
                    <a:pt x="2936" y="705"/>
                  </a:lnTo>
                  <a:lnTo>
                    <a:pt x="2936" y="698"/>
                  </a:lnTo>
                  <a:lnTo>
                    <a:pt x="2936" y="692"/>
                  </a:lnTo>
                  <a:lnTo>
                    <a:pt x="2936" y="686"/>
                  </a:lnTo>
                  <a:lnTo>
                    <a:pt x="2936" y="680"/>
                  </a:lnTo>
                  <a:lnTo>
                    <a:pt x="2942" y="680"/>
                  </a:lnTo>
                  <a:lnTo>
                    <a:pt x="2942" y="673"/>
                  </a:lnTo>
                  <a:lnTo>
                    <a:pt x="2942" y="661"/>
                  </a:lnTo>
                  <a:lnTo>
                    <a:pt x="2942" y="654"/>
                  </a:lnTo>
                  <a:lnTo>
                    <a:pt x="2942" y="648"/>
                  </a:lnTo>
                  <a:lnTo>
                    <a:pt x="2949" y="642"/>
                  </a:lnTo>
                  <a:lnTo>
                    <a:pt x="2949" y="636"/>
                  </a:lnTo>
                  <a:lnTo>
                    <a:pt x="2949" y="629"/>
                  </a:lnTo>
                  <a:lnTo>
                    <a:pt x="2949" y="623"/>
                  </a:lnTo>
                  <a:lnTo>
                    <a:pt x="2949" y="617"/>
                  </a:lnTo>
                  <a:lnTo>
                    <a:pt x="2949" y="610"/>
                  </a:lnTo>
                  <a:lnTo>
                    <a:pt x="2949" y="604"/>
                  </a:lnTo>
                  <a:lnTo>
                    <a:pt x="2955" y="598"/>
                  </a:lnTo>
                  <a:lnTo>
                    <a:pt x="2955" y="592"/>
                  </a:lnTo>
                  <a:lnTo>
                    <a:pt x="2955" y="585"/>
                  </a:lnTo>
                  <a:lnTo>
                    <a:pt x="2955" y="579"/>
                  </a:lnTo>
                  <a:lnTo>
                    <a:pt x="2955" y="573"/>
                  </a:lnTo>
                  <a:lnTo>
                    <a:pt x="2955" y="566"/>
                  </a:lnTo>
                  <a:lnTo>
                    <a:pt x="2961" y="560"/>
                  </a:lnTo>
                  <a:lnTo>
                    <a:pt x="2961" y="554"/>
                  </a:lnTo>
                  <a:lnTo>
                    <a:pt x="2961" y="548"/>
                  </a:lnTo>
                  <a:lnTo>
                    <a:pt x="2961" y="541"/>
                  </a:lnTo>
                  <a:lnTo>
                    <a:pt x="2961" y="535"/>
                  </a:lnTo>
                  <a:lnTo>
                    <a:pt x="2961" y="522"/>
                  </a:lnTo>
                  <a:lnTo>
                    <a:pt x="2968" y="516"/>
                  </a:lnTo>
                  <a:lnTo>
                    <a:pt x="2968" y="510"/>
                  </a:lnTo>
                  <a:lnTo>
                    <a:pt x="2968" y="504"/>
                  </a:lnTo>
                  <a:lnTo>
                    <a:pt x="2968" y="497"/>
                  </a:lnTo>
                  <a:lnTo>
                    <a:pt x="2968" y="485"/>
                  </a:lnTo>
                  <a:lnTo>
                    <a:pt x="2968" y="478"/>
                  </a:lnTo>
                  <a:lnTo>
                    <a:pt x="2974" y="472"/>
                  </a:lnTo>
                  <a:lnTo>
                    <a:pt x="2974" y="466"/>
                  </a:lnTo>
                  <a:lnTo>
                    <a:pt x="2974" y="453"/>
                  </a:lnTo>
                  <a:lnTo>
                    <a:pt x="2974" y="447"/>
                  </a:lnTo>
                  <a:lnTo>
                    <a:pt x="2974" y="441"/>
                  </a:lnTo>
                  <a:lnTo>
                    <a:pt x="2974" y="434"/>
                  </a:lnTo>
                  <a:lnTo>
                    <a:pt x="2974" y="422"/>
                  </a:lnTo>
                  <a:lnTo>
                    <a:pt x="2980" y="415"/>
                  </a:lnTo>
                  <a:lnTo>
                    <a:pt x="2980" y="409"/>
                  </a:lnTo>
                  <a:lnTo>
                    <a:pt x="2980" y="397"/>
                  </a:lnTo>
                  <a:lnTo>
                    <a:pt x="2980" y="390"/>
                  </a:lnTo>
                  <a:lnTo>
                    <a:pt x="2980" y="384"/>
                  </a:lnTo>
                  <a:lnTo>
                    <a:pt x="2980" y="378"/>
                  </a:lnTo>
                  <a:lnTo>
                    <a:pt x="2986" y="365"/>
                  </a:lnTo>
                  <a:lnTo>
                    <a:pt x="2986" y="359"/>
                  </a:lnTo>
                  <a:lnTo>
                    <a:pt x="2986" y="353"/>
                  </a:lnTo>
                  <a:lnTo>
                    <a:pt x="2986" y="340"/>
                  </a:lnTo>
                  <a:lnTo>
                    <a:pt x="2986" y="334"/>
                  </a:lnTo>
                  <a:lnTo>
                    <a:pt x="2986" y="327"/>
                  </a:lnTo>
                  <a:lnTo>
                    <a:pt x="2993" y="315"/>
                  </a:lnTo>
                  <a:lnTo>
                    <a:pt x="2993" y="309"/>
                  </a:lnTo>
                  <a:lnTo>
                    <a:pt x="2993" y="302"/>
                  </a:lnTo>
                  <a:lnTo>
                    <a:pt x="2993" y="290"/>
                  </a:lnTo>
                  <a:lnTo>
                    <a:pt x="2993" y="283"/>
                  </a:lnTo>
                  <a:lnTo>
                    <a:pt x="2993" y="271"/>
                  </a:lnTo>
                  <a:lnTo>
                    <a:pt x="2999" y="265"/>
                  </a:lnTo>
                  <a:lnTo>
                    <a:pt x="2999" y="258"/>
                  </a:lnTo>
                  <a:lnTo>
                    <a:pt x="2999" y="246"/>
                  </a:lnTo>
                  <a:lnTo>
                    <a:pt x="2999" y="239"/>
                  </a:lnTo>
                  <a:lnTo>
                    <a:pt x="2999" y="227"/>
                  </a:lnTo>
                  <a:lnTo>
                    <a:pt x="2999" y="221"/>
                  </a:lnTo>
                  <a:lnTo>
                    <a:pt x="2999" y="208"/>
                  </a:lnTo>
                  <a:lnTo>
                    <a:pt x="3005" y="202"/>
                  </a:lnTo>
                  <a:lnTo>
                    <a:pt x="3005" y="189"/>
                  </a:lnTo>
                  <a:lnTo>
                    <a:pt x="3005" y="183"/>
                  </a:lnTo>
                  <a:lnTo>
                    <a:pt x="3005" y="170"/>
                  </a:lnTo>
                  <a:lnTo>
                    <a:pt x="3005" y="164"/>
                  </a:lnTo>
                  <a:lnTo>
                    <a:pt x="3005" y="151"/>
                  </a:lnTo>
                  <a:lnTo>
                    <a:pt x="3012" y="145"/>
                  </a:lnTo>
                  <a:lnTo>
                    <a:pt x="3012" y="139"/>
                  </a:lnTo>
                  <a:lnTo>
                    <a:pt x="3012" y="133"/>
                  </a:lnTo>
                  <a:lnTo>
                    <a:pt x="3012" y="126"/>
                  </a:lnTo>
                  <a:lnTo>
                    <a:pt x="3012" y="120"/>
                  </a:lnTo>
                  <a:lnTo>
                    <a:pt x="3018" y="114"/>
                  </a:lnTo>
                  <a:lnTo>
                    <a:pt x="3018" y="120"/>
                  </a:lnTo>
                  <a:lnTo>
                    <a:pt x="3024" y="126"/>
                  </a:lnTo>
                  <a:lnTo>
                    <a:pt x="3024" y="133"/>
                  </a:lnTo>
                  <a:lnTo>
                    <a:pt x="3024" y="139"/>
                  </a:lnTo>
                  <a:lnTo>
                    <a:pt x="3024" y="145"/>
                  </a:lnTo>
                  <a:lnTo>
                    <a:pt x="3024" y="151"/>
                  </a:lnTo>
                  <a:lnTo>
                    <a:pt x="3024" y="164"/>
                  </a:lnTo>
                  <a:lnTo>
                    <a:pt x="3030" y="170"/>
                  </a:lnTo>
                  <a:lnTo>
                    <a:pt x="3030" y="183"/>
                  </a:lnTo>
                  <a:lnTo>
                    <a:pt x="3030" y="189"/>
                  </a:lnTo>
                  <a:lnTo>
                    <a:pt x="3030" y="202"/>
                  </a:lnTo>
                  <a:lnTo>
                    <a:pt x="3030" y="208"/>
                  </a:lnTo>
                  <a:lnTo>
                    <a:pt x="3030" y="221"/>
                  </a:lnTo>
                  <a:lnTo>
                    <a:pt x="3037" y="227"/>
                  </a:lnTo>
                  <a:lnTo>
                    <a:pt x="3037" y="239"/>
                  </a:lnTo>
                  <a:lnTo>
                    <a:pt x="3037" y="246"/>
                  </a:lnTo>
                  <a:lnTo>
                    <a:pt x="3037" y="258"/>
                  </a:lnTo>
                  <a:lnTo>
                    <a:pt x="3037" y="265"/>
                  </a:lnTo>
                  <a:lnTo>
                    <a:pt x="3037" y="271"/>
                  </a:lnTo>
                  <a:lnTo>
                    <a:pt x="3043" y="283"/>
                  </a:lnTo>
                  <a:lnTo>
                    <a:pt x="3043" y="290"/>
                  </a:lnTo>
                  <a:lnTo>
                    <a:pt x="3043" y="302"/>
                  </a:lnTo>
                  <a:lnTo>
                    <a:pt x="3043" y="309"/>
                  </a:lnTo>
                  <a:lnTo>
                    <a:pt x="3043" y="315"/>
                  </a:lnTo>
                  <a:lnTo>
                    <a:pt x="3043" y="327"/>
                  </a:lnTo>
                  <a:lnTo>
                    <a:pt x="3043" y="334"/>
                  </a:lnTo>
                  <a:lnTo>
                    <a:pt x="3049" y="340"/>
                  </a:lnTo>
                  <a:lnTo>
                    <a:pt x="3049" y="353"/>
                  </a:lnTo>
                  <a:lnTo>
                    <a:pt x="3049" y="359"/>
                  </a:lnTo>
                  <a:lnTo>
                    <a:pt x="3049" y="365"/>
                  </a:lnTo>
                  <a:lnTo>
                    <a:pt x="3049" y="378"/>
                  </a:lnTo>
                  <a:lnTo>
                    <a:pt x="3049" y="384"/>
                  </a:lnTo>
                  <a:lnTo>
                    <a:pt x="3056" y="390"/>
                  </a:lnTo>
                  <a:lnTo>
                    <a:pt x="3056" y="397"/>
                  </a:lnTo>
                  <a:lnTo>
                    <a:pt x="3056" y="409"/>
                  </a:lnTo>
                  <a:lnTo>
                    <a:pt x="3056" y="415"/>
                  </a:lnTo>
                  <a:lnTo>
                    <a:pt x="3056" y="422"/>
                  </a:lnTo>
                  <a:lnTo>
                    <a:pt x="3056" y="434"/>
                  </a:lnTo>
                  <a:lnTo>
                    <a:pt x="3062" y="441"/>
                  </a:lnTo>
                  <a:lnTo>
                    <a:pt x="3062" y="447"/>
                  </a:lnTo>
                  <a:lnTo>
                    <a:pt x="3062" y="453"/>
                  </a:lnTo>
                  <a:lnTo>
                    <a:pt x="3062" y="466"/>
                  </a:lnTo>
                  <a:lnTo>
                    <a:pt x="3062" y="472"/>
                  </a:lnTo>
                  <a:lnTo>
                    <a:pt x="3062" y="478"/>
                  </a:lnTo>
                  <a:lnTo>
                    <a:pt x="3068" y="485"/>
                  </a:lnTo>
                  <a:lnTo>
                    <a:pt x="3068" y="497"/>
                  </a:lnTo>
                  <a:lnTo>
                    <a:pt x="3068" y="504"/>
                  </a:lnTo>
                  <a:lnTo>
                    <a:pt x="3068" y="510"/>
                  </a:lnTo>
                  <a:lnTo>
                    <a:pt x="3068" y="516"/>
                  </a:lnTo>
                  <a:lnTo>
                    <a:pt x="3068" y="522"/>
                  </a:lnTo>
                  <a:lnTo>
                    <a:pt x="3068" y="535"/>
                  </a:lnTo>
                  <a:lnTo>
                    <a:pt x="3074" y="541"/>
                  </a:lnTo>
                  <a:lnTo>
                    <a:pt x="3074" y="548"/>
                  </a:lnTo>
                  <a:lnTo>
                    <a:pt x="3074" y="554"/>
                  </a:lnTo>
                  <a:lnTo>
                    <a:pt x="3074" y="560"/>
                  </a:lnTo>
                  <a:lnTo>
                    <a:pt x="3074" y="566"/>
                  </a:lnTo>
                  <a:lnTo>
                    <a:pt x="3074" y="573"/>
                  </a:lnTo>
                  <a:lnTo>
                    <a:pt x="3081" y="579"/>
                  </a:lnTo>
                  <a:lnTo>
                    <a:pt x="3081" y="585"/>
                  </a:lnTo>
                  <a:lnTo>
                    <a:pt x="3081" y="592"/>
                  </a:lnTo>
                  <a:lnTo>
                    <a:pt x="3081" y="598"/>
                  </a:lnTo>
                  <a:lnTo>
                    <a:pt x="3081" y="604"/>
                  </a:lnTo>
                  <a:lnTo>
                    <a:pt x="3081" y="610"/>
                  </a:lnTo>
                  <a:lnTo>
                    <a:pt x="3087" y="617"/>
                  </a:lnTo>
                  <a:lnTo>
                    <a:pt x="3087" y="629"/>
                  </a:lnTo>
                  <a:lnTo>
                    <a:pt x="3087" y="636"/>
                  </a:lnTo>
                  <a:lnTo>
                    <a:pt x="3087" y="642"/>
                  </a:lnTo>
                  <a:lnTo>
                    <a:pt x="3087" y="648"/>
                  </a:lnTo>
                  <a:lnTo>
                    <a:pt x="3093" y="654"/>
                  </a:lnTo>
                  <a:lnTo>
                    <a:pt x="3093" y="661"/>
                  </a:lnTo>
                  <a:lnTo>
                    <a:pt x="3093" y="667"/>
                  </a:lnTo>
                  <a:lnTo>
                    <a:pt x="3093" y="673"/>
                  </a:lnTo>
                  <a:lnTo>
                    <a:pt x="3093" y="680"/>
                  </a:lnTo>
                  <a:lnTo>
                    <a:pt x="3093" y="686"/>
                  </a:lnTo>
                  <a:lnTo>
                    <a:pt x="3100" y="692"/>
                  </a:lnTo>
                  <a:lnTo>
                    <a:pt x="3100" y="698"/>
                  </a:lnTo>
                  <a:lnTo>
                    <a:pt x="3100" y="705"/>
                  </a:lnTo>
                  <a:lnTo>
                    <a:pt x="3100" y="711"/>
                  </a:lnTo>
                  <a:lnTo>
                    <a:pt x="3100" y="717"/>
                  </a:lnTo>
                  <a:lnTo>
                    <a:pt x="3106" y="724"/>
                  </a:lnTo>
                  <a:lnTo>
                    <a:pt x="3106" y="730"/>
                  </a:lnTo>
                  <a:lnTo>
                    <a:pt x="3106" y="736"/>
                  </a:lnTo>
                  <a:lnTo>
                    <a:pt x="3106" y="742"/>
                  </a:lnTo>
                  <a:lnTo>
                    <a:pt x="3106" y="749"/>
                  </a:lnTo>
                  <a:lnTo>
                    <a:pt x="3112" y="755"/>
                  </a:lnTo>
                  <a:lnTo>
                    <a:pt x="3112" y="761"/>
                  </a:lnTo>
                  <a:lnTo>
                    <a:pt x="3112" y="768"/>
                  </a:lnTo>
                  <a:lnTo>
                    <a:pt x="3112" y="774"/>
                  </a:lnTo>
                  <a:lnTo>
                    <a:pt x="3118" y="780"/>
                  </a:lnTo>
                  <a:lnTo>
                    <a:pt x="3118" y="786"/>
                  </a:lnTo>
                  <a:lnTo>
                    <a:pt x="3118" y="793"/>
                  </a:lnTo>
                  <a:lnTo>
                    <a:pt x="3118" y="799"/>
                  </a:lnTo>
                  <a:lnTo>
                    <a:pt x="3125" y="799"/>
                  </a:lnTo>
                  <a:lnTo>
                    <a:pt x="3125" y="805"/>
                  </a:lnTo>
                  <a:lnTo>
                    <a:pt x="3125" y="812"/>
                  </a:lnTo>
                  <a:lnTo>
                    <a:pt x="3125" y="818"/>
                  </a:lnTo>
                  <a:lnTo>
                    <a:pt x="3131" y="818"/>
                  </a:lnTo>
                  <a:lnTo>
                    <a:pt x="3131" y="824"/>
                  </a:lnTo>
                  <a:lnTo>
                    <a:pt x="3137" y="824"/>
                  </a:lnTo>
                  <a:lnTo>
                    <a:pt x="3144" y="818"/>
                  </a:lnTo>
                  <a:lnTo>
                    <a:pt x="3144" y="812"/>
                  </a:lnTo>
                  <a:lnTo>
                    <a:pt x="3144" y="805"/>
                  </a:lnTo>
                  <a:lnTo>
                    <a:pt x="3150" y="799"/>
                  </a:lnTo>
                  <a:lnTo>
                    <a:pt x="3150" y="793"/>
                  </a:lnTo>
                  <a:lnTo>
                    <a:pt x="3150" y="786"/>
                  </a:lnTo>
                  <a:lnTo>
                    <a:pt x="3150" y="780"/>
                  </a:lnTo>
                  <a:lnTo>
                    <a:pt x="3156" y="780"/>
                  </a:lnTo>
                  <a:lnTo>
                    <a:pt x="3156" y="774"/>
                  </a:lnTo>
                  <a:lnTo>
                    <a:pt x="3156" y="768"/>
                  </a:lnTo>
                  <a:lnTo>
                    <a:pt x="3156" y="761"/>
                  </a:lnTo>
                  <a:lnTo>
                    <a:pt x="3162" y="755"/>
                  </a:lnTo>
                  <a:lnTo>
                    <a:pt x="3162" y="749"/>
                  </a:lnTo>
                  <a:lnTo>
                    <a:pt x="3162" y="742"/>
                  </a:lnTo>
                  <a:lnTo>
                    <a:pt x="3162" y="736"/>
                  </a:lnTo>
                  <a:lnTo>
                    <a:pt x="3162" y="730"/>
                  </a:lnTo>
                  <a:lnTo>
                    <a:pt x="3169" y="724"/>
                  </a:lnTo>
                  <a:lnTo>
                    <a:pt x="3169" y="717"/>
                  </a:lnTo>
                  <a:lnTo>
                    <a:pt x="3169" y="711"/>
                  </a:lnTo>
                  <a:lnTo>
                    <a:pt x="3169" y="705"/>
                  </a:lnTo>
                  <a:lnTo>
                    <a:pt x="3169" y="698"/>
                  </a:lnTo>
                  <a:lnTo>
                    <a:pt x="3169" y="692"/>
                  </a:lnTo>
                  <a:lnTo>
                    <a:pt x="3175" y="686"/>
                  </a:lnTo>
                  <a:lnTo>
                    <a:pt x="3175" y="680"/>
                  </a:lnTo>
                  <a:lnTo>
                    <a:pt x="3175" y="673"/>
                  </a:lnTo>
                  <a:lnTo>
                    <a:pt x="3175" y="667"/>
                  </a:lnTo>
                  <a:lnTo>
                    <a:pt x="3175" y="661"/>
                  </a:lnTo>
                  <a:lnTo>
                    <a:pt x="3181" y="654"/>
                  </a:lnTo>
                  <a:lnTo>
                    <a:pt x="3181" y="648"/>
                  </a:lnTo>
                  <a:lnTo>
                    <a:pt x="3181" y="642"/>
                  </a:lnTo>
                  <a:lnTo>
                    <a:pt x="3181" y="636"/>
                  </a:lnTo>
                  <a:lnTo>
                    <a:pt x="3181" y="629"/>
                  </a:lnTo>
                  <a:lnTo>
                    <a:pt x="3181" y="623"/>
                  </a:lnTo>
                  <a:lnTo>
                    <a:pt x="3188" y="617"/>
                  </a:lnTo>
                  <a:lnTo>
                    <a:pt x="3188" y="610"/>
                  </a:lnTo>
                  <a:lnTo>
                    <a:pt x="3188" y="604"/>
                  </a:lnTo>
                  <a:lnTo>
                    <a:pt x="3188" y="598"/>
                  </a:lnTo>
                  <a:lnTo>
                    <a:pt x="3188" y="592"/>
                  </a:lnTo>
                  <a:lnTo>
                    <a:pt x="3188" y="585"/>
                  </a:lnTo>
                  <a:lnTo>
                    <a:pt x="3194" y="579"/>
                  </a:lnTo>
                  <a:lnTo>
                    <a:pt x="3194" y="573"/>
                  </a:lnTo>
                  <a:lnTo>
                    <a:pt x="3194" y="566"/>
                  </a:lnTo>
                  <a:lnTo>
                    <a:pt x="3194" y="560"/>
                  </a:lnTo>
                  <a:lnTo>
                    <a:pt x="3194" y="554"/>
                  </a:lnTo>
                  <a:lnTo>
                    <a:pt x="3194" y="548"/>
                  </a:lnTo>
                  <a:lnTo>
                    <a:pt x="3194" y="541"/>
                  </a:lnTo>
                  <a:lnTo>
                    <a:pt x="3200" y="535"/>
                  </a:lnTo>
                  <a:lnTo>
                    <a:pt x="3200" y="522"/>
                  </a:lnTo>
                  <a:lnTo>
                    <a:pt x="3200" y="516"/>
                  </a:lnTo>
                  <a:lnTo>
                    <a:pt x="3200" y="510"/>
                  </a:lnTo>
                  <a:lnTo>
                    <a:pt x="3200" y="504"/>
                  </a:lnTo>
                  <a:lnTo>
                    <a:pt x="3200" y="497"/>
                  </a:lnTo>
                  <a:lnTo>
                    <a:pt x="3206" y="485"/>
                  </a:lnTo>
                  <a:lnTo>
                    <a:pt x="3206" y="478"/>
                  </a:lnTo>
                  <a:lnTo>
                    <a:pt x="3206" y="472"/>
                  </a:lnTo>
                  <a:lnTo>
                    <a:pt x="3206" y="466"/>
                  </a:lnTo>
                  <a:lnTo>
                    <a:pt x="3206" y="453"/>
                  </a:lnTo>
                  <a:lnTo>
                    <a:pt x="3206" y="447"/>
                  </a:lnTo>
                  <a:lnTo>
                    <a:pt x="3213" y="441"/>
                  </a:lnTo>
                  <a:lnTo>
                    <a:pt x="3213" y="434"/>
                  </a:lnTo>
                  <a:lnTo>
                    <a:pt x="3213" y="422"/>
                  </a:lnTo>
                  <a:lnTo>
                    <a:pt x="3213" y="415"/>
                  </a:lnTo>
                  <a:lnTo>
                    <a:pt x="3213" y="409"/>
                  </a:lnTo>
                  <a:lnTo>
                    <a:pt x="3213" y="397"/>
                  </a:lnTo>
                  <a:lnTo>
                    <a:pt x="3219" y="390"/>
                  </a:lnTo>
                  <a:lnTo>
                    <a:pt x="3219" y="384"/>
                  </a:lnTo>
                  <a:lnTo>
                    <a:pt x="3219" y="378"/>
                  </a:lnTo>
                  <a:lnTo>
                    <a:pt x="3219" y="365"/>
                  </a:lnTo>
                  <a:lnTo>
                    <a:pt x="3219" y="359"/>
                  </a:lnTo>
                  <a:lnTo>
                    <a:pt x="3219" y="353"/>
                  </a:lnTo>
                  <a:lnTo>
                    <a:pt x="3225" y="340"/>
                  </a:lnTo>
                  <a:lnTo>
                    <a:pt x="3225" y="334"/>
                  </a:lnTo>
                  <a:lnTo>
                    <a:pt x="3225" y="327"/>
                  </a:lnTo>
                  <a:lnTo>
                    <a:pt x="3225" y="315"/>
                  </a:lnTo>
                  <a:lnTo>
                    <a:pt x="3225" y="309"/>
                  </a:lnTo>
                  <a:lnTo>
                    <a:pt x="3225" y="302"/>
                  </a:lnTo>
                  <a:lnTo>
                    <a:pt x="3225" y="290"/>
                  </a:lnTo>
                  <a:lnTo>
                    <a:pt x="3232" y="283"/>
                  </a:lnTo>
                  <a:lnTo>
                    <a:pt x="3232" y="277"/>
                  </a:lnTo>
                  <a:lnTo>
                    <a:pt x="3232" y="265"/>
                  </a:lnTo>
                  <a:lnTo>
                    <a:pt x="3232" y="258"/>
                  </a:lnTo>
                  <a:lnTo>
                    <a:pt x="3232" y="246"/>
                  </a:lnTo>
                  <a:lnTo>
                    <a:pt x="3232" y="239"/>
                  </a:lnTo>
                  <a:lnTo>
                    <a:pt x="3238" y="227"/>
                  </a:lnTo>
                  <a:lnTo>
                    <a:pt x="3238" y="221"/>
                  </a:lnTo>
                  <a:lnTo>
                    <a:pt x="3238" y="208"/>
                  </a:lnTo>
                  <a:lnTo>
                    <a:pt x="3238" y="202"/>
                  </a:lnTo>
                  <a:lnTo>
                    <a:pt x="3238" y="189"/>
                  </a:lnTo>
                  <a:lnTo>
                    <a:pt x="3238" y="183"/>
                  </a:lnTo>
                  <a:lnTo>
                    <a:pt x="3244" y="170"/>
                  </a:lnTo>
                  <a:lnTo>
                    <a:pt x="3244" y="164"/>
                  </a:lnTo>
                  <a:lnTo>
                    <a:pt x="3244" y="151"/>
                  </a:lnTo>
                  <a:lnTo>
                    <a:pt x="3244" y="139"/>
                  </a:lnTo>
                  <a:lnTo>
                    <a:pt x="3244" y="133"/>
                  </a:lnTo>
                  <a:lnTo>
                    <a:pt x="3250" y="126"/>
                  </a:lnTo>
                  <a:lnTo>
                    <a:pt x="3250" y="120"/>
                  </a:lnTo>
                  <a:lnTo>
                    <a:pt x="3250" y="114"/>
                  </a:lnTo>
                  <a:lnTo>
                    <a:pt x="3257" y="114"/>
                  </a:lnTo>
                  <a:lnTo>
                    <a:pt x="3257" y="120"/>
                  </a:lnTo>
                  <a:lnTo>
                    <a:pt x="3257" y="126"/>
                  </a:lnTo>
                  <a:lnTo>
                    <a:pt x="3257" y="133"/>
                  </a:lnTo>
                  <a:lnTo>
                    <a:pt x="3257" y="139"/>
                  </a:lnTo>
                  <a:lnTo>
                    <a:pt x="3263" y="145"/>
                  </a:lnTo>
                  <a:lnTo>
                    <a:pt x="3263" y="151"/>
                  </a:lnTo>
                  <a:lnTo>
                    <a:pt x="3263" y="164"/>
                  </a:lnTo>
                  <a:lnTo>
                    <a:pt x="3263" y="170"/>
                  </a:lnTo>
                  <a:lnTo>
                    <a:pt x="3263" y="183"/>
                  </a:lnTo>
                  <a:lnTo>
                    <a:pt x="3263" y="189"/>
                  </a:lnTo>
                  <a:lnTo>
                    <a:pt x="3263" y="202"/>
                  </a:lnTo>
                  <a:lnTo>
                    <a:pt x="3269" y="208"/>
                  </a:lnTo>
                  <a:lnTo>
                    <a:pt x="3269" y="221"/>
                  </a:lnTo>
                  <a:lnTo>
                    <a:pt x="3269" y="227"/>
                  </a:lnTo>
                  <a:lnTo>
                    <a:pt x="3269" y="239"/>
                  </a:lnTo>
                  <a:lnTo>
                    <a:pt x="3269" y="246"/>
                  </a:lnTo>
                  <a:lnTo>
                    <a:pt x="3269" y="258"/>
                  </a:lnTo>
                  <a:lnTo>
                    <a:pt x="3276" y="265"/>
                  </a:lnTo>
                  <a:lnTo>
                    <a:pt x="3276" y="277"/>
                  </a:lnTo>
                  <a:lnTo>
                    <a:pt x="3276" y="283"/>
                  </a:lnTo>
                  <a:lnTo>
                    <a:pt x="3276" y="290"/>
                  </a:lnTo>
                  <a:lnTo>
                    <a:pt x="3276" y="302"/>
                  </a:lnTo>
                  <a:lnTo>
                    <a:pt x="3276" y="309"/>
                  </a:lnTo>
                  <a:lnTo>
                    <a:pt x="3282" y="315"/>
                  </a:lnTo>
                  <a:lnTo>
                    <a:pt x="3282" y="327"/>
                  </a:lnTo>
                  <a:lnTo>
                    <a:pt x="3282" y="334"/>
                  </a:lnTo>
                  <a:lnTo>
                    <a:pt x="3282" y="340"/>
                  </a:lnTo>
                  <a:lnTo>
                    <a:pt x="3282" y="353"/>
                  </a:lnTo>
                  <a:lnTo>
                    <a:pt x="3282" y="359"/>
                  </a:lnTo>
                  <a:lnTo>
                    <a:pt x="3288" y="365"/>
                  </a:lnTo>
                  <a:lnTo>
                    <a:pt x="3288" y="378"/>
                  </a:lnTo>
                  <a:lnTo>
                    <a:pt x="3288" y="384"/>
                  </a:lnTo>
                  <a:lnTo>
                    <a:pt x="3288" y="390"/>
                  </a:lnTo>
                  <a:lnTo>
                    <a:pt x="3288" y="397"/>
                  </a:lnTo>
                  <a:lnTo>
                    <a:pt x="3288" y="409"/>
                  </a:lnTo>
                  <a:lnTo>
                    <a:pt x="3294" y="415"/>
                  </a:lnTo>
                  <a:lnTo>
                    <a:pt x="3294" y="422"/>
                  </a:lnTo>
                  <a:lnTo>
                    <a:pt x="3294" y="434"/>
                  </a:lnTo>
                  <a:lnTo>
                    <a:pt x="3294" y="441"/>
                  </a:lnTo>
                  <a:lnTo>
                    <a:pt x="3294" y="447"/>
                  </a:lnTo>
                  <a:lnTo>
                    <a:pt x="3294" y="453"/>
                  </a:lnTo>
                  <a:lnTo>
                    <a:pt x="3294" y="466"/>
                  </a:lnTo>
                  <a:lnTo>
                    <a:pt x="3301" y="472"/>
                  </a:lnTo>
                  <a:lnTo>
                    <a:pt x="3301" y="478"/>
                  </a:lnTo>
                  <a:lnTo>
                    <a:pt x="3301" y="497"/>
                  </a:lnTo>
                  <a:lnTo>
                    <a:pt x="3301" y="504"/>
                  </a:lnTo>
                  <a:lnTo>
                    <a:pt x="3301" y="510"/>
                  </a:lnTo>
                  <a:lnTo>
                    <a:pt x="3307" y="516"/>
                  </a:lnTo>
                  <a:lnTo>
                    <a:pt x="3307" y="522"/>
                  </a:lnTo>
                  <a:lnTo>
                    <a:pt x="3307" y="535"/>
                  </a:lnTo>
                  <a:lnTo>
                    <a:pt x="3307" y="541"/>
                  </a:lnTo>
                  <a:lnTo>
                    <a:pt x="3307" y="548"/>
                  </a:lnTo>
                  <a:lnTo>
                    <a:pt x="3307" y="554"/>
                  </a:lnTo>
                  <a:lnTo>
                    <a:pt x="3313" y="560"/>
                  </a:lnTo>
                  <a:lnTo>
                    <a:pt x="3313" y="566"/>
                  </a:lnTo>
                  <a:lnTo>
                    <a:pt x="3313" y="573"/>
                  </a:lnTo>
                  <a:lnTo>
                    <a:pt x="3313" y="579"/>
                  </a:lnTo>
                  <a:lnTo>
                    <a:pt x="3313" y="585"/>
                  </a:lnTo>
                  <a:lnTo>
                    <a:pt x="3313" y="592"/>
                  </a:lnTo>
                  <a:lnTo>
                    <a:pt x="3320" y="598"/>
                  </a:lnTo>
                  <a:lnTo>
                    <a:pt x="3320" y="604"/>
                  </a:lnTo>
                  <a:lnTo>
                    <a:pt x="3320" y="610"/>
                  </a:lnTo>
                  <a:lnTo>
                    <a:pt x="3320" y="617"/>
                  </a:lnTo>
                  <a:lnTo>
                    <a:pt x="3320" y="623"/>
                  </a:lnTo>
                  <a:lnTo>
                    <a:pt x="3320" y="629"/>
                  </a:lnTo>
                  <a:lnTo>
                    <a:pt x="3320" y="636"/>
                  </a:lnTo>
                  <a:lnTo>
                    <a:pt x="3326" y="642"/>
                  </a:lnTo>
                  <a:lnTo>
                    <a:pt x="3326" y="648"/>
                  </a:lnTo>
                  <a:lnTo>
                    <a:pt x="3326" y="654"/>
                  </a:lnTo>
                  <a:lnTo>
                    <a:pt x="3326" y="661"/>
                  </a:lnTo>
                  <a:lnTo>
                    <a:pt x="3326" y="667"/>
                  </a:lnTo>
                  <a:lnTo>
                    <a:pt x="3326" y="673"/>
                  </a:lnTo>
                  <a:lnTo>
                    <a:pt x="3332" y="680"/>
                  </a:lnTo>
                  <a:lnTo>
                    <a:pt x="3332" y="686"/>
                  </a:lnTo>
                  <a:lnTo>
                    <a:pt x="3332" y="692"/>
                  </a:lnTo>
                  <a:lnTo>
                    <a:pt x="3332" y="698"/>
                  </a:lnTo>
                  <a:lnTo>
                    <a:pt x="3332" y="705"/>
                  </a:lnTo>
                  <a:lnTo>
                    <a:pt x="3338" y="711"/>
                  </a:lnTo>
                  <a:lnTo>
                    <a:pt x="3338" y="717"/>
                  </a:lnTo>
                  <a:lnTo>
                    <a:pt x="3338" y="724"/>
                  </a:lnTo>
                  <a:lnTo>
                    <a:pt x="3338" y="730"/>
                  </a:lnTo>
                  <a:lnTo>
                    <a:pt x="3338" y="736"/>
                  </a:lnTo>
                  <a:lnTo>
                    <a:pt x="3345" y="742"/>
                  </a:lnTo>
                  <a:lnTo>
                    <a:pt x="3345" y="749"/>
                  </a:lnTo>
                  <a:lnTo>
                    <a:pt x="3345" y="755"/>
                  </a:lnTo>
                  <a:lnTo>
                    <a:pt x="3345" y="761"/>
                  </a:lnTo>
                  <a:lnTo>
                    <a:pt x="3351" y="768"/>
                  </a:lnTo>
                  <a:lnTo>
                    <a:pt x="3351" y="774"/>
                  </a:lnTo>
                  <a:lnTo>
                    <a:pt x="3351" y="780"/>
                  </a:lnTo>
                  <a:lnTo>
                    <a:pt x="3351" y="786"/>
                  </a:lnTo>
                  <a:lnTo>
                    <a:pt x="3351" y="793"/>
                  </a:lnTo>
                  <a:lnTo>
                    <a:pt x="3357" y="793"/>
                  </a:lnTo>
                  <a:lnTo>
                    <a:pt x="3357" y="799"/>
                  </a:lnTo>
                  <a:lnTo>
                    <a:pt x="3357" y="805"/>
                  </a:lnTo>
                  <a:lnTo>
                    <a:pt x="3357" y="812"/>
                  </a:lnTo>
                  <a:lnTo>
                    <a:pt x="3364" y="812"/>
                  </a:lnTo>
                  <a:lnTo>
                    <a:pt x="3364" y="818"/>
                  </a:lnTo>
                  <a:lnTo>
                    <a:pt x="3364" y="824"/>
                  </a:lnTo>
                  <a:lnTo>
                    <a:pt x="3370" y="824"/>
                  </a:lnTo>
                  <a:lnTo>
                    <a:pt x="3376" y="824"/>
                  </a:lnTo>
                  <a:lnTo>
                    <a:pt x="3376" y="818"/>
                  </a:lnTo>
                  <a:lnTo>
                    <a:pt x="3376" y="812"/>
                  </a:lnTo>
                  <a:lnTo>
                    <a:pt x="3382" y="812"/>
                  </a:lnTo>
                  <a:lnTo>
                    <a:pt x="3382" y="805"/>
                  </a:lnTo>
                  <a:lnTo>
                    <a:pt x="3382" y="799"/>
                  </a:lnTo>
                  <a:lnTo>
                    <a:pt x="3382" y="793"/>
                  </a:lnTo>
                  <a:lnTo>
                    <a:pt x="3389" y="793"/>
                  </a:lnTo>
                  <a:lnTo>
                    <a:pt x="3389" y="786"/>
                  </a:lnTo>
                  <a:lnTo>
                    <a:pt x="3389" y="780"/>
                  </a:lnTo>
                  <a:lnTo>
                    <a:pt x="3389" y="774"/>
                  </a:lnTo>
                  <a:lnTo>
                    <a:pt x="3395" y="768"/>
                  </a:lnTo>
                  <a:lnTo>
                    <a:pt x="3395" y="761"/>
                  </a:lnTo>
                  <a:lnTo>
                    <a:pt x="3395" y="755"/>
                  </a:lnTo>
                  <a:lnTo>
                    <a:pt x="3395" y="749"/>
                  </a:lnTo>
                  <a:lnTo>
                    <a:pt x="3395" y="742"/>
                  </a:lnTo>
                  <a:lnTo>
                    <a:pt x="3401" y="736"/>
                  </a:lnTo>
                  <a:lnTo>
                    <a:pt x="3401" y="730"/>
                  </a:lnTo>
                  <a:lnTo>
                    <a:pt x="3401" y="724"/>
                  </a:lnTo>
                  <a:lnTo>
                    <a:pt x="3401" y="717"/>
                  </a:lnTo>
                  <a:lnTo>
                    <a:pt x="3401" y="711"/>
                  </a:lnTo>
                  <a:lnTo>
                    <a:pt x="3408" y="705"/>
                  </a:lnTo>
                  <a:lnTo>
                    <a:pt x="3408" y="698"/>
                  </a:lnTo>
                  <a:lnTo>
                    <a:pt x="3408" y="692"/>
                  </a:lnTo>
                  <a:lnTo>
                    <a:pt x="3408" y="686"/>
                  </a:lnTo>
                  <a:lnTo>
                    <a:pt x="3408" y="680"/>
                  </a:lnTo>
                  <a:lnTo>
                    <a:pt x="3414" y="673"/>
                  </a:lnTo>
                  <a:lnTo>
                    <a:pt x="3414" y="667"/>
                  </a:lnTo>
                  <a:lnTo>
                    <a:pt x="3414" y="661"/>
                  </a:lnTo>
                  <a:lnTo>
                    <a:pt x="3414" y="654"/>
                  </a:lnTo>
                  <a:lnTo>
                    <a:pt x="3414" y="648"/>
                  </a:lnTo>
                  <a:lnTo>
                    <a:pt x="3414" y="642"/>
                  </a:lnTo>
                  <a:lnTo>
                    <a:pt x="3420" y="636"/>
                  </a:lnTo>
                  <a:lnTo>
                    <a:pt x="3420" y="629"/>
                  </a:lnTo>
                  <a:lnTo>
                    <a:pt x="3420" y="623"/>
                  </a:lnTo>
                  <a:lnTo>
                    <a:pt x="3420" y="617"/>
                  </a:lnTo>
                  <a:lnTo>
                    <a:pt x="3420" y="610"/>
                  </a:lnTo>
                  <a:lnTo>
                    <a:pt x="3420" y="604"/>
                  </a:lnTo>
                  <a:lnTo>
                    <a:pt x="3420" y="598"/>
                  </a:lnTo>
                  <a:lnTo>
                    <a:pt x="3426" y="592"/>
                  </a:lnTo>
                  <a:lnTo>
                    <a:pt x="3426" y="585"/>
                  </a:lnTo>
                  <a:lnTo>
                    <a:pt x="3426" y="579"/>
                  </a:lnTo>
                  <a:lnTo>
                    <a:pt x="3426" y="573"/>
                  </a:lnTo>
                  <a:lnTo>
                    <a:pt x="3426" y="566"/>
                  </a:lnTo>
                  <a:lnTo>
                    <a:pt x="3426" y="560"/>
                  </a:lnTo>
                  <a:lnTo>
                    <a:pt x="3433" y="554"/>
                  </a:lnTo>
                  <a:lnTo>
                    <a:pt x="3433" y="548"/>
                  </a:lnTo>
                  <a:lnTo>
                    <a:pt x="3433" y="541"/>
                  </a:lnTo>
                  <a:lnTo>
                    <a:pt x="3433" y="535"/>
                  </a:lnTo>
                  <a:lnTo>
                    <a:pt x="3433" y="522"/>
                  </a:lnTo>
                  <a:lnTo>
                    <a:pt x="3433" y="516"/>
                  </a:lnTo>
                  <a:lnTo>
                    <a:pt x="3439" y="510"/>
                  </a:lnTo>
                  <a:lnTo>
                    <a:pt x="3439" y="504"/>
                  </a:lnTo>
                  <a:lnTo>
                    <a:pt x="3439" y="497"/>
                  </a:lnTo>
                  <a:lnTo>
                    <a:pt x="3439" y="485"/>
                  </a:lnTo>
                  <a:lnTo>
                    <a:pt x="3439" y="478"/>
                  </a:lnTo>
                  <a:lnTo>
                    <a:pt x="3439" y="472"/>
                  </a:lnTo>
                  <a:lnTo>
                    <a:pt x="3445" y="466"/>
                  </a:lnTo>
                  <a:lnTo>
                    <a:pt x="3445" y="453"/>
                  </a:lnTo>
                  <a:lnTo>
                    <a:pt x="3445" y="441"/>
                  </a:lnTo>
                  <a:lnTo>
                    <a:pt x="3445" y="434"/>
                  </a:lnTo>
                  <a:lnTo>
                    <a:pt x="3445" y="422"/>
                  </a:lnTo>
                  <a:lnTo>
                    <a:pt x="3445" y="415"/>
                  </a:lnTo>
                  <a:lnTo>
                    <a:pt x="3452" y="409"/>
                  </a:lnTo>
                  <a:lnTo>
                    <a:pt x="3452" y="397"/>
                  </a:lnTo>
                  <a:lnTo>
                    <a:pt x="3452" y="390"/>
                  </a:lnTo>
                  <a:lnTo>
                    <a:pt x="3452" y="384"/>
                  </a:lnTo>
                  <a:lnTo>
                    <a:pt x="3452" y="378"/>
                  </a:lnTo>
                  <a:lnTo>
                    <a:pt x="3452" y="365"/>
                  </a:lnTo>
                  <a:lnTo>
                    <a:pt x="3458" y="359"/>
                  </a:lnTo>
                  <a:lnTo>
                    <a:pt x="3458" y="353"/>
                  </a:lnTo>
                  <a:lnTo>
                    <a:pt x="3458" y="340"/>
                  </a:lnTo>
                  <a:lnTo>
                    <a:pt x="3458" y="334"/>
                  </a:lnTo>
                  <a:lnTo>
                    <a:pt x="3458" y="327"/>
                  </a:lnTo>
                  <a:lnTo>
                    <a:pt x="3458" y="315"/>
                  </a:lnTo>
                  <a:lnTo>
                    <a:pt x="3464" y="309"/>
                  </a:lnTo>
                  <a:lnTo>
                    <a:pt x="3464" y="302"/>
                  </a:lnTo>
                  <a:lnTo>
                    <a:pt x="3464" y="290"/>
                  </a:lnTo>
                  <a:lnTo>
                    <a:pt x="3464" y="283"/>
                  </a:lnTo>
                  <a:lnTo>
                    <a:pt x="3464" y="271"/>
                  </a:lnTo>
                  <a:lnTo>
                    <a:pt x="3464" y="265"/>
                  </a:lnTo>
                  <a:lnTo>
                    <a:pt x="3470" y="258"/>
                  </a:lnTo>
                  <a:lnTo>
                    <a:pt x="3470" y="246"/>
                  </a:lnTo>
                  <a:lnTo>
                    <a:pt x="3470" y="239"/>
                  </a:lnTo>
                  <a:lnTo>
                    <a:pt x="3470" y="227"/>
                  </a:lnTo>
                  <a:lnTo>
                    <a:pt x="3470" y="221"/>
                  </a:lnTo>
                  <a:lnTo>
                    <a:pt x="3470" y="208"/>
                  </a:lnTo>
                  <a:lnTo>
                    <a:pt x="3477" y="202"/>
                  </a:lnTo>
                  <a:lnTo>
                    <a:pt x="3477" y="189"/>
                  </a:lnTo>
                  <a:lnTo>
                    <a:pt x="3477" y="183"/>
                  </a:lnTo>
                  <a:lnTo>
                    <a:pt x="3477" y="170"/>
                  </a:lnTo>
                  <a:lnTo>
                    <a:pt x="3477" y="164"/>
                  </a:lnTo>
                  <a:lnTo>
                    <a:pt x="3477" y="151"/>
                  </a:lnTo>
                  <a:lnTo>
                    <a:pt x="3477" y="145"/>
                  </a:lnTo>
                  <a:lnTo>
                    <a:pt x="3483" y="139"/>
                  </a:lnTo>
                  <a:lnTo>
                    <a:pt x="3483" y="133"/>
                  </a:lnTo>
                  <a:lnTo>
                    <a:pt x="3483" y="126"/>
                  </a:lnTo>
                  <a:lnTo>
                    <a:pt x="3483" y="120"/>
                  </a:lnTo>
                  <a:lnTo>
                    <a:pt x="3483" y="114"/>
                  </a:lnTo>
                  <a:lnTo>
                    <a:pt x="3489" y="114"/>
                  </a:lnTo>
                  <a:lnTo>
                    <a:pt x="3489" y="120"/>
                  </a:lnTo>
                  <a:lnTo>
                    <a:pt x="3496" y="126"/>
                  </a:lnTo>
                  <a:lnTo>
                    <a:pt x="3496" y="133"/>
                  </a:lnTo>
                  <a:lnTo>
                    <a:pt x="3496" y="139"/>
                  </a:lnTo>
                  <a:lnTo>
                    <a:pt x="3496" y="145"/>
                  </a:lnTo>
                  <a:lnTo>
                    <a:pt x="3496" y="151"/>
                  </a:lnTo>
                  <a:lnTo>
                    <a:pt x="3496" y="164"/>
                  </a:lnTo>
                  <a:lnTo>
                    <a:pt x="3496" y="170"/>
                  </a:lnTo>
                  <a:lnTo>
                    <a:pt x="3502" y="189"/>
                  </a:lnTo>
                  <a:lnTo>
                    <a:pt x="3502" y="202"/>
                  </a:lnTo>
                  <a:lnTo>
                    <a:pt x="3502" y="208"/>
                  </a:lnTo>
                  <a:lnTo>
                    <a:pt x="3502" y="221"/>
                  </a:lnTo>
                  <a:lnTo>
                    <a:pt x="3502" y="227"/>
                  </a:lnTo>
                  <a:lnTo>
                    <a:pt x="3508" y="239"/>
                  </a:lnTo>
                  <a:lnTo>
                    <a:pt x="3508" y="246"/>
                  </a:lnTo>
                  <a:lnTo>
                    <a:pt x="3508" y="258"/>
                  </a:lnTo>
                  <a:lnTo>
                    <a:pt x="3508" y="265"/>
                  </a:lnTo>
                  <a:lnTo>
                    <a:pt x="3508" y="271"/>
                  </a:lnTo>
                  <a:lnTo>
                    <a:pt x="3508" y="283"/>
                  </a:lnTo>
                  <a:lnTo>
                    <a:pt x="3514" y="290"/>
                  </a:lnTo>
                  <a:lnTo>
                    <a:pt x="3514" y="302"/>
                  </a:lnTo>
                  <a:lnTo>
                    <a:pt x="3514" y="309"/>
                  </a:lnTo>
                  <a:lnTo>
                    <a:pt x="3514" y="315"/>
                  </a:lnTo>
                  <a:lnTo>
                    <a:pt x="3514" y="327"/>
                  </a:lnTo>
                  <a:lnTo>
                    <a:pt x="3514" y="334"/>
                  </a:lnTo>
                  <a:lnTo>
                    <a:pt x="3521" y="340"/>
                  </a:lnTo>
                  <a:lnTo>
                    <a:pt x="3521" y="353"/>
                  </a:lnTo>
                  <a:lnTo>
                    <a:pt x="3521" y="359"/>
                  </a:lnTo>
                  <a:lnTo>
                    <a:pt x="3521" y="365"/>
                  </a:lnTo>
                  <a:lnTo>
                    <a:pt x="3521" y="378"/>
                  </a:lnTo>
                  <a:lnTo>
                    <a:pt x="3521" y="384"/>
                  </a:lnTo>
                  <a:lnTo>
                    <a:pt x="3521" y="390"/>
                  </a:lnTo>
                  <a:lnTo>
                    <a:pt x="3527" y="397"/>
                  </a:lnTo>
                  <a:lnTo>
                    <a:pt x="3527" y="409"/>
                  </a:lnTo>
                  <a:lnTo>
                    <a:pt x="3527" y="415"/>
                  </a:lnTo>
                  <a:lnTo>
                    <a:pt x="3527" y="422"/>
                  </a:lnTo>
                  <a:lnTo>
                    <a:pt x="3527" y="434"/>
                  </a:lnTo>
                  <a:lnTo>
                    <a:pt x="3527" y="441"/>
                  </a:lnTo>
                  <a:lnTo>
                    <a:pt x="3533" y="447"/>
                  </a:lnTo>
                  <a:lnTo>
                    <a:pt x="3533" y="453"/>
                  </a:lnTo>
                  <a:lnTo>
                    <a:pt x="3533" y="466"/>
                  </a:lnTo>
                  <a:lnTo>
                    <a:pt x="3533" y="472"/>
                  </a:lnTo>
                  <a:lnTo>
                    <a:pt x="3533" y="478"/>
                  </a:lnTo>
                  <a:lnTo>
                    <a:pt x="3533" y="485"/>
                  </a:lnTo>
                  <a:lnTo>
                    <a:pt x="3540" y="497"/>
                  </a:lnTo>
                  <a:lnTo>
                    <a:pt x="3540" y="504"/>
                  </a:lnTo>
                  <a:lnTo>
                    <a:pt x="3540" y="510"/>
                  </a:lnTo>
                  <a:lnTo>
                    <a:pt x="3540" y="516"/>
                  </a:lnTo>
                  <a:lnTo>
                    <a:pt x="3540" y="522"/>
                  </a:lnTo>
                  <a:lnTo>
                    <a:pt x="3540" y="535"/>
                  </a:lnTo>
                  <a:lnTo>
                    <a:pt x="3546" y="541"/>
                  </a:lnTo>
                  <a:lnTo>
                    <a:pt x="3546" y="548"/>
                  </a:lnTo>
                  <a:lnTo>
                    <a:pt x="3546" y="554"/>
                  </a:lnTo>
                  <a:lnTo>
                    <a:pt x="3546" y="560"/>
                  </a:lnTo>
                  <a:lnTo>
                    <a:pt x="3546" y="566"/>
                  </a:lnTo>
                  <a:lnTo>
                    <a:pt x="3546" y="573"/>
                  </a:lnTo>
                  <a:lnTo>
                    <a:pt x="3546" y="579"/>
                  </a:lnTo>
                  <a:lnTo>
                    <a:pt x="3552" y="585"/>
                  </a:lnTo>
                  <a:lnTo>
                    <a:pt x="3552" y="592"/>
                  </a:lnTo>
                  <a:lnTo>
                    <a:pt x="3552" y="598"/>
                  </a:lnTo>
                  <a:lnTo>
                    <a:pt x="3552" y="604"/>
                  </a:lnTo>
                  <a:lnTo>
                    <a:pt x="3552" y="610"/>
                  </a:lnTo>
                  <a:lnTo>
                    <a:pt x="3552" y="617"/>
                  </a:lnTo>
                  <a:lnTo>
                    <a:pt x="3558" y="623"/>
                  </a:lnTo>
                  <a:lnTo>
                    <a:pt x="3558" y="629"/>
                  </a:lnTo>
                  <a:lnTo>
                    <a:pt x="3558" y="636"/>
                  </a:lnTo>
                  <a:lnTo>
                    <a:pt x="3558" y="642"/>
                  </a:lnTo>
                  <a:lnTo>
                    <a:pt x="3558" y="648"/>
                  </a:lnTo>
                  <a:lnTo>
                    <a:pt x="3558" y="654"/>
                  </a:lnTo>
                  <a:lnTo>
                    <a:pt x="3565" y="661"/>
                  </a:lnTo>
                  <a:lnTo>
                    <a:pt x="3565" y="667"/>
                  </a:lnTo>
                  <a:lnTo>
                    <a:pt x="3565" y="673"/>
                  </a:lnTo>
                  <a:lnTo>
                    <a:pt x="3565" y="680"/>
                  </a:lnTo>
                  <a:lnTo>
                    <a:pt x="3565" y="686"/>
                  </a:lnTo>
                  <a:lnTo>
                    <a:pt x="3571" y="692"/>
                  </a:lnTo>
                  <a:lnTo>
                    <a:pt x="3571" y="698"/>
                  </a:lnTo>
                  <a:lnTo>
                    <a:pt x="3571" y="705"/>
                  </a:lnTo>
                  <a:lnTo>
                    <a:pt x="3571" y="711"/>
                  </a:lnTo>
                  <a:lnTo>
                    <a:pt x="3571" y="717"/>
                  </a:lnTo>
                  <a:lnTo>
                    <a:pt x="3571" y="724"/>
                  </a:lnTo>
                  <a:lnTo>
                    <a:pt x="3577" y="730"/>
                  </a:lnTo>
                  <a:lnTo>
                    <a:pt x="3577" y="736"/>
                  </a:lnTo>
                  <a:lnTo>
                    <a:pt x="3577" y="742"/>
                  </a:lnTo>
                  <a:lnTo>
                    <a:pt x="3577" y="749"/>
                  </a:lnTo>
                  <a:lnTo>
                    <a:pt x="3577" y="755"/>
                  </a:lnTo>
                  <a:lnTo>
                    <a:pt x="3584" y="761"/>
                  </a:lnTo>
                  <a:lnTo>
                    <a:pt x="3584" y="768"/>
                  </a:lnTo>
                  <a:lnTo>
                    <a:pt x="3584" y="774"/>
                  </a:lnTo>
                  <a:lnTo>
                    <a:pt x="3584" y="780"/>
                  </a:lnTo>
                  <a:lnTo>
                    <a:pt x="3590" y="786"/>
                  </a:lnTo>
                  <a:lnTo>
                    <a:pt x="3590" y="793"/>
                  </a:lnTo>
                  <a:lnTo>
                    <a:pt x="3590" y="799"/>
                  </a:lnTo>
                  <a:lnTo>
                    <a:pt x="3596" y="805"/>
                  </a:lnTo>
                  <a:lnTo>
                    <a:pt x="3596" y="812"/>
                  </a:lnTo>
                  <a:lnTo>
                    <a:pt x="3596" y="818"/>
                  </a:lnTo>
                  <a:lnTo>
                    <a:pt x="3602" y="824"/>
                  </a:lnTo>
                  <a:lnTo>
                    <a:pt x="3609" y="824"/>
                  </a:lnTo>
                  <a:lnTo>
                    <a:pt x="3609" y="818"/>
                  </a:lnTo>
                  <a:lnTo>
                    <a:pt x="3615" y="818"/>
                  </a:lnTo>
                  <a:lnTo>
                    <a:pt x="3615" y="812"/>
                  </a:lnTo>
                  <a:lnTo>
                    <a:pt x="3615" y="805"/>
                  </a:lnTo>
                  <a:lnTo>
                    <a:pt x="3615" y="799"/>
                  </a:lnTo>
                  <a:lnTo>
                    <a:pt x="3621" y="799"/>
                  </a:lnTo>
                  <a:lnTo>
                    <a:pt x="3621" y="793"/>
                  </a:lnTo>
                  <a:lnTo>
                    <a:pt x="3621" y="786"/>
                  </a:lnTo>
                  <a:lnTo>
                    <a:pt x="3621" y="780"/>
                  </a:lnTo>
                  <a:lnTo>
                    <a:pt x="3628" y="774"/>
                  </a:lnTo>
                  <a:lnTo>
                    <a:pt x="3628" y="768"/>
                  </a:lnTo>
                  <a:lnTo>
                    <a:pt x="3628" y="761"/>
                  </a:lnTo>
                  <a:lnTo>
                    <a:pt x="3628" y="755"/>
                  </a:lnTo>
                  <a:lnTo>
                    <a:pt x="3634" y="749"/>
                  </a:lnTo>
                  <a:lnTo>
                    <a:pt x="3634" y="742"/>
                  </a:lnTo>
                  <a:lnTo>
                    <a:pt x="3634" y="736"/>
                  </a:lnTo>
                  <a:lnTo>
                    <a:pt x="3634" y="730"/>
                  </a:lnTo>
                  <a:lnTo>
                    <a:pt x="3634" y="724"/>
                  </a:lnTo>
                  <a:lnTo>
                    <a:pt x="3640" y="717"/>
                  </a:lnTo>
                  <a:lnTo>
                    <a:pt x="3640" y="711"/>
                  </a:lnTo>
                  <a:lnTo>
                    <a:pt x="3640" y="705"/>
                  </a:lnTo>
                  <a:lnTo>
                    <a:pt x="3640" y="698"/>
                  </a:lnTo>
                  <a:lnTo>
                    <a:pt x="3640" y="692"/>
                  </a:lnTo>
                  <a:lnTo>
                    <a:pt x="3646" y="686"/>
                  </a:lnTo>
                  <a:lnTo>
                    <a:pt x="3646" y="680"/>
                  </a:lnTo>
                  <a:lnTo>
                    <a:pt x="3646" y="673"/>
                  </a:lnTo>
                  <a:lnTo>
                    <a:pt x="3646" y="667"/>
                  </a:lnTo>
                  <a:lnTo>
                    <a:pt x="3646" y="661"/>
                  </a:lnTo>
                  <a:lnTo>
                    <a:pt x="3646" y="654"/>
                  </a:lnTo>
                  <a:lnTo>
                    <a:pt x="3653" y="648"/>
                  </a:lnTo>
                  <a:lnTo>
                    <a:pt x="3653" y="642"/>
                  </a:lnTo>
                  <a:lnTo>
                    <a:pt x="3653" y="636"/>
                  </a:lnTo>
                  <a:lnTo>
                    <a:pt x="3653" y="629"/>
                  </a:lnTo>
                  <a:lnTo>
                    <a:pt x="3653" y="623"/>
                  </a:lnTo>
                  <a:lnTo>
                    <a:pt x="3653" y="617"/>
                  </a:lnTo>
                  <a:lnTo>
                    <a:pt x="3659" y="610"/>
                  </a:lnTo>
                  <a:lnTo>
                    <a:pt x="3659" y="604"/>
                  </a:lnTo>
                  <a:lnTo>
                    <a:pt x="3659" y="598"/>
                  </a:lnTo>
                  <a:lnTo>
                    <a:pt x="3659" y="585"/>
                  </a:lnTo>
                  <a:lnTo>
                    <a:pt x="3659" y="579"/>
                  </a:lnTo>
                  <a:lnTo>
                    <a:pt x="3665" y="573"/>
                  </a:lnTo>
                  <a:lnTo>
                    <a:pt x="3665" y="566"/>
                  </a:lnTo>
                  <a:lnTo>
                    <a:pt x="3665" y="560"/>
                  </a:lnTo>
                  <a:lnTo>
                    <a:pt x="3665" y="554"/>
                  </a:lnTo>
                  <a:lnTo>
                    <a:pt x="3665" y="548"/>
                  </a:lnTo>
                  <a:lnTo>
                    <a:pt x="3665" y="541"/>
                  </a:lnTo>
                  <a:lnTo>
                    <a:pt x="3672" y="535"/>
                  </a:lnTo>
                  <a:lnTo>
                    <a:pt x="3672" y="522"/>
                  </a:lnTo>
                  <a:lnTo>
                    <a:pt x="3672" y="516"/>
                  </a:lnTo>
                  <a:lnTo>
                    <a:pt x="3672" y="510"/>
                  </a:lnTo>
                  <a:lnTo>
                    <a:pt x="3672" y="504"/>
                  </a:lnTo>
                  <a:lnTo>
                    <a:pt x="3672" y="497"/>
                  </a:lnTo>
                  <a:lnTo>
                    <a:pt x="3672" y="485"/>
                  </a:lnTo>
                  <a:lnTo>
                    <a:pt x="3678" y="478"/>
                  </a:lnTo>
                  <a:lnTo>
                    <a:pt x="3678" y="472"/>
                  </a:lnTo>
                  <a:lnTo>
                    <a:pt x="3678" y="466"/>
                  </a:lnTo>
                  <a:lnTo>
                    <a:pt x="3678" y="453"/>
                  </a:lnTo>
                  <a:lnTo>
                    <a:pt x="3678" y="447"/>
                  </a:lnTo>
                  <a:lnTo>
                    <a:pt x="3678" y="441"/>
                  </a:lnTo>
                  <a:lnTo>
                    <a:pt x="3684" y="434"/>
                  </a:lnTo>
                  <a:lnTo>
                    <a:pt x="3684" y="422"/>
                  </a:lnTo>
                  <a:lnTo>
                    <a:pt x="3684" y="415"/>
                  </a:lnTo>
                  <a:lnTo>
                    <a:pt x="3684" y="409"/>
                  </a:lnTo>
                  <a:lnTo>
                    <a:pt x="3684" y="397"/>
                  </a:lnTo>
                  <a:lnTo>
                    <a:pt x="3684" y="390"/>
                  </a:lnTo>
                  <a:lnTo>
                    <a:pt x="3690" y="384"/>
                  </a:lnTo>
                  <a:lnTo>
                    <a:pt x="3690" y="378"/>
                  </a:lnTo>
                  <a:lnTo>
                    <a:pt x="3690" y="365"/>
                  </a:lnTo>
                  <a:lnTo>
                    <a:pt x="3690" y="359"/>
                  </a:lnTo>
                  <a:lnTo>
                    <a:pt x="3690" y="353"/>
                  </a:lnTo>
                  <a:lnTo>
                    <a:pt x="3690" y="340"/>
                  </a:lnTo>
                  <a:lnTo>
                    <a:pt x="3697" y="334"/>
                  </a:lnTo>
                  <a:lnTo>
                    <a:pt x="3697" y="327"/>
                  </a:lnTo>
                  <a:lnTo>
                    <a:pt x="3697" y="315"/>
                  </a:lnTo>
                  <a:lnTo>
                    <a:pt x="3697" y="309"/>
                  </a:lnTo>
                  <a:lnTo>
                    <a:pt x="3697" y="302"/>
                  </a:lnTo>
                  <a:lnTo>
                    <a:pt x="3697" y="290"/>
                  </a:lnTo>
                  <a:lnTo>
                    <a:pt x="3697" y="283"/>
                  </a:lnTo>
                  <a:lnTo>
                    <a:pt x="3703" y="277"/>
                  </a:lnTo>
                  <a:lnTo>
                    <a:pt x="3703" y="265"/>
                  </a:lnTo>
                  <a:lnTo>
                    <a:pt x="3703" y="258"/>
                  </a:lnTo>
                  <a:lnTo>
                    <a:pt x="3703" y="246"/>
                  </a:lnTo>
                  <a:lnTo>
                    <a:pt x="3703" y="239"/>
                  </a:lnTo>
                  <a:lnTo>
                    <a:pt x="3703" y="227"/>
                  </a:lnTo>
                  <a:lnTo>
                    <a:pt x="3709" y="221"/>
                  </a:lnTo>
                  <a:lnTo>
                    <a:pt x="3709" y="208"/>
                  </a:lnTo>
                  <a:lnTo>
                    <a:pt x="3709" y="202"/>
                  </a:lnTo>
                  <a:lnTo>
                    <a:pt x="3709" y="189"/>
                  </a:lnTo>
                  <a:lnTo>
                    <a:pt x="3709" y="183"/>
                  </a:lnTo>
                  <a:lnTo>
                    <a:pt x="3709" y="170"/>
                  </a:lnTo>
                  <a:lnTo>
                    <a:pt x="3716" y="164"/>
                  </a:lnTo>
                  <a:lnTo>
                    <a:pt x="3716" y="151"/>
                  </a:lnTo>
                  <a:lnTo>
                    <a:pt x="3716" y="145"/>
                  </a:lnTo>
                  <a:lnTo>
                    <a:pt x="3716" y="139"/>
                  </a:lnTo>
                  <a:lnTo>
                    <a:pt x="3716" y="133"/>
                  </a:lnTo>
                  <a:lnTo>
                    <a:pt x="3716" y="126"/>
                  </a:lnTo>
                  <a:lnTo>
                    <a:pt x="3722" y="120"/>
                  </a:lnTo>
                  <a:lnTo>
                    <a:pt x="3722" y="114"/>
                  </a:lnTo>
                  <a:lnTo>
                    <a:pt x="3728" y="120"/>
                  </a:lnTo>
                  <a:lnTo>
                    <a:pt x="3728" y="126"/>
                  </a:lnTo>
                  <a:lnTo>
                    <a:pt x="3728" y="133"/>
                  </a:lnTo>
                  <a:lnTo>
                    <a:pt x="3728" y="139"/>
                  </a:lnTo>
                  <a:lnTo>
                    <a:pt x="3728" y="145"/>
                  </a:lnTo>
                  <a:lnTo>
                    <a:pt x="3734" y="151"/>
                  </a:lnTo>
                  <a:lnTo>
                    <a:pt x="3734" y="164"/>
                  </a:lnTo>
                  <a:lnTo>
                    <a:pt x="3734" y="170"/>
                  </a:lnTo>
                  <a:lnTo>
                    <a:pt x="3734" y="183"/>
                  </a:lnTo>
                  <a:lnTo>
                    <a:pt x="3734" y="189"/>
                  </a:lnTo>
                  <a:lnTo>
                    <a:pt x="3734" y="202"/>
                  </a:lnTo>
                  <a:lnTo>
                    <a:pt x="3741" y="208"/>
                  </a:lnTo>
                  <a:lnTo>
                    <a:pt x="3741" y="221"/>
                  </a:lnTo>
                  <a:lnTo>
                    <a:pt x="3741" y="227"/>
                  </a:lnTo>
                  <a:lnTo>
                    <a:pt x="3741" y="239"/>
                  </a:lnTo>
                  <a:lnTo>
                    <a:pt x="3741" y="246"/>
                  </a:lnTo>
                  <a:lnTo>
                    <a:pt x="3741" y="258"/>
                  </a:lnTo>
                  <a:lnTo>
                    <a:pt x="3741" y="265"/>
                  </a:lnTo>
                  <a:lnTo>
                    <a:pt x="3747" y="277"/>
                  </a:lnTo>
                  <a:lnTo>
                    <a:pt x="3747" y="283"/>
                  </a:lnTo>
                  <a:lnTo>
                    <a:pt x="3747" y="290"/>
                  </a:lnTo>
                  <a:lnTo>
                    <a:pt x="3747" y="302"/>
                  </a:lnTo>
                  <a:lnTo>
                    <a:pt x="3747" y="309"/>
                  </a:lnTo>
                  <a:lnTo>
                    <a:pt x="3747" y="315"/>
                  </a:lnTo>
                  <a:lnTo>
                    <a:pt x="3753" y="327"/>
                  </a:lnTo>
                  <a:lnTo>
                    <a:pt x="3753" y="334"/>
                  </a:lnTo>
                  <a:lnTo>
                    <a:pt x="3753" y="340"/>
                  </a:lnTo>
                  <a:lnTo>
                    <a:pt x="3753" y="353"/>
                  </a:lnTo>
                  <a:lnTo>
                    <a:pt x="3753" y="359"/>
                  </a:lnTo>
                  <a:lnTo>
                    <a:pt x="3753" y="365"/>
                  </a:lnTo>
                  <a:lnTo>
                    <a:pt x="3760" y="378"/>
                  </a:lnTo>
                  <a:lnTo>
                    <a:pt x="3760" y="384"/>
                  </a:lnTo>
                  <a:lnTo>
                    <a:pt x="3760" y="390"/>
                  </a:lnTo>
                  <a:lnTo>
                    <a:pt x="3760" y="397"/>
                  </a:lnTo>
                  <a:lnTo>
                    <a:pt x="3760" y="409"/>
                  </a:lnTo>
                  <a:lnTo>
                    <a:pt x="3760" y="415"/>
                  </a:lnTo>
                  <a:lnTo>
                    <a:pt x="3766" y="422"/>
                  </a:lnTo>
                  <a:lnTo>
                    <a:pt x="3766" y="434"/>
                  </a:lnTo>
                  <a:lnTo>
                    <a:pt x="3766" y="441"/>
                  </a:lnTo>
                  <a:lnTo>
                    <a:pt x="3766" y="447"/>
                  </a:lnTo>
                  <a:lnTo>
                    <a:pt x="3766" y="453"/>
                  </a:lnTo>
                  <a:lnTo>
                    <a:pt x="3766" y="466"/>
                  </a:lnTo>
                  <a:lnTo>
                    <a:pt x="3772" y="472"/>
                  </a:lnTo>
                  <a:lnTo>
                    <a:pt x="3772" y="478"/>
                  </a:lnTo>
                  <a:lnTo>
                    <a:pt x="3772" y="485"/>
                  </a:lnTo>
                  <a:lnTo>
                    <a:pt x="3772" y="497"/>
                  </a:lnTo>
                  <a:lnTo>
                    <a:pt x="3772" y="504"/>
                  </a:lnTo>
                  <a:lnTo>
                    <a:pt x="3772" y="510"/>
                  </a:lnTo>
                  <a:lnTo>
                    <a:pt x="3772" y="516"/>
                  </a:lnTo>
                  <a:lnTo>
                    <a:pt x="3778" y="522"/>
                  </a:lnTo>
                  <a:lnTo>
                    <a:pt x="3778" y="535"/>
                  </a:lnTo>
                  <a:lnTo>
                    <a:pt x="3778" y="541"/>
                  </a:lnTo>
                  <a:lnTo>
                    <a:pt x="3778" y="548"/>
                  </a:lnTo>
                  <a:lnTo>
                    <a:pt x="3778" y="554"/>
                  </a:lnTo>
                  <a:lnTo>
                    <a:pt x="3778" y="560"/>
                  </a:lnTo>
                  <a:lnTo>
                    <a:pt x="3785" y="566"/>
                  </a:lnTo>
                  <a:lnTo>
                    <a:pt x="3785" y="573"/>
                  </a:lnTo>
                  <a:lnTo>
                    <a:pt x="3785" y="579"/>
                  </a:lnTo>
                  <a:lnTo>
                    <a:pt x="3785" y="585"/>
                  </a:lnTo>
                  <a:lnTo>
                    <a:pt x="3785" y="592"/>
                  </a:lnTo>
                  <a:lnTo>
                    <a:pt x="3785" y="598"/>
                  </a:lnTo>
                  <a:lnTo>
                    <a:pt x="3791" y="604"/>
                  </a:lnTo>
                  <a:lnTo>
                    <a:pt x="3791" y="610"/>
                  </a:lnTo>
                  <a:lnTo>
                    <a:pt x="3791" y="617"/>
                  </a:lnTo>
                  <a:lnTo>
                    <a:pt x="3791" y="623"/>
                  </a:lnTo>
                  <a:lnTo>
                    <a:pt x="3791" y="629"/>
                  </a:lnTo>
                  <a:lnTo>
                    <a:pt x="3791" y="636"/>
                  </a:lnTo>
                  <a:lnTo>
                    <a:pt x="3797" y="642"/>
                  </a:lnTo>
                  <a:lnTo>
                    <a:pt x="3797" y="648"/>
                  </a:lnTo>
                  <a:lnTo>
                    <a:pt x="3797" y="654"/>
                  </a:lnTo>
                  <a:lnTo>
                    <a:pt x="3797" y="661"/>
                  </a:lnTo>
                  <a:lnTo>
                    <a:pt x="3797" y="667"/>
                  </a:lnTo>
                  <a:lnTo>
                    <a:pt x="3797" y="673"/>
                  </a:lnTo>
                  <a:lnTo>
                    <a:pt x="3797" y="680"/>
                  </a:lnTo>
                  <a:lnTo>
                    <a:pt x="3804" y="680"/>
                  </a:lnTo>
                  <a:lnTo>
                    <a:pt x="3804" y="686"/>
                  </a:lnTo>
                  <a:lnTo>
                    <a:pt x="3804" y="692"/>
                  </a:lnTo>
                  <a:lnTo>
                    <a:pt x="3804" y="698"/>
                  </a:lnTo>
                  <a:lnTo>
                    <a:pt x="3804" y="705"/>
                  </a:lnTo>
                  <a:lnTo>
                    <a:pt x="3810" y="717"/>
                  </a:lnTo>
                  <a:lnTo>
                    <a:pt x="3810" y="724"/>
                  </a:lnTo>
                  <a:lnTo>
                    <a:pt x="3810" y="730"/>
                  </a:lnTo>
                  <a:lnTo>
                    <a:pt x="3810" y="736"/>
                  </a:lnTo>
                  <a:lnTo>
                    <a:pt x="3810" y="742"/>
                  </a:lnTo>
                  <a:lnTo>
                    <a:pt x="3816" y="742"/>
                  </a:lnTo>
                  <a:lnTo>
                    <a:pt x="3816" y="749"/>
                  </a:lnTo>
                  <a:lnTo>
                    <a:pt x="3816" y="755"/>
                  </a:lnTo>
                  <a:lnTo>
                    <a:pt x="3816" y="761"/>
                  </a:lnTo>
                  <a:lnTo>
                    <a:pt x="3816" y="768"/>
                  </a:lnTo>
                  <a:lnTo>
                    <a:pt x="3822" y="774"/>
                  </a:lnTo>
                  <a:lnTo>
                    <a:pt x="3822" y="780"/>
                  </a:lnTo>
                  <a:lnTo>
                    <a:pt x="3822" y="786"/>
                  </a:lnTo>
                  <a:lnTo>
                    <a:pt x="3822" y="793"/>
                  </a:lnTo>
                  <a:lnTo>
                    <a:pt x="3829" y="793"/>
                  </a:lnTo>
                  <a:lnTo>
                    <a:pt x="3829" y="799"/>
                  </a:lnTo>
                  <a:lnTo>
                    <a:pt x="3829" y="805"/>
                  </a:lnTo>
                  <a:lnTo>
                    <a:pt x="3829" y="812"/>
                  </a:lnTo>
                  <a:lnTo>
                    <a:pt x="3835" y="818"/>
                  </a:lnTo>
                  <a:lnTo>
                    <a:pt x="3835" y="824"/>
                  </a:lnTo>
                  <a:lnTo>
                    <a:pt x="3841" y="824"/>
                  </a:lnTo>
                  <a:lnTo>
                    <a:pt x="3848" y="824"/>
                  </a:lnTo>
                  <a:lnTo>
                    <a:pt x="3848" y="818"/>
                  </a:lnTo>
                  <a:lnTo>
                    <a:pt x="3848" y="812"/>
                  </a:lnTo>
                  <a:lnTo>
                    <a:pt x="3854" y="805"/>
                  </a:lnTo>
                  <a:lnTo>
                    <a:pt x="3854" y="799"/>
                  </a:lnTo>
                  <a:lnTo>
                    <a:pt x="3854" y="793"/>
                  </a:lnTo>
                  <a:lnTo>
                    <a:pt x="3854" y="786"/>
                  </a:lnTo>
                  <a:lnTo>
                    <a:pt x="3860" y="786"/>
                  </a:lnTo>
                  <a:lnTo>
                    <a:pt x="3860" y="780"/>
                  </a:lnTo>
                  <a:lnTo>
                    <a:pt x="3860" y="774"/>
                  </a:lnTo>
                  <a:lnTo>
                    <a:pt x="3860" y="768"/>
                  </a:lnTo>
                  <a:lnTo>
                    <a:pt x="3860" y="761"/>
                  </a:lnTo>
                  <a:lnTo>
                    <a:pt x="3866" y="761"/>
                  </a:lnTo>
                  <a:lnTo>
                    <a:pt x="3866" y="755"/>
                  </a:lnTo>
                  <a:lnTo>
                    <a:pt x="3866" y="749"/>
                  </a:lnTo>
                  <a:lnTo>
                    <a:pt x="3866" y="736"/>
                  </a:lnTo>
                  <a:lnTo>
                    <a:pt x="3866" y="730"/>
                  </a:lnTo>
                  <a:lnTo>
                    <a:pt x="3873" y="724"/>
                  </a:lnTo>
                  <a:lnTo>
                    <a:pt x="3873" y="717"/>
                  </a:lnTo>
                  <a:lnTo>
                    <a:pt x="3873" y="711"/>
                  </a:lnTo>
                  <a:lnTo>
                    <a:pt x="3873" y="705"/>
                  </a:lnTo>
                  <a:lnTo>
                    <a:pt x="3873" y="698"/>
                  </a:lnTo>
                  <a:lnTo>
                    <a:pt x="3879" y="692"/>
                  </a:lnTo>
                  <a:lnTo>
                    <a:pt x="3879" y="686"/>
                  </a:lnTo>
                  <a:lnTo>
                    <a:pt x="3879" y="680"/>
                  </a:lnTo>
                  <a:lnTo>
                    <a:pt x="3879" y="673"/>
                  </a:lnTo>
                  <a:lnTo>
                    <a:pt x="3879" y="667"/>
                  </a:lnTo>
                  <a:lnTo>
                    <a:pt x="3885" y="661"/>
                  </a:lnTo>
                  <a:lnTo>
                    <a:pt x="3885" y="654"/>
                  </a:lnTo>
                  <a:lnTo>
                    <a:pt x="3885" y="648"/>
                  </a:lnTo>
                  <a:lnTo>
                    <a:pt x="3885" y="642"/>
                  </a:lnTo>
                  <a:lnTo>
                    <a:pt x="3885" y="636"/>
                  </a:lnTo>
                  <a:lnTo>
                    <a:pt x="3885" y="629"/>
                  </a:lnTo>
                  <a:lnTo>
                    <a:pt x="3892" y="617"/>
                  </a:lnTo>
                  <a:lnTo>
                    <a:pt x="3892" y="610"/>
                  </a:lnTo>
                  <a:lnTo>
                    <a:pt x="3892" y="604"/>
                  </a:lnTo>
                  <a:lnTo>
                    <a:pt x="3892" y="598"/>
                  </a:lnTo>
                  <a:lnTo>
                    <a:pt x="3892" y="592"/>
                  </a:lnTo>
                  <a:lnTo>
                    <a:pt x="3892" y="585"/>
                  </a:lnTo>
                  <a:lnTo>
                    <a:pt x="3898" y="579"/>
                  </a:lnTo>
                  <a:lnTo>
                    <a:pt x="3898" y="573"/>
                  </a:lnTo>
                  <a:lnTo>
                    <a:pt x="3898" y="560"/>
                  </a:lnTo>
                  <a:lnTo>
                    <a:pt x="3898" y="554"/>
                  </a:lnTo>
                  <a:lnTo>
                    <a:pt x="3898" y="548"/>
                  </a:lnTo>
                  <a:lnTo>
                    <a:pt x="3898" y="541"/>
                  </a:lnTo>
                  <a:lnTo>
                    <a:pt x="3898" y="535"/>
                  </a:lnTo>
                  <a:lnTo>
                    <a:pt x="3904" y="522"/>
                  </a:lnTo>
                  <a:lnTo>
                    <a:pt x="3904" y="516"/>
                  </a:lnTo>
                  <a:lnTo>
                    <a:pt x="3904" y="510"/>
                  </a:lnTo>
                  <a:lnTo>
                    <a:pt x="3904" y="504"/>
                  </a:lnTo>
                  <a:lnTo>
                    <a:pt x="3904" y="491"/>
                  </a:lnTo>
                  <a:lnTo>
                    <a:pt x="3904" y="485"/>
                  </a:lnTo>
                  <a:lnTo>
                    <a:pt x="3910" y="478"/>
                  </a:lnTo>
                  <a:lnTo>
                    <a:pt x="3910" y="466"/>
                  </a:lnTo>
                  <a:lnTo>
                    <a:pt x="3910" y="459"/>
                  </a:lnTo>
                  <a:lnTo>
                    <a:pt x="3910" y="447"/>
                  </a:lnTo>
                  <a:lnTo>
                    <a:pt x="3910" y="441"/>
                  </a:lnTo>
                  <a:lnTo>
                    <a:pt x="3910" y="434"/>
                  </a:lnTo>
                  <a:lnTo>
                    <a:pt x="3917" y="422"/>
                  </a:lnTo>
                  <a:lnTo>
                    <a:pt x="3917" y="415"/>
                  </a:lnTo>
                  <a:lnTo>
                    <a:pt x="3917" y="403"/>
                  </a:lnTo>
                  <a:lnTo>
                    <a:pt x="3917" y="397"/>
                  </a:lnTo>
                  <a:lnTo>
                    <a:pt x="3917" y="384"/>
                  </a:lnTo>
                  <a:lnTo>
                    <a:pt x="3917" y="378"/>
                  </a:lnTo>
                  <a:lnTo>
                    <a:pt x="3923" y="365"/>
                  </a:lnTo>
                  <a:lnTo>
                    <a:pt x="3923" y="359"/>
                  </a:lnTo>
                  <a:lnTo>
                    <a:pt x="3923" y="346"/>
                  </a:lnTo>
                  <a:lnTo>
                    <a:pt x="3923" y="340"/>
                  </a:lnTo>
                  <a:lnTo>
                    <a:pt x="3923" y="327"/>
                  </a:lnTo>
                  <a:lnTo>
                    <a:pt x="3923" y="321"/>
                  </a:lnTo>
                  <a:lnTo>
                    <a:pt x="3923" y="309"/>
                  </a:lnTo>
                  <a:lnTo>
                    <a:pt x="3929" y="296"/>
                  </a:lnTo>
                  <a:lnTo>
                    <a:pt x="3929" y="290"/>
                  </a:lnTo>
                  <a:lnTo>
                    <a:pt x="3929" y="277"/>
                  </a:lnTo>
                  <a:lnTo>
                    <a:pt x="3929" y="265"/>
                  </a:lnTo>
                  <a:lnTo>
                    <a:pt x="3929" y="258"/>
                  </a:lnTo>
                  <a:lnTo>
                    <a:pt x="3929" y="246"/>
                  </a:lnTo>
                  <a:lnTo>
                    <a:pt x="3936" y="233"/>
                  </a:lnTo>
                  <a:lnTo>
                    <a:pt x="3936" y="221"/>
                  </a:lnTo>
                  <a:lnTo>
                    <a:pt x="3936" y="214"/>
                  </a:lnTo>
                  <a:lnTo>
                    <a:pt x="3936" y="202"/>
                  </a:lnTo>
                  <a:lnTo>
                    <a:pt x="3936" y="189"/>
                  </a:lnTo>
                  <a:lnTo>
                    <a:pt x="3936" y="177"/>
                  </a:lnTo>
                  <a:lnTo>
                    <a:pt x="3942" y="170"/>
                  </a:lnTo>
                  <a:lnTo>
                    <a:pt x="3942" y="158"/>
                  </a:lnTo>
                  <a:lnTo>
                    <a:pt x="3942" y="145"/>
                  </a:lnTo>
                  <a:lnTo>
                    <a:pt x="3942" y="133"/>
                  </a:lnTo>
                  <a:lnTo>
                    <a:pt x="3942" y="120"/>
                  </a:lnTo>
                  <a:lnTo>
                    <a:pt x="3942" y="107"/>
                  </a:lnTo>
                  <a:lnTo>
                    <a:pt x="3948" y="95"/>
                  </a:lnTo>
                  <a:lnTo>
                    <a:pt x="3948" y="89"/>
                  </a:lnTo>
                  <a:lnTo>
                    <a:pt x="3948" y="76"/>
                  </a:lnTo>
                  <a:lnTo>
                    <a:pt x="3948" y="63"/>
                  </a:lnTo>
                  <a:lnTo>
                    <a:pt x="3948" y="51"/>
                  </a:lnTo>
                  <a:lnTo>
                    <a:pt x="3948" y="38"/>
                  </a:lnTo>
                  <a:lnTo>
                    <a:pt x="3948" y="32"/>
                  </a:lnTo>
                  <a:lnTo>
                    <a:pt x="3954" y="26"/>
                  </a:lnTo>
                  <a:lnTo>
                    <a:pt x="3954" y="19"/>
                  </a:lnTo>
                  <a:lnTo>
                    <a:pt x="3954" y="7"/>
                  </a:lnTo>
                  <a:lnTo>
                    <a:pt x="3954" y="0"/>
                  </a:lnTo>
                  <a:lnTo>
                    <a:pt x="3961" y="0"/>
                  </a:lnTo>
                  <a:lnTo>
                    <a:pt x="3961" y="7"/>
                  </a:lnTo>
                  <a:lnTo>
                    <a:pt x="3961" y="13"/>
                  </a:lnTo>
                  <a:lnTo>
                    <a:pt x="3961" y="19"/>
                  </a:lnTo>
                  <a:lnTo>
                    <a:pt x="3967" y="26"/>
                  </a:lnTo>
                  <a:lnTo>
                    <a:pt x="3967" y="32"/>
                  </a:lnTo>
                  <a:lnTo>
                    <a:pt x="3967" y="38"/>
                  </a:lnTo>
                  <a:lnTo>
                    <a:pt x="3967" y="51"/>
                  </a:lnTo>
                  <a:lnTo>
                    <a:pt x="3967" y="63"/>
                  </a:lnTo>
                  <a:lnTo>
                    <a:pt x="3967" y="76"/>
                  </a:lnTo>
                  <a:lnTo>
                    <a:pt x="3967" y="89"/>
                  </a:lnTo>
                  <a:lnTo>
                    <a:pt x="3973" y="95"/>
                  </a:lnTo>
                  <a:lnTo>
                    <a:pt x="3973" y="107"/>
                  </a:lnTo>
                  <a:lnTo>
                    <a:pt x="3973" y="120"/>
                  </a:lnTo>
                  <a:lnTo>
                    <a:pt x="3973" y="133"/>
                  </a:lnTo>
                  <a:lnTo>
                    <a:pt x="3973" y="145"/>
                  </a:lnTo>
                  <a:lnTo>
                    <a:pt x="3973" y="158"/>
                  </a:lnTo>
                  <a:lnTo>
                    <a:pt x="3980" y="170"/>
                  </a:lnTo>
                  <a:lnTo>
                    <a:pt x="3980" y="177"/>
                  </a:lnTo>
                  <a:lnTo>
                    <a:pt x="3980" y="189"/>
                  </a:lnTo>
                  <a:lnTo>
                    <a:pt x="3980" y="202"/>
                  </a:lnTo>
                  <a:lnTo>
                    <a:pt x="3980" y="214"/>
                  </a:lnTo>
                  <a:lnTo>
                    <a:pt x="3980" y="221"/>
                  </a:lnTo>
                  <a:lnTo>
                    <a:pt x="3986" y="233"/>
                  </a:lnTo>
                  <a:lnTo>
                    <a:pt x="3986" y="246"/>
                  </a:lnTo>
                  <a:lnTo>
                    <a:pt x="3986" y="258"/>
                  </a:lnTo>
                  <a:lnTo>
                    <a:pt x="3986" y="265"/>
                  </a:lnTo>
                  <a:lnTo>
                    <a:pt x="3986" y="277"/>
                  </a:lnTo>
                  <a:lnTo>
                    <a:pt x="3986" y="290"/>
                  </a:lnTo>
                  <a:lnTo>
                    <a:pt x="3992" y="296"/>
                  </a:lnTo>
                  <a:lnTo>
                    <a:pt x="3992" y="309"/>
                  </a:lnTo>
                  <a:lnTo>
                    <a:pt x="3992" y="315"/>
                  </a:lnTo>
                  <a:lnTo>
                    <a:pt x="3992" y="327"/>
                  </a:lnTo>
                  <a:lnTo>
                    <a:pt x="3992" y="340"/>
                  </a:lnTo>
                  <a:lnTo>
                    <a:pt x="3992" y="346"/>
                  </a:lnTo>
                  <a:lnTo>
                    <a:pt x="3998" y="359"/>
                  </a:lnTo>
                  <a:lnTo>
                    <a:pt x="3998" y="365"/>
                  </a:lnTo>
                  <a:lnTo>
                    <a:pt x="3998" y="378"/>
                  </a:lnTo>
                  <a:lnTo>
                    <a:pt x="3998" y="384"/>
                  </a:lnTo>
                  <a:lnTo>
                    <a:pt x="3998" y="397"/>
                  </a:lnTo>
                  <a:lnTo>
                    <a:pt x="3998" y="403"/>
                  </a:lnTo>
                  <a:lnTo>
                    <a:pt x="3998" y="415"/>
                  </a:lnTo>
                  <a:lnTo>
                    <a:pt x="4005" y="422"/>
                  </a:lnTo>
                  <a:lnTo>
                    <a:pt x="4005" y="434"/>
                  </a:lnTo>
                  <a:lnTo>
                    <a:pt x="4005" y="441"/>
                  </a:lnTo>
                  <a:lnTo>
                    <a:pt x="4005" y="447"/>
                  </a:lnTo>
                  <a:lnTo>
                    <a:pt x="4005" y="459"/>
                  </a:lnTo>
                  <a:lnTo>
                    <a:pt x="4005" y="466"/>
                  </a:lnTo>
                  <a:lnTo>
                    <a:pt x="4011" y="472"/>
                  </a:lnTo>
                  <a:lnTo>
                    <a:pt x="4011" y="485"/>
                  </a:lnTo>
                  <a:lnTo>
                    <a:pt x="4011" y="491"/>
                  </a:lnTo>
                  <a:lnTo>
                    <a:pt x="4011" y="497"/>
                  </a:lnTo>
                  <a:lnTo>
                    <a:pt x="4011" y="510"/>
                  </a:lnTo>
                  <a:lnTo>
                    <a:pt x="4011" y="516"/>
                  </a:lnTo>
                  <a:lnTo>
                    <a:pt x="4017" y="522"/>
                  </a:lnTo>
                  <a:lnTo>
                    <a:pt x="4017" y="529"/>
                  </a:lnTo>
                  <a:lnTo>
                    <a:pt x="4017" y="541"/>
                  </a:lnTo>
                  <a:lnTo>
                    <a:pt x="4017" y="548"/>
                  </a:lnTo>
                  <a:lnTo>
                    <a:pt x="4017" y="560"/>
                  </a:lnTo>
                  <a:lnTo>
                    <a:pt x="4024" y="566"/>
                  </a:lnTo>
                  <a:lnTo>
                    <a:pt x="4024" y="579"/>
                  </a:lnTo>
                  <a:lnTo>
                    <a:pt x="4024" y="585"/>
                  </a:lnTo>
                  <a:lnTo>
                    <a:pt x="4024" y="592"/>
                  </a:lnTo>
                  <a:lnTo>
                    <a:pt x="4024" y="598"/>
                  </a:lnTo>
                  <a:lnTo>
                    <a:pt x="4024" y="604"/>
                  </a:lnTo>
                  <a:lnTo>
                    <a:pt x="4024" y="610"/>
                  </a:lnTo>
                  <a:lnTo>
                    <a:pt x="4030" y="617"/>
                  </a:lnTo>
                  <a:lnTo>
                    <a:pt x="4030" y="623"/>
                  </a:lnTo>
                  <a:lnTo>
                    <a:pt x="4030" y="629"/>
                  </a:lnTo>
                  <a:lnTo>
                    <a:pt x="4030" y="636"/>
                  </a:lnTo>
                  <a:lnTo>
                    <a:pt x="4030" y="642"/>
                  </a:lnTo>
                  <a:lnTo>
                    <a:pt x="4030" y="648"/>
                  </a:lnTo>
                  <a:lnTo>
                    <a:pt x="4036" y="654"/>
                  </a:lnTo>
                  <a:lnTo>
                    <a:pt x="4036" y="661"/>
                  </a:lnTo>
                  <a:lnTo>
                    <a:pt x="4036" y="667"/>
                  </a:lnTo>
                  <a:lnTo>
                    <a:pt x="4036" y="673"/>
                  </a:lnTo>
                  <a:lnTo>
                    <a:pt x="4036" y="680"/>
                  </a:lnTo>
                  <a:lnTo>
                    <a:pt x="4036" y="686"/>
                  </a:lnTo>
                  <a:lnTo>
                    <a:pt x="4042" y="692"/>
                  </a:lnTo>
                  <a:lnTo>
                    <a:pt x="4042" y="698"/>
                  </a:lnTo>
                  <a:lnTo>
                    <a:pt x="4042" y="705"/>
                  </a:lnTo>
                  <a:lnTo>
                    <a:pt x="4042" y="711"/>
                  </a:lnTo>
                  <a:lnTo>
                    <a:pt x="4042" y="717"/>
                  </a:lnTo>
                  <a:lnTo>
                    <a:pt x="4049" y="724"/>
                  </a:lnTo>
                  <a:lnTo>
                    <a:pt x="4049" y="730"/>
                  </a:lnTo>
                  <a:lnTo>
                    <a:pt x="4049" y="736"/>
                  </a:lnTo>
                  <a:lnTo>
                    <a:pt x="4049" y="742"/>
                  </a:lnTo>
                  <a:lnTo>
                    <a:pt x="4049" y="749"/>
                  </a:lnTo>
                  <a:lnTo>
                    <a:pt x="4049" y="755"/>
                  </a:lnTo>
                  <a:lnTo>
                    <a:pt x="4055" y="761"/>
                  </a:lnTo>
                  <a:lnTo>
                    <a:pt x="4055" y="768"/>
                  </a:lnTo>
                  <a:lnTo>
                    <a:pt x="4055" y="774"/>
                  </a:lnTo>
                  <a:lnTo>
                    <a:pt x="4055" y="780"/>
                  </a:lnTo>
                  <a:lnTo>
                    <a:pt x="4061" y="786"/>
                  </a:lnTo>
                  <a:lnTo>
                    <a:pt x="4061" y="793"/>
                  </a:lnTo>
                  <a:lnTo>
                    <a:pt x="4061" y="799"/>
                  </a:lnTo>
                  <a:lnTo>
                    <a:pt x="4061" y="805"/>
                  </a:lnTo>
                  <a:lnTo>
                    <a:pt x="4068" y="805"/>
                  </a:lnTo>
                  <a:lnTo>
                    <a:pt x="4068" y="812"/>
                  </a:lnTo>
                  <a:lnTo>
                    <a:pt x="4068" y="818"/>
                  </a:lnTo>
                  <a:lnTo>
                    <a:pt x="4074" y="824"/>
                  </a:lnTo>
                  <a:lnTo>
                    <a:pt x="4080" y="824"/>
                  </a:lnTo>
                  <a:lnTo>
                    <a:pt x="4080" y="818"/>
                  </a:lnTo>
                  <a:lnTo>
                    <a:pt x="4086" y="818"/>
                  </a:lnTo>
                  <a:lnTo>
                    <a:pt x="4086" y="812"/>
                  </a:lnTo>
                  <a:lnTo>
                    <a:pt x="4086" y="805"/>
                  </a:lnTo>
                  <a:lnTo>
                    <a:pt x="4086" y="799"/>
                  </a:lnTo>
                  <a:lnTo>
                    <a:pt x="4093" y="799"/>
                  </a:lnTo>
                  <a:lnTo>
                    <a:pt x="4093" y="793"/>
                  </a:lnTo>
                  <a:lnTo>
                    <a:pt x="4093" y="786"/>
                  </a:lnTo>
                  <a:lnTo>
                    <a:pt x="4093" y="780"/>
                  </a:lnTo>
                  <a:lnTo>
                    <a:pt x="4093" y="774"/>
                  </a:lnTo>
                  <a:lnTo>
                    <a:pt x="4099" y="774"/>
                  </a:lnTo>
                  <a:lnTo>
                    <a:pt x="4099" y="768"/>
                  </a:lnTo>
                  <a:lnTo>
                    <a:pt x="4099" y="761"/>
                  </a:lnTo>
                  <a:lnTo>
                    <a:pt x="4099" y="755"/>
                  </a:lnTo>
                  <a:lnTo>
                    <a:pt x="4099" y="749"/>
                  </a:lnTo>
                  <a:lnTo>
                    <a:pt x="4105" y="742"/>
                  </a:lnTo>
                  <a:lnTo>
                    <a:pt x="4105" y="736"/>
                  </a:lnTo>
                  <a:lnTo>
                    <a:pt x="4105" y="730"/>
                  </a:lnTo>
                  <a:lnTo>
                    <a:pt x="4105" y="724"/>
                  </a:lnTo>
                  <a:lnTo>
                    <a:pt x="4112" y="717"/>
                  </a:lnTo>
                  <a:lnTo>
                    <a:pt x="4112" y="711"/>
                  </a:lnTo>
                  <a:lnTo>
                    <a:pt x="4112" y="705"/>
                  </a:lnTo>
                  <a:lnTo>
                    <a:pt x="4112" y="698"/>
                  </a:lnTo>
                  <a:lnTo>
                    <a:pt x="4112" y="692"/>
                  </a:lnTo>
                  <a:lnTo>
                    <a:pt x="4112" y="686"/>
                  </a:lnTo>
                  <a:lnTo>
                    <a:pt x="4118" y="686"/>
                  </a:lnTo>
                  <a:lnTo>
                    <a:pt x="4118" y="680"/>
                  </a:lnTo>
                  <a:lnTo>
                    <a:pt x="4118" y="673"/>
                  </a:lnTo>
                  <a:lnTo>
                    <a:pt x="4118" y="667"/>
                  </a:lnTo>
                  <a:lnTo>
                    <a:pt x="4118" y="661"/>
                  </a:lnTo>
                  <a:lnTo>
                    <a:pt x="4118" y="654"/>
                  </a:lnTo>
                  <a:lnTo>
                    <a:pt x="4118" y="648"/>
                  </a:lnTo>
                  <a:lnTo>
                    <a:pt x="4124" y="642"/>
                  </a:lnTo>
                  <a:lnTo>
                    <a:pt x="4124" y="636"/>
                  </a:lnTo>
                  <a:lnTo>
                    <a:pt x="4124" y="629"/>
                  </a:lnTo>
                  <a:lnTo>
                    <a:pt x="4124" y="623"/>
                  </a:lnTo>
                  <a:lnTo>
                    <a:pt x="4124" y="617"/>
                  </a:lnTo>
                  <a:lnTo>
                    <a:pt x="4124" y="610"/>
                  </a:lnTo>
                  <a:lnTo>
                    <a:pt x="4130" y="604"/>
                  </a:lnTo>
                  <a:lnTo>
                    <a:pt x="4130" y="592"/>
                  </a:lnTo>
                  <a:lnTo>
                    <a:pt x="4130" y="585"/>
                  </a:lnTo>
                  <a:lnTo>
                    <a:pt x="4130" y="579"/>
                  </a:lnTo>
                  <a:lnTo>
                    <a:pt x="4130" y="573"/>
                  </a:lnTo>
                  <a:lnTo>
                    <a:pt x="4130" y="566"/>
                  </a:lnTo>
                  <a:lnTo>
                    <a:pt x="4137" y="560"/>
                  </a:lnTo>
                  <a:lnTo>
                    <a:pt x="4137" y="554"/>
                  </a:lnTo>
                  <a:lnTo>
                    <a:pt x="4137" y="541"/>
                  </a:lnTo>
                  <a:lnTo>
                    <a:pt x="4137" y="535"/>
                  </a:lnTo>
                  <a:lnTo>
                    <a:pt x="4137" y="529"/>
                  </a:lnTo>
                  <a:lnTo>
                    <a:pt x="4137" y="522"/>
                  </a:lnTo>
                  <a:lnTo>
                    <a:pt x="4143" y="516"/>
                  </a:lnTo>
                  <a:lnTo>
                    <a:pt x="4143" y="504"/>
                  </a:lnTo>
                  <a:lnTo>
                    <a:pt x="4143" y="497"/>
                  </a:lnTo>
                  <a:lnTo>
                    <a:pt x="4143" y="491"/>
                  </a:lnTo>
                  <a:lnTo>
                    <a:pt x="4143" y="478"/>
                  </a:lnTo>
                  <a:lnTo>
                    <a:pt x="4143" y="472"/>
                  </a:lnTo>
                  <a:lnTo>
                    <a:pt x="4143" y="466"/>
                  </a:lnTo>
                  <a:lnTo>
                    <a:pt x="4149" y="453"/>
                  </a:lnTo>
                  <a:lnTo>
                    <a:pt x="4149" y="447"/>
                  </a:lnTo>
                  <a:lnTo>
                    <a:pt x="4149" y="441"/>
                  </a:lnTo>
                  <a:lnTo>
                    <a:pt x="4149" y="428"/>
                  </a:lnTo>
                  <a:lnTo>
                    <a:pt x="4149" y="422"/>
                  </a:lnTo>
                  <a:lnTo>
                    <a:pt x="4149" y="409"/>
                  </a:lnTo>
                  <a:lnTo>
                    <a:pt x="4156" y="403"/>
                  </a:lnTo>
                  <a:lnTo>
                    <a:pt x="4156" y="397"/>
                  </a:lnTo>
                  <a:lnTo>
                    <a:pt x="4156" y="384"/>
                  </a:lnTo>
                  <a:lnTo>
                    <a:pt x="4156" y="378"/>
                  </a:lnTo>
                  <a:lnTo>
                    <a:pt x="4156" y="365"/>
                  </a:lnTo>
                  <a:lnTo>
                    <a:pt x="4156" y="359"/>
                  </a:lnTo>
                  <a:lnTo>
                    <a:pt x="4162" y="346"/>
                  </a:lnTo>
                  <a:lnTo>
                    <a:pt x="4162" y="340"/>
                  </a:lnTo>
                  <a:lnTo>
                    <a:pt x="4162" y="327"/>
                  </a:lnTo>
                  <a:lnTo>
                    <a:pt x="4162" y="315"/>
                  </a:lnTo>
                  <a:lnTo>
                    <a:pt x="4162" y="309"/>
                  </a:lnTo>
                  <a:lnTo>
                    <a:pt x="4162" y="296"/>
                  </a:lnTo>
                  <a:lnTo>
                    <a:pt x="4168" y="290"/>
                  </a:lnTo>
                  <a:lnTo>
                    <a:pt x="4168" y="277"/>
                  </a:lnTo>
                  <a:lnTo>
                    <a:pt x="4168" y="265"/>
                  </a:lnTo>
                  <a:lnTo>
                    <a:pt x="4168" y="258"/>
                  </a:lnTo>
                  <a:lnTo>
                    <a:pt x="4168" y="246"/>
                  </a:lnTo>
                  <a:lnTo>
                    <a:pt x="4168" y="233"/>
                  </a:lnTo>
                  <a:lnTo>
                    <a:pt x="4174" y="227"/>
                  </a:lnTo>
                  <a:lnTo>
                    <a:pt x="4174" y="214"/>
                  </a:lnTo>
                  <a:lnTo>
                    <a:pt x="4174" y="202"/>
                  </a:lnTo>
                  <a:lnTo>
                    <a:pt x="4174" y="183"/>
                  </a:lnTo>
                  <a:lnTo>
                    <a:pt x="4174" y="170"/>
                  </a:lnTo>
                  <a:lnTo>
                    <a:pt x="4174" y="158"/>
                  </a:lnTo>
                  <a:lnTo>
                    <a:pt x="4181" y="145"/>
                  </a:lnTo>
                  <a:lnTo>
                    <a:pt x="4181" y="139"/>
                  </a:lnTo>
                  <a:lnTo>
                    <a:pt x="4181" y="126"/>
                  </a:lnTo>
                  <a:lnTo>
                    <a:pt x="4181" y="114"/>
                  </a:lnTo>
                  <a:lnTo>
                    <a:pt x="4181" y="101"/>
                  </a:lnTo>
                  <a:lnTo>
                    <a:pt x="4181" y="89"/>
                  </a:lnTo>
                  <a:lnTo>
                    <a:pt x="4187" y="76"/>
                  </a:lnTo>
                  <a:lnTo>
                    <a:pt x="4187" y="70"/>
                  </a:lnTo>
                  <a:lnTo>
                    <a:pt x="4187" y="57"/>
                  </a:lnTo>
                  <a:lnTo>
                    <a:pt x="4187" y="51"/>
                  </a:lnTo>
                  <a:lnTo>
                    <a:pt x="4187" y="44"/>
                  </a:lnTo>
                  <a:lnTo>
                    <a:pt x="4187" y="38"/>
                  </a:lnTo>
                  <a:lnTo>
                    <a:pt x="4193" y="38"/>
                  </a:lnTo>
                  <a:lnTo>
                    <a:pt x="4193" y="32"/>
                  </a:lnTo>
                  <a:lnTo>
                    <a:pt x="4193" y="38"/>
                  </a:lnTo>
                  <a:lnTo>
                    <a:pt x="4200" y="38"/>
                  </a:lnTo>
                  <a:lnTo>
                    <a:pt x="4200" y="44"/>
                  </a:lnTo>
                  <a:lnTo>
                    <a:pt x="4200" y="51"/>
                  </a:lnTo>
                  <a:lnTo>
                    <a:pt x="4200" y="57"/>
                  </a:lnTo>
                  <a:lnTo>
                    <a:pt x="4200" y="70"/>
                  </a:lnTo>
                  <a:lnTo>
                    <a:pt x="4200" y="76"/>
                  </a:lnTo>
                  <a:lnTo>
                    <a:pt x="4206" y="89"/>
                  </a:lnTo>
                  <a:lnTo>
                    <a:pt x="4206" y="101"/>
                  </a:lnTo>
                  <a:lnTo>
                    <a:pt x="4206" y="114"/>
                  </a:lnTo>
                  <a:lnTo>
                    <a:pt x="4206" y="126"/>
                  </a:lnTo>
                  <a:lnTo>
                    <a:pt x="4206" y="139"/>
                  </a:lnTo>
                  <a:lnTo>
                    <a:pt x="4206" y="145"/>
                  </a:lnTo>
                  <a:lnTo>
                    <a:pt x="4212" y="158"/>
                  </a:lnTo>
                  <a:lnTo>
                    <a:pt x="4212" y="170"/>
                  </a:lnTo>
                  <a:lnTo>
                    <a:pt x="4212" y="183"/>
                  </a:lnTo>
                  <a:lnTo>
                    <a:pt x="4212" y="195"/>
                  </a:lnTo>
                  <a:lnTo>
                    <a:pt x="4212" y="202"/>
                  </a:lnTo>
                  <a:lnTo>
                    <a:pt x="4212" y="214"/>
                  </a:lnTo>
                  <a:lnTo>
                    <a:pt x="4218" y="227"/>
                  </a:lnTo>
                  <a:lnTo>
                    <a:pt x="4218" y="233"/>
                  </a:lnTo>
                  <a:lnTo>
                    <a:pt x="4218" y="246"/>
                  </a:lnTo>
                  <a:lnTo>
                    <a:pt x="4218" y="258"/>
                  </a:lnTo>
                  <a:lnTo>
                    <a:pt x="4218" y="265"/>
                  </a:lnTo>
                  <a:lnTo>
                    <a:pt x="4218" y="277"/>
                  </a:lnTo>
                  <a:lnTo>
                    <a:pt x="4218" y="290"/>
                  </a:lnTo>
                  <a:lnTo>
                    <a:pt x="4225" y="296"/>
                  </a:lnTo>
                  <a:lnTo>
                    <a:pt x="4225" y="309"/>
                  </a:lnTo>
                  <a:lnTo>
                    <a:pt x="4225" y="321"/>
                  </a:lnTo>
                  <a:lnTo>
                    <a:pt x="4225" y="327"/>
                  </a:lnTo>
                  <a:lnTo>
                    <a:pt x="4225" y="340"/>
                  </a:lnTo>
                  <a:lnTo>
                    <a:pt x="4225" y="346"/>
                  </a:lnTo>
                  <a:lnTo>
                    <a:pt x="4231" y="359"/>
                  </a:lnTo>
                  <a:lnTo>
                    <a:pt x="4231" y="365"/>
                  </a:lnTo>
                  <a:lnTo>
                    <a:pt x="4231" y="378"/>
                  </a:lnTo>
                  <a:lnTo>
                    <a:pt x="4231" y="384"/>
                  </a:lnTo>
                  <a:lnTo>
                    <a:pt x="4231" y="397"/>
                  </a:lnTo>
                  <a:lnTo>
                    <a:pt x="4231" y="403"/>
                  </a:lnTo>
                  <a:lnTo>
                    <a:pt x="4237" y="422"/>
                  </a:lnTo>
                  <a:lnTo>
                    <a:pt x="4237" y="428"/>
                  </a:lnTo>
                  <a:lnTo>
                    <a:pt x="4237" y="441"/>
                  </a:lnTo>
                  <a:lnTo>
                    <a:pt x="4237" y="447"/>
                  </a:lnTo>
                  <a:lnTo>
                    <a:pt x="4237" y="459"/>
                  </a:lnTo>
                  <a:lnTo>
                    <a:pt x="4244" y="466"/>
                  </a:lnTo>
                  <a:lnTo>
                    <a:pt x="4244" y="472"/>
                  </a:lnTo>
                  <a:lnTo>
                    <a:pt x="4244" y="485"/>
                  </a:lnTo>
                  <a:lnTo>
                    <a:pt x="4244" y="491"/>
                  </a:lnTo>
                  <a:lnTo>
                    <a:pt x="4244" y="497"/>
                  </a:lnTo>
                  <a:lnTo>
                    <a:pt x="4244" y="504"/>
                  </a:lnTo>
                  <a:lnTo>
                    <a:pt x="4244" y="516"/>
                  </a:lnTo>
                  <a:lnTo>
                    <a:pt x="4250" y="522"/>
                  </a:lnTo>
                  <a:lnTo>
                    <a:pt x="4250" y="529"/>
                  </a:lnTo>
                  <a:lnTo>
                    <a:pt x="4250" y="535"/>
                  </a:lnTo>
                  <a:lnTo>
                    <a:pt x="4250" y="548"/>
                  </a:lnTo>
                  <a:lnTo>
                    <a:pt x="4250" y="554"/>
                  </a:lnTo>
                  <a:lnTo>
                    <a:pt x="4250" y="560"/>
                  </a:lnTo>
                  <a:lnTo>
                    <a:pt x="4256" y="566"/>
                  </a:lnTo>
                  <a:lnTo>
                    <a:pt x="4256" y="573"/>
                  </a:lnTo>
                  <a:lnTo>
                    <a:pt x="4256" y="579"/>
                  </a:lnTo>
                  <a:lnTo>
                    <a:pt x="4256" y="592"/>
                  </a:lnTo>
                  <a:lnTo>
                    <a:pt x="4256" y="598"/>
                  </a:lnTo>
                  <a:lnTo>
                    <a:pt x="4256" y="604"/>
                  </a:lnTo>
                  <a:lnTo>
                    <a:pt x="4262" y="610"/>
                  </a:lnTo>
                  <a:lnTo>
                    <a:pt x="4262" y="617"/>
                  </a:lnTo>
                  <a:lnTo>
                    <a:pt x="4262" y="623"/>
                  </a:lnTo>
                  <a:lnTo>
                    <a:pt x="4262" y="629"/>
                  </a:lnTo>
                  <a:lnTo>
                    <a:pt x="4262" y="636"/>
                  </a:lnTo>
                  <a:lnTo>
                    <a:pt x="4262" y="642"/>
                  </a:lnTo>
                  <a:lnTo>
                    <a:pt x="4269" y="648"/>
                  </a:lnTo>
                  <a:lnTo>
                    <a:pt x="4269" y="654"/>
                  </a:lnTo>
                  <a:lnTo>
                    <a:pt x="4269" y="661"/>
                  </a:lnTo>
                  <a:lnTo>
                    <a:pt x="4269" y="667"/>
                  </a:lnTo>
                  <a:lnTo>
                    <a:pt x="4269" y="673"/>
                  </a:lnTo>
                  <a:lnTo>
                    <a:pt x="4269" y="680"/>
                  </a:lnTo>
                  <a:lnTo>
                    <a:pt x="4269" y="686"/>
                  </a:lnTo>
                  <a:lnTo>
                    <a:pt x="4275" y="692"/>
                  </a:lnTo>
                  <a:lnTo>
                    <a:pt x="4275" y="698"/>
                  </a:lnTo>
                  <a:lnTo>
                    <a:pt x="4275" y="705"/>
                  </a:lnTo>
                  <a:lnTo>
                    <a:pt x="4275" y="711"/>
                  </a:lnTo>
                  <a:lnTo>
                    <a:pt x="4275" y="717"/>
                  </a:lnTo>
                  <a:lnTo>
                    <a:pt x="4281" y="724"/>
                  </a:lnTo>
                  <a:lnTo>
                    <a:pt x="4281" y="730"/>
                  </a:lnTo>
                  <a:lnTo>
                    <a:pt x="4281" y="736"/>
                  </a:lnTo>
                  <a:lnTo>
                    <a:pt x="4281" y="742"/>
                  </a:lnTo>
                  <a:lnTo>
                    <a:pt x="4281" y="749"/>
                  </a:lnTo>
                  <a:lnTo>
                    <a:pt x="4288" y="749"/>
                  </a:lnTo>
                  <a:lnTo>
                    <a:pt x="4288" y="755"/>
                  </a:lnTo>
                  <a:lnTo>
                    <a:pt x="4288" y="761"/>
                  </a:lnTo>
                  <a:lnTo>
                    <a:pt x="4288" y="768"/>
                  </a:lnTo>
                  <a:lnTo>
                    <a:pt x="4288" y="774"/>
                  </a:lnTo>
                  <a:lnTo>
                    <a:pt x="4294" y="774"/>
                  </a:lnTo>
                  <a:lnTo>
                    <a:pt x="4294" y="780"/>
                  </a:lnTo>
                  <a:lnTo>
                    <a:pt x="4294" y="786"/>
                  </a:lnTo>
                  <a:lnTo>
                    <a:pt x="4294" y="793"/>
                  </a:lnTo>
                  <a:lnTo>
                    <a:pt x="4300" y="799"/>
                  </a:lnTo>
                  <a:lnTo>
                    <a:pt x="4300" y="805"/>
                  </a:lnTo>
                  <a:lnTo>
                    <a:pt x="4300" y="812"/>
                  </a:lnTo>
                  <a:lnTo>
                    <a:pt x="4300" y="818"/>
                  </a:lnTo>
                  <a:lnTo>
                    <a:pt x="4307" y="818"/>
                  </a:lnTo>
                  <a:lnTo>
                    <a:pt x="4307" y="824"/>
                  </a:lnTo>
                  <a:lnTo>
                    <a:pt x="4313" y="824"/>
                  </a:lnTo>
                  <a:lnTo>
                    <a:pt x="4319" y="824"/>
                  </a:lnTo>
                  <a:lnTo>
                    <a:pt x="4319" y="818"/>
                  </a:lnTo>
                  <a:lnTo>
                    <a:pt x="4319" y="812"/>
                  </a:lnTo>
                  <a:lnTo>
                    <a:pt x="4319" y="805"/>
                  </a:lnTo>
                  <a:lnTo>
                    <a:pt x="4325" y="805"/>
                  </a:lnTo>
                  <a:lnTo>
                    <a:pt x="4325" y="799"/>
                  </a:lnTo>
                  <a:lnTo>
                    <a:pt x="4325" y="793"/>
                  </a:lnTo>
                  <a:lnTo>
                    <a:pt x="4325" y="786"/>
                  </a:lnTo>
                  <a:lnTo>
                    <a:pt x="4332" y="786"/>
                  </a:lnTo>
                  <a:lnTo>
                    <a:pt x="4332" y="780"/>
                  </a:lnTo>
                  <a:lnTo>
                    <a:pt x="4332" y="774"/>
                  </a:lnTo>
                  <a:lnTo>
                    <a:pt x="4332" y="768"/>
                  </a:lnTo>
                  <a:lnTo>
                    <a:pt x="4332" y="761"/>
                  </a:lnTo>
                  <a:lnTo>
                    <a:pt x="4338" y="761"/>
                  </a:lnTo>
                  <a:lnTo>
                    <a:pt x="4338" y="755"/>
                  </a:lnTo>
                  <a:lnTo>
                    <a:pt x="4338" y="749"/>
                  </a:lnTo>
                  <a:lnTo>
                    <a:pt x="4338" y="742"/>
                  </a:lnTo>
                  <a:lnTo>
                    <a:pt x="4338" y="736"/>
                  </a:lnTo>
                  <a:lnTo>
                    <a:pt x="4344" y="730"/>
                  </a:lnTo>
                  <a:lnTo>
                    <a:pt x="4344" y="724"/>
                  </a:lnTo>
                  <a:lnTo>
                    <a:pt x="4344" y="717"/>
                  </a:lnTo>
                  <a:lnTo>
                    <a:pt x="4344" y="711"/>
                  </a:lnTo>
                  <a:lnTo>
                    <a:pt x="4344" y="705"/>
                  </a:lnTo>
                  <a:lnTo>
                    <a:pt x="4344" y="698"/>
                  </a:lnTo>
                  <a:lnTo>
                    <a:pt x="4351" y="692"/>
                  </a:lnTo>
                  <a:lnTo>
                    <a:pt x="4351" y="686"/>
                  </a:lnTo>
                  <a:lnTo>
                    <a:pt x="4351" y="680"/>
                  </a:lnTo>
                  <a:lnTo>
                    <a:pt x="4351" y="673"/>
                  </a:lnTo>
                  <a:lnTo>
                    <a:pt x="4351" y="667"/>
                  </a:lnTo>
                  <a:lnTo>
                    <a:pt x="4357" y="661"/>
                  </a:lnTo>
                  <a:lnTo>
                    <a:pt x="4357" y="654"/>
                  </a:lnTo>
                  <a:lnTo>
                    <a:pt x="4357" y="648"/>
                  </a:lnTo>
                  <a:lnTo>
                    <a:pt x="4357" y="642"/>
                  </a:lnTo>
                  <a:lnTo>
                    <a:pt x="4357" y="636"/>
                  </a:lnTo>
                  <a:lnTo>
                    <a:pt x="4357" y="629"/>
                  </a:lnTo>
                  <a:lnTo>
                    <a:pt x="4363" y="623"/>
                  </a:lnTo>
                  <a:lnTo>
                    <a:pt x="4363" y="617"/>
                  </a:lnTo>
                  <a:lnTo>
                    <a:pt x="4363" y="610"/>
                  </a:lnTo>
                  <a:lnTo>
                    <a:pt x="4363" y="604"/>
                  </a:lnTo>
                  <a:lnTo>
                    <a:pt x="4363" y="598"/>
                  </a:lnTo>
                  <a:lnTo>
                    <a:pt x="4363" y="592"/>
                  </a:lnTo>
                  <a:lnTo>
                    <a:pt x="4369" y="585"/>
                  </a:lnTo>
                  <a:lnTo>
                    <a:pt x="4369" y="579"/>
                  </a:lnTo>
                  <a:lnTo>
                    <a:pt x="4369" y="573"/>
                  </a:lnTo>
                  <a:lnTo>
                    <a:pt x="4369" y="566"/>
                  </a:lnTo>
                  <a:lnTo>
                    <a:pt x="4369" y="560"/>
                  </a:lnTo>
                  <a:lnTo>
                    <a:pt x="4369" y="554"/>
                  </a:lnTo>
                  <a:lnTo>
                    <a:pt x="4369" y="548"/>
                  </a:lnTo>
                  <a:lnTo>
                    <a:pt x="4376" y="541"/>
                  </a:lnTo>
                  <a:lnTo>
                    <a:pt x="4376" y="535"/>
                  </a:lnTo>
                  <a:lnTo>
                    <a:pt x="4376" y="522"/>
                  </a:lnTo>
                  <a:lnTo>
                    <a:pt x="4376" y="516"/>
                  </a:lnTo>
                  <a:lnTo>
                    <a:pt x="4376" y="504"/>
                  </a:lnTo>
                  <a:lnTo>
                    <a:pt x="4382" y="497"/>
                  </a:lnTo>
                  <a:lnTo>
                    <a:pt x="4382" y="485"/>
                  </a:lnTo>
                  <a:lnTo>
                    <a:pt x="4382" y="478"/>
                  </a:lnTo>
                  <a:lnTo>
                    <a:pt x="4382" y="472"/>
                  </a:lnTo>
                  <a:lnTo>
                    <a:pt x="4382" y="466"/>
                  </a:lnTo>
                  <a:lnTo>
                    <a:pt x="4382" y="453"/>
                  </a:lnTo>
                  <a:lnTo>
                    <a:pt x="4388" y="447"/>
                  </a:lnTo>
                  <a:lnTo>
                    <a:pt x="4388" y="441"/>
                  </a:lnTo>
                  <a:lnTo>
                    <a:pt x="4388" y="434"/>
                  </a:lnTo>
                  <a:lnTo>
                    <a:pt x="4388" y="422"/>
                  </a:lnTo>
                  <a:lnTo>
                    <a:pt x="4388" y="415"/>
                  </a:lnTo>
                  <a:lnTo>
                    <a:pt x="4388" y="409"/>
                  </a:lnTo>
                  <a:lnTo>
                    <a:pt x="4395" y="397"/>
                  </a:lnTo>
                  <a:lnTo>
                    <a:pt x="4395" y="390"/>
                  </a:lnTo>
                  <a:lnTo>
                    <a:pt x="4395" y="384"/>
                  </a:lnTo>
                  <a:lnTo>
                    <a:pt x="4395" y="378"/>
                  </a:lnTo>
                  <a:lnTo>
                    <a:pt x="4395" y="365"/>
                  </a:lnTo>
                  <a:lnTo>
                    <a:pt x="4395" y="359"/>
                  </a:lnTo>
                  <a:lnTo>
                    <a:pt x="4395" y="353"/>
                  </a:lnTo>
                  <a:lnTo>
                    <a:pt x="4401" y="340"/>
                  </a:lnTo>
                  <a:lnTo>
                    <a:pt x="4401" y="334"/>
                  </a:lnTo>
                  <a:lnTo>
                    <a:pt x="4401" y="327"/>
                  </a:lnTo>
                  <a:lnTo>
                    <a:pt x="4401" y="315"/>
                  </a:lnTo>
                  <a:lnTo>
                    <a:pt x="4401" y="309"/>
                  </a:lnTo>
                  <a:lnTo>
                    <a:pt x="4401" y="302"/>
                  </a:lnTo>
                  <a:lnTo>
                    <a:pt x="4407" y="290"/>
                  </a:lnTo>
                  <a:lnTo>
                    <a:pt x="4407" y="283"/>
                  </a:lnTo>
                  <a:lnTo>
                    <a:pt x="4407" y="277"/>
                  </a:lnTo>
                  <a:lnTo>
                    <a:pt x="4407" y="265"/>
                  </a:lnTo>
                  <a:lnTo>
                    <a:pt x="4407" y="258"/>
                  </a:lnTo>
                  <a:lnTo>
                    <a:pt x="4407" y="246"/>
                  </a:lnTo>
                  <a:lnTo>
                    <a:pt x="4413" y="239"/>
                  </a:lnTo>
                  <a:lnTo>
                    <a:pt x="4413" y="227"/>
                  </a:lnTo>
                  <a:lnTo>
                    <a:pt x="4413" y="221"/>
                  </a:lnTo>
                  <a:lnTo>
                    <a:pt x="4413" y="208"/>
                  </a:lnTo>
                  <a:lnTo>
                    <a:pt x="4413" y="202"/>
                  </a:lnTo>
                  <a:lnTo>
                    <a:pt x="4413" y="189"/>
                  </a:lnTo>
                  <a:lnTo>
                    <a:pt x="4420" y="183"/>
                  </a:lnTo>
                  <a:lnTo>
                    <a:pt x="4420" y="170"/>
                  </a:lnTo>
                  <a:lnTo>
                    <a:pt x="4420" y="164"/>
                  </a:lnTo>
                  <a:lnTo>
                    <a:pt x="4420" y="151"/>
                  </a:lnTo>
                  <a:lnTo>
                    <a:pt x="4420" y="145"/>
                  </a:lnTo>
                  <a:lnTo>
                    <a:pt x="4420" y="139"/>
                  </a:lnTo>
                  <a:lnTo>
                    <a:pt x="4426" y="133"/>
                  </a:lnTo>
                  <a:lnTo>
                    <a:pt x="4426" y="126"/>
                  </a:lnTo>
                  <a:lnTo>
                    <a:pt x="4426" y="120"/>
                  </a:lnTo>
                  <a:lnTo>
                    <a:pt x="4432" y="120"/>
                  </a:lnTo>
                  <a:lnTo>
                    <a:pt x="4432" y="126"/>
                  </a:lnTo>
                  <a:lnTo>
                    <a:pt x="4432" y="133"/>
                  </a:lnTo>
                  <a:lnTo>
                    <a:pt x="4432" y="139"/>
                  </a:lnTo>
                  <a:lnTo>
                    <a:pt x="4439" y="151"/>
                  </a:lnTo>
                  <a:lnTo>
                    <a:pt x="4439" y="164"/>
                  </a:lnTo>
                  <a:lnTo>
                    <a:pt x="4439" y="177"/>
                  </a:lnTo>
                  <a:lnTo>
                    <a:pt x="4439" y="189"/>
                  </a:lnTo>
                  <a:lnTo>
                    <a:pt x="4439" y="195"/>
                  </a:lnTo>
                  <a:lnTo>
                    <a:pt x="4439" y="208"/>
                  </a:lnTo>
                  <a:lnTo>
                    <a:pt x="4445" y="221"/>
                  </a:lnTo>
                  <a:lnTo>
                    <a:pt x="4445" y="233"/>
                  </a:lnTo>
                  <a:lnTo>
                    <a:pt x="4445" y="239"/>
                  </a:lnTo>
                  <a:lnTo>
                    <a:pt x="4445" y="252"/>
                  </a:lnTo>
                  <a:lnTo>
                    <a:pt x="4445" y="265"/>
                  </a:lnTo>
                  <a:lnTo>
                    <a:pt x="4445" y="271"/>
                  </a:lnTo>
                  <a:lnTo>
                    <a:pt x="4451" y="283"/>
                  </a:lnTo>
                  <a:lnTo>
                    <a:pt x="4451" y="290"/>
                  </a:lnTo>
                  <a:lnTo>
                    <a:pt x="4451" y="302"/>
                  </a:lnTo>
                  <a:lnTo>
                    <a:pt x="4451" y="315"/>
                  </a:lnTo>
                  <a:lnTo>
                    <a:pt x="4451" y="321"/>
                  </a:lnTo>
                  <a:lnTo>
                    <a:pt x="4451" y="334"/>
                  </a:lnTo>
                  <a:lnTo>
                    <a:pt x="4457" y="340"/>
                  </a:lnTo>
                  <a:lnTo>
                    <a:pt x="4457" y="353"/>
                  </a:lnTo>
                  <a:lnTo>
                    <a:pt x="4457" y="359"/>
                  </a:lnTo>
                  <a:lnTo>
                    <a:pt x="4457" y="371"/>
                  </a:lnTo>
                  <a:lnTo>
                    <a:pt x="4457" y="378"/>
                  </a:lnTo>
                  <a:lnTo>
                    <a:pt x="4457" y="390"/>
                  </a:lnTo>
                  <a:lnTo>
                    <a:pt x="4464" y="397"/>
                  </a:lnTo>
                  <a:lnTo>
                    <a:pt x="4464" y="409"/>
                  </a:lnTo>
                  <a:lnTo>
                    <a:pt x="4464" y="415"/>
                  </a:lnTo>
                  <a:lnTo>
                    <a:pt x="4464" y="428"/>
                  </a:lnTo>
                  <a:lnTo>
                    <a:pt x="4464" y="434"/>
                  </a:lnTo>
                  <a:lnTo>
                    <a:pt x="4464" y="441"/>
                  </a:lnTo>
                  <a:lnTo>
                    <a:pt x="4470" y="453"/>
                  </a:lnTo>
                  <a:lnTo>
                    <a:pt x="4470" y="459"/>
                  </a:lnTo>
                  <a:lnTo>
                    <a:pt x="4470" y="472"/>
                  </a:lnTo>
                  <a:lnTo>
                    <a:pt x="4470" y="478"/>
                  </a:lnTo>
                  <a:lnTo>
                    <a:pt x="4470" y="485"/>
                  </a:lnTo>
                  <a:lnTo>
                    <a:pt x="4470" y="497"/>
                  </a:lnTo>
                  <a:lnTo>
                    <a:pt x="4470" y="504"/>
                  </a:lnTo>
                  <a:lnTo>
                    <a:pt x="4476" y="516"/>
                  </a:lnTo>
                  <a:lnTo>
                    <a:pt x="4476" y="522"/>
                  </a:lnTo>
                  <a:lnTo>
                    <a:pt x="4476" y="529"/>
                  </a:lnTo>
                  <a:lnTo>
                    <a:pt x="4476" y="541"/>
                  </a:lnTo>
                  <a:lnTo>
                    <a:pt x="4476" y="548"/>
                  </a:lnTo>
                  <a:lnTo>
                    <a:pt x="4476" y="554"/>
                  </a:lnTo>
                  <a:lnTo>
                    <a:pt x="4483" y="560"/>
                  </a:lnTo>
                  <a:lnTo>
                    <a:pt x="4483" y="573"/>
                  </a:lnTo>
                  <a:lnTo>
                    <a:pt x="4483" y="579"/>
                  </a:lnTo>
                  <a:lnTo>
                    <a:pt x="4483" y="585"/>
                  </a:lnTo>
                  <a:lnTo>
                    <a:pt x="4483" y="592"/>
                  </a:lnTo>
                  <a:lnTo>
                    <a:pt x="4483" y="604"/>
                  </a:lnTo>
                  <a:lnTo>
                    <a:pt x="4489" y="610"/>
                  </a:lnTo>
                  <a:lnTo>
                    <a:pt x="4489" y="617"/>
                  </a:lnTo>
                  <a:lnTo>
                    <a:pt x="4489" y="623"/>
                  </a:lnTo>
                  <a:lnTo>
                    <a:pt x="4489" y="629"/>
                  </a:lnTo>
                  <a:lnTo>
                    <a:pt x="4489" y="636"/>
                  </a:lnTo>
                  <a:lnTo>
                    <a:pt x="4489" y="642"/>
                  </a:lnTo>
                  <a:lnTo>
                    <a:pt x="4495" y="654"/>
                  </a:lnTo>
                  <a:lnTo>
                    <a:pt x="4495" y="661"/>
                  </a:lnTo>
                  <a:lnTo>
                    <a:pt x="4495" y="667"/>
                  </a:lnTo>
                  <a:lnTo>
                    <a:pt x="4495" y="673"/>
                  </a:lnTo>
                  <a:lnTo>
                    <a:pt x="4495" y="680"/>
                  </a:lnTo>
                  <a:lnTo>
                    <a:pt x="4495" y="686"/>
                  </a:lnTo>
                  <a:lnTo>
                    <a:pt x="4495" y="692"/>
                  </a:lnTo>
                  <a:lnTo>
                    <a:pt x="4501" y="698"/>
                  </a:lnTo>
                  <a:lnTo>
                    <a:pt x="4501" y="705"/>
                  </a:lnTo>
                  <a:lnTo>
                    <a:pt x="4501" y="711"/>
                  </a:lnTo>
                  <a:lnTo>
                    <a:pt x="4501" y="717"/>
                  </a:lnTo>
                  <a:lnTo>
                    <a:pt x="4501" y="724"/>
                  </a:lnTo>
                  <a:lnTo>
                    <a:pt x="4508" y="730"/>
                  </a:lnTo>
                  <a:lnTo>
                    <a:pt x="4508" y="736"/>
                  </a:lnTo>
                  <a:lnTo>
                    <a:pt x="4508" y="742"/>
                  </a:lnTo>
                  <a:lnTo>
                    <a:pt x="4508" y="749"/>
                  </a:lnTo>
                  <a:lnTo>
                    <a:pt x="4508" y="755"/>
                  </a:lnTo>
                  <a:lnTo>
                    <a:pt x="4508" y="761"/>
                  </a:lnTo>
                  <a:lnTo>
                    <a:pt x="4514" y="761"/>
                  </a:lnTo>
                  <a:lnTo>
                    <a:pt x="4514" y="768"/>
                  </a:lnTo>
                  <a:lnTo>
                    <a:pt x="4514" y="774"/>
                  </a:lnTo>
                  <a:lnTo>
                    <a:pt x="4514" y="780"/>
                  </a:lnTo>
                  <a:lnTo>
                    <a:pt x="4514" y="786"/>
                  </a:lnTo>
                  <a:lnTo>
                    <a:pt x="4520" y="793"/>
                  </a:lnTo>
                  <a:lnTo>
                    <a:pt x="4520" y="799"/>
                  </a:lnTo>
                  <a:lnTo>
                    <a:pt x="4520" y="805"/>
                  </a:lnTo>
                  <a:lnTo>
                    <a:pt x="4520" y="812"/>
                  </a:lnTo>
                  <a:lnTo>
                    <a:pt x="4520" y="818"/>
                  </a:lnTo>
                  <a:lnTo>
                    <a:pt x="4527" y="818"/>
                  </a:lnTo>
                  <a:lnTo>
                    <a:pt x="4527" y="824"/>
                  </a:lnTo>
                  <a:lnTo>
                    <a:pt x="4527" y="830"/>
                  </a:lnTo>
                  <a:lnTo>
                    <a:pt x="4527" y="837"/>
                  </a:lnTo>
                  <a:lnTo>
                    <a:pt x="4527" y="843"/>
                  </a:lnTo>
                  <a:lnTo>
                    <a:pt x="4533" y="843"/>
                  </a:lnTo>
                  <a:lnTo>
                    <a:pt x="4533" y="849"/>
                  </a:lnTo>
                  <a:lnTo>
                    <a:pt x="4533" y="856"/>
                  </a:lnTo>
                  <a:lnTo>
                    <a:pt x="4533" y="862"/>
                  </a:lnTo>
                  <a:lnTo>
                    <a:pt x="4539" y="862"/>
                  </a:lnTo>
                  <a:lnTo>
                    <a:pt x="4539" y="868"/>
                  </a:lnTo>
                  <a:lnTo>
                    <a:pt x="4545" y="868"/>
                  </a:lnTo>
                  <a:lnTo>
                    <a:pt x="4545" y="874"/>
                  </a:lnTo>
                  <a:lnTo>
                    <a:pt x="4552" y="868"/>
                  </a:lnTo>
                  <a:lnTo>
                    <a:pt x="4552" y="862"/>
                  </a:lnTo>
                  <a:lnTo>
                    <a:pt x="4558" y="862"/>
                  </a:lnTo>
                  <a:lnTo>
                    <a:pt x="4558" y="856"/>
                  </a:lnTo>
                  <a:lnTo>
                    <a:pt x="4558" y="849"/>
                  </a:lnTo>
                  <a:lnTo>
                    <a:pt x="4558" y="843"/>
                  </a:lnTo>
                  <a:lnTo>
                    <a:pt x="4564" y="843"/>
                  </a:lnTo>
                  <a:lnTo>
                    <a:pt x="4564" y="837"/>
                  </a:lnTo>
                  <a:lnTo>
                    <a:pt x="4564" y="830"/>
                  </a:lnTo>
                  <a:lnTo>
                    <a:pt x="4564" y="824"/>
                  </a:lnTo>
                  <a:lnTo>
                    <a:pt x="4564" y="818"/>
                  </a:lnTo>
                  <a:lnTo>
                    <a:pt x="4571" y="812"/>
                  </a:lnTo>
                  <a:lnTo>
                    <a:pt x="4571" y="805"/>
                  </a:lnTo>
                  <a:lnTo>
                    <a:pt x="4571" y="799"/>
                  </a:lnTo>
                  <a:lnTo>
                    <a:pt x="4571" y="793"/>
                  </a:lnTo>
                  <a:lnTo>
                    <a:pt x="4577" y="786"/>
                  </a:lnTo>
                  <a:lnTo>
                    <a:pt x="4577" y="780"/>
                  </a:lnTo>
                  <a:lnTo>
                    <a:pt x="4577" y="774"/>
                  </a:lnTo>
                  <a:lnTo>
                    <a:pt x="4577" y="768"/>
                  </a:lnTo>
                  <a:lnTo>
                    <a:pt x="4577" y="761"/>
                  </a:lnTo>
                  <a:lnTo>
                    <a:pt x="4583" y="755"/>
                  </a:lnTo>
                  <a:lnTo>
                    <a:pt x="4583" y="749"/>
                  </a:lnTo>
                  <a:lnTo>
                    <a:pt x="4583" y="742"/>
                  </a:lnTo>
                  <a:lnTo>
                    <a:pt x="4583" y="736"/>
                  </a:lnTo>
                  <a:lnTo>
                    <a:pt x="4583" y="730"/>
                  </a:lnTo>
                  <a:lnTo>
                    <a:pt x="4583" y="724"/>
                  </a:lnTo>
                  <a:lnTo>
                    <a:pt x="4589" y="717"/>
                  </a:lnTo>
                  <a:lnTo>
                    <a:pt x="4589" y="711"/>
                  </a:lnTo>
                  <a:lnTo>
                    <a:pt x="4589" y="705"/>
                  </a:lnTo>
                  <a:lnTo>
                    <a:pt x="4589" y="698"/>
                  </a:lnTo>
                  <a:lnTo>
                    <a:pt x="4589" y="692"/>
                  </a:lnTo>
                  <a:lnTo>
                    <a:pt x="4589" y="686"/>
                  </a:lnTo>
                  <a:lnTo>
                    <a:pt x="4596" y="680"/>
                  </a:lnTo>
                  <a:lnTo>
                    <a:pt x="4596" y="667"/>
                  </a:lnTo>
                  <a:lnTo>
                    <a:pt x="4596" y="661"/>
                  </a:lnTo>
                  <a:lnTo>
                    <a:pt x="4596" y="654"/>
                  </a:lnTo>
                  <a:lnTo>
                    <a:pt x="4596" y="648"/>
                  </a:lnTo>
                  <a:lnTo>
                    <a:pt x="4596" y="642"/>
                  </a:lnTo>
                  <a:lnTo>
                    <a:pt x="4602" y="636"/>
                  </a:lnTo>
                  <a:lnTo>
                    <a:pt x="4602" y="623"/>
                  </a:lnTo>
                  <a:lnTo>
                    <a:pt x="4602" y="617"/>
                  </a:lnTo>
                  <a:lnTo>
                    <a:pt x="4602" y="610"/>
                  </a:lnTo>
                  <a:lnTo>
                    <a:pt x="4602" y="604"/>
                  </a:lnTo>
                  <a:lnTo>
                    <a:pt x="4602" y="598"/>
                  </a:lnTo>
                  <a:lnTo>
                    <a:pt x="4608" y="585"/>
                  </a:lnTo>
                  <a:lnTo>
                    <a:pt x="4608" y="579"/>
                  </a:lnTo>
                  <a:lnTo>
                    <a:pt x="4608" y="573"/>
                  </a:lnTo>
                  <a:lnTo>
                    <a:pt x="4608" y="560"/>
                  </a:lnTo>
                  <a:lnTo>
                    <a:pt x="4608" y="554"/>
                  </a:lnTo>
                  <a:lnTo>
                    <a:pt x="4608" y="548"/>
                  </a:lnTo>
                  <a:lnTo>
                    <a:pt x="4615" y="535"/>
                  </a:lnTo>
                  <a:lnTo>
                    <a:pt x="4615" y="529"/>
                  </a:lnTo>
                  <a:lnTo>
                    <a:pt x="4615" y="522"/>
                  </a:lnTo>
                  <a:lnTo>
                    <a:pt x="4615" y="510"/>
                  </a:lnTo>
                  <a:lnTo>
                    <a:pt x="4615" y="504"/>
                  </a:lnTo>
                  <a:lnTo>
                    <a:pt x="4615" y="491"/>
                  </a:lnTo>
                  <a:lnTo>
                    <a:pt x="4621" y="485"/>
                  </a:lnTo>
                  <a:lnTo>
                    <a:pt x="4621" y="478"/>
                  </a:lnTo>
                  <a:lnTo>
                    <a:pt x="4621" y="466"/>
                  </a:lnTo>
                  <a:lnTo>
                    <a:pt x="4621" y="459"/>
                  </a:lnTo>
                  <a:lnTo>
                    <a:pt x="4621" y="447"/>
                  </a:lnTo>
                  <a:lnTo>
                    <a:pt x="4621" y="441"/>
                  </a:lnTo>
                  <a:lnTo>
                    <a:pt x="4621" y="428"/>
                  </a:lnTo>
                  <a:lnTo>
                    <a:pt x="4627" y="415"/>
                  </a:lnTo>
                  <a:lnTo>
                    <a:pt x="4627" y="409"/>
                  </a:lnTo>
                  <a:lnTo>
                    <a:pt x="4627" y="397"/>
                  </a:lnTo>
                  <a:lnTo>
                    <a:pt x="4627" y="390"/>
                  </a:lnTo>
                  <a:lnTo>
                    <a:pt x="4627" y="378"/>
                  </a:lnTo>
                  <a:lnTo>
                    <a:pt x="4627" y="371"/>
                  </a:lnTo>
                  <a:lnTo>
                    <a:pt x="4633" y="359"/>
                  </a:lnTo>
                  <a:lnTo>
                    <a:pt x="4633" y="353"/>
                  </a:lnTo>
                  <a:lnTo>
                    <a:pt x="4633" y="340"/>
                  </a:lnTo>
                  <a:lnTo>
                    <a:pt x="4633" y="334"/>
                  </a:lnTo>
                  <a:lnTo>
                    <a:pt x="4633" y="321"/>
                  </a:lnTo>
                  <a:lnTo>
                    <a:pt x="4633" y="315"/>
                  </a:lnTo>
                  <a:lnTo>
                    <a:pt x="4640" y="302"/>
                  </a:lnTo>
                  <a:lnTo>
                    <a:pt x="4640" y="290"/>
                  </a:lnTo>
                  <a:lnTo>
                    <a:pt x="4640" y="283"/>
                  </a:lnTo>
                  <a:lnTo>
                    <a:pt x="4640" y="271"/>
                  </a:lnTo>
                  <a:lnTo>
                    <a:pt x="4640" y="258"/>
                  </a:lnTo>
                  <a:lnTo>
                    <a:pt x="4640" y="252"/>
                  </a:lnTo>
                  <a:lnTo>
                    <a:pt x="4646" y="239"/>
                  </a:lnTo>
                  <a:lnTo>
                    <a:pt x="4646" y="227"/>
                  </a:lnTo>
                  <a:lnTo>
                    <a:pt x="4646" y="214"/>
                  </a:lnTo>
                  <a:lnTo>
                    <a:pt x="4646" y="208"/>
                  </a:lnTo>
                  <a:lnTo>
                    <a:pt x="4646" y="195"/>
                  </a:lnTo>
                  <a:lnTo>
                    <a:pt x="4646" y="183"/>
                  </a:lnTo>
                  <a:lnTo>
                    <a:pt x="4652" y="170"/>
                  </a:lnTo>
                  <a:lnTo>
                    <a:pt x="4652" y="164"/>
                  </a:lnTo>
                  <a:lnTo>
                    <a:pt x="4652" y="151"/>
                  </a:lnTo>
                  <a:lnTo>
                    <a:pt x="4652" y="139"/>
                  </a:lnTo>
                  <a:lnTo>
                    <a:pt x="4652" y="126"/>
                  </a:lnTo>
                  <a:lnTo>
                    <a:pt x="4652" y="114"/>
                  </a:lnTo>
                  <a:lnTo>
                    <a:pt x="4652" y="101"/>
                  </a:lnTo>
                  <a:lnTo>
                    <a:pt x="4659" y="95"/>
                  </a:lnTo>
                  <a:lnTo>
                    <a:pt x="4659" y="82"/>
                  </a:lnTo>
                  <a:lnTo>
                    <a:pt x="4659" y="76"/>
                  </a:lnTo>
                  <a:lnTo>
                    <a:pt x="4659" y="70"/>
                  </a:lnTo>
                  <a:lnTo>
                    <a:pt x="4659" y="63"/>
                  </a:lnTo>
                  <a:lnTo>
                    <a:pt x="4659" y="57"/>
                  </a:lnTo>
                  <a:lnTo>
                    <a:pt x="4665" y="57"/>
                  </a:lnTo>
                  <a:lnTo>
                    <a:pt x="4665" y="51"/>
                  </a:lnTo>
                  <a:lnTo>
                    <a:pt x="4671" y="57"/>
                  </a:lnTo>
                  <a:lnTo>
                    <a:pt x="4671" y="63"/>
                  </a:lnTo>
                  <a:lnTo>
                    <a:pt x="4671" y="70"/>
                  </a:lnTo>
                  <a:lnTo>
                    <a:pt x="4671" y="76"/>
                  </a:lnTo>
                  <a:lnTo>
                    <a:pt x="4671" y="89"/>
                  </a:lnTo>
                  <a:lnTo>
                    <a:pt x="4671" y="95"/>
                  </a:lnTo>
                  <a:lnTo>
                    <a:pt x="4677" y="107"/>
                  </a:lnTo>
                  <a:lnTo>
                    <a:pt x="4677" y="114"/>
                  </a:lnTo>
                  <a:lnTo>
                    <a:pt x="4677" y="126"/>
                  </a:lnTo>
                  <a:lnTo>
                    <a:pt x="4677" y="133"/>
                  </a:lnTo>
                  <a:lnTo>
                    <a:pt x="4677" y="145"/>
                  </a:lnTo>
                  <a:lnTo>
                    <a:pt x="4677" y="158"/>
                  </a:lnTo>
                  <a:lnTo>
                    <a:pt x="4684" y="164"/>
                  </a:lnTo>
                  <a:lnTo>
                    <a:pt x="4684" y="177"/>
                  </a:lnTo>
                  <a:lnTo>
                    <a:pt x="4684" y="183"/>
                  </a:lnTo>
                  <a:lnTo>
                    <a:pt x="4684" y="195"/>
                  </a:lnTo>
                  <a:lnTo>
                    <a:pt x="4684" y="202"/>
                  </a:lnTo>
                  <a:lnTo>
                    <a:pt x="4684" y="214"/>
                  </a:lnTo>
                  <a:lnTo>
                    <a:pt x="4690" y="221"/>
                  </a:lnTo>
                  <a:lnTo>
                    <a:pt x="4690" y="227"/>
                  </a:lnTo>
                  <a:lnTo>
                    <a:pt x="4690" y="239"/>
                  </a:lnTo>
                  <a:lnTo>
                    <a:pt x="4690" y="246"/>
                  </a:lnTo>
                  <a:lnTo>
                    <a:pt x="4690" y="258"/>
                  </a:lnTo>
                  <a:lnTo>
                    <a:pt x="4690" y="265"/>
                  </a:lnTo>
                  <a:lnTo>
                    <a:pt x="4696" y="271"/>
                  </a:lnTo>
                  <a:lnTo>
                    <a:pt x="4696" y="283"/>
                  </a:lnTo>
                  <a:lnTo>
                    <a:pt x="4696" y="290"/>
                  </a:lnTo>
                  <a:lnTo>
                    <a:pt x="4696" y="302"/>
                  </a:lnTo>
                  <a:lnTo>
                    <a:pt x="4696" y="309"/>
                  </a:lnTo>
                  <a:lnTo>
                    <a:pt x="4696" y="315"/>
                  </a:lnTo>
                  <a:lnTo>
                    <a:pt x="4696" y="327"/>
                  </a:lnTo>
                  <a:lnTo>
                    <a:pt x="4703" y="334"/>
                  </a:lnTo>
                  <a:lnTo>
                    <a:pt x="4703" y="340"/>
                  </a:lnTo>
                  <a:lnTo>
                    <a:pt x="4703" y="346"/>
                  </a:lnTo>
                  <a:lnTo>
                    <a:pt x="4703" y="359"/>
                  </a:lnTo>
                  <a:lnTo>
                    <a:pt x="4703" y="365"/>
                  </a:lnTo>
                  <a:lnTo>
                    <a:pt x="4703" y="371"/>
                  </a:lnTo>
                  <a:lnTo>
                    <a:pt x="4709" y="384"/>
                  </a:lnTo>
                  <a:lnTo>
                    <a:pt x="4709" y="390"/>
                  </a:lnTo>
                  <a:lnTo>
                    <a:pt x="4709" y="397"/>
                  </a:lnTo>
                  <a:lnTo>
                    <a:pt x="4709" y="403"/>
                  </a:lnTo>
                  <a:lnTo>
                    <a:pt x="4709" y="409"/>
                  </a:lnTo>
                  <a:lnTo>
                    <a:pt x="4709" y="422"/>
                  </a:lnTo>
                  <a:lnTo>
                    <a:pt x="4715" y="428"/>
                  </a:lnTo>
                  <a:lnTo>
                    <a:pt x="4715" y="434"/>
                  </a:lnTo>
                  <a:lnTo>
                    <a:pt x="4715" y="441"/>
                  </a:lnTo>
                  <a:lnTo>
                    <a:pt x="4715" y="447"/>
                  </a:lnTo>
                  <a:lnTo>
                    <a:pt x="4715" y="453"/>
                  </a:lnTo>
                  <a:lnTo>
                    <a:pt x="4715" y="459"/>
                  </a:lnTo>
                  <a:lnTo>
                    <a:pt x="4721" y="466"/>
                  </a:lnTo>
                  <a:lnTo>
                    <a:pt x="4721" y="478"/>
                  </a:lnTo>
                  <a:lnTo>
                    <a:pt x="4721" y="485"/>
                  </a:lnTo>
                  <a:lnTo>
                    <a:pt x="4721" y="491"/>
                  </a:lnTo>
                  <a:lnTo>
                    <a:pt x="4721" y="497"/>
                  </a:lnTo>
                  <a:lnTo>
                    <a:pt x="4721" y="504"/>
                  </a:lnTo>
                  <a:lnTo>
                    <a:pt x="4721" y="510"/>
                  </a:lnTo>
                  <a:lnTo>
                    <a:pt x="4728" y="516"/>
                  </a:lnTo>
                  <a:lnTo>
                    <a:pt x="4728" y="522"/>
                  </a:lnTo>
                  <a:lnTo>
                    <a:pt x="4728" y="529"/>
                  </a:lnTo>
                  <a:lnTo>
                    <a:pt x="4728" y="535"/>
                  </a:lnTo>
                  <a:lnTo>
                    <a:pt x="4728" y="541"/>
                  </a:lnTo>
                  <a:lnTo>
                    <a:pt x="4728" y="548"/>
                  </a:lnTo>
                  <a:lnTo>
                    <a:pt x="4734" y="554"/>
                  </a:lnTo>
                  <a:lnTo>
                    <a:pt x="4734" y="560"/>
                  </a:lnTo>
                  <a:lnTo>
                    <a:pt x="4734" y="566"/>
                  </a:lnTo>
                  <a:lnTo>
                    <a:pt x="4734" y="573"/>
                  </a:lnTo>
                  <a:lnTo>
                    <a:pt x="4734" y="579"/>
                  </a:lnTo>
                  <a:lnTo>
                    <a:pt x="4740" y="585"/>
                  </a:lnTo>
                  <a:lnTo>
                    <a:pt x="4740" y="592"/>
                  </a:lnTo>
                  <a:lnTo>
                    <a:pt x="4740" y="598"/>
                  </a:lnTo>
                  <a:lnTo>
                    <a:pt x="4740" y="604"/>
                  </a:lnTo>
                  <a:lnTo>
                    <a:pt x="4740" y="610"/>
                  </a:lnTo>
                  <a:lnTo>
                    <a:pt x="4740" y="617"/>
                  </a:lnTo>
                  <a:lnTo>
                    <a:pt x="4747" y="623"/>
                  </a:lnTo>
                  <a:lnTo>
                    <a:pt x="4747" y="629"/>
                  </a:lnTo>
                  <a:lnTo>
                    <a:pt x="4747" y="636"/>
                  </a:lnTo>
                  <a:lnTo>
                    <a:pt x="4747" y="642"/>
                  </a:lnTo>
                  <a:lnTo>
                    <a:pt x="4747" y="648"/>
                  </a:lnTo>
                  <a:lnTo>
                    <a:pt x="4753" y="654"/>
                  </a:lnTo>
                  <a:lnTo>
                    <a:pt x="4753" y="661"/>
                  </a:lnTo>
                  <a:lnTo>
                    <a:pt x="4753" y="667"/>
                  </a:lnTo>
                  <a:lnTo>
                    <a:pt x="4753" y="673"/>
                  </a:lnTo>
                  <a:lnTo>
                    <a:pt x="4753" y="680"/>
                  </a:lnTo>
                  <a:lnTo>
                    <a:pt x="4759" y="686"/>
                  </a:lnTo>
                  <a:lnTo>
                    <a:pt x="4759" y="692"/>
                  </a:lnTo>
                  <a:lnTo>
                    <a:pt x="4759" y="698"/>
                  </a:lnTo>
                  <a:lnTo>
                    <a:pt x="4759" y="705"/>
                  </a:lnTo>
                  <a:lnTo>
                    <a:pt x="4765" y="711"/>
                  </a:lnTo>
                  <a:lnTo>
                    <a:pt x="4765" y="717"/>
                  </a:lnTo>
                  <a:lnTo>
                    <a:pt x="4765" y="724"/>
                  </a:lnTo>
                  <a:lnTo>
                    <a:pt x="4765" y="730"/>
                  </a:lnTo>
                  <a:lnTo>
                    <a:pt x="4772" y="730"/>
                  </a:lnTo>
                  <a:lnTo>
                    <a:pt x="4772" y="736"/>
                  </a:lnTo>
                  <a:lnTo>
                    <a:pt x="4772" y="742"/>
                  </a:lnTo>
                  <a:lnTo>
                    <a:pt x="4772" y="749"/>
                  </a:lnTo>
                  <a:lnTo>
                    <a:pt x="4778" y="749"/>
                  </a:lnTo>
                  <a:lnTo>
                    <a:pt x="4778" y="755"/>
                  </a:lnTo>
                  <a:lnTo>
                    <a:pt x="4784" y="755"/>
                  </a:lnTo>
                  <a:lnTo>
                    <a:pt x="4784" y="749"/>
                  </a:lnTo>
                  <a:lnTo>
                    <a:pt x="4791" y="749"/>
                  </a:lnTo>
                  <a:lnTo>
                    <a:pt x="4791" y="742"/>
                  </a:lnTo>
                  <a:lnTo>
                    <a:pt x="4791" y="736"/>
                  </a:lnTo>
                  <a:lnTo>
                    <a:pt x="4791" y="730"/>
                  </a:lnTo>
                  <a:lnTo>
                    <a:pt x="4791" y="724"/>
                  </a:lnTo>
                  <a:lnTo>
                    <a:pt x="4797" y="724"/>
                  </a:lnTo>
                  <a:lnTo>
                    <a:pt x="4797" y="717"/>
                  </a:lnTo>
                  <a:lnTo>
                    <a:pt x="4797" y="711"/>
                  </a:lnTo>
                  <a:lnTo>
                    <a:pt x="4797" y="705"/>
                  </a:lnTo>
                  <a:lnTo>
                    <a:pt x="4797" y="698"/>
                  </a:lnTo>
                  <a:lnTo>
                    <a:pt x="4803" y="692"/>
                  </a:lnTo>
                  <a:lnTo>
                    <a:pt x="4803" y="686"/>
                  </a:lnTo>
                  <a:lnTo>
                    <a:pt x="4803" y="680"/>
                  </a:lnTo>
                  <a:lnTo>
                    <a:pt x="4803" y="673"/>
                  </a:lnTo>
                  <a:lnTo>
                    <a:pt x="4803" y="667"/>
                  </a:lnTo>
                  <a:lnTo>
                    <a:pt x="4809" y="661"/>
                  </a:lnTo>
                  <a:lnTo>
                    <a:pt x="4809" y="654"/>
                  </a:lnTo>
                  <a:lnTo>
                    <a:pt x="4809" y="648"/>
                  </a:lnTo>
                  <a:lnTo>
                    <a:pt x="4809" y="642"/>
                  </a:lnTo>
                  <a:lnTo>
                    <a:pt x="4809" y="636"/>
                  </a:lnTo>
                  <a:lnTo>
                    <a:pt x="4816" y="629"/>
                  </a:lnTo>
                  <a:lnTo>
                    <a:pt x="4816" y="623"/>
                  </a:lnTo>
                  <a:lnTo>
                    <a:pt x="4816" y="617"/>
                  </a:lnTo>
                  <a:lnTo>
                    <a:pt x="4816" y="610"/>
                  </a:lnTo>
                  <a:lnTo>
                    <a:pt x="4816" y="604"/>
                  </a:lnTo>
                  <a:lnTo>
                    <a:pt x="4822" y="598"/>
                  </a:lnTo>
                  <a:lnTo>
                    <a:pt x="4822" y="592"/>
                  </a:lnTo>
                  <a:lnTo>
                    <a:pt x="4822" y="585"/>
                  </a:lnTo>
                  <a:lnTo>
                    <a:pt x="4822" y="579"/>
                  </a:lnTo>
                  <a:lnTo>
                    <a:pt x="4822" y="573"/>
                  </a:lnTo>
                  <a:lnTo>
                    <a:pt x="4822" y="566"/>
                  </a:lnTo>
                  <a:lnTo>
                    <a:pt x="4822" y="560"/>
                  </a:lnTo>
                  <a:lnTo>
                    <a:pt x="4828" y="554"/>
                  </a:lnTo>
                  <a:lnTo>
                    <a:pt x="4828" y="548"/>
                  </a:lnTo>
                  <a:lnTo>
                    <a:pt x="4828" y="541"/>
                  </a:lnTo>
                  <a:lnTo>
                    <a:pt x="4828" y="535"/>
                  </a:lnTo>
                  <a:lnTo>
                    <a:pt x="4828" y="529"/>
                  </a:lnTo>
                  <a:lnTo>
                    <a:pt x="4828" y="522"/>
                  </a:lnTo>
                  <a:lnTo>
                    <a:pt x="4835" y="516"/>
                  </a:lnTo>
                  <a:lnTo>
                    <a:pt x="4835" y="510"/>
                  </a:lnTo>
                  <a:lnTo>
                    <a:pt x="4835" y="504"/>
                  </a:lnTo>
                  <a:lnTo>
                    <a:pt x="4835" y="497"/>
                  </a:lnTo>
                  <a:lnTo>
                    <a:pt x="4835" y="491"/>
                  </a:lnTo>
                  <a:lnTo>
                    <a:pt x="4835" y="485"/>
                  </a:lnTo>
                  <a:lnTo>
                    <a:pt x="4841" y="478"/>
                  </a:lnTo>
                  <a:lnTo>
                    <a:pt x="4841" y="466"/>
                  </a:lnTo>
                  <a:lnTo>
                    <a:pt x="4841" y="459"/>
                  </a:lnTo>
                  <a:lnTo>
                    <a:pt x="4841" y="453"/>
                  </a:lnTo>
                  <a:lnTo>
                    <a:pt x="4841" y="447"/>
                  </a:lnTo>
                  <a:lnTo>
                    <a:pt x="4841" y="441"/>
                  </a:lnTo>
                  <a:lnTo>
                    <a:pt x="4847" y="434"/>
                  </a:lnTo>
                  <a:lnTo>
                    <a:pt x="4847" y="428"/>
                  </a:lnTo>
                  <a:lnTo>
                    <a:pt x="4847" y="422"/>
                  </a:lnTo>
                  <a:lnTo>
                    <a:pt x="4847" y="409"/>
                  </a:lnTo>
                  <a:lnTo>
                    <a:pt x="4847" y="403"/>
                  </a:lnTo>
                  <a:lnTo>
                    <a:pt x="4847" y="397"/>
                  </a:lnTo>
                  <a:lnTo>
                    <a:pt x="4847" y="390"/>
                  </a:lnTo>
                  <a:lnTo>
                    <a:pt x="4853" y="384"/>
                  </a:lnTo>
                  <a:lnTo>
                    <a:pt x="4853" y="371"/>
                  </a:lnTo>
                  <a:lnTo>
                    <a:pt x="4853" y="365"/>
                  </a:lnTo>
                  <a:lnTo>
                    <a:pt x="4853" y="359"/>
                  </a:lnTo>
                  <a:lnTo>
                    <a:pt x="4853" y="353"/>
                  </a:lnTo>
                  <a:lnTo>
                    <a:pt x="4853" y="340"/>
                  </a:lnTo>
                  <a:lnTo>
                    <a:pt x="4860" y="334"/>
                  </a:lnTo>
                  <a:lnTo>
                    <a:pt x="4860" y="327"/>
                  </a:lnTo>
                  <a:lnTo>
                    <a:pt x="4860" y="315"/>
                  </a:lnTo>
                  <a:lnTo>
                    <a:pt x="4860" y="309"/>
                  </a:lnTo>
                  <a:lnTo>
                    <a:pt x="4860" y="302"/>
                  </a:lnTo>
                  <a:lnTo>
                    <a:pt x="4860" y="296"/>
                  </a:lnTo>
                  <a:lnTo>
                    <a:pt x="4866" y="283"/>
                  </a:lnTo>
                  <a:lnTo>
                    <a:pt x="4866" y="277"/>
                  </a:lnTo>
                  <a:lnTo>
                    <a:pt x="4866" y="271"/>
                  </a:lnTo>
                  <a:lnTo>
                    <a:pt x="4866" y="265"/>
                  </a:lnTo>
                  <a:lnTo>
                    <a:pt x="4866" y="258"/>
                  </a:lnTo>
                  <a:lnTo>
                    <a:pt x="4866" y="246"/>
                  </a:lnTo>
                  <a:lnTo>
                    <a:pt x="4872" y="239"/>
                  </a:lnTo>
                  <a:lnTo>
                    <a:pt x="4872" y="233"/>
                  </a:lnTo>
                  <a:lnTo>
                    <a:pt x="4872" y="221"/>
                  </a:lnTo>
                  <a:lnTo>
                    <a:pt x="4872" y="214"/>
                  </a:lnTo>
                  <a:lnTo>
                    <a:pt x="4872" y="208"/>
                  </a:lnTo>
                  <a:lnTo>
                    <a:pt x="4872" y="202"/>
                  </a:lnTo>
                  <a:lnTo>
                    <a:pt x="4872" y="189"/>
                  </a:lnTo>
                  <a:lnTo>
                    <a:pt x="4879" y="183"/>
                  </a:lnTo>
                  <a:lnTo>
                    <a:pt x="4879" y="177"/>
                  </a:lnTo>
                  <a:lnTo>
                    <a:pt x="4879" y="164"/>
                  </a:lnTo>
                  <a:lnTo>
                    <a:pt x="4879" y="158"/>
                  </a:lnTo>
                  <a:lnTo>
                    <a:pt x="4879" y="151"/>
                  </a:lnTo>
                  <a:lnTo>
                    <a:pt x="4879" y="139"/>
                  </a:lnTo>
                  <a:lnTo>
                    <a:pt x="4885" y="133"/>
                  </a:lnTo>
                  <a:lnTo>
                    <a:pt x="4885" y="120"/>
                  </a:lnTo>
                  <a:lnTo>
                    <a:pt x="4885" y="114"/>
                  </a:lnTo>
                  <a:lnTo>
                    <a:pt x="4885" y="107"/>
                  </a:lnTo>
                  <a:lnTo>
                    <a:pt x="4885" y="95"/>
                  </a:lnTo>
                  <a:lnTo>
                    <a:pt x="4885" y="89"/>
                  </a:lnTo>
                  <a:lnTo>
                    <a:pt x="4891" y="76"/>
                  </a:lnTo>
                  <a:lnTo>
                    <a:pt x="4891" y="70"/>
                  </a:lnTo>
                  <a:lnTo>
                    <a:pt x="4891" y="63"/>
                  </a:lnTo>
                  <a:lnTo>
                    <a:pt x="4891" y="51"/>
                  </a:lnTo>
                  <a:lnTo>
                    <a:pt x="4891" y="44"/>
                  </a:lnTo>
                  <a:lnTo>
                    <a:pt x="4897" y="38"/>
                  </a:lnTo>
                  <a:lnTo>
                    <a:pt x="4897" y="32"/>
                  </a:lnTo>
                  <a:lnTo>
                    <a:pt x="4904" y="32"/>
                  </a:lnTo>
                  <a:lnTo>
                    <a:pt x="4904" y="38"/>
                  </a:lnTo>
                  <a:lnTo>
                    <a:pt x="4904" y="44"/>
                  </a:lnTo>
                  <a:lnTo>
                    <a:pt x="4904" y="51"/>
                  </a:lnTo>
                  <a:lnTo>
                    <a:pt x="4904" y="57"/>
                  </a:lnTo>
                  <a:lnTo>
                    <a:pt x="4904" y="63"/>
                  </a:lnTo>
                  <a:lnTo>
                    <a:pt x="4910" y="70"/>
                  </a:lnTo>
                  <a:lnTo>
                    <a:pt x="4910" y="82"/>
                  </a:lnTo>
                  <a:lnTo>
                    <a:pt x="4910" y="95"/>
                  </a:lnTo>
                  <a:lnTo>
                    <a:pt x="4910" y="101"/>
                  </a:lnTo>
                  <a:lnTo>
                    <a:pt x="4910" y="114"/>
                  </a:lnTo>
                  <a:lnTo>
                    <a:pt x="4910" y="126"/>
                  </a:lnTo>
                  <a:lnTo>
                    <a:pt x="4916" y="139"/>
                  </a:lnTo>
                  <a:lnTo>
                    <a:pt x="4916" y="145"/>
                  </a:lnTo>
                  <a:lnTo>
                    <a:pt x="4916" y="158"/>
                  </a:lnTo>
                  <a:lnTo>
                    <a:pt x="4916" y="170"/>
                  </a:lnTo>
                  <a:lnTo>
                    <a:pt x="4916" y="177"/>
                  </a:lnTo>
                  <a:lnTo>
                    <a:pt x="4916" y="189"/>
                  </a:lnTo>
                  <a:lnTo>
                    <a:pt x="4916" y="202"/>
                  </a:lnTo>
                  <a:lnTo>
                    <a:pt x="4923" y="208"/>
                  </a:lnTo>
                  <a:lnTo>
                    <a:pt x="4923" y="221"/>
                  </a:lnTo>
                  <a:lnTo>
                    <a:pt x="4923" y="233"/>
                  </a:lnTo>
                  <a:lnTo>
                    <a:pt x="4923" y="239"/>
                  </a:lnTo>
                  <a:lnTo>
                    <a:pt x="4923" y="252"/>
                  </a:lnTo>
                  <a:lnTo>
                    <a:pt x="4923" y="258"/>
                  </a:lnTo>
                  <a:lnTo>
                    <a:pt x="4929" y="271"/>
                  </a:lnTo>
                  <a:lnTo>
                    <a:pt x="4929" y="283"/>
                  </a:lnTo>
                  <a:lnTo>
                    <a:pt x="4929" y="290"/>
                  </a:lnTo>
                  <a:lnTo>
                    <a:pt x="4929" y="302"/>
                  </a:lnTo>
                  <a:lnTo>
                    <a:pt x="4929" y="309"/>
                  </a:lnTo>
                  <a:lnTo>
                    <a:pt x="4929" y="321"/>
                  </a:lnTo>
                  <a:lnTo>
                    <a:pt x="4935" y="327"/>
                  </a:lnTo>
                  <a:lnTo>
                    <a:pt x="4935" y="340"/>
                  </a:lnTo>
                  <a:lnTo>
                    <a:pt x="4935" y="346"/>
                  </a:lnTo>
                  <a:lnTo>
                    <a:pt x="4935" y="359"/>
                  </a:lnTo>
                  <a:lnTo>
                    <a:pt x="4935" y="365"/>
                  </a:lnTo>
                  <a:lnTo>
                    <a:pt x="4935" y="371"/>
                  </a:lnTo>
                  <a:lnTo>
                    <a:pt x="4941" y="384"/>
                  </a:lnTo>
                  <a:lnTo>
                    <a:pt x="4941" y="390"/>
                  </a:lnTo>
                  <a:lnTo>
                    <a:pt x="4941" y="403"/>
                  </a:lnTo>
                  <a:lnTo>
                    <a:pt x="4941" y="409"/>
                  </a:lnTo>
                  <a:lnTo>
                    <a:pt x="4941" y="415"/>
                  </a:lnTo>
                  <a:lnTo>
                    <a:pt x="4941" y="428"/>
                  </a:lnTo>
                  <a:lnTo>
                    <a:pt x="4948" y="434"/>
                  </a:lnTo>
                  <a:lnTo>
                    <a:pt x="4948" y="441"/>
                  </a:lnTo>
                  <a:lnTo>
                    <a:pt x="4948" y="453"/>
                  </a:lnTo>
                  <a:lnTo>
                    <a:pt x="4948" y="459"/>
                  </a:lnTo>
                  <a:lnTo>
                    <a:pt x="4948" y="466"/>
                  </a:lnTo>
                  <a:lnTo>
                    <a:pt x="4948" y="472"/>
                  </a:lnTo>
                  <a:lnTo>
                    <a:pt x="4948" y="485"/>
                  </a:lnTo>
                  <a:lnTo>
                    <a:pt x="4954" y="491"/>
                  </a:lnTo>
                  <a:lnTo>
                    <a:pt x="4954" y="504"/>
                  </a:lnTo>
                  <a:lnTo>
                    <a:pt x="4954" y="516"/>
                  </a:lnTo>
                  <a:lnTo>
                    <a:pt x="4954" y="522"/>
                  </a:lnTo>
                  <a:lnTo>
                    <a:pt x="4954" y="529"/>
                  </a:lnTo>
                  <a:lnTo>
                    <a:pt x="4960" y="535"/>
                  </a:lnTo>
                  <a:lnTo>
                    <a:pt x="4960" y="541"/>
                  </a:lnTo>
                  <a:lnTo>
                    <a:pt x="4960" y="548"/>
                  </a:lnTo>
                  <a:lnTo>
                    <a:pt x="4960" y="554"/>
                  </a:lnTo>
                  <a:lnTo>
                    <a:pt x="4960" y="560"/>
                  </a:lnTo>
                  <a:lnTo>
                    <a:pt x="4960" y="573"/>
                  </a:lnTo>
                  <a:lnTo>
                    <a:pt x="4967" y="579"/>
                  </a:lnTo>
                  <a:lnTo>
                    <a:pt x="4967" y="585"/>
                  </a:lnTo>
                  <a:lnTo>
                    <a:pt x="4967" y="592"/>
                  </a:lnTo>
                  <a:lnTo>
                    <a:pt x="4967" y="598"/>
                  </a:lnTo>
                  <a:lnTo>
                    <a:pt x="4967" y="604"/>
                  </a:lnTo>
                  <a:lnTo>
                    <a:pt x="4967" y="610"/>
                  </a:lnTo>
                  <a:lnTo>
                    <a:pt x="4973" y="617"/>
                  </a:lnTo>
                  <a:lnTo>
                    <a:pt x="4973" y="623"/>
                  </a:lnTo>
                  <a:lnTo>
                    <a:pt x="4973" y="629"/>
                  </a:lnTo>
                  <a:lnTo>
                    <a:pt x="4973" y="636"/>
                  </a:lnTo>
                  <a:lnTo>
                    <a:pt x="4973" y="642"/>
                  </a:lnTo>
                  <a:lnTo>
                    <a:pt x="4973" y="648"/>
                  </a:lnTo>
                  <a:lnTo>
                    <a:pt x="4973" y="654"/>
                  </a:lnTo>
                  <a:lnTo>
                    <a:pt x="4979" y="654"/>
                  </a:lnTo>
                  <a:lnTo>
                    <a:pt x="4979" y="661"/>
                  </a:lnTo>
                  <a:lnTo>
                    <a:pt x="4979" y="667"/>
                  </a:lnTo>
                  <a:lnTo>
                    <a:pt x="4979" y="673"/>
                  </a:lnTo>
                  <a:lnTo>
                    <a:pt x="4979" y="680"/>
                  </a:lnTo>
                  <a:lnTo>
                    <a:pt x="4979" y="686"/>
                  </a:lnTo>
                  <a:lnTo>
                    <a:pt x="4985" y="692"/>
                  </a:lnTo>
                  <a:lnTo>
                    <a:pt x="4985" y="698"/>
                  </a:lnTo>
                  <a:lnTo>
                    <a:pt x="4985" y="705"/>
                  </a:lnTo>
                  <a:lnTo>
                    <a:pt x="4985" y="711"/>
                  </a:lnTo>
                  <a:lnTo>
                    <a:pt x="4985" y="717"/>
                  </a:lnTo>
                  <a:lnTo>
                    <a:pt x="4992" y="717"/>
                  </a:lnTo>
                  <a:lnTo>
                    <a:pt x="4992" y="724"/>
                  </a:lnTo>
                  <a:lnTo>
                    <a:pt x="4992" y="730"/>
                  </a:lnTo>
                  <a:lnTo>
                    <a:pt x="4992" y="736"/>
                  </a:lnTo>
                  <a:lnTo>
                    <a:pt x="4992" y="742"/>
                  </a:lnTo>
                  <a:lnTo>
                    <a:pt x="4998" y="749"/>
                  </a:lnTo>
                  <a:lnTo>
                    <a:pt x="4998" y="755"/>
                  </a:lnTo>
                  <a:lnTo>
                    <a:pt x="4998" y="761"/>
                  </a:lnTo>
                  <a:lnTo>
                    <a:pt x="4998" y="768"/>
                  </a:lnTo>
                  <a:lnTo>
                    <a:pt x="5004" y="774"/>
                  </a:lnTo>
                  <a:lnTo>
                    <a:pt x="5004" y="780"/>
                  </a:lnTo>
                  <a:lnTo>
                    <a:pt x="5004" y="786"/>
                  </a:lnTo>
                  <a:lnTo>
                    <a:pt x="5004" y="793"/>
                  </a:lnTo>
                  <a:lnTo>
                    <a:pt x="5011" y="793"/>
                  </a:lnTo>
                  <a:lnTo>
                    <a:pt x="5011" y="799"/>
                  </a:lnTo>
                  <a:lnTo>
                    <a:pt x="5011" y="805"/>
                  </a:lnTo>
                  <a:lnTo>
                    <a:pt x="5017" y="805"/>
                  </a:lnTo>
                  <a:lnTo>
                    <a:pt x="5023" y="805"/>
                  </a:lnTo>
                  <a:lnTo>
                    <a:pt x="5023" y="799"/>
                  </a:lnTo>
                  <a:lnTo>
                    <a:pt x="5023" y="793"/>
                  </a:lnTo>
                  <a:lnTo>
                    <a:pt x="5029" y="786"/>
                  </a:lnTo>
                  <a:lnTo>
                    <a:pt x="5029" y="780"/>
                  </a:lnTo>
                  <a:lnTo>
                    <a:pt x="5029" y="774"/>
                  </a:lnTo>
                  <a:lnTo>
                    <a:pt x="5029" y="768"/>
                  </a:lnTo>
                  <a:lnTo>
                    <a:pt x="5036" y="768"/>
                  </a:lnTo>
                  <a:lnTo>
                    <a:pt x="5036" y="761"/>
                  </a:lnTo>
                  <a:lnTo>
                    <a:pt x="5036" y="755"/>
                  </a:lnTo>
                  <a:lnTo>
                    <a:pt x="5036" y="749"/>
                  </a:lnTo>
                  <a:lnTo>
                    <a:pt x="5036" y="742"/>
                  </a:lnTo>
                  <a:lnTo>
                    <a:pt x="5042" y="742"/>
                  </a:lnTo>
                  <a:lnTo>
                    <a:pt x="5042" y="736"/>
                  </a:lnTo>
                  <a:lnTo>
                    <a:pt x="5042" y="730"/>
                  </a:lnTo>
                  <a:lnTo>
                    <a:pt x="5042" y="724"/>
                  </a:lnTo>
                  <a:lnTo>
                    <a:pt x="5042" y="717"/>
                  </a:lnTo>
                  <a:lnTo>
                    <a:pt x="5042" y="711"/>
                  </a:lnTo>
                  <a:lnTo>
                    <a:pt x="5048" y="705"/>
                  </a:lnTo>
                  <a:lnTo>
                    <a:pt x="5048" y="698"/>
                  </a:lnTo>
                  <a:lnTo>
                    <a:pt x="5048" y="692"/>
                  </a:lnTo>
                  <a:lnTo>
                    <a:pt x="5048" y="686"/>
                  </a:lnTo>
                  <a:lnTo>
                    <a:pt x="5048" y="680"/>
                  </a:lnTo>
                  <a:lnTo>
                    <a:pt x="5055" y="673"/>
                  </a:lnTo>
                  <a:lnTo>
                    <a:pt x="5055" y="667"/>
                  </a:lnTo>
                  <a:lnTo>
                    <a:pt x="5055" y="661"/>
                  </a:lnTo>
                  <a:lnTo>
                    <a:pt x="5055" y="654"/>
                  </a:lnTo>
                  <a:lnTo>
                    <a:pt x="5055" y="648"/>
                  </a:lnTo>
                  <a:lnTo>
                    <a:pt x="5061" y="642"/>
                  </a:lnTo>
                  <a:lnTo>
                    <a:pt x="5061" y="636"/>
                  </a:lnTo>
                  <a:lnTo>
                    <a:pt x="5061" y="629"/>
                  </a:lnTo>
                  <a:lnTo>
                    <a:pt x="5061" y="623"/>
                  </a:lnTo>
                  <a:lnTo>
                    <a:pt x="5061" y="617"/>
                  </a:lnTo>
                  <a:lnTo>
                    <a:pt x="5067" y="610"/>
                  </a:lnTo>
                  <a:lnTo>
                    <a:pt x="5067" y="604"/>
                  </a:lnTo>
                  <a:lnTo>
                    <a:pt x="5067" y="598"/>
                  </a:lnTo>
                  <a:lnTo>
                    <a:pt x="5067" y="592"/>
                  </a:lnTo>
                  <a:lnTo>
                    <a:pt x="5067" y="585"/>
                  </a:lnTo>
                  <a:lnTo>
                    <a:pt x="5073" y="579"/>
                  </a:lnTo>
                  <a:lnTo>
                    <a:pt x="5073" y="573"/>
                  </a:lnTo>
                  <a:lnTo>
                    <a:pt x="5073" y="566"/>
                  </a:lnTo>
                  <a:lnTo>
                    <a:pt x="5073" y="560"/>
                  </a:lnTo>
                  <a:lnTo>
                    <a:pt x="5073" y="554"/>
                  </a:lnTo>
                  <a:lnTo>
                    <a:pt x="5073" y="548"/>
                  </a:lnTo>
                  <a:lnTo>
                    <a:pt x="5073" y="541"/>
                  </a:lnTo>
                  <a:lnTo>
                    <a:pt x="5080" y="535"/>
                  </a:lnTo>
                  <a:lnTo>
                    <a:pt x="5080" y="529"/>
                  </a:lnTo>
                  <a:lnTo>
                    <a:pt x="5080" y="522"/>
                  </a:lnTo>
                  <a:lnTo>
                    <a:pt x="5080" y="516"/>
                  </a:lnTo>
                  <a:lnTo>
                    <a:pt x="5080" y="510"/>
                  </a:lnTo>
                  <a:lnTo>
                    <a:pt x="5080" y="504"/>
                  </a:lnTo>
                  <a:lnTo>
                    <a:pt x="5086" y="497"/>
                  </a:lnTo>
                  <a:lnTo>
                    <a:pt x="5086" y="491"/>
                  </a:lnTo>
                  <a:lnTo>
                    <a:pt x="5086" y="485"/>
                  </a:lnTo>
                  <a:lnTo>
                    <a:pt x="5086" y="478"/>
                  </a:lnTo>
                  <a:lnTo>
                    <a:pt x="5086" y="472"/>
                  </a:lnTo>
                  <a:lnTo>
                    <a:pt x="5086" y="466"/>
                  </a:lnTo>
                  <a:lnTo>
                    <a:pt x="5092" y="459"/>
                  </a:lnTo>
                  <a:lnTo>
                    <a:pt x="5092" y="453"/>
                  </a:lnTo>
                  <a:lnTo>
                    <a:pt x="5092" y="441"/>
                  </a:lnTo>
                  <a:lnTo>
                    <a:pt x="5092" y="434"/>
                  </a:lnTo>
                  <a:lnTo>
                    <a:pt x="5092" y="428"/>
                  </a:lnTo>
                  <a:lnTo>
                    <a:pt x="5092" y="422"/>
                  </a:lnTo>
                  <a:lnTo>
                    <a:pt x="5099" y="415"/>
                  </a:lnTo>
                </a:path>
              </a:pathLst>
            </a:custGeom>
            <a:noFill/>
            <a:ln w="15840">
              <a:solidFill>
                <a:srgbClr val="00ff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29" name="Rectangle 74"/>
            <p:cNvSpPr/>
            <p:nvPr/>
          </p:nvSpPr>
          <p:spPr>
            <a:xfrm>
              <a:off x="1655280" y="3500280"/>
              <a:ext cx="4035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ff00"/>
                  </a:solidFill>
                  <a:effectLst/>
                  <a:uFillTx/>
                  <a:latin typeface="Arial"/>
                </a:rPr>
                <a:t>BETA_Y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0" name="Freeform 75"/>
            <p:cNvSpPr/>
            <p:nvPr/>
          </p:nvSpPr>
          <p:spPr>
            <a:xfrm>
              <a:off x="504720" y="1495440"/>
              <a:ext cx="8094600" cy="1646280"/>
            </a:xfrm>
            <a:custGeom>
              <a:avLst/>
              <a:gdLst>
                <a:gd name="textAreaLeft" fmla="*/ 0 w 8094600"/>
                <a:gd name="textAreaRight" fmla="*/ 8094960 w 8094600"/>
                <a:gd name="textAreaTop" fmla="*/ 0 h 1646280"/>
                <a:gd name="textAreaBottom" fmla="*/ 1646640 h 1646280"/>
                <a:gd name="GluePoint1X" fmla="*/ 76 w 5099"/>
                <a:gd name="GluePoint1Y" fmla="*/ 603 h 1037"/>
                <a:gd name="GluePoint2X" fmla="*/ 158 w 5099"/>
                <a:gd name="GluePoint2Y" fmla="*/ 647 h 1037"/>
                <a:gd name="GluePoint3X" fmla="*/ 239 w 5099"/>
                <a:gd name="GluePoint3Y" fmla="*/ 767 h 1037"/>
                <a:gd name="GluePoint4X" fmla="*/ 321 w 5099"/>
                <a:gd name="GluePoint4Y" fmla="*/ 1012 h 1037"/>
                <a:gd name="GluePoint5X" fmla="*/ 396 w 5099"/>
                <a:gd name="GluePoint5Y" fmla="*/ 848 h 1037"/>
                <a:gd name="GluePoint6X" fmla="*/ 478 w 5099"/>
                <a:gd name="GluePoint6Y" fmla="*/ 867 h 1037"/>
                <a:gd name="GluePoint7X" fmla="*/ 560 w 5099"/>
                <a:gd name="GluePoint7Y" fmla="*/ 1006 h 1037"/>
                <a:gd name="GluePoint8X" fmla="*/ 642 w 5099"/>
                <a:gd name="GluePoint8Y" fmla="*/ 798 h 1037"/>
                <a:gd name="GluePoint9X" fmla="*/ 723 w 5099"/>
                <a:gd name="GluePoint9Y" fmla="*/ 855 h 1037"/>
                <a:gd name="GluePoint10X" fmla="*/ 805 w 5099"/>
                <a:gd name="GluePoint10Y" fmla="*/ 962 h 1037"/>
                <a:gd name="GluePoint11X" fmla="*/ 881 w 5099"/>
                <a:gd name="GluePoint11Y" fmla="*/ 716 h 1037"/>
                <a:gd name="GluePoint12X" fmla="*/ 962 w 5099"/>
                <a:gd name="GluePoint12Y" fmla="*/ 603 h 1037"/>
                <a:gd name="GluePoint13X" fmla="*/ 1044 w 5099"/>
                <a:gd name="GluePoint13Y" fmla="*/ 503 h 1037"/>
                <a:gd name="GluePoint14X" fmla="*/ 1126 w 5099"/>
                <a:gd name="GluePoint14Y" fmla="*/ 383 h 1037"/>
                <a:gd name="GluePoint15X" fmla="*/ 1207 w 5099"/>
                <a:gd name="GluePoint15Y" fmla="*/ 138 h 1037"/>
                <a:gd name="GluePoint16X" fmla="*/ 1283 w 5099"/>
                <a:gd name="GluePoint16Y" fmla="*/ 88 h 1037"/>
                <a:gd name="GluePoint17X" fmla="*/ 1365 w 5099"/>
                <a:gd name="GluePoint17Y" fmla="*/ 245 h 1037"/>
                <a:gd name="GluePoint18X" fmla="*/ 1446 w 5099"/>
                <a:gd name="GluePoint18Y" fmla="*/ 113 h 1037"/>
                <a:gd name="GluePoint19X" fmla="*/ 1528 w 5099"/>
                <a:gd name="GluePoint19Y" fmla="*/ 113 h 1037"/>
                <a:gd name="GluePoint20X" fmla="*/ 1610 w 5099"/>
                <a:gd name="GluePoint20Y" fmla="*/ 245 h 1037"/>
                <a:gd name="GluePoint21X" fmla="*/ 1691 w 5099"/>
                <a:gd name="GluePoint21Y" fmla="*/ 94 h 1037"/>
                <a:gd name="GluePoint22X" fmla="*/ 1767 w 5099"/>
                <a:gd name="GluePoint22Y" fmla="*/ 125 h 1037"/>
                <a:gd name="GluePoint23X" fmla="*/ 1849 w 5099"/>
                <a:gd name="GluePoint23Y" fmla="*/ 238 h 1037"/>
                <a:gd name="GluePoint24X" fmla="*/ 1930 w 5099"/>
                <a:gd name="GluePoint24Y" fmla="*/ 69 h 1037"/>
                <a:gd name="GluePoint25X" fmla="*/ 2012 w 5099"/>
                <a:gd name="GluePoint25Y" fmla="*/ 144 h 1037"/>
                <a:gd name="GluePoint26X" fmla="*/ 2094 w 5099"/>
                <a:gd name="GluePoint26Y" fmla="*/ 232 h 1037"/>
                <a:gd name="GluePoint27X" fmla="*/ 2175 w 5099"/>
                <a:gd name="GluePoint27Y" fmla="*/ 50 h 1037"/>
                <a:gd name="GluePoint28X" fmla="*/ 2251 w 5099"/>
                <a:gd name="GluePoint28Y" fmla="*/ 157 h 1037"/>
                <a:gd name="GluePoint29X" fmla="*/ 2333 w 5099"/>
                <a:gd name="GluePoint29Y" fmla="*/ 220 h 1037"/>
                <a:gd name="GluePoint30X" fmla="*/ 2414 w 5099"/>
                <a:gd name="GluePoint30Y" fmla="*/ 31 h 1037"/>
                <a:gd name="GluePoint31X" fmla="*/ 2496 w 5099"/>
                <a:gd name="GluePoint31Y" fmla="*/ 169 h 1037"/>
                <a:gd name="GluePoint32X" fmla="*/ 2572 w 5099"/>
                <a:gd name="GluePoint32Y" fmla="*/ 213 h 1037"/>
                <a:gd name="GluePoint33X" fmla="*/ 2653 w 5099"/>
                <a:gd name="GluePoint33Y" fmla="*/ 12 h 1037"/>
                <a:gd name="GluePoint34X" fmla="*/ 2735 w 5099"/>
                <a:gd name="GluePoint34Y" fmla="*/ 188 h 1037"/>
                <a:gd name="GluePoint35X" fmla="*/ 2817 w 5099"/>
                <a:gd name="GluePoint35Y" fmla="*/ 201 h 1037"/>
                <a:gd name="GluePoint36X" fmla="*/ 2898 w 5099"/>
                <a:gd name="GluePoint36Y" fmla="*/ 0 h 1037"/>
                <a:gd name="GluePoint37X" fmla="*/ 2980 w 5099"/>
                <a:gd name="GluePoint37Y" fmla="*/ 194 h 1037"/>
                <a:gd name="GluePoint38X" fmla="*/ 3056 w 5099"/>
                <a:gd name="GluePoint38Y" fmla="*/ 194 h 1037"/>
                <a:gd name="GluePoint39X" fmla="*/ 3137 w 5099"/>
                <a:gd name="GluePoint39Y" fmla="*/ 0 h 1037"/>
                <a:gd name="GluePoint40X" fmla="*/ 3219 w 5099"/>
                <a:gd name="GluePoint40Y" fmla="*/ 207 h 1037"/>
                <a:gd name="GluePoint41X" fmla="*/ 3301 w 5099"/>
                <a:gd name="GluePoint41Y" fmla="*/ 182 h 1037"/>
                <a:gd name="GluePoint42X" fmla="*/ 3382 w 5099"/>
                <a:gd name="GluePoint42Y" fmla="*/ 18 h 1037"/>
                <a:gd name="GluePoint43X" fmla="*/ 3464 w 5099"/>
                <a:gd name="GluePoint43Y" fmla="*/ 213 h 1037"/>
                <a:gd name="GluePoint44X" fmla="*/ 3540 w 5099"/>
                <a:gd name="GluePoint44Y" fmla="*/ 169 h 1037"/>
                <a:gd name="GluePoint45X" fmla="*/ 3621 w 5099"/>
                <a:gd name="GluePoint45Y" fmla="*/ 37 h 1037"/>
                <a:gd name="GluePoint46X" fmla="*/ 3703 w 5099"/>
                <a:gd name="GluePoint46Y" fmla="*/ 226 h 1037"/>
                <a:gd name="GluePoint47X" fmla="*/ 3785 w 5099"/>
                <a:gd name="GluePoint47Y" fmla="*/ 150 h 1037"/>
                <a:gd name="GluePoint48X" fmla="*/ 3866 w 5099"/>
                <a:gd name="GluePoint48Y" fmla="*/ 56 h 1037"/>
                <a:gd name="GluePoint49X" fmla="*/ 3942 w 5099"/>
                <a:gd name="GluePoint49Y" fmla="*/ 327 h 1037"/>
                <a:gd name="GluePoint50X" fmla="*/ 4024 w 5099"/>
                <a:gd name="GluePoint50Y" fmla="*/ 471 h 1037"/>
                <a:gd name="GluePoint51X" fmla="*/ 4105 w 5099"/>
                <a:gd name="GluePoint51Y" fmla="*/ 578 h 1037"/>
                <a:gd name="GluePoint52X" fmla="*/ 4187 w 5099"/>
                <a:gd name="GluePoint52Y" fmla="*/ 660 h 1037"/>
                <a:gd name="GluePoint53X" fmla="*/ 4269 w 5099"/>
                <a:gd name="GluePoint53Y" fmla="*/ 892 h 1037"/>
                <a:gd name="GluePoint54X" fmla="*/ 4344 w 5099"/>
                <a:gd name="GluePoint54Y" fmla="*/ 911 h 1037"/>
                <a:gd name="GluePoint55X" fmla="*/ 4426 w 5099"/>
                <a:gd name="GluePoint55Y" fmla="*/ 767 h 1037"/>
                <a:gd name="GluePoint56X" fmla="*/ 4508 w 5099"/>
                <a:gd name="GluePoint56Y" fmla="*/ 924 h 1037"/>
                <a:gd name="GluePoint57X" fmla="*/ 4589 w 5099"/>
                <a:gd name="GluePoint57Y" fmla="*/ 924 h 1037"/>
                <a:gd name="GluePoint58X" fmla="*/ 4671 w 5099"/>
                <a:gd name="GluePoint58Y" fmla="*/ 804 h 1037"/>
                <a:gd name="GluePoint59X" fmla="*/ 4753 w 5099"/>
                <a:gd name="GluePoint59Y" fmla="*/ 962 h 1037"/>
                <a:gd name="GluePoint60X" fmla="*/ 4828 w 5099"/>
                <a:gd name="GluePoint60Y" fmla="*/ 836 h 1037"/>
                <a:gd name="GluePoint61X" fmla="*/ 4910 w 5099"/>
                <a:gd name="GluePoint61Y" fmla="*/ 660 h 1037"/>
                <a:gd name="GluePoint62X" fmla="*/ 4992 w 5099"/>
                <a:gd name="GluePoint62Y" fmla="*/ 616 h 1037"/>
                <a:gd name="GluePoint63X" fmla="*/ 5073 w 5099"/>
                <a:gd name="GluePoint63Y" fmla="*/ 515 h 103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5099" h="1037">
                  <a:moveTo>
                    <a:pt x="0" y="509"/>
                  </a:moveTo>
                  <a:lnTo>
                    <a:pt x="0" y="509"/>
                  </a:lnTo>
                  <a:lnTo>
                    <a:pt x="7" y="509"/>
                  </a:lnTo>
                  <a:lnTo>
                    <a:pt x="13" y="509"/>
                  </a:lnTo>
                  <a:lnTo>
                    <a:pt x="13" y="515"/>
                  </a:lnTo>
                  <a:lnTo>
                    <a:pt x="19" y="515"/>
                  </a:lnTo>
                  <a:lnTo>
                    <a:pt x="19" y="521"/>
                  </a:lnTo>
                  <a:lnTo>
                    <a:pt x="26" y="521"/>
                  </a:lnTo>
                  <a:lnTo>
                    <a:pt x="26" y="528"/>
                  </a:lnTo>
                  <a:lnTo>
                    <a:pt x="32" y="528"/>
                  </a:lnTo>
                  <a:lnTo>
                    <a:pt x="32" y="534"/>
                  </a:lnTo>
                  <a:lnTo>
                    <a:pt x="38" y="534"/>
                  </a:lnTo>
                  <a:lnTo>
                    <a:pt x="38" y="540"/>
                  </a:lnTo>
                  <a:lnTo>
                    <a:pt x="38" y="547"/>
                  </a:lnTo>
                  <a:lnTo>
                    <a:pt x="44" y="547"/>
                  </a:lnTo>
                  <a:lnTo>
                    <a:pt x="44" y="553"/>
                  </a:lnTo>
                  <a:lnTo>
                    <a:pt x="51" y="559"/>
                  </a:lnTo>
                  <a:lnTo>
                    <a:pt x="51" y="565"/>
                  </a:lnTo>
                  <a:lnTo>
                    <a:pt x="57" y="572"/>
                  </a:lnTo>
                  <a:lnTo>
                    <a:pt x="57" y="578"/>
                  </a:lnTo>
                  <a:lnTo>
                    <a:pt x="63" y="578"/>
                  </a:lnTo>
                  <a:lnTo>
                    <a:pt x="63" y="584"/>
                  </a:lnTo>
                  <a:lnTo>
                    <a:pt x="63" y="591"/>
                  </a:lnTo>
                  <a:lnTo>
                    <a:pt x="70" y="591"/>
                  </a:lnTo>
                  <a:lnTo>
                    <a:pt x="70" y="597"/>
                  </a:lnTo>
                  <a:lnTo>
                    <a:pt x="76" y="597"/>
                  </a:lnTo>
                  <a:lnTo>
                    <a:pt x="76" y="603"/>
                  </a:lnTo>
                  <a:lnTo>
                    <a:pt x="82" y="603"/>
                  </a:lnTo>
                  <a:lnTo>
                    <a:pt x="82" y="609"/>
                  </a:lnTo>
                  <a:lnTo>
                    <a:pt x="88" y="609"/>
                  </a:lnTo>
                  <a:lnTo>
                    <a:pt x="95" y="616"/>
                  </a:lnTo>
                  <a:lnTo>
                    <a:pt x="101" y="616"/>
                  </a:lnTo>
                  <a:lnTo>
                    <a:pt x="107" y="622"/>
                  </a:lnTo>
                  <a:lnTo>
                    <a:pt x="114" y="622"/>
                  </a:lnTo>
                  <a:lnTo>
                    <a:pt x="120" y="628"/>
                  </a:lnTo>
                  <a:lnTo>
                    <a:pt x="126" y="628"/>
                  </a:lnTo>
                  <a:lnTo>
                    <a:pt x="126" y="635"/>
                  </a:lnTo>
                  <a:lnTo>
                    <a:pt x="132" y="635"/>
                  </a:lnTo>
                  <a:lnTo>
                    <a:pt x="139" y="635"/>
                  </a:lnTo>
                  <a:lnTo>
                    <a:pt x="145" y="641"/>
                  </a:lnTo>
                  <a:lnTo>
                    <a:pt x="151" y="641"/>
                  </a:lnTo>
                  <a:lnTo>
                    <a:pt x="151" y="647"/>
                  </a:lnTo>
                  <a:lnTo>
                    <a:pt x="158" y="647"/>
                  </a:lnTo>
                  <a:lnTo>
                    <a:pt x="164" y="647"/>
                  </a:lnTo>
                  <a:lnTo>
                    <a:pt x="164" y="653"/>
                  </a:lnTo>
                  <a:lnTo>
                    <a:pt x="170" y="653"/>
                  </a:lnTo>
                  <a:lnTo>
                    <a:pt x="176" y="653"/>
                  </a:lnTo>
                  <a:lnTo>
                    <a:pt x="176" y="660"/>
                  </a:lnTo>
                  <a:lnTo>
                    <a:pt x="183" y="660"/>
                  </a:lnTo>
                  <a:lnTo>
                    <a:pt x="189" y="660"/>
                  </a:lnTo>
                  <a:lnTo>
                    <a:pt x="189" y="666"/>
                  </a:lnTo>
                  <a:lnTo>
                    <a:pt x="195" y="666"/>
                  </a:lnTo>
                  <a:lnTo>
                    <a:pt x="195" y="672"/>
                  </a:lnTo>
                  <a:lnTo>
                    <a:pt x="195" y="679"/>
                  </a:lnTo>
                  <a:lnTo>
                    <a:pt x="202" y="679"/>
                  </a:lnTo>
                  <a:lnTo>
                    <a:pt x="202" y="685"/>
                  </a:lnTo>
                  <a:lnTo>
                    <a:pt x="202" y="691"/>
                  </a:lnTo>
                  <a:lnTo>
                    <a:pt x="208" y="691"/>
                  </a:lnTo>
                  <a:lnTo>
                    <a:pt x="208" y="697"/>
                  </a:lnTo>
                  <a:lnTo>
                    <a:pt x="208" y="704"/>
                  </a:lnTo>
                  <a:lnTo>
                    <a:pt x="214" y="704"/>
                  </a:lnTo>
                  <a:lnTo>
                    <a:pt x="214" y="710"/>
                  </a:lnTo>
                  <a:lnTo>
                    <a:pt x="214" y="716"/>
                  </a:lnTo>
                  <a:lnTo>
                    <a:pt x="220" y="716"/>
                  </a:lnTo>
                  <a:lnTo>
                    <a:pt x="220" y="723"/>
                  </a:lnTo>
                  <a:lnTo>
                    <a:pt x="220" y="729"/>
                  </a:lnTo>
                  <a:lnTo>
                    <a:pt x="220" y="735"/>
                  </a:lnTo>
                  <a:lnTo>
                    <a:pt x="227" y="735"/>
                  </a:lnTo>
                  <a:lnTo>
                    <a:pt x="227" y="742"/>
                  </a:lnTo>
                  <a:lnTo>
                    <a:pt x="227" y="748"/>
                  </a:lnTo>
                  <a:lnTo>
                    <a:pt x="233" y="748"/>
                  </a:lnTo>
                  <a:lnTo>
                    <a:pt x="233" y="754"/>
                  </a:lnTo>
                  <a:lnTo>
                    <a:pt x="233" y="760"/>
                  </a:lnTo>
                  <a:lnTo>
                    <a:pt x="239" y="760"/>
                  </a:lnTo>
                  <a:lnTo>
                    <a:pt x="239" y="767"/>
                  </a:lnTo>
                  <a:lnTo>
                    <a:pt x="239" y="773"/>
                  </a:lnTo>
                  <a:lnTo>
                    <a:pt x="239" y="779"/>
                  </a:lnTo>
                  <a:lnTo>
                    <a:pt x="246" y="779"/>
                  </a:lnTo>
                  <a:lnTo>
                    <a:pt x="246" y="786"/>
                  </a:lnTo>
                  <a:lnTo>
                    <a:pt x="246" y="792"/>
                  </a:lnTo>
                  <a:lnTo>
                    <a:pt x="246" y="798"/>
                  </a:lnTo>
                  <a:lnTo>
                    <a:pt x="252" y="798"/>
                  </a:lnTo>
                  <a:lnTo>
                    <a:pt x="252" y="804"/>
                  </a:lnTo>
                  <a:lnTo>
                    <a:pt x="252" y="811"/>
                  </a:lnTo>
                  <a:lnTo>
                    <a:pt x="252" y="817"/>
                  </a:lnTo>
                  <a:lnTo>
                    <a:pt x="258" y="817"/>
                  </a:lnTo>
                  <a:lnTo>
                    <a:pt x="258" y="823"/>
                  </a:lnTo>
                  <a:lnTo>
                    <a:pt x="258" y="830"/>
                  </a:lnTo>
                  <a:lnTo>
                    <a:pt x="258" y="836"/>
                  </a:lnTo>
                  <a:lnTo>
                    <a:pt x="264" y="836"/>
                  </a:lnTo>
                  <a:lnTo>
                    <a:pt x="264" y="842"/>
                  </a:lnTo>
                  <a:lnTo>
                    <a:pt x="264" y="848"/>
                  </a:lnTo>
                  <a:lnTo>
                    <a:pt x="264" y="855"/>
                  </a:lnTo>
                  <a:lnTo>
                    <a:pt x="271" y="861"/>
                  </a:lnTo>
                  <a:lnTo>
                    <a:pt x="271" y="867"/>
                  </a:lnTo>
                  <a:lnTo>
                    <a:pt x="271" y="874"/>
                  </a:lnTo>
                  <a:lnTo>
                    <a:pt x="271" y="880"/>
                  </a:lnTo>
                  <a:lnTo>
                    <a:pt x="277" y="886"/>
                  </a:lnTo>
                  <a:lnTo>
                    <a:pt x="277" y="892"/>
                  </a:lnTo>
                  <a:lnTo>
                    <a:pt x="277" y="899"/>
                  </a:lnTo>
                  <a:lnTo>
                    <a:pt x="277" y="905"/>
                  </a:lnTo>
                  <a:lnTo>
                    <a:pt x="283" y="911"/>
                  </a:lnTo>
                  <a:lnTo>
                    <a:pt x="283" y="918"/>
                  </a:lnTo>
                  <a:lnTo>
                    <a:pt x="283" y="924"/>
                  </a:lnTo>
                  <a:lnTo>
                    <a:pt x="283" y="930"/>
                  </a:lnTo>
                  <a:lnTo>
                    <a:pt x="290" y="930"/>
                  </a:lnTo>
                  <a:lnTo>
                    <a:pt x="290" y="936"/>
                  </a:lnTo>
                  <a:lnTo>
                    <a:pt x="290" y="943"/>
                  </a:lnTo>
                  <a:lnTo>
                    <a:pt x="290" y="949"/>
                  </a:lnTo>
                  <a:lnTo>
                    <a:pt x="290" y="955"/>
                  </a:lnTo>
                  <a:lnTo>
                    <a:pt x="296" y="955"/>
                  </a:lnTo>
                  <a:lnTo>
                    <a:pt x="296" y="962"/>
                  </a:lnTo>
                  <a:lnTo>
                    <a:pt x="296" y="968"/>
                  </a:lnTo>
                  <a:lnTo>
                    <a:pt x="296" y="974"/>
                  </a:lnTo>
                  <a:lnTo>
                    <a:pt x="302" y="980"/>
                  </a:lnTo>
                  <a:lnTo>
                    <a:pt x="302" y="987"/>
                  </a:lnTo>
                  <a:lnTo>
                    <a:pt x="302" y="993"/>
                  </a:lnTo>
                  <a:lnTo>
                    <a:pt x="302" y="999"/>
                  </a:lnTo>
                  <a:lnTo>
                    <a:pt x="308" y="1006"/>
                  </a:lnTo>
                  <a:lnTo>
                    <a:pt x="308" y="1012"/>
                  </a:lnTo>
                  <a:lnTo>
                    <a:pt x="315" y="1012"/>
                  </a:lnTo>
                  <a:lnTo>
                    <a:pt x="321" y="1012"/>
                  </a:lnTo>
                  <a:lnTo>
                    <a:pt x="321" y="1006"/>
                  </a:lnTo>
                  <a:lnTo>
                    <a:pt x="321" y="999"/>
                  </a:lnTo>
                  <a:lnTo>
                    <a:pt x="327" y="999"/>
                  </a:lnTo>
                  <a:lnTo>
                    <a:pt x="327" y="993"/>
                  </a:lnTo>
                  <a:lnTo>
                    <a:pt x="327" y="987"/>
                  </a:lnTo>
                  <a:lnTo>
                    <a:pt x="334" y="987"/>
                  </a:lnTo>
                  <a:lnTo>
                    <a:pt x="334" y="980"/>
                  </a:lnTo>
                  <a:lnTo>
                    <a:pt x="334" y="974"/>
                  </a:lnTo>
                  <a:lnTo>
                    <a:pt x="340" y="974"/>
                  </a:lnTo>
                  <a:lnTo>
                    <a:pt x="340" y="968"/>
                  </a:lnTo>
                  <a:lnTo>
                    <a:pt x="340" y="962"/>
                  </a:lnTo>
                  <a:lnTo>
                    <a:pt x="346" y="962"/>
                  </a:lnTo>
                  <a:lnTo>
                    <a:pt x="346" y="955"/>
                  </a:lnTo>
                  <a:lnTo>
                    <a:pt x="346" y="949"/>
                  </a:lnTo>
                  <a:lnTo>
                    <a:pt x="352" y="949"/>
                  </a:lnTo>
                  <a:lnTo>
                    <a:pt x="352" y="943"/>
                  </a:lnTo>
                  <a:lnTo>
                    <a:pt x="352" y="936"/>
                  </a:lnTo>
                  <a:lnTo>
                    <a:pt x="359" y="936"/>
                  </a:lnTo>
                  <a:lnTo>
                    <a:pt x="359" y="930"/>
                  </a:lnTo>
                  <a:lnTo>
                    <a:pt x="359" y="924"/>
                  </a:lnTo>
                  <a:lnTo>
                    <a:pt x="365" y="924"/>
                  </a:lnTo>
                  <a:lnTo>
                    <a:pt x="365" y="918"/>
                  </a:lnTo>
                  <a:lnTo>
                    <a:pt x="365" y="911"/>
                  </a:lnTo>
                  <a:lnTo>
                    <a:pt x="371" y="911"/>
                  </a:lnTo>
                  <a:lnTo>
                    <a:pt x="371" y="905"/>
                  </a:lnTo>
                  <a:lnTo>
                    <a:pt x="371" y="899"/>
                  </a:lnTo>
                  <a:lnTo>
                    <a:pt x="378" y="899"/>
                  </a:lnTo>
                  <a:lnTo>
                    <a:pt x="378" y="892"/>
                  </a:lnTo>
                  <a:lnTo>
                    <a:pt x="378" y="886"/>
                  </a:lnTo>
                  <a:lnTo>
                    <a:pt x="384" y="886"/>
                  </a:lnTo>
                  <a:lnTo>
                    <a:pt x="384" y="880"/>
                  </a:lnTo>
                  <a:lnTo>
                    <a:pt x="384" y="874"/>
                  </a:lnTo>
                  <a:lnTo>
                    <a:pt x="390" y="874"/>
                  </a:lnTo>
                  <a:lnTo>
                    <a:pt x="390" y="867"/>
                  </a:lnTo>
                  <a:lnTo>
                    <a:pt x="390" y="861"/>
                  </a:lnTo>
                  <a:lnTo>
                    <a:pt x="396" y="861"/>
                  </a:lnTo>
                  <a:lnTo>
                    <a:pt x="396" y="855"/>
                  </a:lnTo>
                  <a:lnTo>
                    <a:pt x="396" y="848"/>
                  </a:lnTo>
                  <a:lnTo>
                    <a:pt x="403" y="848"/>
                  </a:lnTo>
                  <a:lnTo>
                    <a:pt x="403" y="842"/>
                  </a:lnTo>
                  <a:lnTo>
                    <a:pt x="403" y="836"/>
                  </a:lnTo>
                  <a:lnTo>
                    <a:pt x="409" y="836"/>
                  </a:lnTo>
                  <a:lnTo>
                    <a:pt x="409" y="830"/>
                  </a:lnTo>
                  <a:lnTo>
                    <a:pt x="409" y="823"/>
                  </a:lnTo>
                  <a:lnTo>
                    <a:pt x="415" y="823"/>
                  </a:lnTo>
                  <a:lnTo>
                    <a:pt x="415" y="817"/>
                  </a:lnTo>
                  <a:lnTo>
                    <a:pt x="415" y="811"/>
                  </a:lnTo>
                  <a:lnTo>
                    <a:pt x="422" y="811"/>
                  </a:lnTo>
                  <a:lnTo>
                    <a:pt x="422" y="804"/>
                  </a:lnTo>
                  <a:lnTo>
                    <a:pt x="422" y="798"/>
                  </a:lnTo>
                  <a:lnTo>
                    <a:pt x="428" y="798"/>
                  </a:lnTo>
                  <a:lnTo>
                    <a:pt x="434" y="798"/>
                  </a:lnTo>
                  <a:lnTo>
                    <a:pt x="440" y="804"/>
                  </a:lnTo>
                  <a:lnTo>
                    <a:pt x="440" y="811"/>
                  </a:lnTo>
                  <a:lnTo>
                    <a:pt x="447" y="811"/>
                  </a:lnTo>
                  <a:lnTo>
                    <a:pt x="447" y="817"/>
                  </a:lnTo>
                  <a:lnTo>
                    <a:pt x="453" y="823"/>
                  </a:lnTo>
                  <a:lnTo>
                    <a:pt x="453" y="830"/>
                  </a:lnTo>
                  <a:lnTo>
                    <a:pt x="459" y="830"/>
                  </a:lnTo>
                  <a:lnTo>
                    <a:pt x="459" y="836"/>
                  </a:lnTo>
                  <a:lnTo>
                    <a:pt x="466" y="836"/>
                  </a:lnTo>
                  <a:lnTo>
                    <a:pt x="466" y="842"/>
                  </a:lnTo>
                  <a:lnTo>
                    <a:pt x="472" y="848"/>
                  </a:lnTo>
                  <a:lnTo>
                    <a:pt x="472" y="855"/>
                  </a:lnTo>
                  <a:lnTo>
                    <a:pt x="472" y="861"/>
                  </a:lnTo>
                  <a:lnTo>
                    <a:pt x="478" y="861"/>
                  </a:lnTo>
                  <a:lnTo>
                    <a:pt x="478" y="867"/>
                  </a:lnTo>
                  <a:lnTo>
                    <a:pt x="484" y="874"/>
                  </a:lnTo>
                  <a:lnTo>
                    <a:pt x="484" y="880"/>
                  </a:lnTo>
                  <a:lnTo>
                    <a:pt x="484" y="886"/>
                  </a:lnTo>
                  <a:lnTo>
                    <a:pt x="491" y="886"/>
                  </a:lnTo>
                  <a:lnTo>
                    <a:pt x="491" y="892"/>
                  </a:lnTo>
                  <a:lnTo>
                    <a:pt x="491" y="899"/>
                  </a:lnTo>
                  <a:lnTo>
                    <a:pt x="497" y="899"/>
                  </a:lnTo>
                  <a:lnTo>
                    <a:pt x="497" y="905"/>
                  </a:lnTo>
                  <a:lnTo>
                    <a:pt x="497" y="911"/>
                  </a:lnTo>
                  <a:lnTo>
                    <a:pt x="503" y="918"/>
                  </a:lnTo>
                  <a:lnTo>
                    <a:pt x="503" y="924"/>
                  </a:lnTo>
                  <a:lnTo>
                    <a:pt x="503" y="930"/>
                  </a:lnTo>
                  <a:lnTo>
                    <a:pt x="510" y="930"/>
                  </a:lnTo>
                  <a:lnTo>
                    <a:pt x="510" y="936"/>
                  </a:lnTo>
                  <a:lnTo>
                    <a:pt x="510" y="943"/>
                  </a:lnTo>
                  <a:lnTo>
                    <a:pt x="510" y="949"/>
                  </a:lnTo>
                  <a:lnTo>
                    <a:pt x="516" y="949"/>
                  </a:lnTo>
                  <a:lnTo>
                    <a:pt x="516" y="955"/>
                  </a:lnTo>
                  <a:lnTo>
                    <a:pt x="516" y="962"/>
                  </a:lnTo>
                  <a:lnTo>
                    <a:pt x="516" y="968"/>
                  </a:lnTo>
                  <a:lnTo>
                    <a:pt x="522" y="968"/>
                  </a:lnTo>
                  <a:lnTo>
                    <a:pt x="522" y="974"/>
                  </a:lnTo>
                  <a:lnTo>
                    <a:pt x="522" y="980"/>
                  </a:lnTo>
                  <a:lnTo>
                    <a:pt x="522" y="987"/>
                  </a:lnTo>
                  <a:lnTo>
                    <a:pt x="528" y="987"/>
                  </a:lnTo>
                  <a:lnTo>
                    <a:pt x="528" y="993"/>
                  </a:lnTo>
                  <a:lnTo>
                    <a:pt x="528" y="999"/>
                  </a:lnTo>
                  <a:lnTo>
                    <a:pt x="528" y="1006"/>
                  </a:lnTo>
                  <a:lnTo>
                    <a:pt x="535" y="1012"/>
                  </a:lnTo>
                  <a:lnTo>
                    <a:pt x="535" y="1018"/>
                  </a:lnTo>
                  <a:lnTo>
                    <a:pt x="535" y="1024"/>
                  </a:lnTo>
                  <a:lnTo>
                    <a:pt x="541" y="1031"/>
                  </a:lnTo>
                  <a:lnTo>
                    <a:pt x="541" y="1037"/>
                  </a:lnTo>
                  <a:lnTo>
                    <a:pt x="547" y="1037"/>
                  </a:lnTo>
                  <a:lnTo>
                    <a:pt x="554" y="1037"/>
                  </a:lnTo>
                  <a:lnTo>
                    <a:pt x="554" y="1031"/>
                  </a:lnTo>
                  <a:lnTo>
                    <a:pt x="554" y="1024"/>
                  </a:lnTo>
                  <a:lnTo>
                    <a:pt x="560" y="1018"/>
                  </a:lnTo>
                  <a:lnTo>
                    <a:pt x="560" y="1012"/>
                  </a:lnTo>
                  <a:lnTo>
                    <a:pt x="560" y="1006"/>
                  </a:lnTo>
                  <a:lnTo>
                    <a:pt x="560" y="999"/>
                  </a:lnTo>
                  <a:lnTo>
                    <a:pt x="566" y="999"/>
                  </a:lnTo>
                  <a:lnTo>
                    <a:pt x="566" y="993"/>
                  </a:lnTo>
                  <a:lnTo>
                    <a:pt x="566" y="987"/>
                  </a:lnTo>
                  <a:lnTo>
                    <a:pt x="566" y="980"/>
                  </a:lnTo>
                  <a:lnTo>
                    <a:pt x="566" y="974"/>
                  </a:lnTo>
                  <a:lnTo>
                    <a:pt x="572" y="974"/>
                  </a:lnTo>
                  <a:lnTo>
                    <a:pt x="572" y="968"/>
                  </a:lnTo>
                  <a:lnTo>
                    <a:pt x="572" y="962"/>
                  </a:lnTo>
                  <a:lnTo>
                    <a:pt x="572" y="955"/>
                  </a:lnTo>
                  <a:lnTo>
                    <a:pt x="579" y="955"/>
                  </a:lnTo>
                  <a:lnTo>
                    <a:pt x="579" y="949"/>
                  </a:lnTo>
                  <a:lnTo>
                    <a:pt x="579" y="943"/>
                  </a:lnTo>
                  <a:lnTo>
                    <a:pt x="579" y="936"/>
                  </a:lnTo>
                  <a:lnTo>
                    <a:pt x="585" y="930"/>
                  </a:lnTo>
                  <a:lnTo>
                    <a:pt x="585" y="924"/>
                  </a:lnTo>
                  <a:lnTo>
                    <a:pt x="585" y="918"/>
                  </a:lnTo>
                  <a:lnTo>
                    <a:pt x="591" y="911"/>
                  </a:lnTo>
                  <a:lnTo>
                    <a:pt x="591" y="905"/>
                  </a:lnTo>
                  <a:lnTo>
                    <a:pt x="591" y="899"/>
                  </a:lnTo>
                  <a:lnTo>
                    <a:pt x="598" y="899"/>
                  </a:lnTo>
                  <a:lnTo>
                    <a:pt x="598" y="892"/>
                  </a:lnTo>
                  <a:lnTo>
                    <a:pt x="598" y="886"/>
                  </a:lnTo>
                  <a:lnTo>
                    <a:pt x="598" y="880"/>
                  </a:lnTo>
                  <a:lnTo>
                    <a:pt x="604" y="880"/>
                  </a:lnTo>
                  <a:lnTo>
                    <a:pt x="604" y="874"/>
                  </a:lnTo>
                  <a:lnTo>
                    <a:pt x="604" y="867"/>
                  </a:lnTo>
                  <a:lnTo>
                    <a:pt x="610" y="861"/>
                  </a:lnTo>
                  <a:lnTo>
                    <a:pt x="610" y="855"/>
                  </a:lnTo>
                  <a:lnTo>
                    <a:pt x="610" y="848"/>
                  </a:lnTo>
                  <a:lnTo>
                    <a:pt x="616" y="848"/>
                  </a:lnTo>
                  <a:lnTo>
                    <a:pt x="616" y="842"/>
                  </a:lnTo>
                  <a:lnTo>
                    <a:pt x="616" y="836"/>
                  </a:lnTo>
                  <a:lnTo>
                    <a:pt x="623" y="836"/>
                  </a:lnTo>
                  <a:lnTo>
                    <a:pt x="623" y="830"/>
                  </a:lnTo>
                  <a:lnTo>
                    <a:pt x="623" y="823"/>
                  </a:lnTo>
                  <a:lnTo>
                    <a:pt x="629" y="823"/>
                  </a:lnTo>
                  <a:lnTo>
                    <a:pt x="629" y="817"/>
                  </a:lnTo>
                  <a:lnTo>
                    <a:pt x="629" y="811"/>
                  </a:lnTo>
                  <a:lnTo>
                    <a:pt x="635" y="811"/>
                  </a:lnTo>
                  <a:lnTo>
                    <a:pt x="635" y="804"/>
                  </a:lnTo>
                  <a:lnTo>
                    <a:pt x="642" y="798"/>
                  </a:lnTo>
                  <a:lnTo>
                    <a:pt x="642" y="792"/>
                  </a:lnTo>
                  <a:lnTo>
                    <a:pt x="648" y="792"/>
                  </a:lnTo>
                  <a:lnTo>
                    <a:pt x="648" y="786"/>
                  </a:lnTo>
                  <a:lnTo>
                    <a:pt x="648" y="779"/>
                  </a:lnTo>
                  <a:lnTo>
                    <a:pt x="654" y="779"/>
                  </a:lnTo>
                  <a:lnTo>
                    <a:pt x="654" y="773"/>
                  </a:lnTo>
                  <a:lnTo>
                    <a:pt x="660" y="767"/>
                  </a:lnTo>
                  <a:lnTo>
                    <a:pt x="667" y="767"/>
                  </a:lnTo>
                  <a:lnTo>
                    <a:pt x="673" y="767"/>
                  </a:lnTo>
                  <a:lnTo>
                    <a:pt x="673" y="773"/>
                  </a:lnTo>
                  <a:lnTo>
                    <a:pt x="679" y="779"/>
                  </a:lnTo>
                  <a:lnTo>
                    <a:pt x="679" y="786"/>
                  </a:lnTo>
                  <a:lnTo>
                    <a:pt x="686" y="786"/>
                  </a:lnTo>
                  <a:lnTo>
                    <a:pt x="686" y="792"/>
                  </a:lnTo>
                  <a:lnTo>
                    <a:pt x="692" y="792"/>
                  </a:lnTo>
                  <a:lnTo>
                    <a:pt x="692" y="798"/>
                  </a:lnTo>
                  <a:lnTo>
                    <a:pt x="692" y="804"/>
                  </a:lnTo>
                  <a:lnTo>
                    <a:pt x="698" y="804"/>
                  </a:lnTo>
                  <a:lnTo>
                    <a:pt x="698" y="811"/>
                  </a:lnTo>
                  <a:lnTo>
                    <a:pt x="704" y="811"/>
                  </a:lnTo>
                  <a:lnTo>
                    <a:pt x="704" y="817"/>
                  </a:lnTo>
                  <a:lnTo>
                    <a:pt x="704" y="823"/>
                  </a:lnTo>
                  <a:lnTo>
                    <a:pt x="711" y="823"/>
                  </a:lnTo>
                  <a:lnTo>
                    <a:pt x="711" y="830"/>
                  </a:lnTo>
                  <a:lnTo>
                    <a:pt x="711" y="836"/>
                  </a:lnTo>
                  <a:lnTo>
                    <a:pt x="717" y="836"/>
                  </a:lnTo>
                  <a:lnTo>
                    <a:pt x="717" y="842"/>
                  </a:lnTo>
                  <a:lnTo>
                    <a:pt x="717" y="848"/>
                  </a:lnTo>
                  <a:lnTo>
                    <a:pt x="723" y="848"/>
                  </a:lnTo>
                  <a:lnTo>
                    <a:pt x="723" y="855"/>
                  </a:lnTo>
                  <a:lnTo>
                    <a:pt x="723" y="861"/>
                  </a:lnTo>
                  <a:lnTo>
                    <a:pt x="730" y="867"/>
                  </a:lnTo>
                  <a:lnTo>
                    <a:pt x="730" y="874"/>
                  </a:lnTo>
                  <a:lnTo>
                    <a:pt x="730" y="880"/>
                  </a:lnTo>
                  <a:lnTo>
                    <a:pt x="736" y="880"/>
                  </a:lnTo>
                  <a:lnTo>
                    <a:pt x="736" y="886"/>
                  </a:lnTo>
                  <a:lnTo>
                    <a:pt x="736" y="892"/>
                  </a:lnTo>
                  <a:lnTo>
                    <a:pt x="742" y="899"/>
                  </a:lnTo>
                  <a:lnTo>
                    <a:pt x="742" y="905"/>
                  </a:lnTo>
                  <a:lnTo>
                    <a:pt x="742" y="911"/>
                  </a:lnTo>
                  <a:lnTo>
                    <a:pt x="748" y="911"/>
                  </a:lnTo>
                  <a:lnTo>
                    <a:pt x="748" y="918"/>
                  </a:lnTo>
                  <a:lnTo>
                    <a:pt x="748" y="924"/>
                  </a:lnTo>
                  <a:lnTo>
                    <a:pt x="748" y="930"/>
                  </a:lnTo>
                  <a:lnTo>
                    <a:pt x="755" y="936"/>
                  </a:lnTo>
                  <a:lnTo>
                    <a:pt x="755" y="943"/>
                  </a:lnTo>
                  <a:lnTo>
                    <a:pt x="755" y="949"/>
                  </a:lnTo>
                  <a:lnTo>
                    <a:pt x="755" y="955"/>
                  </a:lnTo>
                  <a:lnTo>
                    <a:pt x="761" y="955"/>
                  </a:lnTo>
                  <a:lnTo>
                    <a:pt x="761" y="962"/>
                  </a:lnTo>
                  <a:lnTo>
                    <a:pt x="761" y="968"/>
                  </a:lnTo>
                  <a:lnTo>
                    <a:pt x="761" y="974"/>
                  </a:lnTo>
                  <a:lnTo>
                    <a:pt x="767" y="974"/>
                  </a:lnTo>
                  <a:lnTo>
                    <a:pt x="767" y="980"/>
                  </a:lnTo>
                  <a:lnTo>
                    <a:pt x="767" y="987"/>
                  </a:lnTo>
                  <a:lnTo>
                    <a:pt x="767" y="993"/>
                  </a:lnTo>
                  <a:lnTo>
                    <a:pt x="774" y="993"/>
                  </a:lnTo>
                  <a:lnTo>
                    <a:pt x="774" y="999"/>
                  </a:lnTo>
                  <a:lnTo>
                    <a:pt x="774" y="1006"/>
                  </a:lnTo>
                  <a:lnTo>
                    <a:pt x="780" y="1012"/>
                  </a:lnTo>
                  <a:lnTo>
                    <a:pt x="786" y="1012"/>
                  </a:lnTo>
                  <a:lnTo>
                    <a:pt x="786" y="1006"/>
                  </a:lnTo>
                  <a:lnTo>
                    <a:pt x="792" y="1006"/>
                  </a:lnTo>
                  <a:lnTo>
                    <a:pt x="792" y="999"/>
                  </a:lnTo>
                  <a:lnTo>
                    <a:pt x="792" y="993"/>
                  </a:lnTo>
                  <a:lnTo>
                    <a:pt x="792" y="987"/>
                  </a:lnTo>
                  <a:lnTo>
                    <a:pt x="799" y="980"/>
                  </a:lnTo>
                  <a:lnTo>
                    <a:pt x="799" y="974"/>
                  </a:lnTo>
                  <a:lnTo>
                    <a:pt x="799" y="968"/>
                  </a:lnTo>
                  <a:lnTo>
                    <a:pt x="805" y="962"/>
                  </a:lnTo>
                  <a:lnTo>
                    <a:pt x="805" y="955"/>
                  </a:lnTo>
                  <a:lnTo>
                    <a:pt x="805" y="949"/>
                  </a:lnTo>
                  <a:lnTo>
                    <a:pt x="811" y="943"/>
                  </a:lnTo>
                  <a:lnTo>
                    <a:pt x="811" y="936"/>
                  </a:lnTo>
                  <a:lnTo>
                    <a:pt x="811" y="930"/>
                  </a:lnTo>
                  <a:lnTo>
                    <a:pt x="818" y="924"/>
                  </a:lnTo>
                  <a:lnTo>
                    <a:pt x="818" y="918"/>
                  </a:lnTo>
                  <a:lnTo>
                    <a:pt x="818" y="911"/>
                  </a:lnTo>
                  <a:lnTo>
                    <a:pt x="824" y="905"/>
                  </a:lnTo>
                  <a:lnTo>
                    <a:pt x="824" y="899"/>
                  </a:lnTo>
                  <a:lnTo>
                    <a:pt x="824" y="892"/>
                  </a:lnTo>
                  <a:lnTo>
                    <a:pt x="824" y="886"/>
                  </a:lnTo>
                  <a:lnTo>
                    <a:pt x="830" y="886"/>
                  </a:lnTo>
                  <a:lnTo>
                    <a:pt x="830" y="880"/>
                  </a:lnTo>
                  <a:lnTo>
                    <a:pt x="830" y="874"/>
                  </a:lnTo>
                  <a:lnTo>
                    <a:pt x="830" y="867"/>
                  </a:lnTo>
                  <a:lnTo>
                    <a:pt x="837" y="867"/>
                  </a:lnTo>
                  <a:lnTo>
                    <a:pt x="837" y="861"/>
                  </a:lnTo>
                  <a:lnTo>
                    <a:pt x="837" y="855"/>
                  </a:lnTo>
                  <a:lnTo>
                    <a:pt x="837" y="848"/>
                  </a:lnTo>
                  <a:lnTo>
                    <a:pt x="843" y="848"/>
                  </a:lnTo>
                  <a:lnTo>
                    <a:pt x="843" y="842"/>
                  </a:lnTo>
                  <a:lnTo>
                    <a:pt x="843" y="836"/>
                  </a:lnTo>
                  <a:lnTo>
                    <a:pt x="843" y="830"/>
                  </a:lnTo>
                  <a:lnTo>
                    <a:pt x="849" y="830"/>
                  </a:lnTo>
                  <a:lnTo>
                    <a:pt x="849" y="823"/>
                  </a:lnTo>
                  <a:lnTo>
                    <a:pt x="849" y="817"/>
                  </a:lnTo>
                  <a:lnTo>
                    <a:pt x="849" y="811"/>
                  </a:lnTo>
                  <a:lnTo>
                    <a:pt x="855" y="804"/>
                  </a:lnTo>
                  <a:lnTo>
                    <a:pt x="855" y="798"/>
                  </a:lnTo>
                  <a:lnTo>
                    <a:pt x="855" y="792"/>
                  </a:lnTo>
                  <a:lnTo>
                    <a:pt x="862" y="786"/>
                  </a:lnTo>
                  <a:lnTo>
                    <a:pt x="862" y="779"/>
                  </a:lnTo>
                  <a:lnTo>
                    <a:pt x="862" y="773"/>
                  </a:lnTo>
                  <a:lnTo>
                    <a:pt x="868" y="767"/>
                  </a:lnTo>
                  <a:lnTo>
                    <a:pt x="868" y="760"/>
                  </a:lnTo>
                  <a:lnTo>
                    <a:pt x="868" y="754"/>
                  </a:lnTo>
                  <a:lnTo>
                    <a:pt x="874" y="748"/>
                  </a:lnTo>
                  <a:lnTo>
                    <a:pt x="874" y="742"/>
                  </a:lnTo>
                  <a:lnTo>
                    <a:pt x="874" y="735"/>
                  </a:lnTo>
                  <a:lnTo>
                    <a:pt x="874" y="729"/>
                  </a:lnTo>
                  <a:lnTo>
                    <a:pt x="881" y="729"/>
                  </a:lnTo>
                  <a:lnTo>
                    <a:pt x="881" y="723"/>
                  </a:lnTo>
                  <a:lnTo>
                    <a:pt x="881" y="716"/>
                  </a:lnTo>
                  <a:lnTo>
                    <a:pt x="887" y="710"/>
                  </a:lnTo>
                  <a:lnTo>
                    <a:pt x="887" y="704"/>
                  </a:lnTo>
                  <a:lnTo>
                    <a:pt x="887" y="697"/>
                  </a:lnTo>
                  <a:lnTo>
                    <a:pt x="893" y="691"/>
                  </a:lnTo>
                  <a:lnTo>
                    <a:pt x="893" y="685"/>
                  </a:lnTo>
                  <a:lnTo>
                    <a:pt x="893" y="679"/>
                  </a:lnTo>
                  <a:lnTo>
                    <a:pt x="899" y="679"/>
                  </a:lnTo>
                  <a:lnTo>
                    <a:pt x="899" y="672"/>
                  </a:lnTo>
                  <a:lnTo>
                    <a:pt x="899" y="666"/>
                  </a:lnTo>
                  <a:lnTo>
                    <a:pt x="906" y="660"/>
                  </a:lnTo>
                  <a:lnTo>
                    <a:pt x="906" y="653"/>
                  </a:lnTo>
                  <a:lnTo>
                    <a:pt x="912" y="653"/>
                  </a:lnTo>
                  <a:lnTo>
                    <a:pt x="912" y="647"/>
                  </a:lnTo>
                  <a:lnTo>
                    <a:pt x="918" y="647"/>
                  </a:lnTo>
                  <a:lnTo>
                    <a:pt x="918" y="641"/>
                  </a:lnTo>
                  <a:lnTo>
                    <a:pt x="925" y="641"/>
                  </a:lnTo>
                  <a:lnTo>
                    <a:pt x="925" y="635"/>
                  </a:lnTo>
                  <a:lnTo>
                    <a:pt x="931" y="635"/>
                  </a:lnTo>
                  <a:lnTo>
                    <a:pt x="931" y="628"/>
                  </a:lnTo>
                  <a:lnTo>
                    <a:pt x="937" y="628"/>
                  </a:lnTo>
                  <a:lnTo>
                    <a:pt x="937" y="622"/>
                  </a:lnTo>
                  <a:lnTo>
                    <a:pt x="943" y="622"/>
                  </a:lnTo>
                  <a:lnTo>
                    <a:pt x="943" y="616"/>
                  </a:lnTo>
                  <a:lnTo>
                    <a:pt x="950" y="616"/>
                  </a:lnTo>
                  <a:lnTo>
                    <a:pt x="950" y="609"/>
                  </a:lnTo>
                  <a:lnTo>
                    <a:pt x="956" y="609"/>
                  </a:lnTo>
                  <a:lnTo>
                    <a:pt x="956" y="603"/>
                  </a:lnTo>
                  <a:lnTo>
                    <a:pt x="962" y="603"/>
                  </a:lnTo>
                  <a:lnTo>
                    <a:pt x="962" y="597"/>
                  </a:lnTo>
                  <a:lnTo>
                    <a:pt x="969" y="597"/>
                  </a:lnTo>
                  <a:lnTo>
                    <a:pt x="969" y="591"/>
                  </a:lnTo>
                  <a:lnTo>
                    <a:pt x="975" y="591"/>
                  </a:lnTo>
                  <a:lnTo>
                    <a:pt x="975" y="584"/>
                  </a:lnTo>
                  <a:lnTo>
                    <a:pt x="981" y="584"/>
                  </a:lnTo>
                  <a:lnTo>
                    <a:pt x="981" y="578"/>
                  </a:lnTo>
                  <a:lnTo>
                    <a:pt x="987" y="578"/>
                  </a:lnTo>
                  <a:lnTo>
                    <a:pt x="987" y="572"/>
                  </a:lnTo>
                  <a:lnTo>
                    <a:pt x="994" y="572"/>
                  </a:lnTo>
                  <a:lnTo>
                    <a:pt x="994" y="565"/>
                  </a:lnTo>
                  <a:lnTo>
                    <a:pt x="1000" y="565"/>
                  </a:lnTo>
                  <a:lnTo>
                    <a:pt x="1000" y="559"/>
                  </a:lnTo>
                  <a:lnTo>
                    <a:pt x="1006" y="559"/>
                  </a:lnTo>
                  <a:lnTo>
                    <a:pt x="1006" y="553"/>
                  </a:lnTo>
                  <a:lnTo>
                    <a:pt x="1013" y="553"/>
                  </a:lnTo>
                  <a:lnTo>
                    <a:pt x="1013" y="547"/>
                  </a:lnTo>
                  <a:lnTo>
                    <a:pt x="1019" y="547"/>
                  </a:lnTo>
                  <a:lnTo>
                    <a:pt x="1019" y="540"/>
                  </a:lnTo>
                  <a:lnTo>
                    <a:pt x="1025" y="534"/>
                  </a:lnTo>
                  <a:lnTo>
                    <a:pt x="1025" y="528"/>
                  </a:lnTo>
                  <a:lnTo>
                    <a:pt x="1031" y="528"/>
                  </a:lnTo>
                  <a:lnTo>
                    <a:pt x="1031" y="521"/>
                  </a:lnTo>
                  <a:lnTo>
                    <a:pt x="1038" y="521"/>
                  </a:lnTo>
                  <a:lnTo>
                    <a:pt x="1038" y="515"/>
                  </a:lnTo>
                  <a:lnTo>
                    <a:pt x="1038" y="509"/>
                  </a:lnTo>
                  <a:lnTo>
                    <a:pt x="1044" y="509"/>
                  </a:lnTo>
                  <a:lnTo>
                    <a:pt x="1044" y="503"/>
                  </a:lnTo>
                  <a:lnTo>
                    <a:pt x="1050" y="496"/>
                  </a:lnTo>
                  <a:lnTo>
                    <a:pt x="1050" y="490"/>
                  </a:lnTo>
                  <a:lnTo>
                    <a:pt x="1057" y="490"/>
                  </a:lnTo>
                  <a:lnTo>
                    <a:pt x="1057" y="484"/>
                  </a:lnTo>
                  <a:lnTo>
                    <a:pt x="1063" y="484"/>
                  </a:lnTo>
                  <a:lnTo>
                    <a:pt x="1063" y="477"/>
                  </a:lnTo>
                  <a:lnTo>
                    <a:pt x="1063" y="471"/>
                  </a:lnTo>
                  <a:lnTo>
                    <a:pt x="1069" y="471"/>
                  </a:lnTo>
                  <a:lnTo>
                    <a:pt x="1069" y="465"/>
                  </a:lnTo>
                  <a:lnTo>
                    <a:pt x="1075" y="459"/>
                  </a:lnTo>
                  <a:lnTo>
                    <a:pt x="1075" y="452"/>
                  </a:lnTo>
                  <a:lnTo>
                    <a:pt x="1082" y="452"/>
                  </a:lnTo>
                  <a:lnTo>
                    <a:pt x="1082" y="446"/>
                  </a:lnTo>
                  <a:lnTo>
                    <a:pt x="1088" y="446"/>
                  </a:lnTo>
                  <a:lnTo>
                    <a:pt x="1088" y="440"/>
                  </a:lnTo>
                  <a:lnTo>
                    <a:pt x="1088" y="433"/>
                  </a:lnTo>
                  <a:lnTo>
                    <a:pt x="1094" y="433"/>
                  </a:lnTo>
                  <a:lnTo>
                    <a:pt x="1094" y="427"/>
                  </a:lnTo>
                  <a:lnTo>
                    <a:pt x="1101" y="421"/>
                  </a:lnTo>
                  <a:lnTo>
                    <a:pt x="1101" y="415"/>
                  </a:lnTo>
                  <a:lnTo>
                    <a:pt x="1107" y="415"/>
                  </a:lnTo>
                  <a:lnTo>
                    <a:pt x="1107" y="408"/>
                  </a:lnTo>
                  <a:lnTo>
                    <a:pt x="1113" y="408"/>
                  </a:lnTo>
                  <a:lnTo>
                    <a:pt x="1113" y="402"/>
                  </a:lnTo>
                  <a:lnTo>
                    <a:pt x="1113" y="396"/>
                  </a:lnTo>
                  <a:lnTo>
                    <a:pt x="1119" y="396"/>
                  </a:lnTo>
                  <a:lnTo>
                    <a:pt x="1119" y="389"/>
                  </a:lnTo>
                  <a:lnTo>
                    <a:pt x="1126" y="389"/>
                  </a:lnTo>
                  <a:lnTo>
                    <a:pt x="1126" y="383"/>
                  </a:lnTo>
                  <a:lnTo>
                    <a:pt x="1126" y="377"/>
                  </a:lnTo>
                  <a:lnTo>
                    <a:pt x="1132" y="377"/>
                  </a:lnTo>
                  <a:lnTo>
                    <a:pt x="1132" y="371"/>
                  </a:lnTo>
                  <a:lnTo>
                    <a:pt x="1132" y="364"/>
                  </a:lnTo>
                  <a:lnTo>
                    <a:pt x="1138" y="364"/>
                  </a:lnTo>
                  <a:lnTo>
                    <a:pt x="1138" y="358"/>
                  </a:lnTo>
                  <a:lnTo>
                    <a:pt x="1138" y="352"/>
                  </a:lnTo>
                  <a:lnTo>
                    <a:pt x="1145" y="345"/>
                  </a:lnTo>
                  <a:lnTo>
                    <a:pt x="1145" y="339"/>
                  </a:lnTo>
                  <a:lnTo>
                    <a:pt x="1145" y="333"/>
                  </a:lnTo>
                  <a:lnTo>
                    <a:pt x="1145" y="327"/>
                  </a:lnTo>
                  <a:lnTo>
                    <a:pt x="1151" y="327"/>
                  </a:lnTo>
                  <a:lnTo>
                    <a:pt x="1151" y="320"/>
                  </a:lnTo>
                  <a:lnTo>
                    <a:pt x="1151" y="314"/>
                  </a:lnTo>
                  <a:lnTo>
                    <a:pt x="1151" y="308"/>
                  </a:lnTo>
                  <a:lnTo>
                    <a:pt x="1157" y="308"/>
                  </a:lnTo>
                  <a:lnTo>
                    <a:pt x="1157" y="301"/>
                  </a:lnTo>
                  <a:lnTo>
                    <a:pt x="1157" y="295"/>
                  </a:lnTo>
                  <a:lnTo>
                    <a:pt x="1157" y="289"/>
                  </a:lnTo>
                  <a:lnTo>
                    <a:pt x="1163" y="282"/>
                  </a:lnTo>
                  <a:lnTo>
                    <a:pt x="1163" y="276"/>
                  </a:lnTo>
                  <a:lnTo>
                    <a:pt x="1163" y="270"/>
                  </a:lnTo>
                  <a:lnTo>
                    <a:pt x="1170" y="264"/>
                  </a:lnTo>
                  <a:lnTo>
                    <a:pt x="1170" y="257"/>
                  </a:lnTo>
                  <a:lnTo>
                    <a:pt x="1170" y="251"/>
                  </a:lnTo>
                  <a:lnTo>
                    <a:pt x="1170" y="245"/>
                  </a:lnTo>
                  <a:lnTo>
                    <a:pt x="1176" y="238"/>
                  </a:lnTo>
                  <a:lnTo>
                    <a:pt x="1176" y="232"/>
                  </a:lnTo>
                  <a:lnTo>
                    <a:pt x="1176" y="226"/>
                  </a:lnTo>
                  <a:lnTo>
                    <a:pt x="1182" y="220"/>
                  </a:lnTo>
                  <a:lnTo>
                    <a:pt x="1182" y="213"/>
                  </a:lnTo>
                  <a:lnTo>
                    <a:pt x="1182" y="207"/>
                  </a:lnTo>
                  <a:lnTo>
                    <a:pt x="1189" y="201"/>
                  </a:lnTo>
                  <a:lnTo>
                    <a:pt x="1189" y="194"/>
                  </a:lnTo>
                  <a:lnTo>
                    <a:pt x="1189" y="188"/>
                  </a:lnTo>
                  <a:lnTo>
                    <a:pt x="1195" y="182"/>
                  </a:lnTo>
                  <a:lnTo>
                    <a:pt x="1195" y="176"/>
                  </a:lnTo>
                  <a:lnTo>
                    <a:pt x="1195" y="169"/>
                  </a:lnTo>
                  <a:lnTo>
                    <a:pt x="1195" y="163"/>
                  </a:lnTo>
                  <a:lnTo>
                    <a:pt x="1201" y="157"/>
                  </a:lnTo>
                  <a:lnTo>
                    <a:pt x="1201" y="150"/>
                  </a:lnTo>
                  <a:lnTo>
                    <a:pt x="1201" y="144"/>
                  </a:lnTo>
                  <a:lnTo>
                    <a:pt x="1207" y="138"/>
                  </a:lnTo>
                  <a:lnTo>
                    <a:pt x="1207" y="132"/>
                  </a:lnTo>
                  <a:lnTo>
                    <a:pt x="1207" y="125"/>
                  </a:lnTo>
                  <a:lnTo>
                    <a:pt x="1214" y="119"/>
                  </a:lnTo>
                  <a:lnTo>
                    <a:pt x="1214" y="113"/>
                  </a:lnTo>
                  <a:lnTo>
                    <a:pt x="1214" y="106"/>
                  </a:lnTo>
                  <a:lnTo>
                    <a:pt x="1214" y="100"/>
                  </a:lnTo>
                  <a:lnTo>
                    <a:pt x="1220" y="100"/>
                  </a:lnTo>
                  <a:lnTo>
                    <a:pt x="1220" y="94"/>
                  </a:lnTo>
                  <a:lnTo>
                    <a:pt x="1220" y="88"/>
                  </a:lnTo>
                  <a:lnTo>
                    <a:pt x="1220" y="81"/>
                  </a:lnTo>
                  <a:lnTo>
                    <a:pt x="1226" y="81"/>
                  </a:lnTo>
                  <a:lnTo>
                    <a:pt x="1226" y="75"/>
                  </a:lnTo>
                  <a:lnTo>
                    <a:pt x="1226" y="69"/>
                  </a:lnTo>
                  <a:lnTo>
                    <a:pt x="1226" y="62"/>
                  </a:lnTo>
                  <a:lnTo>
                    <a:pt x="1233" y="56"/>
                  </a:lnTo>
                  <a:lnTo>
                    <a:pt x="1233" y="50"/>
                  </a:lnTo>
                  <a:lnTo>
                    <a:pt x="1233" y="44"/>
                  </a:lnTo>
                  <a:lnTo>
                    <a:pt x="1233" y="37"/>
                  </a:lnTo>
                  <a:lnTo>
                    <a:pt x="1239" y="37"/>
                  </a:lnTo>
                  <a:lnTo>
                    <a:pt x="1239" y="31"/>
                  </a:lnTo>
                  <a:lnTo>
                    <a:pt x="1239" y="25"/>
                  </a:lnTo>
                  <a:lnTo>
                    <a:pt x="1239" y="18"/>
                  </a:lnTo>
                  <a:lnTo>
                    <a:pt x="1245" y="18"/>
                  </a:lnTo>
                  <a:lnTo>
                    <a:pt x="1245" y="12"/>
                  </a:lnTo>
                  <a:lnTo>
                    <a:pt x="1245" y="6"/>
                  </a:lnTo>
                  <a:lnTo>
                    <a:pt x="1251" y="0"/>
                  </a:lnTo>
                  <a:lnTo>
                    <a:pt x="1258" y="0"/>
                  </a:lnTo>
                  <a:lnTo>
                    <a:pt x="1258" y="6"/>
                  </a:lnTo>
                  <a:lnTo>
                    <a:pt x="1258" y="12"/>
                  </a:lnTo>
                  <a:lnTo>
                    <a:pt x="1264" y="12"/>
                  </a:lnTo>
                  <a:lnTo>
                    <a:pt x="1264" y="18"/>
                  </a:lnTo>
                  <a:lnTo>
                    <a:pt x="1264" y="25"/>
                  </a:lnTo>
                  <a:lnTo>
                    <a:pt x="1264" y="31"/>
                  </a:lnTo>
                  <a:lnTo>
                    <a:pt x="1270" y="31"/>
                  </a:lnTo>
                  <a:lnTo>
                    <a:pt x="1270" y="37"/>
                  </a:lnTo>
                  <a:lnTo>
                    <a:pt x="1270" y="44"/>
                  </a:lnTo>
                  <a:lnTo>
                    <a:pt x="1270" y="50"/>
                  </a:lnTo>
                  <a:lnTo>
                    <a:pt x="1277" y="50"/>
                  </a:lnTo>
                  <a:lnTo>
                    <a:pt x="1277" y="56"/>
                  </a:lnTo>
                  <a:lnTo>
                    <a:pt x="1277" y="62"/>
                  </a:lnTo>
                  <a:lnTo>
                    <a:pt x="1277" y="69"/>
                  </a:lnTo>
                  <a:lnTo>
                    <a:pt x="1283" y="69"/>
                  </a:lnTo>
                  <a:lnTo>
                    <a:pt x="1283" y="75"/>
                  </a:lnTo>
                  <a:lnTo>
                    <a:pt x="1283" y="81"/>
                  </a:lnTo>
                  <a:lnTo>
                    <a:pt x="1283" y="88"/>
                  </a:lnTo>
                  <a:lnTo>
                    <a:pt x="1289" y="94"/>
                  </a:lnTo>
                  <a:lnTo>
                    <a:pt x="1289" y="100"/>
                  </a:lnTo>
                  <a:lnTo>
                    <a:pt x="1289" y="106"/>
                  </a:lnTo>
                  <a:lnTo>
                    <a:pt x="1295" y="106"/>
                  </a:lnTo>
                  <a:lnTo>
                    <a:pt x="1295" y="113"/>
                  </a:lnTo>
                  <a:lnTo>
                    <a:pt x="1295" y="119"/>
                  </a:lnTo>
                  <a:lnTo>
                    <a:pt x="1295" y="125"/>
                  </a:lnTo>
                  <a:lnTo>
                    <a:pt x="1302" y="125"/>
                  </a:lnTo>
                  <a:lnTo>
                    <a:pt x="1302" y="132"/>
                  </a:lnTo>
                  <a:lnTo>
                    <a:pt x="1302" y="138"/>
                  </a:lnTo>
                  <a:lnTo>
                    <a:pt x="1302" y="144"/>
                  </a:lnTo>
                  <a:lnTo>
                    <a:pt x="1308" y="144"/>
                  </a:lnTo>
                  <a:lnTo>
                    <a:pt x="1308" y="150"/>
                  </a:lnTo>
                  <a:lnTo>
                    <a:pt x="1308" y="157"/>
                  </a:lnTo>
                  <a:lnTo>
                    <a:pt x="1314" y="157"/>
                  </a:lnTo>
                  <a:lnTo>
                    <a:pt x="1314" y="163"/>
                  </a:lnTo>
                  <a:lnTo>
                    <a:pt x="1314" y="169"/>
                  </a:lnTo>
                  <a:lnTo>
                    <a:pt x="1321" y="169"/>
                  </a:lnTo>
                  <a:lnTo>
                    <a:pt x="1321" y="176"/>
                  </a:lnTo>
                  <a:lnTo>
                    <a:pt x="1321" y="182"/>
                  </a:lnTo>
                  <a:lnTo>
                    <a:pt x="1327" y="188"/>
                  </a:lnTo>
                  <a:lnTo>
                    <a:pt x="1327" y="194"/>
                  </a:lnTo>
                  <a:lnTo>
                    <a:pt x="1333" y="194"/>
                  </a:lnTo>
                  <a:lnTo>
                    <a:pt x="1333" y="201"/>
                  </a:lnTo>
                  <a:lnTo>
                    <a:pt x="1339" y="207"/>
                  </a:lnTo>
                  <a:lnTo>
                    <a:pt x="1339" y="213"/>
                  </a:lnTo>
                  <a:lnTo>
                    <a:pt x="1346" y="213"/>
                  </a:lnTo>
                  <a:lnTo>
                    <a:pt x="1346" y="220"/>
                  </a:lnTo>
                  <a:lnTo>
                    <a:pt x="1352" y="226"/>
                  </a:lnTo>
                  <a:lnTo>
                    <a:pt x="1352" y="232"/>
                  </a:lnTo>
                  <a:lnTo>
                    <a:pt x="1358" y="232"/>
                  </a:lnTo>
                  <a:lnTo>
                    <a:pt x="1358" y="238"/>
                  </a:lnTo>
                  <a:lnTo>
                    <a:pt x="1365" y="245"/>
                  </a:lnTo>
                  <a:lnTo>
                    <a:pt x="1371" y="245"/>
                  </a:lnTo>
                  <a:lnTo>
                    <a:pt x="1377" y="245"/>
                  </a:lnTo>
                  <a:lnTo>
                    <a:pt x="1377" y="238"/>
                  </a:lnTo>
                  <a:lnTo>
                    <a:pt x="1383" y="238"/>
                  </a:lnTo>
                  <a:lnTo>
                    <a:pt x="1383" y="232"/>
                  </a:lnTo>
                  <a:lnTo>
                    <a:pt x="1390" y="232"/>
                  </a:lnTo>
                  <a:lnTo>
                    <a:pt x="1390" y="226"/>
                  </a:lnTo>
                  <a:lnTo>
                    <a:pt x="1390" y="220"/>
                  </a:lnTo>
                  <a:lnTo>
                    <a:pt x="1396" y="220"/>
                  </a:lnTo>
                  <a:lnTo>
                    <a:pt x="1396" y="213"/>
                  </a:lnTo>
                  <a:lnTo>
                    <a:pt x="1402" y="207"/>
                  </a:lnTo>
                  <a:lnTo>
                    <a:pt x="1402" y="201"/>
                  </a:lnTo>
                  <a:lnTo>
                    <a:pt x="1409" y="201"/>
                  </a:lnTo>
                  <a:lnTo>
                    <a:pt x="1409" y="194"/>
                  </a:lnTo>
                  <a:lnTo>
                    <a:pt x="1415" y="188"/>
                  </a:lnTo>
                  <a:lnTo>
                    <a:pt x="1415" y="182"/>
                  </a:lnTo>
                  <a:lnTo>
                    <a:pt x="1421" y="182"/>
                  </a:lnTo>
                  <a:lnTo>
                    <a:pt x="1421" y="176"/>
                  </a:lnTo>
                  <a:lnTo>
                    <a:pt x="1421" y="169"/>
                  </a:lnTo>
                  <a:lnTo>
                    <a:pt x="1427" y="163"/>
                  </a:lnTo>
                  <a:lnTo>
                    <a:pt x="1427" y="157"/>
                  </a:lnTo>
                  <a:lnTo>
                    <a:pt x="1427" y="150"/>
                  </a:lnTo>
                  <a:lnTo>
                    <a:pt x="1434" y="150"/>
                  </a:lnTo>
                  <a:lnTo>
                    <a:pt x="1434" y="144"/>
                  </a:lnTo>
                  <a:lnTo>
                    <a:pt x="1434" y="138"/>
                  </a:lnTo>
                  <a:lnTo>
                    <a:pt x="1440" y="138"/>
                  </a:lnTo>
                  <a:lnTo>
                    <a:pt x="1440" y="132"/>
                  </a:lnTo>
                  <a:lnTo>
                    <a:pt x="1440" y="125"/>
                  </a:lnTo>
                  <a:lnTo>
                    <a:pt x="1446" y="119"/>
                  </a:lnTo>
                  <a:lnTo>
                    <a:pt x="1446" y="113"/>
                  </a:lnTo>
                  <a:lnTo>
                    <a:pt x="1446" y="106"/>
                  </a:lnTo>
                  <a:lnTo>
                    <a:pt x="1453" y="100"/>
                  </a:lnTo>
                  <a:lnTo>
                    <a:pt x="1453" y="94"/>
                  </a:lnTo>
                  <a:lnTo>
                    <a:pt x="1453" y="88"/>
                  </a:lnTo>
                  <a:lnTo>
                    <a:pt x="1459" y="81"/>
                  </a:lnTo>
                  <a:lnTo>
                    <a:pt x="1459" y="75"/>
                  </a:lnTo>
                  <a:lnTo>
                    <a:pt x="1459" y="69"/>
                  </a:lnTo>
                  <a:lnTo>
                    <a:pt x="1459" y="62"/>
                  </a:lnTo>
                  <a:lnTo>
                    <a:pt x="1465" y="62"/>
                  </a:lnTo>
                  <a:lnTo>
                    <a:pt x="1465" y="56"/>
                  </a:lnTo>
                  <a:lnTo>
                    <a:pt x="1465" y="50"/>
                  </a:lnTo>
                  <a:lnTo>
                    <a:pt x="1465" y="44"/>
                  </a:lnTo>
                  <a:lnTo>
                    <a:pt x="1471" y="44"/>
                  </a:lnTo>
                  <a:lnTo>
                    <a:pt x="1471" y="37"/>
                  </a:lnTo>
                  <a:lnTo>
                    <a:pt x="1471" y="31"/>
                  </a:lnTo>
                  <a:lnTo>
                    <a:pt x="1471" y="25"/>
                  </a:lnTo>
                  <a:lnTo>
                    <a:pt x="1478" y="25"/>
                  </a:lnTo>
                  <a:lnTo>
                    <a:pt x="1478" y="18"/>
                  </a:lnTo>
                  <a:lnTo>
                    <a:pt x="1478" y="12"/>
                  </a:lnTo>
                  <a:lnTo>
                    <a:pt x="1478" y="6"/>
                  </a:lnTo>
                  <a:lnTo>
                    <a:pt x="1484" y="6"/>
                  </a:lnTo>
                  <a:lnTo>
                    <a:pt x="1484" y="0"/>
                  </a:lnTo>
                  <a:lnTo>
                    <a:pt x="1490" y="0"/>
                  </a:lnTo>
                  <a:lnTo>
                    <a:pt x="1490" y="6"/>
                  </a:lnTo>
                  <a:lnTo>
                    <a:pt x="1497" y="12"/>
                  </a:lnTo>
                  <a:lnTo>
                    <a:pt x="1497" y="18"/>
                  </a:lnTo>
                  <a:lnTo>
                    <a:pt x="1503" y="25"/>
                  </a:lnTo>
                  <a:lnTo>
                    <a:pt x="1503" y="31"/>
                  </a:lnTo>
                  <a:lnTo>
                    <a:pt x="1503" y="37"/>
                  </a:lnTo>
                  <a:lnTo>
                    <a:pt x="1509" y="44"/>
                  </a:lnTo>
                  <a:lnTo>
                    <a:pt x="1509" y="50"/>
                  </a:lnTo>
                  <a:lnTo>
                    <a:pt x="1509" y="56"/>
                  </a:lnTo>
                  <a:lnTo>
                    <a:pt x="1515" y="62"/>
                  </a:lnTo>
                  <a:lnTo>
                    <a:pt x="1515" y="69"/>
                  </a:lnTo>
                  <a:lnTo>
                    <a:pt x="1515" y="75"/>
                  </a:lnTo>
                  <a:lnTo>
                    <a:pt x="1515" y="81"/>
                  </a:lnTo>
                  <a:lnTo>
                    <a:pt x="1522" y="81"/>
                  </a:lnTo>
                  <a:lnTo>
                    <a:pt x="1522" y="88"/>
                  </a:lnTo>
                  <a:lnTo>
                    <a:pt x="1522" y="94"/>
                  </a:lnTo>
                  <a:lnTo>
                    <a:pt x="1522" y="100"/>
                  </a:lnTo>
                  <a:lnTo>
                    <a:pt x="1528" y="106"/>
                  </a:lnTo>
                  <a:lnTo>
                    <a:pt x="1528" y="113"/>
                  </a:lnTo>
                  <a:lnTo>
                    <a:pt x="1528" y="119"/>
                  </a:lnTo>
                  <a:lnTo>
                    <a:pt x="1534" y="119"/>
                  </a:lnTo>
                  <a:lnTo>
                    <a:pt x="1534" y="125"/>
                  </a:lnTo>
                  <a:lnTo>
                    <a:pt x="1534" y="132"/>
                  </a:lnTo>
                  <a:lnTo>
                    <a:pt x="1541" y="138"/>
                  </a:lnTo>
                  <a:lnTo>
                    <a:pt x="1541" y="144"/>
                  </a:lnTo>
                  <a:lnTo>
                    <a:pt x="1541" y="150"/>
                  </a:lnTo>
                  <a:lnTo>
                    <a:pt x="1547" y="150"/>
                  </a:lnTo>
                  <a:lnTo>
                    <a:pt x="1547" y="157"/>
                  </a:lnTo>
                  <a:lnTo>
                    <a:pt x="1547" y="163"/>
                  </a:lnTo>
                  <a:lnTo>
                    <a:pt x="1553" y="169"/>
                  </a:lnTo>
                  <a:lnTo>
                    <a:pt x="1553" y="176"/>
                  </a:lnTo>
                  <a:lnTo>
                    <a:pt x="1559" y="182"/>
                  </a:lnTo>
                  <a:lnTo>
                    <a:pt x="1559" y="188"/>
                  </a:lnTo>
                  <a:lnTo>
                    <a:pt x="1566" y="188"/>
                  </a:lnTo>
                  <a:lnTo>
                    <a:pt x="1566" y="194"/>
                  </a:lnTo>
                  <a:lnTo>
                    <a:pt x="1566" y="201"/>
                  </a:lnTo>
                  <a:lnTo>
                    <a:pt x="1572" y="201"/>
                  </a:lnTo>
                  <a:lnTo>
                    <a:pt x="1572" y="207"/>
                  </a:lnTo>
                  <a:lnTo>
                    <a:pt x="1578" y="213"/>
                  </a:lnTo>
                  <a:lnTo>
                    <a:pt x="1578" y="220"/>
                  </a:lnTo>
                  <a:lnTo>
                    <a:pt x="1585" y="220"/>
                  </a:lnTo>
                  <a:lnTo>
                    <a:pt x="1585" y="226"/>
                  </a:lnTo>
                  <a:lnTo>
                    <a:pt x="1591" y="232"/>
                  </a:lnTo>
                  <a:lnTo>
                    <a:pt x="1591" y="238"/>
                  </a:lnTo>
                  <a:lnTo>
                    <a:pt x="1597" y="238"/>
                  </a:lnTo>
                  <a:lnTo>
                    <a:pt x="1597" y="245"/>
                  </a:lnTo>
                  <a:lnTo>
                    <a:pt x="1603" y="245"/>
                  </a:lnTo>
                  <a:lnTo>
                    <a:pt x="1610" y="245"/>
                  </a:lnTo>
                  <a:lnTo>
                    <a:pt x="1616" y="245"/>
                  </a:lnTo>
                  <a:lnTo>
                    <a:pt x="1616" y="238"/>
                  </a:lnTo>
                  <a:lnTo>
                    <a:pt x="1616" y="232"/>
                  </a:lnTo>
                  <a:lnTo>
                    <a:pt x="1622" y="232"/>
                  </a:lnTo>
                  <a:lnTo>
                    <a:pt x="1622" y="226"/>
                  </a:lnTo>
                  <a:lnTo>
                    <a:pt x="1629" y="226"/>
                  </a:lnTo>
                  <a:lnTo>
                    <a:pt x="1629" y="220"/>
                  </a:lnTo>
                  <a:lnTo>
                    <a:pt x="1629" y="213"/>
                  </a:lnTo>
                  <a:lnTo>
                    <a:pt x="1635" y="213"/>
                  </a:lnTo>
                  <a:lnTo>
                    <a:pt x="1635" y="207"/>
                  </a:lnTo>
                  <a:lnTo>
                    <a:pt x="1641" y="207"/>
                  </a:lnTo>
                  <a:lnTo>
                    <a:pt x="1641" y="201"/>
                  </a:lnTo>
                  <a:lnTo>
                    <a:pt x="1647" y="194"/>
                  </a:lnTo>
                  <a:lnTo>
                    <a:pt x="1647" y="188"/>
                  </a:lnTo>
                  <a:lnTo>
                    <a:pt x="1654" y="182"/>
                  </a:lnTo>
                  <a:lnTo>
                    <a:pt x="1654" y="176"/>
                  </a:lnTo>
                  <a:lnTo>
                    <a:pt x="1660" y="169"/>
                  </a:lnTo>
                  <a:lnTo>
                    <a:pt x="1660" y="163"/>
                  </a:lnTo>
                  <a:lnTo>
                    <a:pt x="1666" y="157"/>
                  </a:lnTo>
                  <a:lnTo>
                    <a:pt x="1666" y="150"/>
                  </a:lnTo>
                  <a:lnTo>
                    <a:pt x="1666" y="144"/>
                  </a:lnTo>
                  <a:lnTo>
                    <a:pt x="1673" y="144"/>
                  </a:lnTo>
                  <a:lnTo>
                    <a:pt x="1673" y="138"/>
                  </a:lnTo>
                  <a:lnTo>
                    <a:pt x="1673" y="132"/>
                  </a:lnTo>
                  <a:lnTo>
                    <a:pt x="1673" y="125"/>
                  </a:lnTo>
                  <a:lnTo>
                    <a:pt x="1679" y="125"/>
                  </a:lnTo>
                  <a:lnTo>
                    <a:pt x="1679" y="119"/>
                  </a:lnTo>
                  <a:lnTo>
                    <a:pt x="1679" y="113"/>
                  </a:lnTo>
                  <a:lnTo>
                    <a:pt x="1685" y="113"/>
                  </a:lnTo>
                  <a:lnTo>
                    <a:pt x="1685" y="106"/>
                  </a:lnTo>
                  <a:lnTo>
                    <a:pt x="1685" y="100"/>
                  </a:lnTo>
                  <a:lnTo>
                    <a:pt x="1685" y="94"/>
                  </a:lnTo>
                  <a:lnTo>
                    <a:pt x="1691" y="94"/>
                  </a:lnTo>
                  <a:lnTo>
                    <a:pt x="1691" y="88"/>
                  </a:lnTo>
                  <a:lnTo>
                    <a:pt x="1691" y="81"/>
                  </a:lnTo>
                  <a:lnTo>
                    <a:pt x="1691" y="75"/>
                  </a:lnTo>
                  <a:lnTo>
                    <a:pt x="1698" y="75"/>
                  </a:lnTo>
                  <a:lnTo>
                    <a:pt x="1698" y="69"/>
                  </a:lnTo>
                  <a:lnTo>
                    <a:pt x="1698" y="62"/>
                  </a:lnTo>
                  <a:lnTo>
                    <a:pt x="1698" y="56"/>
                  </a:lnTo>
                  <a:lnTo>
                    <a:pt x="1698" y="50"/>
                  </a:lnTo>
                  <a:lnTo>
                    <a:pt x="1704" y="50"/>
                  </a:lnTo>
                  <a:lnTo>
                    <a:pt x="1704" y="44"/>
                  </a:lnTo>
                  <a:lnTo>
                    <a:pt x="1704" y="37"/>
                  </a:lnTo>
                  <a:lnTo>
                    <a:pt x="1704" y="31"/>
                  </a:lnTo>
                  <a:lnTo>
                    <a:pt x="1710" y="31"/>
                  </a:lnTo>
                  <a:lnTo>
                    <a:pt x="1710" y="25"/>
                  </a:lnTo>
                  <a:lnTo>
                    <a:pt x="1710" y="18"/>
                  </a:lnTo>
                  <a:lnTo>
                    <a:pt x="1710" y="12"/>
                  </a:lnTo>
                  <a:lnTo>
                    <a:pt x="1717" y="12"/>
                  </a:lnTo>
                  <a:lnTo>
                    <a:pt x="1717" y="6"/>
                  </a:lnTo>
                  <a:lnTo>
                    <a:pt x="1717" y="0"/>
                  </a:lnTo>
                  <a:lnTo>
                    <a:pt x="1723" y="0"/>
                  </a:lnTo>
                  <a:lnTo>
                    <a:pt x="1729" y="0"/>
                  </a:lnTo>
                  <a:lnTo>
                    <a:pt x="1729" y="6"/>
                  </a:lnTo>
                  <a:lnTo>
                    <a:pt x="1729" y="12"/>
                  </a:lnTo>
                  <a:lnTo>
                    <a:pt x="1735" y="12"/>
                  </a:lnTo>
                  <a:lnTo>
                    <a:pt x="1735" y="18"/>
                  </a:lnTo>
                  <a:lnTo>
                    <a:pt x="1735" y="25"/>
                  </a:lnTo>
                  <a:lnTo>
                    <a:pt x="1735" y="31"/>
                  </a:lnTo>
                  <a:lnTo>
                    <a:pt x="1742" y="31"/>
                  </a:lnTo>
                  <a:lnTo>
                    <a:pt x="1742" y="37"/>
                  </a:lnTo>
                  <a:lnTo>
                    <a:pt x="1742" y="44"/>
                  </a:lnTo>
                  <a:lnTo>
                    <a:pt x="1742" y="50"/>
                  </a:lnTo>
                  <a:lnTo>
                    <a:pt x="1748" y="56"/>
                  </a:lnTo>
                  <a:lnTo>
                    <a:pt x="1748" y="62"/>
                  </a:lnTo>
                  <a:lnTo>
                    <a:pt x="1748" y="69"/>
                  </a:lnTo>
                  <a:lnTo>
                    <a:pt x="1748" y="75"/>
                  </a:lnTo>
                  <a:lnTo>
                    <a:pt x="1754" y="75"/>
                  </a:lnTo>
                  <a:lnTo>
                    <a:pt x="1754" y="81"/>
                  </a:lnTo>
                  <a:lnTo>
                    <a:pt x="1754" y="88"/>
                  </a:lnTo>
                  <a:lnTo>
                    <a:pt x="1754" y="94"/>
                  </a:lnTo>
                  <a:lnTo>
                    <a:pt x="1761" y="94"/>
                  </a:lnTo>
                  <a:lnTo>
                    <a:pt x="1761" y="100"/>
                  </a:lnTo>
                  <a:lnTo>
                    <a:pt x="1761" y="106"/>
                  </a:lnTo>
                  <a:lnTo>
                    <a:pt x="1761" y="113"/>
                  </a:lnTo>
                  <a:lnTo>
                    <a:pt x="1767" y="113"/>
                  </a:lnTo>
                  <a:lnTo>
                    <a:pt x="1767" y="119"/>
                  </a:lnTo>
                  <a:lnTo>
                    <a:pt x="1767" y="125"/>
                  </a:lnTo>
                  <a:lnTo>
                    <a:pt x="1773" y="125"/>
                  </a:lnTo>
                  <a:lnTo>
                    <a:pt x="1773" y="132"/>
                  </a:lnTo>
                  <a:lnTo>
                    <a:pt x="1773" y="138"/>
                  </a:lnTo>
                  <a:lnTo>
                    <a:pt x="1773" y="144"/>
                  </a:lnTo>
                  <a:lnTo>
                    <a:pt x="1779" y="144"/>
                  </a:lnTo>
                  <a:lnTo>
                    <a:pt x="1779" y="150"/>
                  </a:lnTo>
                  <a:lnTo>
                    <a:pt x="1779" y="157"/>
                  </a:lnTo>
                  <a:lnTo>
                    <a:pt x="1786" y="163"/>
                  </a:lnTo>
                  <a:lnTo>
                    <a:pt x="1786" y="169"/>
                  </a:lnTo>
                  <a:lnTo>
                    <a:pt x="1792" y="176"/>
                  </a:lnTo>
                  <a:lnTo>
                    <a:pt x="1792" y="182"/>
                  </a:lnTo>
                  <a:lnTo>
                    <a:pt x="1798" y="188"/>
                  </a:lnTo>
                  <a:lnTo>
                    <a:pt x="1798" y="194"/>
                  </a:lnTo>
                  <a:lnTo>
                    <a:pt x="1805" y="201"/>
                  </a:lnTo>
                  <a:lnTo>
                    <a:pt x="1805" y="207"/>
                  </a:lnTo>
                  <a:lnTo>
                    <a:pt x="1811" y="207"/>
                  </a:lnTo>
                  <a:lnTo>
                    <a:pt x="1811" y="213"/>
                  </a:lnTo>
                  <a:lnTo>
                    <a:pt x="1817" y="213"/>
                  </a:lnTo>
                  <a:lnTo>
                    <a:pt x="1817" y="220"/>
                  </a:lnTo>
                  <a:lnTo>
                    <a:pt x="1817" y="226"/>
                  </a:lnTo>
                  <a:lnTo>
                    <a:pt x="1823" y="226"/>
                  </a:lnTo>
                  <a:lnTo>
                    <a:pt x="1823" y="232"/>
                  </a:lnTo>
                  <a:lnTo>
                    <a:pt x="1830" y="232"/>
                  </a:lnTo>
                  <a:lnTo>
                    <a:pt x="1830" y="238"/>
                  </a:lnTo>
                  <a:lnTo>
                    <a:pt x="1830" y="245"/>
                  </a:lnTo>
                  <a:lnTo>
                    <a:pt x="1836" y="245"/>
                  </a:lnTo>
                  <a:lnTo>
                    <a:pt x="1842" y="245"/>
                  </a:lnTo>
                  <a:lnTo>
                    <a:pt x="1849" y="245"/>
                  </a:lnTo>
                  <a:lnTo>
                    <a:pt x="1849" y="238"/>
                  </a:lnTo>
                  <a:lnTo>
                    <a:pt x="1855" y="238"/>
                  </a:lnTo>
                  <a:lnTo>
                    <a:pt x="1855" y="232"/>
                  </a:lnTo>
                  <a:lnTo>
                    <a:pt x="1861" y="226"/>
                  </a:lnTo>
                  <a:lnTo>
                    <a:pt x="1861" y="220"/>
                  </a:lnTo>
                  <a:lnTo>
                    <a:pt x="1867" y="220"/>
                  </a:lnTo>
                  <a:lnTo>
                    <a:pt x="1867" y="213"/>
                  </a:lnTo>
                  <a:lnTo>
                    <a:pt x="1867" y="207"/>
                  </a:lnTo>
                  <a:lnTo>
                    <a:pt x="1874" y="207"/>
                  </a:lnTo>
                  <a:lnTo>
                    <a:pt x="1874" y="201"/>
                  </a:lnTo>
                  <a:lnTo>
                    <a:pt x="1880" y="201"/>
                  </a:lnTo>
                  <a:lnTo>
                    <a:pt x="1880" y="194"/>
                  </a:lnTo>
                  <a:lnTo>
                    <a:pt x="1880" y="188"/>
                  </a:lnTo>
                  <a:lnTo>
                    <a:pt x="1886" y="188"/>
                  </a:lnTo>
                  <a:lnTo>
                    <a:pt x="1886" y="182"/>
                  </a:lnTo>
                  <a:lnTo>
                    <a:pt x="1893" y="176"/>
                  </a:lnTo>
                  <a:lnTo>
                    <a:pt x="1893" y="169"/>
                  </a:lnTo>
                  <a:lnTo>
                    <a:pt x="1899" y="163"/>
                  </a:lnTo>
                  <a:lnTo>
                    <a:pt x="1899" y="157"/>
                  </a:lnTo>
                  <a:lnTo>
                    <a:pt x="1899" y="150"/>
                  </a:lnTo>
                  <a:lnTo>
                    <a:pt x="1905" y="150"/>
                  </a:lnTo>
                  <a:lnTo>
                    <a:pt x="1905" y="144"/>
                  </a:lnTo>
                  <a:lnTo>
                    <a:pt x="1905" y="138"/>
                  </a:lnTo>
                  <a:lnTo>
                    <a:pt x="1911" y="132"/>
                  </a:lnTo>
                  <a:lnTo>
                    <a:pt x="1911" y="125"/>
                  </a:lnTo>
                  <a:lnTo>
                    <a:pt x="1911" y="119"/>
                  </a:lnTo>
                  <a:lnTo>
                    <a:pt x="1918" y="119"/>
                  </a:lnTo>
                  <a:lnTo>
                    <a:pt x="1918" y="113"/>
                  </a:lnTo>
                  <a:lnTo>
                    <a:pt x="1918" y="106"/>
                  </a:lnTo>
                  <a:lnTo>
                    <a:pt x="1924" y="100"/>
                  </a:lnTo>
                  <a:lnTo>
                    <a:pt x="1924" y="94"/>
                  </a:lnTo>
                  <a:lnTo>
                    <a:pt x="1924" y="88"/>
                  </a:lnTo>
                  <a:lnTo>
                    <a:pt x="1924" y="81"/>
                  </a:lnTo>
                  <a:lnTo>
                    <a:pt x="1930" y="81"/>
                  </a:lnTo>
                  <a:lnTo>
                    <a:pt x="1930" y="75"/>
                  </a:lnTo>
                  <a:lnTo>
                    <a:pt x="1930" y="69"/>
                  </a:lnTo>
                  <a:lnTo>
                    <a:pt x="1930" y="62"/>
                  </a:lnTo>
                  <a:lnTo>
                    <a:pt x="1937" y="56"/>
                  </a:lnTo>
                  <a:lnTo>
                    <a:pt x="1937" y="50"/>
                  </a:lnTo>
                  <a:lnTo>
                    <a:pt x="1937" y="44"/>
                  </a:lnTo>
                  <a:lnTo>
                    <a:pt x="1943" y="37"/>
                  </a:lnTo>
                  <a:lnTo>
                    <a:pt x="1943" y="31"/>
                  </a:lnTo>
                  <a:lnTo>
                    <a:pt x="1943" y="25"/>
                  </a:lnTo>
                  <a:lnTo>
                    <a:pt x="1949" y="18"/>
                  </a:lnTo>
                  <a:lnTo>
                    <a:pt x="1949" y="12"/>
                  </a:lnTo>
                  <a:lnTo>
                    <a:pt x="1949" y="6"/>
                  </a:lnTo>
                  <a:lnTo>
                    <a:pt x="1955" y="6"/>
                  </a:lnTo>
                  <a:lnTo>
                    <a:pt x="1955" y="0"/>
                  </a:lnTo>
                  <a:lnTo>
                    <a:pt x="1962" y="0"/>
                  </a:lnTo>
                  <a:lnTo>
                    <a:pt x="1962" y="6"/>
                  </a:lnTo>
                  <a:lnTo>
                    <a:pt x="1968" y="6"/>
                  </a:lnTo>
                  <a:lnTo>
                    <a:pt x="1968" y="12"/>
                  </a:lnTo>
                  <a:lnTo>
                    <a:pt x="1968" y="18"/>
                  </a:lnTo>
                  <a:lnTo>
                    <a:pt x="1968" y="25"/>
                  </a:lnTo>
                  <a:lnTo>
                    <a:pt x="1974" y="25"/>
                  </a:lnTo>
                  <a:lnTo>
                    <a:pt x="1974" y="31"/>
                  </a:lnTo>
                  <a:lnTo>
                    <a:pt x="1974" y="37"/>
                  </a:lnTo>
                  <a:lnTo>
                    <a:pt x="1974" y="44"/>
                  </a:lnTo>
                  <a:lnTo>
                    <a:pt x="1981" y="44"/>
                  </a:lnTo>
                  <a:lnTo>
                    <a:pt x="1981" y="50"/>
                  </a:lnTo>
                  <a:lnTo>
                    <a:pt x="1981" y="56"/>
                  </a:lnTo>
                  <a:lnTo>
                    <a:pt x="1981" y="62"/>
                  </a:lnTo>
                  <a:lnTo>
                    <a:pt x="1987" y="62"/>
                  </a:lnTo>
                  <a:lnTo>
                    <a:pt x="1987" y="69"/>
                  </a:lnTo>
                  <a:lnTo>
                    <a:pt x="1987" y="75"/>
                  </a:lnTo>
                  <a:lnTo>
                    <a:pt x="1987" y="81"/>
                  </a:lnTo>
                  <a:lnTo>
                    <a:pt x="1993" y="88"/>
                  </a:lnTo>
                  <a:lnTo>
                    <a:pt x="1993" y="94"/>
                  </a:lnTo>
                  <a:lnTo>
                    <a:pt x="1993" y="100"/>
                  </a:lnTo>
                  <a:lnTo>
                    <a:pt x="1999" y="106"/>
                  </a:lnTo>
                  <a:lnTo>
                    <a:pt x="1999" y="113"/>
                  </a:lnTo>
                  <a:lnTo>
                    <a:pt x="1999" y="119"/>
                  </a:lnTo>
                  <a:lnTo>
                    <a:pt x="2006" y="125"/>
                  </a:lnTo>
                  <a:lnTo>
                    <a:pt x="2006" y="132"/>
                  </a:lnTo>
                  <a:lnTo>
                    <a:pt x="2012" y="138"/>
                  </a:lnTo>
                  <a:lnTo>
                    <a:pt x="2012" y="144"/>
                  </a:lnTo>
                  <a:lnTo>
                    <a:pt x="2012" y="150"/>
                  </a:lnTo>
                  <a:lnTo>
                    <a:pt x="2018" y="150"/>
                  </a:lnTo>
                  <a:lnTo>
                    <a:pt x="2018" y="157"/>
                  </a:lnTo>
                  <a:lnTo>
                    <a:pt x="2018" y="163"/>
                  </a:lnTo>
                  <a:lnTo>
                    <a:pt x="2025" y="169"/>
                  </a:lnTo>
                  <a:lnTo>
                    <a:pt x="2025" y="176"/>
                  </a:lnTo>
                  <a:lnTo>
                    <a:pt x="2025" y="182"/>
                  </a:lnTo>
                  <a:lnTo>
                    <a:pt x="2031" y="182"/>
                  </a:lnTo>
                  <a:lnTo>
                    <a:pt x="2031" y="188"/>
                  </a:lnTo>
                  <a:lnTo>
                    <a:pt x="2037" y="194"/>
                  </a:lnTo>
                  <a:lnTo>
                    <a:pt x="2037" y="201"/>
                  </a:lnTo>
                  <a:lnTo>
                    <a:pt x="2043" y="201"/>
                  </a:lnTo>
                  <a:lnTo>
                    <a:pt x="2043" y="207"/>
                  </a:lnTo>
                  <a:lnTo>
                    <a:pt x="2050" y="213"/>
                  </a:lnTo>
                  <a:lnTo>
                    <a:pt x="2050" y="220"/>
                  </a:lnTo>
                  <a:lnTo>
                    <a:pt x="2056" y="220"/>
                  </a:lnTo>
                  <a:lnTo>
                    <a:pt x="2056" y="226"/>
                  </a:lnTo>
                  <a:lnTo>
                    <a:pt x="2056" y="232"/>
                  </a:lnTo>
                  <a:lnTo>
                    <a:pt x="2062" y="232"/>
                  </a:lnTo>
                  <a:lnTo>
                    <a:pt x="2062" y="238"/>
                  </a:lnTo>
                  <a:lnTo>
                    <a:pt x="2069" y="238"/>
                  </a:lnTo>
                  <a:lnTo>
                    <a:pt x="2069" y="245"/>
                  </a:lnTo>
                  <a:lnTo>
                    <a:pt x="2075" y="245"/>
                  </a:lnTo>
                  <a:lnTo>
                    <a:pt x="2081" y="245"/>
                  </a:lnTo>
                  <a:lnTo>
                    <a:pt x="2087" y="238"/>
                  </a:lnTo>
                  <a:lnTo>
                    <a:pt x="2087" y="232"/>
                  </a:lnTo>
                  <a:lnTo>
                    <a:pt x="2094" y="232"/>
                  </a:lnTo>
                  <a:lnTo>
                    <a:pt x="2094" y="226"/>
                  </a:lnTo>
                  <a:lnTo>
                    <a:pt x="2100" y="220"/>
                  </a:lnTo>
                  <a:lnTo>
                    <a:pt x="2100" y="213"/>
                  </a:lnTo>
                  <a:lnTo>
                    <a:pt x="2106" y="213"/>
                  </a:lnTo>
                  <a:lnTo>
                    <a:pt x="2106" y="207"/>
                  </a:lnTo>
                  <a:lnTo>
                    <a:pt x="2113" y="201"/>
                  </a:lnTo>
                  <a:lnTo>
                    <a:pt x="2113" y="194"/>
                  </a:lnTo>
                  <a:lnTo>
                    <a:pt x="2119" y="194"/>
                  </a:lnTo>
                  <a:lnTo>
                    <a:pt x="2119" y="188"/>
                  </a:lnTo>
                  <a:lnTo>
                    <a:pt x="2119" y="182"/>
                  </a:lnTo>
                  <a:lnTo>
                    <a:pt x="2125" y="182"/>
                  </a:lnTo>
                  <a:lnTo>
                    <a:pt x="2125" y="176"/>
                  </a:lnTo>
                  <a:lnTo>
                    <a:pt x="2125" y="169"/>
                  </a:lnTo>
                  <a:lnTo>
                    <a:pt x="2131" y="169"/>
                  </a:lnTo>
                  <a:lnTo>
                    <a:pt x="2131" y="163"/>
                  </a:lnTo>
                  <a:lnTo>
                    <a:pt x="2131" y="157"/>
                  </a:lnTo>
                  <a:lnTo>
                    <a:pt x="2138" y="157"/>
                  </a:lnTo>
                  <a:lnTo>
                    <a:pt x="2138" y="150"/>
                  </a:lnTo>
                  <a:lnTo>
                    <a:pt x="2138" y="144"/>
                  </a:lnTo>
                  <a:lnTo>
                    <a:pt x="2144" y="144"/>
                  </a:lnTo>
                  <a:lnTo>
                    <a:pt x="2144" y="138"/>
                  </a:lnTo>
                  <a:lnTo>
                    <a:pt x="2144" y="132"/>
                  </a:lnTo>
                  <a:lnTo>
                    <a:pt x="2144" y="125"/>
                  </a:lnTo>
                  <a:lnTo>
                    <a:pt x="2150" y="125"/>
                  </a:lnTo>
                  <a:lnTo>
                    <a:pt x="2150" y="119"/>
                  </a:lnTo>
                  <a:lnTo>
                    <a:pt x="2150" y="113"/>
                  </a:lnTo>
                  <a:lnTo>
                    <a:pt x="2157" y="106"/>
                  </a:lnTo>
                  <a:lnTo>
                    <a:pt x="2157" y="100"/>
                  </a:lnTo>
                  <a:lnTo>
                    <a:pt x="2157" y="94"/>
                  </a:lnTo>
                  <a:lnTo>
                    <a:pt x="2163" y="88"/>
                  </a:lnTo>
                  <a:lnTo>
                    <a:pt x="2163" y="81"/>
                  </a:lnTo>
                  <a:lnTo>
                    <a:pt x="2163" y="75"/>
                  </a:lnTo>
                  <a:lnTo>
                    <a:pt x="2163" y="69"/>
                  </a:lnTo>
                  <a:lnTo>
                    <a:pt x="2169" y="69"/>
                  </a:lnTo>
                  <a:lnTo>
                    <a:pt x="2169" y="62"/>
                  </a:lnTo>
                  <a:lnTo>
                    <a:pt x="2169" y="56"/>
                  </a:lnTo>
                  <a:lnTo>
                    <a:pt x="2169" y="50"/>
                  </a:lnTo>
                  <a:lnTo>
                    <a:pt x="2175" y="50"/>
                  </a:lnTo>
                  <a:lnTo>
                    <a:pt x="2175" y="44"/>
                  </a:lnTo>
                  <a:lnTo>
                    <a:pt x="2175" y="37"/>
                  </a:lnTo>
                  <a:lnTo>
                    <a:pt x="2175" y="31"/>
                  </a:lnTo>
                  <a:lnTo>
                    <a:pt x="2182" y="25"/>
                  </a:lnTo>
                  <a:lnTo>
                    <a:pt x="2182" y="18"/>
                  </a:lnTo>
                  <a:lnTo>
                    <a:pt x="2182" y="12"/>
                  </a:lnTo>
                  <a:lnTo>
                    <a:pt x="2188" y="12"/>
                  </a:lnTo>
                  <a:lnTo>
                    <a:pt x="2188" y="6"/>
                  </a:lnTo>
                  <a:lnTo>
                    <a:pt x="2188" y="0"/>
                  </a:lnTo>
                  <a:lnTo>
                    <a:pt x="2194" y="0"/>
                  </a:lnTo>
                  <a:lnTo>
                    <a:pt x="2201" y="6"/>
                  </a:lnTo>
                  <a:lnTo>
                    <a:pt x="2201" y="12"/>
                  </a:lnTo>
                  <a:lnTo>
                    <a:pt x="2207" y="18"/>
                  </a:lnTo>
                  <a:lnTo>
                    <a:pt x="2207" y="25"/>
                  </a:lnTo>
                  <a:lnTo>
                    <a:pt x="2207" y="31"/>
                  </a:lnTo>
                  <a:lnTo>
                    <a:pt x="2213" y="37"/>
                  </a:lnTo>
                  <a:lnTo>
                    <a:pt x="2213" y="44"/>
                  </a:lnTo>
                  <a:lnTo>
                    <a:pt x="2213" y="50"/>
                  </a:lnTo>
                  <a:lnTo>
                    <a:pt x="2219" y="56"/>
                  </a:lnTo>
                  <a:lnTo>
                    <a:pt x="2219" y="62"/>
                  </a:lnTo>
                  <a:lnTo>
                    <a:pt x="2219" y="69"/>
                  </a:lnTo>
                  <a:lnTo>
                    <a:pt x="2219" y="75"/>
                  </a:lnTo>
                  <a:lnTo>
                    <a:pt x="2226" y="81"/>
                  </a:lnTo>
                  <a:lnTo>
                    <a:pt x="2226" y="88"/>
                  </a:lnTo>
                  <a:lnTo>
                    <a:pt x="2226" y="94"/>
                  </a:lnTo>
                  <a:lnTo>
                    <a:pt x="2232" y="100"/>
                  </a:lnTo>
                  <a:lnTo>
                    <a:pt x="2232" y="106"/>
                  </a:lnTo>
                  <a:lnTo>
                    <a:pt x="2232" y="113"/>
                  </a:lnTo>
                  <a:lnTo>
                    <a:pt x="2238" y="113"/>
                  </a:lnTo>
                  <a:lnTo>
                    <a:pt x="2238" y="119"/>
                  </a:lnTo>
                  <a:lnTo>
                    <a:pt x="2238" y="125"/>
                  </a:lnTo>
                  <a:lnTo>
                    <a:pt x="2245" y="132"/>
                  </a:lnTo>
                  <a:lnTo>
                    <a:pt x="2245" y="138"/>
                  </a:lnTo>
                  <a:lnTo>
                    <a:pt x="2245" y="144"/>
                  </a:lnTo>
                  <a:lnTo>
                    <a:pt x="2251" y="150"/>
                  </a:lnTo>
                  <a:lnTo>
                    <a:pt x="2251" y="157"/>
                  </a:lnTo>
                  <a:lnTo>
                    <a:pt x="2251" y="163"/>
                  </a:lnTo>
                  <a:lnTo>
                    <a:pt x="2257" y="163"/>
                  </a:lnTo>
                  <a:lnTo>
                    <a:pt x="2257" y="169"/>
                  </a:lnTo>
                  <a:lnTo>
                    <a:pt x="2257" y="176"/>
                  </a:lnTo>
                  <a:lnTo>
                    <a:pt x="2263" y="176"/>
                  </a:lnTo>
                  <a:lnTo>
                    <a:pt x="2263" y="182"/>
                  </a:lnTo>
                  <a:lnTo>
                    <a:pt x="2263" y="188"/>
                  </a:lnTo>
                  <a:lnTo>
                    <a:pt x="2270" y="188"/>
                  </a:lnTo>
                  <a:lnTo>
                    <a:pt x="2270" y="194"/>
                  </a:lnTo>
                  <a:lnTo>
                    <a:pt x="2270" y="201"/>
                  </a:lnTo>
                  <a:lnTo>
                    <a:pt x="2276" y="201"/>
                  </a:lnTo>
                  <a:lnTo>
                    <a:pt x="2276" y="207"/>
                  </a:lnTo>
                  <a:lnTo>
                    <a:pt x="2282" y="207"/>
                  </a:lnTo>
                  <a:lnTo>
                    <a:pt x="2282" y="213"/>
                  </a:lnTo>
                  <a:lnTo>
                    <a:pt x="2289" y="220"/>
                  </a:lnTo>
                  <a:lnTo>
                    <a:pt x="2289" y="226"/>
                  </a:lnTo>
                  <a:lnTo>
                    <a:pt x="2295" y="226"/>
                  </a:lnTo>
                  <a:lnTo>
                    <a:pt x="2295" y="232"/>
                  </a:lnTo>
                  <a:lnTo>
                    <a:pt x="2301" y="232"/>
                  </a:lnTo>
                  <a:lnTo>
                    <a:pt x="2301" y="238"/>
                  </a:lnTo>
                  <a:lnTo>
                    <a:pt x="2301" y="245"/>
                  </a:lnTo>
                  <a:lnTo>
                    <a:pt x="2307" y="245"/>
                  </a:lnTo>
                  <a:lnTo>
                    <a:pt x="2314" y="245"/>
                  </a:lnTo>
                  <a:lnTo>
                    <a:pt x="2320" y="245"/>
                  </a:lnTo>
                  <a:lnTo>
                    <a:pt x="2320" y="238"/>
                  </a:lnTo>
                  <a:lnTo>
                    <a:pt x="2326" y="232"/>
                  </a:lnTo>
                  <a:lnTo>
                    <a:pt x="2326" y="226"/>
                  </a:lnTo>
                  <a:lnTo>
                    <a:pt x="2333" y="226"/>
                  </a:lnTo>
                  <a:lnTo>
                    <a:pt x="2333" y="220"/>
                  </a:lnTo>
                  <a:lnTo>
                    <a:pt x="2339" y="220"/>
                  </a:lnTo>
                  <a:lnTo>
                    <a:pt x="2339" y="213"/>
                  </a:lnTo>
                  <a:lnTo>
                    <a:pt x="2339" y="207"/>
                  </a:lnTo>
                  <a:lnTo>
                    <a:pt x="2345" y="207"/>
                  </a:lnTo>
                  <a:lnTo>
                    <a:pt x="2345" y="201"/>
                  </a:lnTo>
                  <a:lnTo>
                    <a:pt x="2351" y="201"/>
                  </a:lnTo>
                  <a:lnTo>
                    <a:pt x="2351" y="194"/>
                  </a:lnTo>
                  <a:lnTo>
                    <a:pt x="2351" y="188"/>
                  </a:lnTo>
                  <a:lnTo>
                    <a:pt x="2358" y="188"/>
                  </a:lnTo>
                  <a:lnTo>
                    <a:pt x="2358" y="182"/>
                  </a:lnTo>
                  <a:lnTo>
                    <a:pt x="2358" y="176"/>
                  </a:lnTo>
                  <a:lnTo>
                    <a:pt x="2364" y="176"/>
                  </a:lnTo>
                  <a:lnTo>
                    <a:pt x="2364" y="169"/>
                  </a:lnTo>
                  <a:lnTo>
                    <a:pt x="2364" y="163"/>
                  </a:lnTo>
                  <a:lnTo>
                    <a:pt x="2370" y="163"/>
                  </a:lnTo>
                  <a:lnTo>
                    <a:pt x="2370" y="157"/>
                  </a:lnTo>
                  <a:lnTo>
                    <a:pt x="2370" y="150"/>
                  </a:lnTo>
                  <a:lnTo>
                    <a:pt x="2377" y="144"/>
                  </a:lnTo>
                  <a:lnTo>
                    <a:pt x="2377" y="138"/>
                  </a:lnTo>
                  <a:lnTo>
                    <a:pt x="2377" y="132"/>
                  </a:lnTo>
                  <a:lnTo>
                    <a:pt x="2383" y="132"/>
                  </a:lnTo>
                  <a:lnTo>
                    <a:pt x="2383" y="125"/>
                  </a:lnTo>
                  <a:lnTo>
                    <a:pt x="2383" y="119"/>
                  </a:lnTo>
                  <a:lnTo>
                    <a:pt x="2389" y="113"/>
                  </a:lnTo>
                  <a:lnTo>
                    <a:pt x="2389" y="106"/>
                  </a:lnTo>
                  <a:lnTo>
                    <a:pt x="2389" y="100"/>
                  </a:lnTo>
                  <a:lnTo>
                    <a:pt x="2395" y="100"/>
                  </a:lnTo>
                  <a:lnTo>
                    <a:pt x="2395" y="94"/>
                  </a:lnTo>
                  <a:lnTo>
                    <a:pt x="2395" y="88"/>
                  </a:lnTo>
                  <a:lnTo>
                    <a:pt x="2395" y="81"/>
                  </a:lnTo>
                  <a:lnTo>
                    <a:pt x="2402" y="75"/>
                  </a:lnTo>
                  <a:lnTo>
                    <a:pt x="2402" y="69"/>
                  </a:lnTo>
                  <a:lnTo>
                    <a:pt x="2402" y="62"/>
                  </a:lnTo>
                  <a:lnTo>
                    <a:pt x="2402" y="56"/>
                  </a:lnTo>
                  <a:lnTo>
                    <a:pt x="2408" y="56"/>
                  </a:lnTo>
                  <a:lnTo>
                    <a:pt x="2408" y="50"/>
                  </a:lnTo>
                  <a:lnTo>
                    <a:pt x="2408" y="44"/>
                  </a:lnTo>
                  <a:lnTo>
                    <a:pt x="2408" y="37"/>
                  </a:lnTo>
                  <a:lnTo>
                    <a:pt x="2414" y="37"/>
                  </a:lnTo>
                  <a:lnTo>
                    <a:pt x="2414" y="31"/>
                  </a:lnTo>
                  <a:lnTo>
                    <a:pt x="2414" y="25"/>
                  </a:lnTo>
                  <a:lnTo>
                    <a:pt x="2414" y="18"/>
                  </a:lnTo>
                  <a:lnTo>
                    <a:pt x="2421" y="18"/>
                  </a:lnTo>
                  <a:lnTo>
                    <a:pt x="2421" y="12"/>
                  </a:lnTo>
                  <a:lnTo>
                    <a:pt x="2421" y="6"/>
                  </a:lnTo>
                  <a:lnTo>
                    <a:pt x="2427" y="6"/>
                  </a:lnTo>
                  <a:lnTo>
                    <a:pt x="2427" y="0"/>
                  </a:lnTo>
                  <a:lnTo>
                    <a:pt x="2433" y="0"/>
                  </a:lnTo>
                  <a:lnTo>
                    <a:pt x="2433" y="6"/>
                  </a:lnTo>
                  <a:lnTo>
                    <a:pt x="2439" y="12"/>
                  </a:lnTo>
                  <a:lnTo>
                    <a:pt x="2439" y="18"/>
                  </a:lnTo>
                  <a:lnTo>
                    <a:pt x="2439" y="25"/>
                  </a:lnTo>
                  <a:lnTo>
                    <a:pt x="2446" y="31"/>
                  </a:lnTo>
                  <a:lnTo>
                    <a:pt x="2446" y="37"/>
                  </a:lnTo>
                  <a:lnTo>
                    <a:pt x="2446" y="44"/>
                  </a:lnTo>
                  <a:lnTo>
                    <a:pt x="2452" y="50"/>
                  </a:lnTo>
                  <a:lnTo>
                    <a:pt x="2452" y="56"/>
                  </a:lnTo>
                  <a:lnTo>
                    <a:pt x="2452" y="62"/>
                  </a:lnTo>
                  <a:lnTo>
                    <a:pt x="2458" y="69"/>
                  </a:lnTo>
                  <a:lnTo>
                    <a:pt x="2458" y="75"/>
                  </a:lnTo>
                  <a:lnTo>
                    <a:pt x="2458" y="81"/>
                  </a:lnTo>
                  <a:lnTo>
                    <a:pt x="2458" y="88"/>
                  </a:lnTo>
                  <a:lnTo>
                    <a:pt x="2465" y="88"/>
                  </a:lnTo>
                  <a:lnTo>
                    <a:pt x="2465" y="94"/>
                  </a:lnTo>
                  <a:lnTo>
                    <a:pt x="2465" y="100"/>
                  </a:lnTo>
                  <a:lnTo>
                    <a:pt x="2465" y="106"/>
                  </a:lnTo>
                  <a:lnTo>
                    <a:pt x="2471" y="106"/>
                  </a:lnTo>
                  <a:lnTo>
                    <a:pt x="2471" y="113"/>
                  </a:lnTo>
                  <a:lnTo>
                    <a:pt x="2471" y="119"/>
                  </a:lnTo>
                  <a:lnTo>
                    <a:pt x="2471" y="125"/>
                  </a:lnTo>
                  <a:lnTo>
                    <a:pt x="2477" y="125"/>
                  </a:lnTo>
                  <a:lnTo>
                    <a:pt x="2477" y="132"/>
                  </a:lnTo>
                  <a:lnTo>
                    <a:pt x="2477" y="138"/>
                  </a:lnTo>
                  <a:lnTo>
                    <a:pt x="2483" y="144"/>
                  </a:lnTo>
                  <a:lnTo>
                    <a:pt x="2483" y="150"/>
                  </a:lnTo>
                  <a:lnTo>
                    <a:pt x="2490" y="157"/>
                  </a:lnTo>
                  <a:lnTo>
                    <a:pt x="2490" y="163"/>
                  </a:lnTo>
                  <a:lnTo>
                    <a:pt x="2490" y="169"/>
                  </a:lnTo>
                  <a:lnTo>
                    <a:pt x="2496" y="169"/>
                  </a:lnTo>
                  <a:lnTo>
                    <a:pt x="2496" y="176"/>
                  </a:lnTo>
                  <a:lnTo>
                    <a:pt x="2496" y="182"/>
                  </a:lnTo>
                  <a:lnTo>
                    <a:pt x="2502" y="182"/>
                  </a:lnTo>
                  <a:lnTo>
                    <a:pt x="2502" y="188"/>
                  </a:lnTo>
                  <a:lnTo>
                    <a:pt x="2502" y="194"/>
                  </a:lnTo>
                  <a:lnTo>
                    <a:pt x="2509" y="194"/>
                  </a:lnTo>
                  <a:lnTo>
                    <a:pt x="2509" y="201"/>
                  </a:lnTo>
                  <a:lnTo>
                    <a:pt x="2515" y="201"/>
                  </a:lnTo>
                  <a:lnTo>
                    <a:pt x="2515" y="207"/>
                  </a:lnTo>
                  <a:lnTo>
                    <a:pt x="2515" y="213"/>
                  </a:lnTo>
                  <a:lnTo>
                    <a:pt x="2521" y="213"/>
                  </a:lnTo>
                  <a:lnTo>
                    <a:pt x="2521" y="220"/>
                  </a:lnTo>
                  <a:lnTo>
                    <a:pt x="2527" y="220"/>
                  </a:lnTo>
                  <a:lnTo>
                    <a:pt x="2527" y="226"/>
                  </a:lnTo>
                  <a:lnTo>
                    <a:pt x="2527" y="232"/>
                  </a:lnTo>
                  <a:lnTo>
                    <a:pt x="2534" y="232"/>
                  </a:lnTo>
                  <a:lnTo>
                    <a:pt x="2534" y="238"/>
                  </a:lnTo>
                  <a:lnTo>
                    <a:pt x="2540" y="238"/>
                  </a:lnTo>
                  <a:lnTo>
                    <a:pt x="2540" y="245"/>
                  </a:lnTo>
                  <a:lnTo>
                    <a:pt x="2546" y="245"/>
                  </a:lnTo>
                  <a:lnTo>
                    <a:pt x="2553" y="245"/>
                  </a:lnTo>
                  <a:lnTo>
                    <a:pt x="2553" y="238"/>
                  </a:lnTo>
                  <a:lnTo>
                    <a:pt x="2559" y="238"/>
                  </a:lnTo>
                  <a:lnTo>
                    <a:pt x="2559" y="232"/>
                  </a:lnTo>
                  <a:lnTo>
                    <a:pt x="2565" y="232"/>
                  </a:lnTo>
                  <a:lnTo>
                    <a:pt x="2565" y="226"/>
                  </a:lnTo>
                  <a:lnTo>
                    <a:pt x="2565" y="220"/>
                  </a:lnTo>
                  <a:lnTo>
                    <a:pt x="2572" y="220"/>
                  </a:lnTo>
                  <a:lnTo>
                    <a:pt x="2572" y="213"/>
                  </a:lnTo>
                  <a:lnTo>
                    <a:pt x="2578" y="213"/>
                  </a:lnTo>
                  <a:lnTo>
                    <a:pt x="2578" y="207"/>
                  </a:lnTo>
                  <a:lnTo>
                    <a:pt x="2578" y="201"/>
                  </a:lnTo>
                  <a:lnTo>
                    <a:pt x="2584" y="201"/>
                  </a:lnTo>
                  <a:lnTo>
                    <a:pt x="2584" y="194"/>
                  </a:lnTo>
                  <a:lnTo>
                    <a:pt x="2590" y="194"/>
                  </a:lnTo>
                  <a:lnTo>
                    <a:pt x="2590" y="188"/>
                  </a:lnTo>
                  <a:lnTo>
                    <a:pt x="2590" y="182"/>
                  </a:lnTo>
                  <a:lnTo>
                    <a:pt x="2597" y="182"/>
                  </a:lnTo>
                  <a:lnTo>
                    <a:pt x="2597" y="176"/>
                  </a:lnTo>
                  <a:lnTo>
                    <a:pt x="2597" y="169"/>
                  </a:lnTo>
                  <a:lnTo>
                    <a:pt x="2603" y="169"/>
                  </a:lnTo>
                  <a:lnTo>
                    <a:pt x="2603" y="163"/>
                  </a:lnTo>
                  <a:lnTo>
                    <a:pt x="2603" y="157"/>
                  </a:lnTo>
                  <a:lnTo>
                    <a:pt x="2609" y="150"/>
                  </a:lnTo>
                  <a:lnTo>
                    <a:pt x="2609" y="144"/>
                  </a:lnTo>
                  <a:lnTo>
                    <a:pt x="2616" y="138"/>
                  </a:lnTo>
                  <a:lnTo>
                    <a:pt x="2616" y="132"/>
                  </a:lnTo>
                  <a:lnTo>
                    <a:pt x="2616" y="125"/>
                  </a:lnTo>
                  <a:lnTo>
                    <a:pt x="2622" y="125"/>
                  </a:lnTo>
                  <a:lnTo>
                    <a:pt x="2622" y="119"/>
                  </a:lnTo>
                  <a:lnTo>
                    <a:pt x="2622" y="113"/>
                  </a:lnTo>
                  <a:lnTo>
                    <a:pt x="2622" y="106"/>
                  </a:lnTo>
                  <a:lnTo>
                    <a:pt x="2628" y="106"/>
                  </a:lnTo>
                  <a:lnTo>
                    <a:pt x="2628" y="100"/>
                  </a:lnTo>
                  <a:lnTo>
                    <a:pt x="2628" y="94"/>
                  </a:lnTo>
                  <a:lnTo>
                    <a:pt x="2628" y="88"/>
                  </a:lnTo>
                  <a:lnTo>
                    <a:pt x="2634" y="88"/>
                  </a:lnTo>
                  <a:lnTo>
                    <a:pt x="2634" y="81"/>
                  </a:lnTo>
                  <a:lnTo>
                    <a:pt x="2634" y="75"/>
                  </a:lnTo>
                  <a:lnTo>
                    <a:pt x="2634" y="69"/>
                  </a:lnTo>
                  <a:lnTo>
                    <a:pt x="2641" y="62"/>
                  </a:lnTo>
                  <a:lnTo>
                    <a:pt x="2641" y="56"/>
                  </a:lnTo>
                  <a:lnTo>
                    <a:pt x="2641" y="50"/>
                  </a:lnTo>
                  <a:lnTo>
                    <a:pt x="2647" y="44"/>
                  </a:lnTo>
                  <a:lnTo>
                    <a:pt x="2647" y="37"/>
                  </a:lnTo>
                  <a:lnTo>
                    <a:pt x="2647" y="31"/>
                  </a:lnTo>
                  <a:lnTo>
                    <a:pt x="2653" y="25"/>
                  </a:lnTo>
                  <a:lnTo>
                    <a:pt x="2653" y="18"/>
                  </a:lnTo>
                  <a:lnTo>
                    <a:pt x="2653" y="12"/>
                  </a:lnTo>
                  <a:lnTo>
                    <a:pt x="2660" y="6"/>
                  </a:lnTo>
                  <a:lnTo>
                    <a:pt x="2660" y="0"/>
                  </a:lnTo>
                  <a:lnTo>
                    <a:pt x="2666" y="0"/>
                  </a:lnTo>
                  <a:lnTo>
                    <a:pt x="2666" y="6"/>
                  </a:lnTo>
                  <a:lnTo>
                    <a:pt x="2672" y="6"/>
                  </a:lnTo>
                  <a:lnTo>
                    <a:pt x="2672" y="12"/>
                  </a:lnTo>
                  <a:lnTo>
                    <a:pt x="2672" y="18"/>
                  </a:lnTo>
                  <a:lnTo>
                    <a:pt x="2678" y="18"/>
                  </a:lnTo>
                  <a:lnTo>
                    <a:pt x="2678" y="25"/>
                  </a:lnTo>
                  <a:lnTo>
                    <a:pt x="2678" y="31"/>
                  </a:lnTo>
                  <a:lnTo>
                    <a:pt x="2678" y="37"/>
                  </a:lnTo>
                  <a:lnTo>
                    <a:pt x="2685" y="37"/>
                  </a:lnTo>
                  <a:lnTo>
                    <a:pt x="2685" y="44"/>
                  </a:lnTo>
                  <a:lnTo>
                    <a:pt x="2685" y="50"/>
                  </a:lnTo>
                  <a:lnTo>
                    <a:pt x="2685" y="56"/>
                  </a:lnTo>
                  <a:lnTo>
                    <a:pt x="2691" y="56"/>
                  </a:lnTo>
                  <a:lnTo>
                    <a:pt x="2691" y="62"/>
                  </a:lnTo>
                  <a:lnTo>
                    <a:pt x="2691" y="69"/>
                  </a:lnTo>
                  <a:lnTo>
                    <a:pt x="2691" y="75"/>
                  </a:lnTo>
                  <a:lnTo>
                    <a:pt x="2697" y="81"/>
                  </a:lnTo>
                  <a:lnTo>
                    <a:pt x="2697" y="88"/>
                  </a:lnTo>
                  <a:lnTo>
                    <a:pt x="2697" y="94"/>
                  </a:lnTo>
                  <a:lnTo>
                    <a:pt x="2697" y="100"/>
                  </a:lnTo>
                  <a:lnTo>
                    <a:pt x="2704" y="100"/>
                  </a:lnTo>
                  <a:lnTo>
                    <a:pt x="2704" y="106"/>
                  </a:lnTo>
                  <a:lnTo>
                    <a:pt x="2704" y="113"/>
                  </a:lnTo>
                  <a:lnTo>
                    <a:pt x="2710" y="119"/>
                  </a:lnTo>
                  <a:lnTo>
                    <a:pt x="2710" y="125"/>
                  </a:lnTo>
                  <a:lnTo>
                    <a:pt x="2710" y="132"/>
                  </a:lnTo>
                  <a:lnTo>
                    <a:pt x="2716" y="132"/>
                  </a:lnTo>
                  <a:lnTo>
                    <a:pt x="2716" y="138"/>
                  </a:lnTo>
                  <a:lnTo>
                    <a:pt x="2716" y="144"/>
                  </a:lnTo>
                  <a:lnTo>
                    <a:pt x="2722" y="150"/>
                  </a:lnTo>
                  <a:lnTo>
                    <a:pt x="2722" y="157"/>
                  </a:lnTo>
                  <a:lnTo>
                    <a:pt x="2722" y="163"/>
                  </a:lnTo>
                  <a:lnTo>
                    <a:pt x="2729" y="169"/>
                  </a:lnTo>
                  <a:lnTo>
                    <a:pt x="2729" y="176"/>
                  </a:lnTo>
                  <a:lnTo>
                    <a:pt x="2735" y="176"/>
                  </a:lnTo>
                  <a:lnTo>
                    <a:pt x="2735" y="182"/>
                  </a:lnTo>
                  <a:lnTo>
                    <a:pt x="2735" y="188"/>
                  </a:lnTo>
                  <a:lnTo>
                    <a:pt x="2741" y="188"/>
                  </a:lnTo>
                  <a:lnTo>
                    <a:pt x="2741" y="194"/>
                  </a:lnTo>
                  <a:lnTo>
                    <a:pt x="2741" y="201"/>
                  </a:lnTo>
                  <a:lnTo>
                    <a:pt x="2748" y="201"/>
                  </a:lnTo>
                  <a:lnTo>
                    <a:pt x="2748" y="207"/>
                  </a:lnTo>
                  <a:lnTo>
                    <a:pt x="2754" y="207"/>
                  </a:lnTo>
                  <a:lnTo>
                    <a:pt x="2754" y="213"/>
                  </a:lnTo>
                  <a:lnTo>
                    <a:pt x="2754" y="220"/>
                  </a:lnTo>
                  <a:lnTo>
                    <a:pt x="2760" y="220"/>
                  </a:lnTo>
                  <a:lnTo>
                    <a:pt x="2760" y="226"/>
                  </a:lnTo>
                  <a:lnTo>
                    <a:pt x="2766" y="226"/>
                  </a:lnTo>
                  <a:lnTo>
                    <a:pt x="2766" y="232"/>
                  </a:lnTo>
                  <a:lnTo>
                    <a:pt x="2773" y="238"/>
                  </a:lnTo>
                  <a:lnTo>
                    <a:pt x="2773" y="245"/>
                  </a:lnTo>
                  <a:lnTo>
                    <a:pt x="2779" y="245"/>
                  </a:lnTo>
                  <a:lnTo>
                    <a:pt x="2785" y="245"/>
                  </a:lnTo>
                  <a:lnTo>
                    <a:pt x="2792" y="245"/>
                  </a:lnTo>
                  <a:lnTo>
                    <a:pt x="2792" y="238"/>
                  </a:lnTo>
                  <a:lnTo>
                    <a:pt x="2792" y="232"/>
                  </a:lnTo>
                  <a:lnTo>
                    <a:pt x="2798" y="232"/>
                  </a:lnTo>
                  <a:lnTo>
                    <a:pt x="2798" y="226"/>
                  </a:lnTo>
                  <a:lnTo>
                    <a:pt x="2804" y="226"/>
                  </a:lnTo>
                  <a:lnTo>
                    <a:pt x="2804" y="220"/>
                  </a:lnTo>
                  <a:lnTo>
                    <a:pt x="2810" y="213"/>
                  </a:lnTo>
                  <a:lnTo>
                    <a:pt x="2810" y="207"/>
                  </a:lnTo>
                  <a:lnTo>
                    <a:pt x="2817" y="207"/>
                  </a:lnTo>
                  <a:lnTo>
                    <a:pt x="2817" y="201"/>
                  </a:lnTo>
                  <a:lnTo>
                    <a:pt x="2823" y="201"/>
                  </a:lnTo>
                  <a:lnTo>
                    <a:pt x="2823" y="194"/>
                  </a:lnTo>
                  <a:lnTo>
                    <a:pt x="2823" y="188"/>
                  </a:lnTo>
                  <a:lnTo>
                    <a:pt x="2829" y="188"/>
                  </a:lnTo>
                  <a:lnTo>
                    <a:pt x="2829" y="182"/>
                  </a:lnTo>
                  <a:lnTo>
                    <a:pt x="2829" y="176"/>
                  </a:lnTo>
                  <a:lnTo>
                    <a:pt x="2836" y="176"/>
                  </a:lnTo>
                  <a:lnTo>
                    <a:pt x="2836" y="169"/>
                  </a:lnTo>
                  <a:lnTo>
                    <a:pt x="2836" y="163"/>
                  </a:lnTo>
                  <a:lnTo>
                    <a:pt x="2842" y="163"/>
                  </a:lnTo>
                  <a:lnTo>
                    <a:pt x="2842" y="157"/>
                  </a:lnTo>
                  <a:lnTo>
                    <a:pt x="2842" y="150"/>
                  </a:lnTo>
                  <a:lnTo>
                    <a:pt x="2848" y="144"/>
                  </a:lnTo>
                  <a:lnTo>
                    <a:pt x="2848" y="138"/>
                  </a:lnTo>
                  <a:lnTo>
                    <a:pt x="2848" y="132"/>
                  </a:lnTo>
                  <a:lnTo>
                    <a:pt x="2854" y="125"/>
                  </a:lnTo>
                  <a:lnTo>
                    <a:pt x="2854" y="119"/>
                  </a:lnTo>
                  <a:lnTo>
                    <a:pt x="2854" y="113"/>
                  </a:lnTo>
                  <a:lnTo>
                    <a:pt x="2861" y="113"/>
                  </a:lnTo>
                  <a:lnTo>
                    <a:pt x="2861" y="106"/>
                  </a:lnTo>
                  <a:lnTo>
                    <a:pt x="2861" y="100"/>
                  </a:lnTo>
                  <a:lnTo>
                    <a:pt x="2867" y="94"/>
                  </a:lnTo>
                  <a:lnTo>
                    <a:pt x="2867" y="88"/>
                  </a:lnTo>
                  <a:lnTo>
                    <a:pt x="2867" y="81"/>
                  </a:lnTo>
                  <a:lnTo>
                    <a:pt x="2873" y="75"/>
                  </a:lnTo>
                  <a:lnTo>
                    <a:pt x="2873" y="69"/>
                  </a:lnTo>
                  <a:lnTo>
                    <a:pt x="2873" y="62"/>
                  </a:lnTo>
                  <a:lnTo>
                    <a:pt x="2873" y="56"/>
                  </a:lnTo>
                  <a:lnTo>
                    <a:pt x="2880" y="50"/>
                  </a:lnTo>
                  <a:lnTo>
                    <a:pt x="2880" y="44"/>
                  </a:lnTo>
                  <a:lnTo>
                    <a:pt x="2880" y="37"/>
                  </a:lnTo>
                  <a:lnTo>
                    <a:pt x="2886" y="31"/>
                  </a:lnTo>
                  <a:lnTo>
                    <a:pt x="2886" y="25"/>
                  </a:lnTo>
                  <a:lnTo>
                    <a:pt x="2886" y="18"/>
                  </a:lnTo>
                  <a:lnTo>
                    <a:pt x="2892" y="12"/>
                  </a:lnTo>
                  <a:lnTo>
                    <a:pt x="2892" y="6"/>
                  </a:lnTo>
                  <a:lnTo>
                    <a:pt x="2898" y="0"/>
                  </a:lnTo>
                  <a:lnTo>
                    <a:pt x="2905" y="0"/>
                  </a:lnTo>
                  <a:lnTo>
                    <a:pt x="2905" y="6"/>
                  </a:lnTo>
                  <a:lnTo>
                    <a:pt x="2905" y="12"/>
                  </a:lnTo>
                  <a:lnTo>
                    <a:pt x="2911" y="12"/>
                  </a:lnTo>
                  <a:lnTo>
                    <a:pt x="2911" y="18"/>
                  </a:lnTo>
                  <a:lnTo>
                    <a:pt x="2911" y="25"/>
                  </a:lnTo>
                  <a:lnTo>
                    <a:pt x="2917" y="31"/>
                  </a:lnTo>
                  <a:lnTo>
                    <a:pt x="2917" y="37"/>
                  </a:lnTo>
                  <a:lnTo>
                    <a:pt x="2917" y="44"/>
                  </a:lnTo>
                  <a:lnTo>
                    <a:pt x="2917" y="50"/>
                  </a:lnTo>
                  <a:lnTo>
                    <a:pt x="2924" y="50"/>
                  </a:lnTo>
                  <a:lnTo>
                    <a:pt x="2924" y="56"/>
                  </a:lnTo>
                  <a:lnTo>
                    <a:pt x="2924" y="62"/>
                  </a:lnTo>
                  <a:lnTo>
                    <a:pt x="2924" y="69"/>
                  </a:lnTo>
                  <a:lnTo>
                    <a:pt x="2930" y="69"/>
                  </a:lnTo>
                  <a:lnTo>
                    <a:pt x="2930" y="75"/>
                  </a:lnTo>
                  <a:lnTo>
                    <a:pt x="2930" y="81"/>
                  </a:lnTo>
                  <a:lnTo>
                    <a:pt x="2930" y="88"/>
                  </a:lnTo>
                  <a:lnTo>
                    <a:pt x="2936" y="94"/>
                  </a:lnTo>
                  <a:lnTo>
                    <a:pt x="2936" y="100"/>
                  </a:lnTo>
                  <a:lnTo>
                    <a:pt x="2936" y="106"/>
                  </a:lnTo>
                  <a:lnTo>
                    <a:pt x="2942" y="113"/>
                  </a:lnTo>
                  <a:lnTo>
                    <a:pt x="2942" y="119"/>
                  </a:lnTo>
                  <a:lnTo>
                    <a:pt x="2942" y="125"/>
                  </a:lnTo>
                  <a:lnTo>
                    <a:pt x="2949" y="125"/>
                  </a:lnTo>
                  <a:lnTo>
                    <a:pt x="2949" y="132"/>
                  </a:lnTo>
                  <a:lnTo>
                    <a:pt x="2949" y="138"/>
                  </a:lnTo>
                  <a:lnTo>
                    <a:pt x="2949" y="144"/>
                  </a:lnTo>
                  <a:lnTo>
                    <a:pt x="2955" y="144"/>
                  </a:lnTo>
                  <a:lnTo>
                    <a:pt x="2955" y="150"/>
                  </a:lnTo>
                  <a:lnTo>
                    <a:pt x="2955" y="157"/>
                  </a:lnTo>
                  <a:lnTo>
                    <a:pt x="2961" y="157"/>
                  </a:lnTo>
                  <a:lnTo>
                    <a:pt x="2961" y="163"/>
                  </a:lnTo>
                  <a:lnTo>
                    <a:pt x="2961" y="169"/>
                  </a:lnTo>
                  <a:lnTo>
                    <a:pt x="2968" y="169"/>
                  </a:lnTo>
                  <a:lnTo>
                    <a:pt x="2968" y="176"/>
                  </a:lnTo>
                  <a:lnTo>
                    <a:pt x="2968" y="182"/>
                  </a:lnTo>
                  <a:lnTo>
                    <a:pt x="2974" y="182"/>
                  </a:lnTo>
                  <a:lnTo>
                    <a:pt x="2974" y="188"/>
                  </a:lnTo>
                  <a:lnTo>
                    <a:pt x="2974" y="194"/>
                  </a:lnTo>
                  <a:lnTo>
                    <a:pt x="2980" y="194"/>
                  </a:lnTo>
                  <a:lnTo>
                    <a:pt x="2980" y="201"/>
                  </a:lnTo>
                  <a:lnTo>
                    <a:pt x="2986" y="207"/>
                  </a:lnTo>
                  <a:lnTo>
                    <a:pt x="2986" y="213"/>
                  </a:lnTo>
                  <a:lnTo>
                    <a:pt x="2993" y="213"/>
                  </a:lnTo>
                  <a:lnTo>
                    <a:pt x="2993" y="220"/>
                  </a:lnTo>
                  <a:lnTo>
                    <a:pt x="2999" y="226"/>
                  </a:lnTo>
                  <a:lnTo>
                    <a:pt x="2999" y="232"/>
                  </a:lnTo>
                  <a:lnTo>
                    <a:pt x="3005" y="232"/>
                  </a:lnTo>
                  <a:lnTo>
                    <a:pt x="3005" y="238"/>
                  </a:lnTo>
                  <a:lnTo>
                    <a:pt x="3012" y="245"/>
                  </a:lnTo>
                  <a:lnTo>
                    <a:pt x="3018" y="245"/>
                  </a:lnTo>
                  <a:lnTo>
                    <a:pt x="3024" y="245"/>
                  </a:lnTo>
                  <a:lnTo>
                    <a:pt x="3024" y="238"/>
                  </a:lnTo>
                  <a:lnTo>
                    <a:pt x="3030" y="238"/>
                  </a:lnTo>
                  <a:lnTo>
                    <a:pt x="3030" y="232"/>
                  </a:lnTo>
                  <a:lnTo>
                    <a:pt x="3037" y="232"/>
                  </a:lnTo>
                  <a:lnTo>
                    <a:pt x="3037" y="226"/>
                  </a:lnTo>
                  <a:lnTo>
                    <a:pt x="3037" y="220"/>
                  </a:lnTo>
                  <a:lnTo>
                    <a:pt x="3043" y="220"/>
                  </a:lnTo>
                  <a:lnTo>
                    <a:pt x="3043" y="213"/>
                  </a:lnTo>
                  <a:lnTo>
                    <a:pt x="3049" y="207"/>
                  </a:lnTo>
                  <a:lnTo>
                    <a:pt x="3049" y="201"/>
                  </a:lnTo>
                  <a:lnTo>
                    <a:pt x="3056" y="201"/>
                  </a:lnTo>
                  <a:lnTo>
                    <a:pt x="3056" y="194"/>
                  </a:lnTo>
                  <a:lnTo>
                    <a:pt x="3062" y="188"/>
                  </a:lnTo>
                  <a:lnTo>
                    <a:pt x="3062" y="182"/>
                  </a:lnTo>
                  <a:lnTo>
                    <a:pt x="3068" y="182"/>
                  </a:lnTo>
                  <a:lnTo>
                    <a:pt x="3068" y="176"/>
                  </a:lnTo>
                  <a:lnTo>
                    <a:pt x="3068" y="169"/>
                  </a:lnTo>
                  <a:lnTo>
                    <a:pt x="3074" y="163"/>
                  </a:lnTo>
                  <a:lnTo>
                    <a:pt x="3074" y="157"/>
                  </a:lnTo>
                  <a:lnTo>
                    <a:pt x="3074" y="150"/>
                  </a:lnTo>
                  <a:lnTo>
                    <a:pt x="3081" y="150"/>
                  </a:lnTo>
                  <a:lnTo>
                    <a:pt x="3081" y="144"/>
                  </a:lnTo>
                  <a:lnTo>
                    <a:pt x="3081" y="138"/>
                  </a:lnTo>
                  <a:lnTo>
                    <a:pt x="3087" y="138"/>
                  </a:lnTo>
                  <a:lnTo>
                    <a:pt x="3087" y="132"/>
                  </a:lnTo>
                  <a:lnTo>
                    <a:pt x="3087" y="125"/>
                  </a:lnTo>
                  <a:lnTo>
                    <a:pt x="3093" y="119"/>
                  </a:lnTo>
                  <a:lnTo>
                    <a:pt x="3093" y="113"/>
                  </a:lnTo>
                  <a:lnTo>
                    <a:pt x="3093" y="106"/>
                  </a:lnTo>
                  <a:lnTo>
                    <a:pt x="3100" y="100"/>
                  </a:lnTo>
                  <a:lnTo>
                    <a:pt x="3100" y="94"/>
                  </a:lnTo>
                  <a:lnTo>
                    <a:pt x="3100" y="88"/>
                  </a:lnTo>
                  <a:lnTo>
                    <a:pt x="3106" y="81"/>
                  </a:lnTo>
                  <a:lnTo>
                    <a:pt x="3106" y="75"/>
                  </a:lnTo>
                  <a:lnTo>
                    <a:pt x="3106" y="69"/>
                  </a:lnTo>
                  <a:lnTo>
                    <a:pt x="3106" y="62"/>
                  </a:lnTo>
                  <a:lnTo>
                    <a:pt x="3112" y="62"/>
                  </a:lnTo>
                  <a:lnTo>
                    <a:pt x="3112" y="56"/>
                  </a:lnTo>
                  <a:lnTo>
                    <a:pt x="3112" y="50"/>
                  </a:lnTo>
                  <a:lnTo>
                    <a:pt x="3112" y="44"/>
                  </a:lnTo>
                  <a:lnTo>
                    <a:pt x="3118" y="44"/>
                  </a:lnTo>
                  <a:lnTo>
                    <a:pt x="3118" y="37"/>
                  </a:lnTo>
                  <a:lnTo>
                    <a:pt x="3118" y="31"/>
                  </a:lnTo>
                  <a:lnTo>
                    <a:pt x="3118" y="25"/>
                  </a:lnTo>
                  <a:lnTo>
                    <a:pt x="3125" y="25"/>
                  </a:lnTo>
                  <a:lnTo>
                    <a:pt x="3125" y="18"/>
                  </a:lnTo>
                  <a:lnTo>
                    <a:pt x="3125" y="12"/>
                  </a:lnTo>
                  <a:lnTo>
                    <a:pt x="3125" y="6"/>
                  </a:lnTo>
                  <a:lnTo>
                    <a:pt x="3131" y="6"/>
                  </a:lnTo>
                  <a:lnTo>
                    <a:pt x="3131" y="0"/>
                  </a:lnTo>
                  <a:lnTo>
                    <a:pt x="3137" y="0"/>
                  </a:lnTo>
                  <a:lnTo>
                    <a:pt x="3137" y="6"/>
                  </a:lnTo>
                  <a:lnTo>
                    <a:pt x="3144" y="6"/>
                  </a:lnTo>
                  <a:lnTo>
                    <a:pt x="3144" y="12"/>
                  </a:lnTo>
                  <a:lnTo>
                    <a:pt x="3144" y="18"/>
                  </a:lnTo>
                  <a:lnTo>
                    <a:pt x="3150" y="25"/>
                  </a:lnTo>
                  <a:lnTo>
                    <a:pt x="3150" y="31"/>
                  </a:lnTo>
                  <a:lnTo>
                    <a:pt x="3150" y="37"/>
                  </a:lnTo>
                  <a:lnTo>
                    <a:pt x="3156" y="44"/>
                  </a:lnTo>
                  <a:lnTo>
                    <a:pt x="3156" y="50"/>
                  </a:lnTo>
                  <a:lnTo>
                    <a:pt x="3156" y="56"/>
                  </a:lnTo>
                  <a:lnTo>
                    <a:pt x="3162" y="62"/>
                  </a:lnTo>
                  <a:lnTo>
                    <a:pt x="3162" y="69"/>
                  </a:lnTo>
                  <a:lnTo>
                    <a:pt x="3162" y="75"/>
                  </a:lnTo>
                  <a:lnTo>
                    <a:pt x="3162" y="81"/>
                  </a:lnTo>
                  <a:lnTo>
                    <a:pt x="3169" y="81"/>
                  </a:lnTo>
                  <a:lnTo>
                    <a:pt x="3169" y="88"/>
                  </a:lnTo>
                  <a:lnTo>
                    <a:pt x="3169" y="94"/>
                  </a:lnTo>
                  <a:lnTo>
                    <a:pt x="3169" y="100"/>
                  </a:lnTo>
                  <a:lnTo>
                    <a:pt x="3175" y="106"/>
                  </a:lnTo>
                  <a:lnTo>
                    <a:pt x="3175" y="113"/>
                  </a:lnTo>
                  <a:lnTo>
                    <a:pt x="3175" y="119"/>
                  </a:lnTo>
                  <a:lnTo>
                    <a:pt x="3181" y="119"/>
                  </a:lnTo>
                  <a:lnTo>
                    <a:pt x="3181" y="125"/>
                  </a:lnTo>
                  <a:lnTo>
                    <a:pt x="3181" y="132"/>
                  </a:lnTo>
                  <a:lnTo>
                    <a:pt x="3188" y="138"/>
                  </a:lnTo>
                  <a:lnTo>
                    <a:pt x="3188" y="144"/>
                  </a:lnTo>
                  <a:lnTo>
                    <a:pt x="3188" y="150"/>
                  </a:lnTo>
                  <a:lnTo>
                    <a:pt x="3194" y="150"/>
                  </a:lnTo>
                  <a:lnTo>
                    <a:pt x="3194" y="157"/>
                  </a:lnTo>
                  <a:lnTo>
                    <a:pt x="3194" y="163"/>
                  </a:lnTo>
                  <a:lnTo>
                    <a:pt x="3200" y="169"/>
                  </a:lnTo>
                  <a:lnTo>
                    <a:pt x="3200" y="176"/>
                  </a:lnTo>
                  <a:lnTo>
                    <a:pt x="3206" y="182"/>
                  </a:lnTo>
                  <a:lnTo>
                    <a:pt x="3206" y="188"/>
                  </a:lnTo>
                  <a:lnTo>
                    <a:pt x="3213" y="188"/>
                  </a:lnTo>
                  <a:lnTo>
                    <a:pt x="3213" y="194"/>
                  </a:lnTo>
                  <a:lnTo>
                    <a:pt x="3213" y="201"/>
                  </a:lnTo>
                  <a:lnTo>
                    <a:pt x="3219" y="201"/>
                  </a:lnTo>
                  <a:lnTo>
                    <a:pt x="3219" y="207"/>
                  </a:lnTo>
                  <a:lnTo>
                    <a:pt x="3225" y="207"/>
                  </a:lnTo>
                  <a:lnTo>
                    <a:pt x="3225" y="213"/>
                  </a:lnTo>
                  <a:lnTo>
                    <a:pt x="3225" y="220"/>
                  </a:lnTo>
                  <a:lnTo>
                    <a:pt x="3232" y="220"/>
                  </a:lnTo>
                  <a:lnTo>
                    <a:pt x="3232" y="226"/>
                  </a:lnTo>
                  <a:lnTo>
                    <a:pt x="3238" y="232"/>
                  </a:lnTo>
                  <a:lnTo>
                    <a:pt x="3238" y="238"/>
                  </a:lnTo>
                  <a:lnTo>
                    <a:pt x="3244" y="238"/>
                  </a:lnTo>
                  <a:lnTo>
                    <a:pt x="3244" y="245"/>
                  </a:lnTo>
                  <a:lnTo>
                    <a:pt x="3250" y="245"/>
                  </a:lnTo>
                  <a:lnTo>
                    <a:pt x="3257" y="245"/>
                  </a:lnTo>
                  <a:lnTo>
                    <a:pt x="3263" y="245"/>
                  </a:lnTo>
                  <a:lnTo>
                    <a:pt x="3263" y="238"/>
                  </a:lnTo>
                  <a:lnTo>
                    <a:pt x="3263" y="232"/>
                  </a:lnTo>
                  <a:lnTo>
                    <a:pt x="3269" y="232"/>
                  </a:lnTo>
                  <a:lnTo>
                    <a:pt x="3269" y="226"/>
                  </a:lnTo>
                  <a:lnTo>
                    <a:pt x="3276" y="226"/>
                  </a:lnTo>
                  <a:lnTo>
                    <a:pt x="3276" y="220"/>
                  </a:lnTo>
                  <a:lnTo>
                    <a:pt x="3276" y="213"/>
                  </a:lnTo>
                  <a:lnTo>
                    <a:pt x="3282" y="213"/>
                  </a:lnTo>
                  <a:lnTo>
                    <a:pt x="3282" y="207"/>
                  </a:lnTo>
                  <a:lnTo>
                    <a:pt x="3288" y="207"/>
                  </a:lnTo>
                  <a:lnTo>
                    <a:pt x="3288" y="201"/>
                  </a:lnTo>
                  <a:lnTo>
                    <a:pt x="3294" y="194"/>
                  </a:lnTo>
                  <a:lnTo>
                    <a:pt x="3294" y="188"/>
                  </a:lnTo>
                  <a:lnTo>
                    <a:pt x="3301" y="182"/>
                  </a:lnTo>
                  <a:lnTo>
                    <a:pt x="3301" y="176"/>
                  </a:lnTo>
                  <a:lnTo>
                    <a:pt x="3307" y="169"/>
                  </a:lnTo>
                  <a:lnTo>
                    <a:pt x="3307" y="163"/>
                  </a:lnTo>
                  <a:lnTo>
                    <a:pt x="3313" y="157"/>
                  </a:lnTo>
                  <a:lnTo>
                    <a:pt x="3313" y="150"/>
                  </a:lnTo>
                  <a:lnTo>
                    <a:pt x="3313" y="144"/>
                  </a:lnTo>
                  <a:lnTo>
                    <a:pt x="3320" y="144"/>
                  </a:lnTo>
                  <a:lnTo>
                    <a:pt x="3320" y="138"/>
                  </a:lnTo>
                  <a:lnTo>
                    <a:pt x="3320" y="132"/>
                  </a:lnTo>
                  <a:lnTo>
                    <a:pt x="3320" y="125"/>
                  </a:lnTo>
                  <a:lnTo>
                    <a:pt x="3326" y="125"/>
                  </a:lnTo>
                  <a:lnTo>
                    <a:pt x="3326" y="119"/>
                  </a:lnTo>
                  <a:lnTo>
                    <a:pt x="3326" y="113"/>
                  </a:lnTo>
                  <a:lnTo>
                    <a:pt x="3332" y="113"/>
                  </a:lnTo>
                  <a:lnTo>
                    <a:pt x="3332" y="106"/>
                  </a:lnTo>
                  <a:lnTo>
                    <a:pt x="3332" y="100"/>
                  </a:lnTo>
                  <a:lnTo>
                    <a:pt x="3332" y="94"/>
                  </a:lnTo>
                  <a:lnTo>
                    <a:pt x="3338" y="94"/>
                  </a:lnTo>
                  <a:lnTo>
                    <a:pt x="3338" y="88"/>
                  </a:lnTo>
                  <a:lnTo>
                    <a:pt x="3338" y="81"/>
                  </a:lnTo>
                  <a:lnTo>
                    <a:pt x="3338" y="75"/>
                  </a:lnTo>
                  <a:lnTo>
                    <a:pt x="3345" y="75"/>
                  </a:lnTo>
                  <a:lnTo>
                    <a:pt x="3345" y="69"/>
                  </a:lnTo>
                  <a:lnTo>
                    <a:pt x="3345" y="62"/>
                  </a:lnTo>
                  <a:lnTo>
                    <a:pt x="3345" y="56"/>
                  </a:lnTo>
                  <a:lnTo>
                    <a:pt x="3351" y="50"/>
                  </a:lnTo>
                  <a:lnTo>
                    <a:pt x="3351" y="44"/>
                  </a:lnTo>
                  <a:lnTo>
                    <a:pt x="3351" y="37"/>
                  </a:lnTo>
                  <a:lnTo>
                    <a:pt x="3351" y="31"/>
                  </a:lnTo>
                  <a:lnTo>
                    <a:pt x="3357" y="31"/>
                  </a:lnTo>
                  <a:lnTo>
                    <a:pt x="3357" y="25"/>
                  </a:lnTo>
                  <a:lnTo>
                    <a:pt x="3357" y="18"/>
                  </a:lnTo>
                  <a:lnTo>
                    <a:pt x="3357" y="12"/>
                  </a:lnTo>
                  <a:lnTo>
                    <a:pt x="3364" y="12"/>
                  </a:lnTo>
                  <a:lnTo>
                    <a:pt x="3364" y="6"/>
                  </a:lnTo>
                  <a:lnTo>
                    <a:pt x="3364" y="0"/>
                  </a:lnTo>
                  <a:lnTo>
                    <a:pt x="3370" y="0"/>
                  </a:lnTo>
                  <a:lnTo>
                    <a:pt x="3376" y="0"/>
                  </a:lnTo>
                  <a:lnTo>
                    <a:pt x="3376" y="6"/>
                  </a:lnTo>
                  <a:lnTo>
                    <a:pt x="3376" y="12"/>
                  </a:lnTo>
                  <a:lnTo>
                    <a:pt x="3382" y="12"/>
                  </a:lnTo>
                  <a:lnTo>
                    <a:pt x="3382" y="18"/>
                  </a:lnTo>
                  <a:lnTo>
                    <a:pt x="3382" y="25"/>
                  </a:lnTo>
                  <a:lnTo>
                    <a:pt x="3382" y="31"/>
                  </a:lnTo>
                  <a:lnTo>
                    <a:pt x="3389" y="31"/>
                  </a:lnTo>
                  <a:lnTo>
                    <a:pt x="3389" y="37"/>
                  </a:lnTo>
                  <a:lnTo>
                    <a:pt x="3389" y="44"/>
                  </a:lnTo>
                  <a:lnTo>
                    <a:pt x="3389" y="50"/>
                  </a:lnTo>
                  <a:lnTo>
                    <a:pt x="3395" y="50"/>
                  </a:lnTo>
                  <a:lnTo>
                    <a:pt x="3395" y="56"/>
                  </a:lnTo>
                  <a:lnTo>
                    <a:pt x="3395" y="62"/>
                  </a:lnTo>
                  <a:lnTo>
                    <a:pt x="3395" y="69"/>
                  </a:lnTo>
                  <a:lnTo>
                    <a:pt x="3395" y="75"/>
                  </a:lnTo>
                  <a:lnTo>
                    <a:pt x="3401" y="75"/>
                  </a:lnTo>
                  <a:lnTo>
                    <a:pt x="3401" y="81"/>
                  </a:lnTo>
                  <a:lnTo>
                    <a:pt x="3401" y="88"/>
                  </a:lnTo>
                  <a:lnTo>
                    <a:pt x="3401" y="94"/>
                  </a:lnTo>
                  <a:lnTo>
                    <a:pt x="3408" y="94"/>
                  </a:lnTo>
                  <a:lnTo>
                    <a:pt x="3408" y="100"/>
                  </a:lnTo>
                  <a:lnTo>
                    <a:pt x="3408" y="106"/>
                  </a:lnTo>
                  <a:lnTo>
                    <a:pt x="3408" y="113"/>
                  </a:lnTo>
                  <a:lnTo>
                    <a:pt x="3414" y="113"/>
                  </a:lnTo>
                  <a:lnTo>
                    <a:pt x="3414" y="119"/>
                  </a:lnTo>
                  <a:lnTo>
                    <a:pt x="3414" y="125"/>
                  </a:lnTo>
                  <a:lnTo>
                    <a:pt x="3420" y="125"/>
                  </a:lnTo>
                  <a:lnTo>
                    <a:pt x="3420" y="132"/>
                  </a:lnTo>
                  <a:lnTo>
                    <a:pt x="3420" y="138"/>
                  </a:lnTo>
                  <a:lnTo>
                    <a:pt x="3420" y="144"/>
                  </a:lnTo>
                  <a:lnTo>
                    <a:pt x="3426" y="144"/>
                  </a:lnTo>
                  <a:lnTo>
                    <a:pt x="3426" y="150"/>
                  </a:lnTo>
                  <a:lnTo>
                    <a:pt x="3426" y="157"/>
                  </a:lnTo>
                  <a:lnTo>
                    <a:pt x="3433" y="163"/>
                  </a:lnTo>
                  <a:lnTo>
                    <a:pt x="3433" y="169"/>
                  </a:lnTo>
                  <a:lnTo>
                    <a:pt x="3439" y="176"/>
                  </a:lnTo>
                  <a:lnTo>
                    <a:pt x="3439" y="182"/>
                  </a:lnTo>
                  <a:lnTo>
                    <a:pt x="3445" y="188"/>
                  </a:lnTo>
                  <a:lnTo>
                    <a:pt x="3445" y="194"/>
                  </a:lnTo>
                  <a:lnTo>
                    <a:pt x="3452" y="201"/>
                  </a:lnTo>
                  <a:lnTo>
                    <a:pt x="3452" y="207"/>
                  </a:lnTo>
                  <a:lnTo>
                    <a:pt x="3458" y="207"/>
                  </a:lnTo>
                  <a:lnTo>
                    <a:pt x="3458" y="213"/>
                  </a:lnTo>
                  <a:lnTo>
                    <a:pt x="3464" y="213"/>
                  </a:lnTo>
                  <a:lnTo>
                    <a:pt x="3464" y="220"/>
                  </a:lnTo>
                  <a:lnTo>
                    <a:pt x="3464" y="226"/>
                  </a:lnTo>
                  <a:lnTo>
                    <a:pt x="3470" y="226"/>
                  </a:lnTo>
                  <a:lnTo>
                    <a:pt x="3470" y="232"/>
                  </a:lnTo>
                  <a:lnTo>
                    <a:pt x="3477" y="232"/>
                  </a:lnTo>
                  <a:lnTo>
                    <a:pt x="3477" y="238"/>
                  </a:lnTo>
                  <a:lnTo>
                    <a:pt x="3477" y="245"/>
                  </a:lnTo>
                  <a:lnTo>
                    <a:pt x="3483" y="245"/>
                  </a:lnTo>
                  <a:lnTo>
                    <a:pt x="3489" y="245"/>
                  </a:lnTo>
                  <a:lnTo>
                    <a:pt x="3496" y="245"/>
                  </a:lnTo>
                  <a:lnTo>
                    <a:pt x="3496" y="238"/>
                  </a:lnTo>
                  <a:lnTo>
                    <a:pt x="3502" y="232"/>
                  </a:lnTo>
                  <a:lnTo>
                    <a:pt x="3508" y="226"/>
                  </a:lnTo>
                  <a:lnTo>
                    <a:pt x="3508" y="220"/>
                  </a:lnTo>
                  <a:lnTo>
                    <a:pt x="3514" y="220"/>
                  </a:lnTo>
                  <a:lnTo>
                    <a:pt x="3514" y="213"/>
                  </a:lnTo>
                  <a:lnTo>
                    <a:pt x="3521" y="207"/>
                  </a:lnTo>
                  <a:lnTo>
                    <a:pt x="3521" y="201"/>
                  </a:lnTo>
                  <a:lnTo>
                    <a:pt x="3527" y="201"/>
                  </a:lnTo>
                  <a:lnTo>
                    <a:pt x="3527" y="194"/>
                  </a:lnTo>
                  <a:lnTo>
                    <a:pt x="3527" y="188"/>
                  </a:lnTo>
                  <a:lnTo>
                    <a:pt x="3533" y="188"/>
                  </a:lnTo>
                  <a:lnTo>
                    <a:pt x="3533" y="182"/>
                  </a:lnTo>
                  <a:lnTo>
                    <a:pt x="3540" y="176"/>
                  </a:lnTo>
                  <a:lnTo>
                    <a:pt x="3540" y="169"/>
                  </a:lnTo>
                  <a:lnTo>
                    <a:pt x="3546" y="163"/>
                  </a:lnTo>
                  <a:lnTo>
                    <a:pt x="3546" y="157"/>
                  </a:lnTo>
                  <a:lnTo>
                    <a:pt x="3546" y="150"/>
                  </a:lnTo>
                  <a:lnTo>
                    <a:pt x="3552" y="150"/>
                  </a:lnTo>
                  <a:lnTo>
                    <a:pt x="3552" y="144"/>
                  </a:lnTo>
                  <a:lnTo>
                    <a:pt x="3552" y="138"/>
                  </a:lnTo>
                  <a:lnTo>
                    <a:pt x="3558" y="132"/>
                  </a:lnTo>
                  <a:lnTo>
                    <a:pt x="3558" y="125"/>
                  </a:lnTo>
                  <a:lnTo>
                    <a:pt x="3558" y="119"/>
                  </a:lnTo>
                  <a:lnTo>
                    <a:pt x="3565" y="119"/>
                  </a:lnTo>
                  <a:lnTo>
                    <a:pt x="3565" y="113"/>
                  </a:lnTo>
                  <a:lnTo>
                    <a:pt x="3565" y="106"/>
                  </a:lnTo>
                  <a:lnTo>
                    <a:pt x="3571" y="100"/>
                  </a:lnTo>
                  <a:lnTo>
                    <a:pt x="3571" y="94"/>
                  </a:lnTo>
                  <a:lnTo>
                    <a:pt x="3571" y="88"/>
                  </a:lnTo>
                  <a:lnTo>
                    <a:pt x="3571" y="81"/>
                  </a:lnTo>
                  <a:lnTo>
                    <a:pt x="3577" y="81"/>
                  </a:lnTo>
                  <a:lnTo>
                    <a:pt x="3577" y="75"/>
                  </a:lnTo>
                  <a:lnTo>
                    <a:pt x="3577" y="69"/>
                  </a:lnTo>
                  <a:lnTo>
                    <a:pt x="3577" y="62"/>
                  </a:lnTo>
                  <a:lnTo>
                    <a:pt x="3584" y="56"/>
                  </a:lnTo>
                  <a:lnTo>
                    <a:pt x="3584" y="50"/>
                  </a:lnTo>
                  <a:lnTo>
                    <a:pt x="3584" y="44"/>
                  </a:lnTo>
                  <a:lnTo>
                    <a:pt x="3590" y="37"/>
                  </a:lnTo>
                  <a:lnTo>
                    <a:pt x="3590" y="31"/>
                  </a:lnTo>
                  <a:lnTo>
                    <a:pt x="3590" y="25"/>
                  </a:lnTo>
                  <a:lnTo>
                    <a:pt x="3596" y="18"/>
                  </a:lnTo>
                  <a:lnTo>
                    <a:pt x="3596" y="12"/>
                  </a:lnTo>
                  <a:lnTo>
                    <a:pt x="3596" y="6"/>
                  </a:lnTo>
                  <a:lnTo>
                    <a:pt x="3602" y="6"/>
                  </a:lnTo>
                  <a:lnTo>
                    <a:pt x="3602" y="0"/>
                  </a:lnTo>
                  <a:lnTo>
                    <a:pt x="3609" y="0"/>
                  </a:lnTo>
                  <a:lnTo>
                    <a:pt x="3609" y="6"/>
                  </a:lnTo>
                  <a:lnTo>
                    <a:pt x="3615" y="6"/>
                  </a:lnTo>
                  <a:lnTo>
                    <a:pt x="3615" y="12"/>
                  </a:lnTo>
                  <a:lnTo>
                    <a:pt x="3615" y="18"/>
                  </a:lnTo>
                  <a:lnTo>
                    <a:pt x="3615" y="25"/>
                  </a:lnTo>
                  <a:lnTo>
                    <a:pt x="3621" y="25"/>
                  </a:lnTo>
                  <a:lnTo>
                    <a:pt x="3621" y="31"/>
                  </a:lnTo>
                  <a:lnTo>
                    <a:pt x="3621" y="37"/>
                  </a:lnTo>
                  <a:lnTo>
                    <a:pt x="3621" y="44"/>
                  </a:lnTo>
                  <a:lnTo>
                    <a:pt x="3628" y="44"/>
                  </a:lnTo>
                  <a:lnTo>
                    <a:pt x="3628" y="50"/>
                  </a:lnTo>
                  <a:lnTo>
                    <a:pt x="3628" y="56"/>
                  </a:lnTo>
                  <a:lnTo>
                    <a:pt x="3628" y="62"/>
                  </a:lnTo>
                  <a:lnTo>
                    <a:pt x="3634" y="62"/>
                  </a:lnTo>
                  <a:lnTo>
                    <a:pt x="3634" y="69"/>
                  </a:lnTo>
                  <a:lnTo>
                    <a:pt x="3634" y="75"/>
                  </a:lnTo>
                  <a:lnTo>
                    <a:pt x="3634" y="81"/>
                  </a:lnTo>
                  <a:lnTo>
                    <a:pt x="3640" y="88"/>
                  </a:lnTo>
                  <a:lnTo>
                    <a:pt x="3640" y="94"/>
                  </a:lnTo>
                  <a:lnTo>
                    <a:pt x="3640" y="100"/>
                  </a:lnTo>
                  <a:lnTo>
                    <a:pt x="3646" y="106"/>
                  </a:lnTo>
                  <a:lnTo>
                    <a:pt x="3646" y="113"/>
                  </a:lnTo>
                  <a:lnTo>
                    <a:pt x="3646" y="119"/>
                  </a:lnTo>
                  <a:lnTo>
                    <a:pt x="3653" y="125"/>
                  </a:lnTo>
                  <a:lnTo>
                    <a:pt x="3653" y="132"/>
                  </a:lnTo>
                  <a:lnTo>
                    <a:pt x="3653" y="138"/>
                  </a:lnTo>
                  <a:lnTo>
                    <a:pt x="3659" y="138"/>
                  </a:lnTo>
                  <a:lnTo>
                    <a:pt x="3659" y="144"/>
                  </a:lnTo>
                  <a:lnTo>
                    <a:pt x="3659" y="150"/>
                  </a:lnTo>
                  <a:lnTo>
                    <a:pt x="3665" y="150"/>
                  </a:lnTo>
                  <a:lnTo>
                    <a:pt x="3665" y="157"/>
                  </a:lnTo>
                  <a:lnTo>
                    <a:pt x="3665" y="163"/>
                  </a:lnTo>
                  <a:lnTo>
                    <a:pt x="3672" y="169"/>
                  </a:lnTo>
                  <a:lnTo>
                    <a:pt x="3672" y="176"/>
                  </a:lnTo>
                  <a:lnTo>
                    <a:pt x="3672" y="182"/>
                  </a:lnTo>
                  <a:lnTo>
                    <a:pt x="3678" y="182"/>
                  </a:lnTo>
                  <a:lnTo>
                    <a:pt x="3678" y="188"/>
                  </a:lnTo>
                  <a:lnTo>
                    <a:pt x="3684" y="194"/>
                  </a:lnTo>
                  <a:lnTo>
                    <a:pt x="3684" y="201"/>
                  </a:lnTo>
                  <a:lnTo>
                    <a:pt x="3690" y="201"/>
                  </a:lnTo>
                  <a:lnTo>
                    <a:pt x="3690" y="207"/>
                  </a:lnTo>
                  <a:lnTo>
                    <a:pt x="3697" y="213"/>
                  </a:lnTo>
                  <a:lnTo>
                    <a:pt x="3697" y="220"/>
                  </a:lnTo>
                  <a:lnTo>
                    <a:pt x="3703" y="220"/>
                  </a:lnTo>
                  <a:lnTo>
                    <a:pt x="3703" y="226"/>
                  </a:lnTo>
                  <a:lnTo>
                    <a:pt x="3709" y="232"/>
                  </a:lnTo>
                  <a:lnTo>
                    <a:pt x="3709" y="238"/>
                  </a:lnTo>
                  <a:lnTo>
                    <a:pt x="3716" y="238"/>
                  </a:lnTo>
                  <a:lnTo>
                    <a:pt x="3716" y="245"/>
                  </a:lnTo>
                  <a:lnTo>
                    <a:pt x="3722" y="245"/>
                  </a:lnTo>
                  <a:lnTo>
                    <a:pt x="3728" y="245"/>
                  </a:lnTo>
                  <a:lnTo>
                    <a:pt x="3734" y="238"/>
                  </a:lnTo>
                  <a:lnTo>
                    <a:pt x="3734" y="232"/>
                  </a:lnTo>
                  <a:lnTo>
                    <a:pt x="3741" y="232"/>
                  </a:lnTo>
                  <a:lnTo>
                    <a:pt x="3741" y="226"/>
                  </a:lnTo>
                  <a:lnTo>
                    <a:pt x="3747" y="220"/>
                  </a:lnTo>
                  <a:lnTo>
                    <a:pt x="3747" y="213"/>
                  </a:lnTo>
                  <a:lnTo>
                    <a:pt x="3753" y="213"/>
                  </a:lnTo>
                  <a:lnTo>
                    <a:pt x="3753" y="207"/>
                  </a:lnTo>
                  <a:lnTo>
                    <a:pt x="3760" y="201"/>
                  </a:lnTo>
                  <a:lnTo>
                    <a:pt x="3760" y="194"/>
                  </a:lnTo>
                  <a:lnTo>
                    <a:pt x="3766" y="194"/>
                  </a:lnTo>
                  <a:lnTo>
                    <a:pt x="3766" y="188"/>
                  </a:lnTo>
                  <a:lnTo>
                    <a:pt x="3766" y="182"/>
                  </a:lnTo>
                  <a:lnTo>
                    <a:pt x="3772" y="182"/>
                  </a:lnTo>
                  <a:lnTo>
                    <a:pt x="3772" y="176"/>
                  </a:lnTo>
                  <a:lnTo>
                    <a:pt x="3772" y="169"/>
                  </a:lnTo>
                  <a:lnTo>
                    <a:pt x="3778" y="169"/>
                  </a:lnTo>
                  <a:lnTo>
                    <a:pt x="3778" y="163"/>
                  </a:lnTo>
                  <a:lnTo>
                    <a:pt x="3778" y="157"/>
                  </a:lnTo>
                  <a:lnTo>
                    <a:pt x="3785" y="157"/>
                  </a:lnTo>
                  <a:lnTo>
                    <a:pt x="3785" y="150"/>
                  </a:lnTo>
                  <a:lnTo>
                    <a:pt x="3785" y="144"/>
                  </a:lnTo>
                  <a:lnTo>
                    <a:pt x="3791" y="138"/>
                  </a:lnTo>
                  <a:lnTo>
                    <a:pt x="3791" y="132"/>
                  </a:lnTo>
                  <a:lnTo>
                    <a:pt x="3791" y="125"/>
                  </a:lnTo>
                  <a:lnTo>
                    <a:pt x="3797" y="125"/>
                  </a:lnTo>
                  <a:lnTo>
                    <a:pt x="3797" y="119"/>
                  </a:lnTo>
                  <a:lnTo>
                    <a:pt x="3797" y="113"/>
                  </a:lnTo>
                  <a:lnTo>
                    <a:pt x="3797" y="106"/>
                  </a:lnTo>
                  <a:lnTo>
                    <a:pt x="3804" y="106"/>
                  </a:lnTo>
                  <a:lnTo>
                    <a:pt x="3804" y="100"/>
                  </a:lnTo>
                  <a:lnTo>
                    <a:pt x="3804" y="94"/>
                  </a:lnTo>
                  <a:lnTo>
                    <a:pt x="3810" y="88"/>
                  </a:lnTo>
                  <a:lnTo>
                    <a:pt x="3810" y="81"/>
                  </a:lnTo>
                  <a:lnTo>
                    <a:pt x="3810" y="75"/>
                  </a:lnTo>
                  <a:lnTo>
                    <a:pt x="3810" y="69"/>
                  </a:lnTo>
                  <a:lnTo>
                    <a:pt x="3816" y="69"/>
                  </a:lnTo>
                  <a:lnTo>
                    <a:pt x="3816" y="62"/>
                  </a:lnTo>
                  <a:lnTo>
                    <a:pt x="3816" y="56"/>
                  </a:lnTo>
                  <a:lnTo>
                    <a:pt x="3816" y="50"/>
                  </a:lnTo>
                  <a:lnTo>
                    <a:pt x="3822" y="50"/>
                  </a:lnTo>
                  <a:lnTo>
                    <a:pt x="3822" y="44"/>
                  </a:lnTo>
                  <a:lnTo>
                    <a:pt x="3822" y="37"/>
                  </a:lnTo>
                  <a:lnTo>
                    <a:pt x="3822" y="31"/>
                  </a:lnTo>
                  <a:lnTo>
                    <a:pt x="3829" y="31"/>
                  </a:lnTo>
                  <a:lnTo>
                    <a:pt x="3829" y="25"/>
                  </a:lnTo>
                  <a:lnTo>
                    <a:pt x="3829" y="18"/>
                  </a:lnTo>
                  <a:lnTo>
                    <a:pt x="3829" y="12"/>
                  </a:lnTo>
                  <a:lnTo>
                    <a:pt x="3835" y="6"/>
                  </a:lnTo>
                  <a:lnTo>
                    <a:pt x="3835" y="0"/>
                  </a:lnTo>
                  <a:lnTo>
                    <a:pt x="3841" y="0"/>
                  </a:lnTo>
                  <a:lnTo>
                    <a:pt x="3848" y="6"/>
                  </a:lnTo>
                  <a:lnTo>
                    <a:pt x="3848" y="12"/>
                  </a:lnTo>
                  <a:lnTo>
                    <a:pt x="3848" y="18"/>
                  </a:lnTo>
                  <a:lnTo>
                    <a:pt x="3854" y="18"/>
                  </a:lnTo>
                  <a:lnTo>
                    <a:pt x="3854" y="25"/>
                  </a:lnTo>
                  <a:lnTo>
                    <a:pt x="3854" y="31"/>
                  </a:lnTo>
                  <a:lnTo>
                    <a:pt x="3854" y="37"/>
                  </a:lnTo>
                  <a:lnTo>
                    <a:pt x="3860" y="37"/>
                  </a:lnTo>
                  <a:lnTo>
                    <a:pt x="3860" y="44"/>
                  </a:lnTo>
                  <a:lnTo>
                    <a:pt x="3860" y="50"/>
                  </a:lnTo>
                  <a:lnTo>
                    <a:pt x="3860" y="56"/>
                  </a:lnTo>
                  <a:lnTo>
                    <a:pt x="3866" y="56"/>
                  </a:lnTo>
                  <a:lnTo>
                    <a:pt x="3866" y="62"/>
                  </a:lnTo>
                  <a:lnTo>
                    <a:pt x="3866" y="69"/>
                  </a:lnTo>
                  <a:lnTo>
                    <a:pt x="3866" y="75"/>
                  </a:lnTo>
                  <a:lnTo>
                    <a:pt x="3866" y="81"/>
                  </a:lnTo>
                  <a:lnTo>
                    <a:pt x="3873" y="81"/>
                  </a:lnTo>
                  <a:lnTo>
                    <a:pt x="3873" y="88"/>
                  </a:lnTo>
                  <a:lnTo>
                    <a:pt x="3873" y="94"/>
                  </a:lnTo>
                  <a:lnTo>
                    <a:pt x="3873" y="100"/>
                  </a:lnTo>
                  <a:lnTo>
                    <a:pt x="3879" y="100"/>
                  </a:lnTo>
                  <a:lnTo>
                    <a:pt x="3879" y="106"/>
                  </a:lnTo>
                  <a:lnTo>
                    <a:pt x="3879" y="113"/>
                  </a:lnTo>
                  <a:lnTo>
                    <a:pt x="3879" y="119"/>
                  </a:lnTo>
                  <a:lnTo>
                    <a:pt x="3885" y="125"/>
                  </a:lnTo>
                  <a:lnTo>
                    <a:pt x="3885" y="132"/>
                  </a:lnTo>
                  <a:lnTo>
                    <a:pt x="3885" y="138"/>
                  </a:lnTo>
                  <a:lnTo>
                    <a:pt x="3892" y="144"/>
                  </a:lnTo>
                  <a:lnTo>
                    <a:pt x="3892" y="150"/>
                  </a:lnTo>
                  <a:lnTo>
                    <a:pt x="3892" y="157"/>
                  </a:lnTo>
                  <a:lnTo>
                    <a:pt x="3898" y="163"/>
                  </a:lnTo>
                  <a:lnTo>
                    <a:pt x="3898" y="169"/>
                  </a:lnTo>
                  <a:lnTo>
                    <a:pt x="3898" y="176"/>
                  </a:lnTo>
                  <a:lnTo>
                    <a:pt x="3898" y="182"/>
                  </a:lnTo>
                  <a:lnTo>
                    <a:pt x="3904" y="188"/>
                  </a:lnTo>
                  <a:lnTo>
                    <a:pt x="3904" y="194"/>
                  </a:lnTo>
                  <a:lnTo>
                    <a:pt x="3904" y="201"/>
                  </a:lnTo>
                  <a:lnTo>
                    <a:pt x="3910" y="207"/>
                  </a:lnTo>
                  <a:lnTo>
                    <a:pt x="3910" y="213"/>
                  </a:lnTo>
                  <a:lnTo>
                    <a:pt x="3910" y="220"/>
                  </a:lnTo>
                  <a:lnTo>
                    <a:pt x="3917" y="226"/>
                  </a:lnTo>
                  <a:lnTo>
                    <a:pt x="3917" y="232"/>
                  </a:lnTo>
                  <a:lnTo>
                    <a:pt x="3917" y="238"/>
                  </a:lnTo>
                  <a:lnTo>
                    <a:pt x="3923" y="245"/>
                  </a:lnTo>
                  <a:lnTo>
                    <a:pt x="3923" y="251"/>
                  </a:lnTo>
                  <a:lnTo>
                    <a:pt x="3923" y="257"/>
                  </a:lnTo>
                  <a:lnTo>
                    <a:pt x="3923" y="264"/>
                  </a:lnTo>
                  <a:lnTo>
                    <a:pt x="3929" y="270"/>
                  </a:lnTo>
                  <a:lnTo>
                    <a:pt x="3929" y="276"/>
                  </a:lnTo>
                  <a:lnTo>
                    <a:pt x="3929" y="282"/>
                  </a:lnTo>
                  <a:lnTo>
                    <a:pt x="3936" y="289"/>
                  </a:lnTo>
                  <a:lnTo>
                    <a:pt x="3936" y="295"/>
                  </a:lnTo>
                  <a:lnTo>
                    <a:pt x="3936" y="301"/>
                  </a:lnTo>
                  <a:lnTo>
                    <a:pt x="3936" y="308"/>
                  </a:lnTo>
                  <a:lnTo>
                    <a:pt x="3942" y="308"/>
                  </a:lnTo>
                  <a:lnTo>
                    <a:pt x="3942" y="314"/>
                  </a:lnTo>
                  <a:lnTo>
                    <a:pt x="3942" y="320"/>
                  </a:lnTo>
                  <a:lnTo>
                    <a:pt x="3942" y="327"/>
                  </a:lnTo>
                  <a:lnTo>
                    <a:pt x="3948" y="327"/>
                  </a:lnTo>
                  <a:lnTo>
                    <a:pt x="3948" y="333"/>
                  </a:lnTo>
                  <a:lnTo>
                    <a:pt x="3948" y="339"/>
                  </a:lnTo>
                  <a:lnTo>
                    <a:pt x="3948" y="345"/>
                  </a:lnTo>
                  <a:lnTo>
                    <a:pt x="3954" y="352"/>
                  </a:lnTo>
                  <a:lnTo>
                    <a:pt x="3954" y="358"/>
                  </a:lnTo>
                  <a:lnTo>
                    <a:pt x="3954" y="364"/>
                  </a:lnTo>
                  <a:lnTo>
                    <a:pt x="3961" y="364"/>
                  </a:lnTo>
                  <a:lnTo>
                    <a:pt x="3961" y="371"/>
                  </a:lnTo>
                  <a:lnTo>
                    <a:pt x="3961" y="377"/>
                  </a:lnTo>
                  <a:lnTo>
                    <a:pt x="3967" y="377"/>
                  </a:lnTo>
                  <a:lnTo>
                    <a:pt x="3967" y="383"/>
                  </a:lnTo>
                  <a:lnTo>
                    <a:pt x="3967" y="389"/>
                  </a:lnTo>
                  <a:lnTo>
                    <a:pt x="3973" y="389"/>
                  </a:lnTo>
                  <a:lnTo>
                    <a:pt x="3973" y="396"/>
                  </a:lnTo>
                  <a:lnTo>
                    <a:pt x="3980" y="396"/>
                  </a:lnTo>
                  <a:lnTo>
                    <a:pt x="3980" y="402"/>
                  </a:lnTo>
                  <a:lnTo>
                    <a:pt x="3980" y="408"/>
                  </a:lnTo>
                  <a:lnTo>
                    <a:pt x="3986" y="408"/>
                  </a:lnTo>
                  <a:lnTo>
                    <a:pt x="3986" y="415"/>
                  </a:lnTo>
                  <a:lnTo>
                    <a:pt x="3992" y="415"/>
                  </a:lnTo>
                  <a:lnTo>
                    <a:pt x="3992" y="421"/>
                  </a:lnTo>
                  <a:lnTo>
                    <a:pt x="3998" y="427"/>
                  </a:lnTo>
                  <a:lnTo>
                    <a:pt x="3998" y="433"/>
                  </a:lnTo>
                  <a:lnTo>
                    <a:pt x="4005" y="433"/>
                  </a:lnTo>
                  <a:lnTo>
                    <a:pt x="4005" y="440"/>
                  </a:lnTo>
                  <a:lnTo>
                    <a:pt x="4005" y="446"/>
                  </a:lnTo>
                  <a:lnTo>
                    <a:pt x="4011" y="446"/>
                  </a:lnTo>
                  <a:lnTo>
                    <a:pt x="4011" y="452"/>
                  </a:lnTo>
                  <a:lnTo>
                    <a:pt x="4017" y="452"/>
                  </a:lnTo>
                  <a:lnTo>
                    <a:pt x="4017" y="459"/>
                  </a:lnTo>
                  <a:lnTo>
                    <a:pt x="4024" y="465"/>
                  </a:lnTo>
                  <a:lnTo>
                    <a:pt x="4024" y="471"/>
                  </a:lnTo>
                  <a:lnTo>
                    <a:pt x="4030" y="471"/>
                  </a:lnTo>
                  <a:lnTo>
                    <a:pt x="4030" y="477"/>
                  </a:lnTo>
                  <a:lnTo>
                    <a:pt x="4030" y="484"/>
                  </a:lnTo>
                  <a:lnTo>
                    <a:pt x="4036" y="484"/>
                  </a:lnTo>
                  <a:lnTo>
                    <a:pt x="4036" y="490"/>
                  </a:lnTo>
                  <a:lnTo>
                    <a:pt x="4042" y="490"/>
                  </a:lnTo>
                  <a:lnTo>
                    <a:pt x="4042" y="496"/>
                  </a:lnTo>
                  <a:lnTo>
                    <a:pt x="4049" y="503"/>
                  </a:lnTo>
                  <a:lnTo>
                    <a:pt x="4049" y="509"/>
                  </a:lnTo>
                  <a:lnTo>
                    <a:pt x="4055" y="509"/>
                  </a:lnTo>
                  <a:lnTo>
                    <a:pt x="4055" y="515"/>
                  </a:lnTo>
                  <a:lnTo>
                    <a:pt x="4055" y="521"/>
                  </a:lnTo>
                  <a:lnTo>
                    <a:pt x="4061" y="521"/>
                  </a:lnTo>
                  <a:lnTo>
                    <a:pt x="4061" y="528"/>
                  </a:lnTo>
                  <a:lnTo>
                    <a:pt x="4068" y="528"/>
                  </a:lnTo>
                  <a:lnTo>
                    <a:pt x="4068" y="534"/>
                  </a:lnTo>
                  <a:lnTo>
                    <a:pt x="4074" y="540"/>
                  </a:lnTo>
                  <a:lnTo>
                    <a:pt x="4074" y="547"/>
                  </a:lnTo>
                  <a:lnTo>
                    <a:pt x="4080" y="547"/>
                  </a:lnTo>
                  <a:lnTo>
                    <a:pt x="4080" y="553"/>
                  </a:lnTo>
                  <a:lnTo>
                    <a:pt x="4086" y="553"/>
                  </a:lnTo>
                  <a:lnTo>
                    <a:pt x="4086" y="559"/>
                  </a:lnTo>
                  <a:lnTo>
                    <a:pt x="4093" y="559"/>
                  </a:lnTo>
                  <a:lnTo>
                    <a:pt x="4093" y="565"/>
                  </a:lnTo>
                  <a:lnTo>
                    <a:pt x="4099" y="565"/>
                  </a:lnTo>
                  <a:lnTo>
                    <a:pt x="4099" y="572"/>
                  </a:lnTo>
                  <a:lnTo>
                    <a:pt x="4105" y="572"/>
                  </a:lnTo>
                  <a:lnTo>
                    <a:pt x="4105" y="578"/>
                  </a:lnTo>
                  <a:lnTo>
                    <a:pt x="4112" y="578"/>
                  </a:lnTo>
                  <a:lnTo>
                    <a:pt x="4112" y="584"/>
                  </a:lnTo>
                  <a:lnTo>
                    <a:pt x="4118" y="584"/>
                  </a:lnTo>
                  <a:lnTo>
                    <a:pt x="4118" y="591"/>
                  </a:lnTo>
                  <a:lnTo>
                    <a:pt x="4124" y="591"/>
                  </a:lnTo>
                  <a:lnTo>
                    <a:pt x="4124" y="597"/>
                  </a:lnTo>
                  <a:lnTo>
                    <a:pt x="4130" y="597"/>
                  </a:lnTo>
                  <a:lnTo>
                    <a:pt x="4130" y="603"/>
                  </a:lnTo>
                  <a:lnTo>
                    <a:pt x="4137" y="603"/>
                  </a:lnTo>
                  <a:lnTo>
                    <a:pt x="4137" y="609"/>
                  </a:lnTo>
                  <a:lnTo>
                    <a:pt x="4143" y="609"/>
                  </a:lnTo>
                  <a:lnTo>
                    <a:pt x="4143" y="616"/>
                  </a:lnTo>
                  <a:lnTo>
                    <a:pt x="4149" y="616"/>
                  </a:lnTo>
                  <a:lnTo>
                    <a:pt x="4149" y="622"/>
                  </a:lnTo>
                  <a:lnTo>
                    <a:pt x="4156" y="622"/>
                  </a:lnTo>
                  <a:lnTo>
                    <a:pt x="4156" y="628"/>
                  </a:lnTo>
                  <a:lnTo>
                    <a:pt x="4162" y="628"/>
                  </a:lnTo>
                  <a:lnTo>
                    <a:pt x="4162" y="635"/>
                  </a:lnTo>
                  <a:lnTo>
                    <a:pt x="4168" y="635"/>
                  </a:lnTo>
                  <a:lnTo>
                    <a:pt x="4168" y="641"/>
                  </a:lnTo>
                  <a:lnTo>
                    <a:pt x="4174" y="641"/>
                  </a:lnTo>
                  <a:lnTo>
                    <a:pt x="4174" y="647"/>
                  </a:lnTo>
                  <a:lnTo>
                    <a:pt x="4181" y="647"/>
                  </a:lnTo>
                  <a:lnTo>
                    <a:pt x="4181" y="653"/>
                  </a:lnTo>
                  <a:lnTo>
                    <a:pt x="4187" y="653"/>
                  </a:lnTo>
                  <a:lnTo>
                    <a:pt x="4187" y="660"/>
                  </a:lnTo>
                  <a:lnTo>
                    <a:pt x="4193" y="666"/>
                  </a:lnTo>
                  <a:lnTo>
                    <a:pt x="4193" y="672"/>
                  </a:lnTo>
                  <a:lnTo>
                    <a:pt x="4193" y="679"/>
                  </a:lnTo>
                  <a:lnTo>
                    <a:pt x="4200" y="679"/>
                  </a:lnTo>
                  <a:lnTo>
                    <a:pt x="4200" y="685"/>
                  </a:lnTo>
                  <a:lnTo>
                    <a:pt x="4200" y="691"/>
                  </a:lnTo>
                  <a:lnTo>
                    <a:pt x="4206" y="697"/>
                  </a:lnTo>
                  <a:lnTo>
                    <a:pt x="4206" y="704"/>
                  </a:lnTo>
                  <a:lnTo>
                    <a:pt x="4206" y="710"/>
                  </a:lnTo>
                  <a:lnTo>
                    <a:pt x="4212" y="716"/>
                  </a:lnTo>
                  <a:lnTo>
                    <a:pt x="4212" y="723"/>
                  </a:lnTo>
                  <a:lnTo>
                    <a:pt x="4212" y="729"/>
                  </a:lnTo>
                  <a:lnTo>
                    <a:pt x="4218" y="735"/>
                  </a:lnTo>
                  <a:lnTo>
                    <a:pt x="4218" y="742"/>
                  </a:lnTo>
                  <a:lnTo>
                    <a:pt x="4218" y="748"/>
                  </a:lnTo>
                  <a:lnTo>
                    <a:pt x="4225" y="754"/>
                  </a:lnTo>
                  <a:lnTo>
                    <a:pt x="4225" y="760"/>
                  </a:lnTo>
                  <a:lnTo>
                    <a:pt x="4225" y="767"/>
                  </a:lnTo>
                  <a:lnTo>
                    <a:pt x="4231" y="773"/>
                  </a:lnTo>
                  <a:lnTo>
                    <a:pt x="4231" y="779"/>
                  </a:lnTo>
                  <a:lnTo>
                    <a:pt x="4231" y="786"/>
                  </a:lnTo>
                  <a:lnTo>
                    <a:pt x="4237" y="792"/>
                  </a:lnTo>
                  <a:lnTo>
                    <a:pt x="4237" y="798"/>
                  </a:lnTo>
                  <a:lnTo>
                    <a:pt x="4237" y="804"/>
                  </a:lnTo>
                  <a:lnTo>
                    <a:pt x="4244" y="811"/>
                  </a:lnTo>
                  <a:lnTo>
                    <a:pt x="4244" y="817"/>
                  </a:lnTo>
                  <a:lnTo>
                    <a:pt x="4244" y="823"/>
                  </a:lnTo>
                  <a:lnTo>
                    <a:pt x="4244" y="830"/>
                  </a:lnTo>
                  <a:lnTo>
                    <a:pt x="4250" y="830"/>
                  </a:lnTo>
                  <a:lnTo>
                    <a:pt x="4250" y="836"/>
                  </a:lnTo>
                  <a:lnTo>
                    <a:pt x="4250" y="842"/>
                  </a:lnTo>
                  <a:lnTo>
                    <a:pt x="4250" y="848"/>
                  </a:lnTo>
                  <a:lnTo>
                    <a:pt x="4256" y="848"/>
                  </a:lnTo>
                  <a:lnTo>
                    <a:pt x="4256" y="855"/>
                  </a:lnTo>
                  <a:lnTo>
                    <a:pt x="4256" y="861"/>
                  </a:lnTo>
                  <a:lnTo>
                    <a:pt x="4256" y="867"/>
                  </a:lnTo>
                  <a:lnTo>
                    <a:pt x="4262" y="867"/>
                  </a:lnTo>
                  <a:lnTo>
                    <a:pt x="4262" y="874"/>
                  </a:lnTo>
                  <a:lnTo>
                    <a:pt x="4262" y="880"/>
                  </a:lnTo>
                  <a:lnTo>
                    <a:pt x="4262" y="886"/>
                  </a:lnTo>
                  <a:lnTo>
                    <a:pt x="4269" y="886"/>
                  </a:lnTo>
                  <a:lnTo>
                    <a:pt x="4269" y="892"/>
                  </a:lnTo>
                  <a:lnTo>
                    <a:pt x="4269" y="899"/>
                  </a:lnTo>
                  <a:lnTo>
                    <a:pt x="4269" y="905"/>
                  </a:lnTo>
                  <a:lnTo>
                    <a:pt x="4275" y="911"/>
                  </a:lnTo>
                  <a:lnTo>
                    <a:pt x="4275" y="918"/>
                  </a:lnTo>
                  <a:lnTo>
                    <a:pt x="4275" y="924"/>
                  </a:lnTo>
                  <a:lnTo>
                    <a:pt x="4281" y="930"/>
                  </a:lnTo>
                  <a:lnTo>
                    <a:pt x="4281" y="936"/>
                  </a:lnTo>
                  <a:lnTo>
                    <a:pt x="4281" y="943"/>
                  </a:lnTo>
                  <a:lnTo>
                    <a:pt x="4288" y="949"/>
                  </a:lnTo>
                  <a:lnTo>
                    <a:pt x="4288" y="955"/>
                  </a:lnTo>
                  <a:lnTo>
                    <a:pt x="4288" y="962"/>
                  </a:lnTo>
                  <a:lnTo>
                    <a:pt x="4294" y="968"/>
                  </a:lnTo>
                  <a:lnTo>
                    <a:pt x="4294" y="974"/>
                  </a:lnTo>
                  <a:lnTo>
                    <a:pt x="4294" y="980"/>
                  </a:lnTo>
                  <a:lnTo>
                    <a:pt x="4300" y="987"/>
                  </a:lnTo>
                  <a:lnTo>
                    <a:pt x="4300" y="993"/>
                  </a:lnTo>
                  <a:lnTo>
                    <a:pt x="4300" y="999"/>
                  </a:lnTo>
                  <a:lnTo>
                    <a:pt x="4300" y="1006"/>
                  </a:lnTo>
                  <a:lnTo>
                    <a:pt x="4307" y="1006"/>
                  </a:lnTo>
                  <a:lnTo>
                    <a:pt x="4307" y="1012"/>
                  </a:lnTo>
                  <a:lnTo>
                    <a:pt x="4313" y="1012"/>
                  </a:lnTo>
                  <a:lnTo>
                    <a:pt x="4319" y="1006"/>
                  </a:lnTo>
                  <a:lnTo>
                    <a:pt x="4319" y="999"/>
                  </a:lnTo>
                  <a:lnTo>
                    <a:pt x="4319" y="993"/>
                  </a:lnTo>
                  <a:lnTo>
                    <a:pt x="4325" y="993"/>
                  </a:lnTo>
                  <a:lnTo>
                    <a:pt x="4325" y="987"/>
                  </a:lnTo>
                  <a:lnTo>
                    <a:pt x="4325" y="980"/>
                  </a:lnTo>
                  <a:lnTo>
                    <a:pt x="4325" y="974"/>
                  </a:lnTo>
                  <a:lnTo>
                    <a:pt x="4332" y="974"/>
                  </a:lnTo>
                  <a:lnTo>
                    <a:pt x="4332" y="968"/>
                  </a:lnTo>
                  <a:lnTo>
                    <a:pt x="4332" y="962"/>
                  </a:lnTo>
                  <a:lnTo>
                    <a:pt x="4332" y="955"/>
                  </a:lnTo>
                  <a:lnTo>
                    <a:pt x="4338" y="955"/>
                  </a:lnTo>
                  <a:lnTo>
                    <a:pt x="4338" y="949"/>
                  </a:lnTo>
                  <a:lnTo>
                    <a:pt x="4338" y="943"/>
                  </a:lnTo>
                  <a:lnTo>
                    <a:pt x="4338" y="936"/>
                  </a:lnTo>
                  <a:lnTo>
                    <a:pt x="4344" y="930"/>
                  </a:lnTo>
                  <a:lnTo>
                    <a:pt x="4344" y="924"/>
                  </a:lnTo>
                  <a:lnTo>
                    <a:pt x="4344" y="918"/>
                  </a:lnTo>
                  <a:lnTo>
                    <a:pt x="4344" y="911"/>
                  </a:lnTo>
                  <a:lnTo>
                    <a:pt x="4351" y="911"/>
                  </a:lnTo>
                  <a:lnTo>
                    <a:pt x="4351" y="905"/>
                  </a:lnTo>
                  <a:lnTo>
                    <a:pt x="4351" y="899"/>
                  </a:lnTo>
                  <a:lnTo>
                    <a:pt x="4357" y="892"/>
                  </a:lnTo>
                  <a:lnTo>
                    <a:pt x="4357" y="886"/>
                  </a:lnTo>
                  <a:lnTo>
                    <a:pt x="4357" y="880"/>
                  </a:lnTo>
                  <a:lnTo>
                    <a:pt x="4363" y="880"/>
                  </a:lnTo>
                  <a:lnTo>
                    <a:pt x="4363" y="874"/>
                  </a:lnTo>
                  <a:lnTo>
                    <a:pt x="4363" y="867"/>
                  </a:lnTo>
                  <a:lnTo>
                    <a:pt x="4369" y="861"/>
                  </a:lnTo>
                  <a:lnTo>
                    <a:pt x="4369" y="855"/>
                  </a:lnTo>
                  <a:lnTo>
                    <a:pt x="4369" y="848"/>
                  </a:lnTo>
                  <a:lnTo>
                    <a:pt x="4376" y="848"/>
                  </a:lnTo>
                  <a:lnTo>
                    <a:pt x="4376" y="842"/>
                  </a:lnTo>
                  <a:lnTo>
                    <a:pt x="4376" y="836"/>
                  </a:lnTo>
                  <a:lnTo>
                    <a:pt x="4382" y="836"/>
                  </a:lnTo>
                  <a:lnTo>
                    <a:pt x="4382" y="830"/>
                  </a:lnTo>
                  <a:lnTo>
                    <a:pt x="4382" y="823"/>
                  </a:lnTo>
                  <a:lnTo>
                    <a:pt x="4388" y="823"/>
                  </a:lnTo>
                  <a:lnTo>
                    <a:pt x="4388" y="817"/>
                  </a:lnTo>
                  <a:lnTo>
                    <a:pt x="4388" y="811"/>
                  </a:lnTo>
                  <a:lnTo>
                    <a:pt x="4395" y="811"/>
                  </a:lnTo>
                  <a:lnTo>
                    <a:pt x="4395" y="804"/>
                  </a:lnTo>
                  <a:lnTo>
                    <a:pt x="4401" y="804"/>
                  </a:lnTo>
                  <a:lnTo>
                    <a:pt x="4401" y="798"/>
                  </a:lnTo>
                  <a:lnTo>
                    <a:pt x="4401" y="792"/>
                  </a:lnTo>
                  <a:lnTo>
                    <a:pt x="4407" y="792"/>
                  </a:lnTo>
                  <a:lnTo>
                    <a:pt x="4407" y="786"/>
                  </a:lnTo>
                  <a:lnTo>
                    <a:pt x="4413" y="786"/>
                  </a:lnTo>
                  <a:lnTo>
                    <a:pt x="4413" y="779"/>
                  </a:lnTo>
                  <a:lnTo>
                    <a:pt x="4420" y="773"/>
                  </a:lnTo>
                  <a:lnTo>
                    <a:pt x="4420" y="767"/>
                  </a:lnTo>
                  <a:lnTo>
                    <a:pt x="4426" y="767"/>
                  </a:lnTo>
                  <a:lnTo>
                    <a:pt x="4432" y="767"/>
                  </a:lnTo>
                  <a:lnTo>
                    <a:pt x="4439" y="767"/>
                  </a:lnTo>
                  <a:lnTo>
                    <a:pt x="4439" y="773"/>
                  </a:lnTo>
                  <a:lnTo>
                    <a:pt x="4439" y="779"/>
                  </a:lnTo>
                  <a:lnTo>
                    <a:pt x="4445" y="779"/>
                  </a:lnTo>
                  <a:lnTo>
                    <a:pt x="4445" y="786"/>
                  </a:lnTo>
                  <a:lnTo>
                    <a:pt x="4445" y="792"/>
                  </a:lnTo>
                  <a:lnTo>
                    <a:pt x="4451" y="792"/>
                  </a:lnTo>
                  <a:lnTo>
                    <a:pt x="4451" y="798"/>
                  </a:lnTo>
                  <a:lnTo>
                    <a:pt x="4457" y="804"/>
                  </a:lnTo>
                  <a:lnTo>
                    <a:pt x="4457" y="811"/>
                  </a:lnTo>
                  <a:lnTo>
                    <a:pt x="4464" y="811"/>
                  </a:lnTo>
                  <a:lnTo>
                    <a:pt x="4464" y="817"/>
                  </a:lnTo>
                  <a:lnTo>
                    <a:pt x="4464" y="823"/>
                  </a:lnTo>
                  <a:lnTo>
                    <a:pt x="4470" y="823"/>
                  </a:lnTo>
                  <a:lnTo>
                    <a:pt x="4470" y="830"/>
                  </a:lnTo>
                  <a:lnTo>
                    <a:pt x="4470" y="836"/>
                  </a:lnTo>
                  <a:lnTo>
                    <a:pt x="4476" y="836"/>
                  </a:lnTo>
                  <a:lnTo>
                    <a:pt x="4476" y="842"/>
                  </a:lnTo>
                  <a:lnTo>
                    <a:pt x="4476" y="848"/>
                  </a:lnTo>
                  <a:lnTo>
                    <a:pt x="4483" y="848"/>
                  </a:lnTo>
                  <a:lnTo>
                    <a:pt x="4483" y="855"/>
                  </a:lnTo>
                  <a:lnTo>
                    <a:pt x="4483" y="861"/>
                  </a:lnTo>
                  <a:lnTo>
                    <a:pt x="4489" y="867"/>
                  </a:lnTo>
                  <a:lnTo>
                    <a:pt x="4489" y="874"/>
                  </a:lnTo>
                  <a:lnTo>
                    <a:pt x="4489" y="880"/>
                  </a:lnTo>
                  <a:lnTo>
                    <a:pt x="4495" y="880"/>
                  </a:lnTo>
                  <a:lnTo>
                    <a:pt x="4495" y="886"/>
                  </a:lnTo>
                  <a:lnTo>
                    <a:pt x="4495" y="892"/>
                  </a:lnTo>
                  <a:lnTo>
                    <a:pt x="4495" y="899"/>
                  </a:lnTo>
                  <a:lnTo>
                    <a:pt x="4501" y="899"/>
                  </a:lnTo>
                  <a:lnTo>
                    <a:pt x="4501" y="905"/>
                  </a:lnTo>
                  <a:lnTo>
                    <a:pt x="4501" y="911"/>
                  </a:lnTo>
                  <a:lnTo>
                    <a:pt x="4508" y="918"/>
                  </a:lnTo>
                  <a:lnTo>
                    <a:pt x="4508" y="924"/>
                  </a:lnTo>
                  <a:lnTo>
                    <a:pt x="4508" y="930"/>
                  </a:lnTo>
                  <a:lnTo>
                    <a:pt x="4514" y="936"/>
                  </a:lnTo>
                  <a:lnTo>
                    <a:pt x="4514" y="943"/>
                  </a:lnTo>
                  <a:lnTo>
                    <a:pt x="4514" y="949"/>
                  </a:lnTo>
                  <a:lnTo>
                    <a:pt x="4514" y="955"/>
                  </a:lnTo>
                  <a:lnTo>
                    <a:pt x="4520" y="955"/>
                  </a:lnTo>
                  <a:lnTo>
                    <a:pt x="4520" y="962"/>
                  </a:lnTo>
                  <a:lnTo>
                    <a:pt x="4520" y="968"/>
                  </a:lnTo>
                  <a:lnTo>
                    <a:pt x="4520" y="974"/>
                  </a:lnTo>
                  <a:lnTo>
                    <a:pt x="4527" y="974"/>
                  </a:lnTo>
                  <a:lnTo>
                    <a:pt x="4527" y="980"/>
                  </a:lnTo>
                  <a:lnTo>
                    <a:pt x="4527" y="987"/>
                  </a:lnTo>
                  <a:lnTo>
                    <a:pt x="4527" y="993"/>
                  </a:lnTo>
                  <a:lnTo>
                    <a:pt x="4527" y="999"/>
                  </a:lnTo>
                  <a:lnTo>
                    <a:pt x="4533" y="999"/>
                  </a:lnTo>
                  <a:lnTo>
                    <a:pt x="4533" y="1006"/>
                  </a:lnTo>
                  <a:lnTo>
                    <a:pt x="4533" y="1012"/>
                  </a:lnTo>
                  <a:lnTo>
                    <a:pt x="4533" y="1018"/>
                  </a:lnTo>
                  <a:lnTo>
                    <a:pt x="4539" y="1024"/>
                  </a:lnTo>
                  <a:lnTo>
                    <a:pt x="4539" y="1031"/>
                  </a:lnTo>
                  <a:lnTo>
                    <a:pt x="4539" y="1037"/>
                  </a:lnTo>
                  <a:lnTo>
                    <a:pt x="4545" y="1037"/>
                  </a:lnTo>
                  <a:lnTo>
                    <a:pt x="4552" y="1037"/>
                  </a:lnTo>
                  <a:lnTo>
                    <a:pt x="4552" y="1031"/>
                  </a:lnTo>
                  <a:lnTo>
                    <a:pt x="4558" y="1024"/>
                  </a:lnTo>
                  <a:lnTo>
                    <a:pt x="4558" y="1018"/>
                  </a:lnTo>
                  <a:lnTo>
                    <a:pt x="4558" y="1012"/>
                  </a:lnTo>
                  <a:lnTo>
                    <a:pt x="4564" y="1006"/>
                  </a:lnTo>
                  <a:lnTo>
                    <a:pt x="4564" y="999"/>
                  </a:lnTo>
                  <a:lnTo>
                    <a:pt x="4564" y="993"/>
                  </a:lnTo>
                  <a:lnTo>
                    <a:pt x="4564" y="987"/>
                  </a:lnTo>
                  <a:lnTo>
                    <a:pt x="4571" y="987"/>
                  </a:lnTo>
                  <a:lnTo>
                    <a:pt x="4571" y="980"/>
                  </a:lnTo>
                  <a:lnTo>
                    <a:pt x="4571" y="974"/>
                  </a:lnTo>
                  <a:lnTo>
                    <a:pt x="4571" y="968"/>
                  </a:lnTo>
                  <a:lnTo>
                    <a:pt x="4577" y="968"/>
                  </a:lnTo>
                  <a:lnTo>
                    <a:pt x="4577" y="962"/>
                  </a:lnTo>
                  <a:lnTo>
                    <a:pt x="4577" y="955"/>
                  </a:lnTo>
                  <a:lnTo>
                    <a:pt x="4577" y="949"/>
                  </a:lnTo>
                  <a:lnTo>
                    <a:pt x="4583" y="949"/>
                  </a:lnTo>
                  <a:lnTo>
                    <a:pt x="4583" y="943"/>
                  </a:lnTo>
                  <a:lnTo>
                    <a:pt x="4583" y="936"/>
                  </a:lnTo>
                  <a:lnTo>
                    <a:pt x="4583" y="930"/>
                  </a:lnTo>
                  <a:lnTo>
                    <a:pt x="4589" y="930"/>
                  </a:lnTo>
                  <a:lnTo>
                    <a:pt x="4589" y="924"/>
                  </a:lnTo>
                  <a:lnTo>
                    <a:pt x="4589" y="918"/>
                  </a:lnTo>
                  <a:lnTo>
                    <a:pt x="4596" y="911"/>
                  </a:lnTo>
                  <a:lnTo>
                    <a:pt x="4596" y="905"/>
                  </a:lnTo>
                  <a:lnTo>
                    <a:pt x="4596" y="899"/>
                  </a:lnTo>
                  <a:lnTo>
                    <a:pt x="4602" y="899"/>
                  </a:lnTo>
                  <a:lnTo>
                    <a:pt x="4602" y="892"/>
                  </a:lnTo>
                  <a:lnTo>
                    <a:pt x="4602" y="886"/>
                  </a:lnTo>
                  <a:lnTo>
                    <a:pt x="4608" y="880"/>
                  </a:lnTo>
                  <a:lnTo>
                    <a:pt x="4608" y="874"/>
                  </a:lnTo>
                  <a:lnTo>
                    <a:pt x="4615" y="867"/>
                  </a:lnTo>
                  <a:lnTo>
                    <a:pt x="4615" y="861"/>
                  </a:lnTo>
                  <a:lnTo>
                    <a:pt x="4621" y="861"/>
                  </a:lnTo>
                  <a:lnTo>
                    <a:pt x="4621" y="855"/>
                  </a:lnTo>
                  <a:lnTo>
                    <a:pt x="4621" y="848"/>
                  </a:lnTo>
                  <a:lnTo>
                    <a:pt x="4627" y="842"/>
                  </a:lnTo>
                  <a:lnTo>
                    <a:pt x="4627" y="836"/>
                  </a:lnTo>
                  <a:lnTo>
                    <a:pt x="4633" y="836"/>
                  </a:lnTo>
                  <a:lnTo>
                    <a:pt x="4633" y="830"/>
                  </a:lnTo>
                  <a:lnTo>
                    <a:pt x="4640" y="830"/>
                  </a:lnTo>
                  <a:lnTo>
                    <a:pt x="4640" y="823"/>
                  </a:lnTo>
                  <a:lnTo>
                    <a:pt x="4640" y="817"/>
                  </a:lnTo>
                  <a:lnTo>
                    <a:pt x="4646" y="817"/>
                  </a:lnTo>
                  <a:lnTo>
                    <a:pt x="4646" y="811"/>
                  </a:lnTo>
                  <a:lnTo>
                    <a:pt x="4652" y="811"/>
                  </a:lnTo>
                  <a:lnTo>
                    <a:pt x="4652" y="804"/>
                  </a:lnTo>
                  <a:lnTo>
                    <a:pt x="4659" y="798"/>
                  </a:lnTo>
                  <a:lnTo>
                    <a:pt x="4665" y="798"/>
                  </a:lnTo>
                  <a:lnTo>
                    <a:pt x="4671" y="798"/>
                  </a:lnTo>
                  <a:lnTo>
                    <a:pt x="4671" y="804"/>
                  </a:lnTo>
                  <a:lnTo>
                    <a:pt x="4671" y="811"/>
                  </a:lnTo>
                  <a:lnTo>
                    <a:pt x="4677" y="811"/>
                  </a:lnTo>
                  <a:lnTo>
                    <a:pt x="4677" y="817"/>
                  </a:lnTo>
                  <a:lnTo>
                    <a:pt x="4677" y="823"/>
                  </a:lnTo>
                  <a:lnTo>
                    <a:pt x="4684" y="823"/>
                  </a:lnTo>
                  <a:lnTo>
                    <a:pt x="4684" y="830"/>
                  </a:lnTo>
                  <a:lnTo>
                    <a:pt x="4684" y="836"/>
                  </a:lnTo>
                  <a:lnTo>
                    <a:pt x="4690" y="836"/>
                  </a:lnTo>
                  <a:lnTo>
                    <a:pt x="4690" y="842"/>
                  </a:lnTo>
                  <a:lnTo>
                    <a:pt x="4690" y="848"/>
                  </a:lnTo>
                  <a:lnTo>
                    <a:pt x="4696" y="848"/>
                  </a:lnTo>
                  <a:lnTo>
                    <a:pt x="4696" y="855"/>
                  </a:lnTo>
                  <a:lnTo>
                    <a:pt x="4696" y="861"/>
                  </a:lnTo>
                  <a:lnTo>
                    <a:pt x="4703" y="861"/>
                  </a:lnTo>
                  <a:lnTo>
                    <a:pt x="4703" y="867"/>
                  </a:lnTo>
                  <a:lnTo>
                    <a:pt x="4703" y="874"/>
                  </a:lnTo>
                  <a:lnTo>
                    <a:pt x="4709" y="874"/>
                  </a:lnTo>
                  <a:lnTo>
                    <a:pt x="4709" y="880"/>
                  </a:lnTo>
                  <a:lnTo>
                    <a:pt x="4709" y="886"/>
                  </a:lnTo>
                  <a:lnTo>
                    <a:pt x="4715" y="886"/>
                  </a:lnTo>
                  <a:lnTo>
                    <a:pt x="4715" y="892"/>
                  </a:lnTo>
                  <a:lnTo>
                    <a:pt x="4715" y="899"/>
                  </a:lnTo>
                  <a:lnTo>
                    <a:pt x="4721" y="899"/>
                  </a:lnTo>
                  <a:lnTo>
                    <a:pt x="4721" y="905"/>
                  </a:lnTo>
                  <a:lnTo>
                    <a:pt x="4721" y="911"/>
                  </a:lnTo>
                  <a:lnTo>
                    <a:pt x="4728" y="911"/>
                  </a:lnTo>
                  <a:lnTo>
                    <a:pt x="4728" y="918"/>
                  </a:lnTo>
                  <a:lnTo>
                    <a:pt x="4728" y="924"/>
                  </a:lnTo>
                  <a:lnTo>
                    <a:pt x="4734" y="924"/>
                  </a:lnTo>
                  <a:lnTo>
                    <a:pt x="4734" y="930"/>
                  </a:lnTo>
                  <a:lnTo>
                    <a:pt x="4734" y="936"/>
                  </a:lnTo>
                  <a:lnTo>
                    <a:pt x="4740" y="936"/>
                  </a:lnTo>
                  <a:lnTo>
                    <a:pt x="4740" y="943"/>
                  </a:lnTo>
                  <a:lnTo>
                    <a:pt x="4740" y="949"/>
                  </a:lnTo>
                  <a:lnTo>
                    <a:pt x="4747" y="949"/>
                  </a:lnTo>
                  <a:lnTo>
                    <a:pt x="4747" y="955"/>
                  </a:lnTo>
                  <a:lnTo>
                    <a:pt x="4747" y="962"/>
                  </a:lnTo>
                  <a:lnTo>
                    <a:pt x="4753" y="962"/>
                  </a:lnTo>
                  <a:lnTo>
                    <a:pt x="4753" y="968"/>
                  </a:lnTo>
                  <a:lnTo>
                    <a:pt x="4753" y="974"/>
                  </a:lnTo>
                  <a:lnTo>
                    <a:pt x="4759" y="974"/>
                  </a:lnTo>
                  <a:lnTo>
                    <a:pt x="4759" y="980"/>
                  </a:lnTo>
                  <a:lnTo>
                    <a:pt x="4759" y="987"/>
                  </a:lnTo>
                  <a:lnTo>
                    <a:pt x="4765" y="987"/>
                  </a:lnTo>
                  <a:lnTo>
                    <a:pt x="4765" y="993"/>
                  </a:lnTo>
                  <a:lnTo>
                    <a:pt x="4765" y="999"/>
                  </a:lnTo>
                  <a:lnTo>
                    <a:pt x="4772" y="999"/>
                  </a:lnTo>
                  <a:lnTo>
                    <a:pt x="4772" y="1006"/>
                  </a:lnTo>
                  <a:lnTo>
                    <a:pt x="4772" y="1012"/>
                  </a:lnTo>
                  <a:lnTo>
                    <a:pt x="4778" y="1012"/>
                  </a:lnTo>
                  <a:lnTo>
                    <a:pt x="4784" y="1012"/>
                  </a:lnTo>
                  <a:lnTo>
                    <a:pt x="4784" y="1006"/>
                  </a:lnTo>
                  <a:lnTo>
                    <a:pt x="4791" y="999"/>
                  </a:lnTo>
                  <a:lnTo>
                    <a:pt x="4791" y="993"/>
                  </a:lnTo>
                  <a:lnTo>
                    <a:pt x="4791" y="987"/>
                  </a:lnTo>
                  <a:lnTo>
                    <a:pt x="4791" y="980"/>
                  </a:lnTo>
                  <a:lnTo>
                    <a:pt x="4797" y="974"/>
                  </a:lnTo>
                  <a:lnTo>
                    <a:pt x="4797" y="968"/>
                  </a:lnTo>
                  <a:lnTo>
                    <a:pt x="4797" y="962"/>
                  </a:lnTo>
                  <a:lnTo>
                    <a:pt x="4797" y="955"/>
                  </a:lnTo>
                  <a:lnTo>
                    <a:pt x="4803" y="955"/>
                  </a:lnTo>
                  <a:lnTo>
                    <a:pt x="4803" y="949"/>
                  </a:lnTo>
                  <a:lnTo>
                    <a:pt x="4803" y="943"/>
                  </a:lnTo>
                  <a:lnTo>
                    <a:pt x="4803" y="936"/>
                  </a:lnTo>
                  <a:lnTo>
                    <a:pt x="4803" y="930"/>
                  </a:lnTo>
                  <a:lnTo>
                    <a:pt x="4809" y="930"/>
                  </a:lnTo>
                  <a:lnTo>
                    <a:pt x="4809" y="924"/>
                  </a:lnTo>
                  <a:lnTo>
                    <a:pt x="4809" y="918"/>
                  </a:lnTo>
                  <a:lnTo>
                    <a:pt x="4809" y="911"/>
                  </a:lnTo>
                  <a:lnTo>
                    <a:pt x="4816" y="905"/>
                  </a:lnTo>
                  <a:lnTo>
                    <a:pt x="4816" y="899"/>
                  </a:lnTo>
                  <a:lnTo>
                    <a:pt x="4816" y="892"/>
                  </a:lnTo>
                  <a:lnTo>
                    <a:pt x="4816" y="886"/>
                  </a:lnTo>
                  <a:lnTo>
                    <a:pt x="4822" y="880"/>
                  </a:lnTo>
                  <a:lnTo>
                    <a:pt x="4822" y="874"/>
                  </a:lnTo>
                  <a:lnTo>
                    <a:pt x="4822" y="867"/>
                  </a:lnTo>
                  <a:lnTo>
                    <a:pt x="4822" y="861"/>
                  </a:lnTo>
                  <a:lnTo>
                    <a:pt x="4828" y="855"/>
                  </a:lnTo>
                  <a:lnTo>
                    <a:pt x="4828" y="848"/>
                  </a:lnTo>
                  <a:lnTo>
                    <a:pt x="4828" y="842"/>
                  </a:lnTo>
                  <a:lnTo>
                    <a:pt x="4828" y="836"/>
                  </a:lnTo>
                  <a:lnTo>
                    <a:pt x="4835" y="836"/>
                  </a:lnTo>
                  <a:lnTo>
                    <a:pt x="4835" y="830"/>
                  </a:lnTo>
                  <a:lnTo>
                    <a:pt x="4835" y="823"/>
                  </a:lnTo>
                  <a:lnTo>
                    <a:pt x="4835" y="817"/>
                  </a:lnTo>
                  <a:lnTo>
                    <a:pt x="4841" y="817"/>
                  </a:lnTo>
                  <a:lnTo>
                    <a:pt x="4841" y="811"/>
                  </a:lnTo>
                  <a:lnTo>
                    <a:pt x="4841" y="804"/>
                  </a:lnTo>
                  <a:lnTo>
                    <a:pt x="4841" y="798"/>
                  </a:lnTo>
                  <a:lnTo>
                    <a:pt x="4847" y="798"/>
                  </a:lnTo>
                  <a:lnTo>
                    <a:pt x="4847" y="792"/>
                  </a:lnTo>
                  <a:lnTo>
                    <a:pt x="4847" y="786"/>
                  </a:lnTo>
                  <a:lnTo>
                    <a:pt x="4847" y="779"/>
                  </a:lnTo>
                  <a:lnTo>
                    <a:pt x="4853" y="779"/>
                  </a:lnTo>
                  <a:lnTo>
                    <a:pt x="4853" y="773"/>
                  </a:lnTo>
                  <a:lnTo>
                    <a:pt x="4853" y="767"/>
                  </a:lnTo>
                  <a:lnTo>
                    <a:pt x="4853" y="760"/>
                  </a:lnTo>
                  <a:lnTo>
                    <a:pt x="4860" y="760"/>
                  </a:lnTo>
                  <a:lnTo>
                    <a:pt x="4860" y="754"/>
                  </a:lnTo>
                  <a:lnTo>
                    <a:pt x="4860" y="748"/>
                  </a:lnTo>
                  <a:lnTo>
                    <a:pt x="4866" y="748"/>
                  </a:lnTo>
                  <a:lnTo>
                    <a:pt x="4866" y="742"/>
                  </a:lnTo>
                  <a:lnTo>
                    <a:pt x="4866" y="735"/>
                  </a:lnTo>
                  <a:lnTo>
                    <a:pt x="4872" y="729"/>
                  </a:lnTo>
                  <a:lnTo>
                    <a:pt x="4872" y="723"/>
                  </a:lnTo>
                  <a:lnTo>
                    <a:pt x="4872" y="716"/>
                  </a:lnTo>
                  <a:lnTo>
                    <a:pt x="4879" y="716"/>
                  </a:lnTo>
                  <a:lnTo>
                    <a:pt x="4879" y="710"/>
                  </a:lnTo>
                  <a:lnTo>
                    <a:pt x="4879" y="704"/>
                  </a:lnTo>
                  <a:lnTo>
                    <a:pt x="4885" y="704"/>
                  </a:lnTo>
                  <a:lnTo>
                    <a:pt x="4885" y="697"/>
                  </a:lnTo>
                  <a:lnTo>
                    <a:pt x="4885" y="691"/>
                  </a:lnTo>
                  <a:lnTo>
                    <a:pt x="4891" y="691"/>
                  </a:lnTo>
                  <a:lnTo>
                    <a:pt x="4891" y="685"/>
                  </a:lnTo>
                  <a:lnTo>
                    <a:pt x="4891" y="679"/>
                  </a:lnTo>
                  <a:lnTo>
                    <a:pt x="4897" y="679"/>
                  </a:lnTo>
                  <a:lnTo>
                    <a:pt x="4897" y="672"/>
                  </a:lnTo>
                  <a:lnTo>
                    <a:pt x="4897" y="666"/>
                  </a:lnTo>
                  <a:lnTo>
                    <a:pt x="4904" y="666"/>
                  </a:lnTo>
                  <a:lnTo>
                    <a:pt x="4904" y="660"/>
                  </a:lnTo>
                  <a:lnTo>
                    <a:pt x="4910" y="660"/>
                  </a:lnTo>
                  <a:lnTo>
                    <a:pt x="4916" y="660"/>
                  </a:lnTo>
                  <a:lnTo>
                    <a:pt x="4916" y="653"/>
                  </a:lnTo>
                  <a:lnTo>
                    <a:pt x="4923" y="653"/>
                  </a:lnTo>
                  <a:lnTo>
                    <a:pt x="4929" y="653"/>
                  </a:lnTo>
                  <a:lnTo>
                    <a:pt x="4929" y="647"/>
                  </a:lnTo>
                  <a:lnTo>
                    <a:pt x="4935" y="647"/>
                  </a:lnTo>
                  <a:lnTo>
                    <a:pt x="4941" y="647"/>
                  </a:lnTo>
                  <a:lnTo>
                    <a:pt x="4941" y="641"/>
                  </a:lnTo>
                  <a:lnTo>
                    <a:pt x="4948" y="641"/>
                  </a:lnTo>
                  <a:lnTo>
                    <a:pt x="4954" y="641"/>
                  </a:lnTo>
                  <a:lnTo>
                    <a:pt x="4954" y="635"/>
                  </a:lnTo>
                  <a:lnTo>
                    <a:pt x="4960" y="635"/>
                  </a:lnTo>
                  <a:lnTo>
                    <a:pt x="4967" y="635"/>
                  </a:lnTo>
                  <a:lnTo>
                    <a:pt x="4967" y="628"/>
                  </a:lnTo>
                  <a:lnTo>
                    <a:pt x="4973" y="628"/>
                  </a:lnTo>
                  <a:lnTo>
                    <a:pt x="4979" y="622"/>
                  </a:lnTo>
                  <a:lnTo>
                    <a:pt x="4985" y="622"/>
                  </a:lnTo>
                  <a:lnTo>
                    <a:pt x="4992" y="616"/>
                  </a:lnTo>
                  <a:lnTo>
                    <a:pt x="4998" y="616"/>
                  </a:lnTo>
                  <a:lnTo>
                    <a:pt x="5004" y="609"/>
                  </a:lnTo>
                  <a:lnTo>
                    <a:pt x="5011" y="609"/>
                  </a:lnTo>
                  <a:lnTo>
                    <a:pt x="5011" y="603"/>
                  </a:lnTo>
                  <a:lnTo>
                    <a:pt x="5017" y="603"/>
                  </a:lnTo>
                  <a:lnTo>
                    <a:pt x="5017" y="597"/>
                  </a:lnTo>
                  <a:lnTo>
                    <a:pt x="5023" y="597"/>
                  </a:lnTo>
                  <a:lnTo>
                    <a:pt x="5023" y="591"/>
                  </a:lnTo>
                  <a:lnTo>
                    <a:pt x="5029" y="591"/>
                  </a:lnTo>
                  <a:lnTo>
                    <a:pt x="5029" y="584"/>
                  </a:lnTo>
                  <a:lnTo>
                    <a:pt x="5029" y="578"/>
                  </a:lnTo>
                  <a:lnTo>
                    <a:pt x="5036" y="578"/>
                  </a:lnTo>
                  <a:lnTo>
                    <a:pt x="5036" y="572"/>
                  </a:lnTo>
                  <a:lnTo>
                    <a:pt x="5042" y="565"/>
                  </a:lnTo>
                  <a:lnTo>
                    <a:pt x="5042" y="559"/>
                  </a:lnTo>
                  <a:lnTo>
                    <a:pt x="5048" y="553"/>
                  </a:lnTo>
                  <a:lnTo>
                    <a:pt x="5048" y="547"/>
                  </a:lnTo>
                  <a:lnTo>
                    <a:pt x="5055" y="547"/>
                  </a:lnTo>
                  <a:lnTo>
                    <a:pt x="5055" y="540"/>
                  </a:lnTo>
                  <a:lnTo>
                    <a:pt x="5055" y="534"/>
                  </a:lnTo>
                  <a:lnTo>
                    <a:pt x="5061" y="534"/>
                  </a:lnTo>
                  <a:lnTo>
                    <a:pt x="5061" y="528"/>
                  </a:lnTo>
                  <a:lnTo>
                    <a:pt x="5067" y="528"/>
                  </a:lnTo>
                  <a:lnTo>
                    <a:pt x="5067" y="521"/>
                  </a:lnTo>
                  <a:lnTo>
                    <a:pt x="5073" y="521"/>
                  </a:lnTo>
                  <a:lnTo>
                    <a:pt x="5073" y="515"/>
                  </a:lnTo>
                  <a:lnTo>
                    <a:pt x="5080" y="515"/>
                  </a:lnTo>
                  <a:lnTo>
                    <a:pt x="5080" y="509"/>
                  </a:lnTo>
                  <a:lnTo>
                    <a:pt x="5086" y="509"/>
                  </a:lnTo>
                  <a:lnTo>
                    <a:pt x="5092" y="509"/>
                  </a:lnTo>
                  <a:lnTo>
                    <a:pt x="5099" y="509"/>
                  </a:lnTo>
                </a:path>
              </a:pathLst>
            </a:custGeom>
            <a:noFill/>
            <a:ln w="1584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1" name="Rectangle 76"/>
            <p:cNvSpPr/>
            <p:nvPr/>
          </p:nvSpPr>
          <p:spPr>
            <a:xfrm>
              <a:off x="2343600" y="3500280"/>
              <a:ext cx="3639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DISP_X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2" name="Freeform 77"/>
            <p:cNvSpPr/>
            <p:nvPr/>
          </p:nvSpPr>
          <p:spPr>
            <a:xfrm>
              <a:off x="504720" y="2303640"/>
              <a:ext cx="8094600" cy="1440"/>
            </a:xfrm>
            <a:custGeom>
              <a:avLst/>
              <a:gdLst>
                <a:gd name="textAreaLeft" fmla="*/ 0 w 8094600"/>
                <a:gd name="textAreaRight" fmla="*/ 8094960 w 8094600"/>
                <a:gd name="textAreaTop" fmla="*/ 0 h 1440"/>
                <a:gd name="textAreaBottom" fmla="*/ 1800 h 1440"/>
                <a:gd name="GluePoint1X" fmla="*/ 76 w 5099"/>
                <a:gd name="GluePoint1Y" fmla="*/ 0 h 1"/>
                <a:gd name="GluePoint2X" fmla="*/ 158 w 5099"/>
                <a:gd name="GluePoint2Y" fmla="*/ 0 h 1"/>
                <a:gd name="GluePoint3X" fmla="*/ 239 w 5099"/>
                <a:gd name="GluePoint3Y" fmla="*/ 0 h 1"/>
                <a:gd name="GluePoint4X" fmla="*/ 321 w 5099"/>
                <a:gd name="GluePoint4Y" fmla="*/ 0 h 1"/>
                <a:gd name="GluePoint5X" fmla="*/ 396 w 5099"/>
                <a:gd name="GluePoint5Y" fmla="*/ 0 h 1"/>
                <a:gd name="GluePoint6X" fmla="*/ 478 w 5099"/>
                <a:gd name="GluePoint6Y" fmla="*/ 0 h 1"/>
                <a:gd name="GluePoint7X" fmla="*/ 560 w 5099"/>
                <a:gd name="GluePoint7Y" fmla="*/ 0 h 1"/>
                <a:gd name="GluePoint8X" fmla="*/ 642 w 5099"/>
                <a:gd name="GluePoint8Y" fmla="*/ 0 h 1"/>
                <a:gd name="GluePoint9X" fmla="*/ 723 w 5099"/>
                <a:gd name="GluePoint9Y" fmla="*/ 0 h 1"/>
                <a:gd name="GluePoint10X" fmla="*/ 805 w 5099"/>
                <a:gd name="GluePoint10Y" fmla="*/ 0 h 1"/>
                <a:gd name="GluePoint11X" fmla="*/ 881 w 5099"/>
                <a:gd name="GluePoint11Y" fmla="*/ 0 h 1"/>
                <a:gd name="GluePoint12X" fmla="*/ 962 w 5099"/>
                <a:gd name="GluePoint12Y" fmla="*/ 0 h 1"/>
                <a:gd name="GluePoint13X" fmla="*/ 1044 w 5099"/>
                <a:gd name="GluePoint13Y" fmla="*/ 0 h 1"/>
                <a:gd name="GluePoint14X" fmla="*/ 1126 w 5099"/>
                <a:gd name="GluePoint14Y" fmla="*/ 0 h 1"/>
                <a:gd name="GluePoint15X" fmla="*/ 1207 w 5099"/>
                <a:gd name="GluePoint15Y" fmla="*/ 0 h 1"/>
                <a:gd name="GluePoint16X" fmla="*/ 1283 w 5099"/>
                <a:gd name="GluePoint16Y" fmla="*/ 0 h 1"/>
                <a:gd name="GluePoint17X" fmla="*/ 1365 w 5099"/>
                <a:gd name="GluePoint17Y" fmla="*/ 0 h 1"/>
                <a:gd name="GluePoint18X" fmla="*/ 1446 w 5099"/>
                <a:gd name="GluePoint18Y" fmla="*/ 0 h 1"/>
                <a:gd name="GluePoint19X" fmla="*/ 1528 w 5099"/>
                <a:gd name="GluePoint19Y" fmla="*/ 0 h 1"/>
                <a:gd name="GluePoint20X" fmla="*/ 1610 w 5099"/>
                <a:gd name="GluePoint20Y" fmla="*/ 0 h 1"/>
                <a:gd name="GluePoint21X" fmla="*/ 1691 w 5099"/>
                <a:gd name="GluePoint21Y" fmla="*/ 0 h 1"/>
                <a:gd name="GluePoint22X" fmla="*/ 1767 w 5099"/>
                <a:gd name="GluePoint22Y" fmla="*/ 0 h 1"/>
                <a:gd name="GluePoint23X" fmla="*/ 1849 w 5099"/>
                <a:gd name="GluePoint23Y" fmla="*/ 0 h 1"/>
                <a:gd name="GluePoint24X" fmla="*/ 1930 w 5099"/>
                <a:gd name="GluePoint24Y" fmla="*/ 0 h 1"/>
                <a:gd name="GluePoint25X" fmla="*/ 2012 w 5099"/>
                <a:gd name="GluePoint25Y" fmla="*/ 0 h 1"/>
                <a:gd name="GluePoint26X" fmla="*/ 2094 w 5099"/>
                <a:gd name="GluePoint26Y" fmla="*/ 0 h 1"/>
                <a:gd name="GluePoint27X" fmla="*/ 2175 w 5099"/>
                <a:gd name="GluePoint27Y" fmla="*/ 0 h 1"/>
                <a:gd name="GluePoint28X" fmla="*/ 2251 w 5099"/>
                <a:gd name="GluePoint28Y" fmla="*/ 0 h 1"/>
                <a:gd name="GluePoint29X" fmla="*/ 2333 w 5099"/>
                <a:gd name="GluePoint29Y" fmla="*/ 0 h 1"/>
                <a:gd name="GluePoint30X" fmla="*/ 2414 w 5099"/>
                <a:gd name="GluePoint30Y" fmla="*/ 0 h 1"/>
                <a:gd name="GluePoint31X" fmla="*/ 2496 w 5099"/>
                <a:gd name="GluePoint31Y" fmla="*/ 0 h 1"/>
                <a:gd name="GluePoint32X" fmla="*/ 2572 w 5099"/>
                <a:gd name="GluePoint32Y" fmla="*/ 0 h 1"/>
                <a:gd name="GluePoint33X" fmla="*/ 2653 w 5099"/>
                <a:gd name="GluePoint33Y" fmla="*/ 0 h 1"/>
                <a:gd name="GluePoint34X" fmla="*/ 2735 w 5099"/>
                <a:gd name="GluePoint34Y" fmla="*/ 0 h 1"/>
                <a:gd name="GluePoint35X" fmla="*/ 2817 w 5099"/>
                <a:gd name="GluePoint35Y" fmla="*/ 0 h 1"/>
                <a:gd name="GluePoint36X" fmla="*/ 2898 w 5099"/>
                <a:gd name="GluePoint36Y" fmla="*/ 0 h 1"/>
                <a:gd name="GluePoint37X" fmla="*/ 2980 w 5099"/>
                <a:gd name="GluePoint37Y" fmla="*/ 0 h 1"/>
                <a:gd name="GluePoint38X" fmla="*/ 3056 w 5099"/>
                <a:gd name="GluePoint38Y" fmla="*/ 0 h 1"/>
                <a:gd name="GluePoint39X" fmla="*/ 3137 w 5099"/>
                <a:gd name="GluePoint39Y" fmla="*/ 0 h 1"/>
                <a:gd name="GluePoint40X" fmla="*/ 3219 w 5099"/>
                <a:gd name="GluePoint40Y" fmla="*/ 0 h 1"/>
                <a:gd name="GluePoint41X" fmla="*/ 3301 w 5099"/>
                <a:gd name="GluePoint41Y" fmla="*/ 0 h 1"/>
                <a:gd name="GluePoint42X" fmla="*/ 3382 w 5099"/>
                <a:gd name="GluePoint42Y" fmla="*/ 0 h 1"/>
                <a:gd name="GluePoint43X" fmla="*/ 3464 w 5099"/>
                <a:gd name="GluePoint43Y" fmla="*/ 0 h 1"/>
                <a:gd name="GluePoint44X" fmla="*/ 3540 w 5099"/>
                <a:gd name="GluePoint44Y" fmla="*/ 0 h 1"/>
                <a:gd name="GluePoint45X" fmla="*/ 3621 w 5099"/>
                <a:gd name="GluePoint45Y" fmla="*/ 0 h 1"/>
                <a:gd name="GluePoint46X" fmla="*/ 3703 w 5099"/>
                <a:gd name="GluePoint46Y" fmla="*/ 0 h 1"/>
                <a:gd name="GluePoint47X" fmla="*/ 3785 w 5099"/>
                <a:gd name="GluePoint47Y" fmla="*/ 0 h 1"/>
                <a:gd name="GluePoint48X" fmla="*/ 3866 w 5099"/>
                <a:gd name="GluePoint48Y" fmla="*/ 0 h 1"/>
                <a:gd name="GluePoint49X" fmla="*/ 3942 w 5099"/>
                <a:gd name="GluePoint49Y" fmla="*/ 0 h 1"/>
                <a:gd name="GluePoint50X" fmla="*/ 4024 w 5099"/>
                <a:gd name="GluePoint50Y" fmla="*/ 0 h 1"/>
                <a:gd name="GluePoint51X" fmla="*/ 4105 w 5099"/>
                <a:gd name="GluePoint51Y" fmla="*/ 0 h 1"/>
                <a:gd name="GluePoint52X" fmla="*/ 4187 w 5099"/>
                <a:gd name="GluePoint52Y" fmla="*/ 0 h 1"/>
                <a:gd name="GluePoint53X" fmla="*/ 4269 w 5099"/>
                <a:gd name="GluePoint53Y" fmla="*/ 0 h 1"/>
                <a:gd name="GluePoint54X" fmla="*/ 4344 w 5099"/>
                <a:gd name="GluePoint54Y" fmla="*/ 0 h 1"/>
                <a:gd name="GluePoint55X" fmla="*/ 4426 w 5099"/>
                <a:gd name="GluePoint55Y" fmla="*/ 0 h 1"/>
                <a:gd name="GluePoint56X" fmla="*/ 4508 w 5099"/>
                <a:gd name="GluePoint56Y" fmla="*/ 0 h 1"/>
                <a:gd name="GluePoint57X" fmla="*/ 4589 w 5099"/>
                <a:gd name="GluePoint57Y" fmla="*/ 0 h 1"/>
                <a:gd name="GluePoint58X" fmla="*/ 4671 w 5099"/>
                <a:gd name="GluePoint58Y" fmla="*/ 0 h 1"/>
                <a:gd name="GluePoint59X" fmla="*/ 4753 w 5099"/>
                <a:gd name="GluePoint59Y" fmla="*/ 0 h 1"/>
                <a:gd name="GluePoint60X" fmla="*/ 4828 w 5099"/>
                <a:gd name="GluePoint60Y" fmla="*/ 0 h 1"/>
                <a:gd name="GluePoint61X" fmla="*/ 4910 w 5099"/>
                <a:gd name="GluePoint61Y" fmla="*/ 0 h 1"/>
                <a:gd name="GluePoint62X" fmla="*/ 4992 w 5099"/>
                <a:gd name="GluePoint62Y" fmla="*/ 0 h 1"/>
                <a:gd name="GluePoint63X" fmla="*/ 5073 w 5099"/>
                <a:gd name="GluePoint63Y" fmla="*/ 0 h 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</a:cxnLst>
              <a:rect l="textAreaLeft" t="textAreaTop" r="textAreaRight" b="textAreaBottom"/>
              <a:pathLst>
                <a:path w="5099" h="1">
                  <a:moveTo>
                    <a:pt x="0" y="0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7" y="0"/>
                  </a:lnTo>
                  <a:lnTo>
                    <a:pt x="63" y="0"/>
                  </a:lnTo>
                  <a:lnTo>
                    <a:pt x="70" y="0"/>
                  </a:lnTo>
                  <a:lnTo>
                    <a:pt x="76" y="0"/>
                  </a:lnTo>
                  <a:lnTo>
                    <a:pt x="82" y="0"/>
                  </a:lnTo>
                  <a:lnTo>
                    <a:pt x="88" y="0"/>
                  </a:lnTo>
                  <a:lnTo>
                    <a:pt x="95" y="0"/>
                  </a:lnTo>
                  <a:lnTo>
                    <a:pt x="101" y="0"/>
                  </a:lnTo>
                  <a:lnTo>
                    <a:pt x="107" y="0"/>
                  </a:lnTo>
                  <a:lnTo>
                    <a:pt x="114" y="0"/>
                  </a:lnTo>
                  <a:lnTo>
                    <a:pt x="120" y="0"/>
                  </a:lnTo>
                  <a:lnTo>
                    <a:pt x="126" y="0"/>
                  </a:lnTo>
                  <a:lnTo>
                    <a:pt x="132" y="0"/>
                  </a:lnTo>
                  <a:lnTo>
                    <a:pt x="139" y="0"/>
                  </a:lnTo>
                  <a:lnTo>
                    <a:pt x="145" y="0"/>
                  </a:lnTo>
                  <a:lnTo>
                    <a:pt x="151" y="0"/>
                  </a:lnTo>
                  <a:lnTo>
                    <a:pt x="158" y="0"/>
                  </a:lnTo>
                  <a:lnTo>
                    <a:pt x="164" y="0"/>
                  </a:lnTo>
                  <a:lnTo>
                    <a:pt x="170" y="0"/>
                  </a:lnTo>
                  <a:lnTo>
                    <a:pt x="176" y="0"/>
                  </a:lnTo>
                  <a:lnTo>
                    <a:pt x="183" y="0"/>
                  </a:lnTo>
                  <a:lnTo>
                    <a:pt x="189" y="0"/>
                  </a:lnTo>
                  <a:lnTo>
                    <a:pt x="195" y="0"/>
                  </a:lnTo>
                  <a:lnTo>
                    <a:pt x="202" y="0"/>
                  </a:lnTo>
                  <a:lnTo>
                    <a:pt x="208" y="0"/>
                  </a:lnTo>
                  <a:lnTo>
                    <a:pt x="214" y="0"/>
                  </a:lnTo>
                  <a:lnTo>
                    <a:pt x="220" y="0"/>
                  </a:lnTo>
                  <a:lnTo>
                    <a:pt x="227" y="0"/>
                  </a:lnTo>
                  <a:lnTo>
                    <a:pt x="233" y="0"/>
                  </a:lnTo>
                  <a:lnTo>
                    <a:pt x="239" y="0"/>
                  </a:lnTo>
                  <a:lnTo>
                    <a:pt x="246" y="0"/>
                  </a:lnTo>
                  <a:lnTo>
                    <a:pt x="252" y="0"/>
                  </a:lnTo>
                  <a:lnTo>
                    <a:pt x="258" y="0"/>
                  </a:lnTo>
                  <a:lnTo>
                    <a:pt x="264" y="0"/>
                  </a:lnTo>
                  <a:lnTo>
                    <a:pt x="271" y="0"/>
                  </a:lnTo>
                  <a:lnTo>
                    <a:pt x="277" y="0"/>
                  </a:lnTo>
                  <a:lnTo>
                    <a:pt x="283" y="0"/>
                  </a:lnTo>
                  <a:lnTo>
                    <a:pt x="290" y="0"/>
                  </a:lnTo>
                  <a:lnTo>
                    <a:pt x="296" y="0"/>
                  </a:lnTo>
                  <a:lnTo>
                    <a:pt x="302" y="0"/>
                  </a:lnTo>
                  <a:lnTo>
                    <a:pt x="308" y="0"/>
                  </a:lnTo>
                  <a:lnTo>
                    <a:pt x="315" y="0"/>
                  </a:lnTo>
                  <a:lnTo>
                    <a:pt x="321" y="0"/>
                  </a:lnTo>
                  <a:lnTo>
                    <a:pt x="327" y="0"/>
                  </a:lnTo>
                  <a:lnTo>
                    <a:pt x="334" y="0"/>
                  </a:lnTo>
                  <a:lnTo>
                    <a:pt x="340" y="0"/>
                  </a:lnTo>
                  <a:lnTo>
                    <a:pt x="346" y="0"/>
                  </a:lnTo>
                  <a:lnTo>
                    <a:pt x="352" y="0"/>
                  </a:lnTo>
                  <a:lnTo>
                    <a:pt x="359" y="0"/>
                  </a:lnTo>
                  <a:lnTo>
                    <a:pt x="365" y="0"/>
                  </a:lnTo>
                  <a:lnTo>
                    <a:pt x="371" y="0"/>
                  </a:lnTo>
                  <a:lnTo>
                    <a:pt x="378" y="0"/>
                  </a:lnTo>
                  <a:lnTo>
                    <a:pt x="384" y="0"/>
                  </a:lnTo>
                  <a:lnTo>
                    <a:pt x="390" y="0"/>
                  </a:lnTo>
                  <a:lnTo>
                    <a:pt x="396" y="0"/>
                  </a:lnTo>
                  <a:lnTo>
                    <a:pt x="403" y="0"/>
                  </a:lnTo>
                  <a:lnTo>
                    <a:pt x="409" y="0"/>
                  </a:lnTo>
                  <a:lnTo>
                    <a:pt x="415" y="0"/>
                  </a:lnTo>
                  <a:lnTo>
                    <a:pt x="422" y="0"/>
                  </a:lnTo>
                  <a:lnTo>
                    <a:pt x="428" y="0"/>
                  </a:lnTo>
                  <a:lnTo>
                    <a:pt x="434" y="0"/>
                  </a:lnTo>
                  <a:lnTo>
                    <a:pt x="440" y="0"/>
                  </a:lnTo>
                  <a:lnTo>
                    <a:pt x="447" y="0"/>
                  </a:lnTo>
                  <a:lnTo>
                    <a:pt x="453" y="0"/>
                  </a:lnTo>
                  <a:lnTo>
                    <a:pt x="459" y="0"/>
                  </a:lnTo>
                  <a:lnTo>
                    <a:pt x="466" y="0"/>
                  </a:lnTo>
                  <a:lnTo>
                    <a:pt x="472" y="0"/>
                  </a:lnTo>
                  <a:lnTo>
                    <a:pt x="478" y="0"/>
                  </a:lnTo>
                  <a:lnTo>
                    <a:pt x="484" y="0"/>
                  </a:lnTo>
                  <a:lnTo>
                    <a:pt x="491" y="0"/>
                  </a:lnTo>
                  <a:lnTo>
                    <a:pt x="497" y="0"/>
                  </a:lnTo>
                  <a:lnTo>
                    <a:pt x="503" y="0"/>
                  </a:lnTo>
                  <a:lnTo>
                    <a:pt x="510" y="0"/>
                  </a:lnTo>
                  <a:lnTo>
                    <a:pt x="516" y="0"/>
                  </a:lnTo>
                  <a:lnTo>
                    <a:pt x="522" y="0"/>
                  </a:lnTo>
                  <a:lnTo>
                    <a:pt x="528" y="0"/>
                  </a:lnTo>
                  <a:lnTo>
                    <a:pt x="535" y="0"/>
                  </a:lnTo>
                  <a:lnTo>
                    <a:pt x="541" y="0"/>
                  </a:lnTo>
                  <a:lnTo>
                    <a:pt x="547" y="0"/>
                  </a:lnTo>
                  <a:lnTo>
                    <a:pt x="554" y="0"/>
                  </a:lnTo>
                  <a:lnTo>
                    <a:pt x="560" y="0"/>
                  </a:lnTo>
                  <a:lnTo>
                    <a:pt x="566" y="0"/>
                  </a:lnTo>
                  <a:lnTo>
                    <a:pt x="572" y="0"/>
                  </a:lnTo>
                  <a:lnTo>
                    <a:pt x="579" y="0"/>
                  </a:lnTo>
                  <a:lnTo>
                    <a:pt x="585" y="0"/>
                  </a:lnTo>
                  <a:lnTo>
                    <a:pt x="591" y="0"/>
                  </a:lnTo>
                  <a:lnTo>
                    <a:pt x="598" y="0"/>
                  </a:lnTo>
                  <a:lnTo>
                    <a:pt x="604" y="0"/>
                  </a:lnTo>
                  <a:lnTo>
                    <a:pt x="610" y="0"/>
                  </a:lnTo>
                  <a:lnTo>
                    <a:pt x="616" y="0"/>
                  </a:lnTo>
                  <a:lnTo>
                    <a:pt x="623" y="0"/>
                  </a:lnTo>
                  <a:lnTo>
                    <a:pt x="629" y="0"/>
                  </a:lnTo>
                  <a:lnTo>
                    <a:pt x="635" y="0"/>
                  </a:lnTo>
                  <a:lnTo>
                    <a:pt x="642" y="0"/>
                  </a:lnTo>
                  <a:lnTo>
                    <a:pt x="648" y="0"/>
                  </a:lnTo>
                  <a:lnTo>
                    <a:pt x="654" y="0"/>
                  </a:lnTo>
                  <a:lnTo>
                    <a:pt x="660" y="0"/>
                  </a:lnTo>
                  <a:lnTo>
                    <a:pt x="667" y="0"/>
                  </a:lnTo>
                  <a:lnTo>
                    <a:pt x="673" y="0"/>
                  </a:lnTo>
                  <a:lnTo>
                    <a:pt x="679" y="0"/>
                  </a:lnTo>
                  <a:lnTo>
                    <a:pt x="686" y="0"/>
                  </a:lnTo>
                  <a:lnTo>
                    <a:pt x="692" y="0"/>
                  </a:lnTo>
                  <a:lnTo>
                    <a:pt x="698" y="0"/>
                  </a:lnTo>
                  <a:lnTo>
                    <a:pt x="704" y="0"/>
                  </a:lnTo>
                  <a:lnTo>
                    <a:pt x="711" y="0"/>
                  </a:lnTo>
                  <a:lnTo>
                    <a:pt x="717" y="0"/>
                  </a:lnTo>
                  <a:lnTo>
                    <a:pt x="723" y="0"/>
                  </a:lnTo>
                  <a:lnTo>
                    <a:pt x="730" y="0"/>
                  </a:lnTo>
                  <a:lnTo>
                    <a:pt x="736" y="0"/>
                  </a:lnTo>
                  <a:lnTo>
                    <a:pt x="742" y="0"/>
                  </a:lnTo>
                  <a:lnTo>
                    <a:pt x="748" y="0"/>
                  </a:lnTo>
                  <a:lnTo>
                    <a:pt x="755" y="0"/>
                  </a:lnTo>
                  <a:lnTo>
                    <a:pt x="761" y="0"/>
                  </a:lnTo>
                  <a:lnTo>
                    <a:pt x="767" y="0"/>
                  </a:lnTo>
                  <a:lnTo>
                    <a:pt x="774" y="0"/>
                  </a:lnTo>
                  <a:lnTo>
                    <a:pt x="780" y="0"/>
                  </a:lnTo>
                  <a:lnTo>
                    <a:pt x="786" y="0"/>
                  </a:lnTo>
                  <a:lnTo>
                    <a:pt x="792" y="0"/>
                  </a:lnTo>
                  <a:lnTo>
                    <a:pt x="799" y="0"/>
                  </a:lnTo>
                  <a:lnTo>
                    <a:pt x="805" y="0"/>
                  </a:lnTo>
                  <a:lnTo>
                    <a:pt x="811" y="0"/>
                  </a:lnTo>
                  <a:lnTo>
                    <a:pt x="818" y="0"/>
                  </a:lnTo>
                  <a:lnTo>
                    <a:pt x="824" y="0"/>
                  </a:lnTo>
                  <a:lnTo>
                    <a:pt x="830" y="0"/>
                  </a:lnTo>
                  <a:lnTo>
                    <a:pt x="837" y="0"/>
                  </a:lnTo>
                  <a:lnTo>
                    <a:pt x="843" y="0"/>
                  </a:lnTo>
                  <a:lnTo>
                    <a:pt x="849" y="0"/>
                  </a:lnTo>
                  <a:lnTo>
                    <a:pt x="855" y="0"/>
                  </a:lnTo>
                  <a:lnTo>
                    <a:pt x="862" y="0"/>
                  </a:lnTo>
                  <a:lnTo>
                    <a:pt x="868" y="0"/>
                  </a:lnTo>
                  <a:lnTo>
                    <a:pt x="874" y="0"/>
                  </a:lnTo>
                  <a:lnTo>
                    <a:pt x="881" y="0"/>
                  </a:lnTo>
                  <a:lnTo>
                    <a:pt x="887" y="0"/>
                  </a:lnTo>
                  <a:lnTo>
                    <a:pt x="893" y="0"/>
                  </a:lnTo>
                  <a:lnTo>
                    <a:pt x="899" y="0"/>
                  </a:lnTo>
                  <a:lnTo>
                    <a:pt x="906" y="0"/>
                  </a:lnTo>
                  <a:lnTo>
                    <a:pt x="912" y="0"/>
                  </a:lnTo>
                  <a:lnTo>
                    <a:pt x="918" y="0"/>
                  </a:lnTo>
                  <a:lnTo>
                    <a:pt x="925" y="0"/>
                  </a:lnTo>
                  <a:lnTo>
                    <a:pt x="931" y="0"/>
                  </a:lnTo>
                  <a:lnTo>
                    <a:pt x="937" y="0"/>
                  </a:lnTo>
                  <a:lnTo>
                    <a:pt x="943" y="0"/>
                  </a:lnTo>
                  <a:lnTo>
                    <a:pt x="950" y="0"/>
                  </a:lnTo>
                  <a:lnTo>
                    <a:pt x="956" y="0"/>
                  </a:lnTo>
                  <a:lnTo>
                    <a:pt x="962" y="0"/>
                  </a:lnTo>
                  <a:lnTo>
                    <a:pt x="969" y="0"/>
                  </a:lnTo>
                  <a:lnTo>
                    <a:pt x="975" y="0"/>
                  </a:lnTo>
                  <a:lnTo>
                    <a:pt x="981" y="0"/>
                  </a:lnTo>
                  <a:lnTo>
                    <a:pt x="987" y="0"/>
                  </a:lnTo>
                  <a:lnTo>
                    <a:pt x="994" y="0"/>
                  </a:lnTo>
                  <a:lnTo>
                    <a:pt x="1000" y="0"/>
                  </a:lnTo>
                  <a:lnTo>
                    <a:pt x="1006" y="0"/>
                  </a:lnTo>
                  <a:lnTo>
                    <a:pt x="1013" y="0"/>
                  </a:lnTo>
                  <a:lnTo>
                    <a:pt x="1019" y="0"/>
                  </a:lnTo>
                  <a:lnTo>
                    <a:pt x="1025" y="0"/>
                  </a:lnTo>
                  <a:lnTo>
                    <a:pt x="1031" y="0"/>
                  </a:lnTo>
                  <a:lnTo>
                    <a:pt x="1038" y="0"/>
                  </a:lnTo>
                  <a:lnTo>
                    <a:pt x="1044" y="0"/>
                  </a:lnTo>
                  <a:lnTo>
                    <a:pt x="1050" y="0"/>
                  </a:lnTo>
                  <a:lnTo>
                    <a:pt x="1057" y="0"/>
                  </a:lnTo>
                  <a:lnTo>
                    <a:pt x="1063" y="0"/>
                  </a:lnTo>
                  <a:lnTo>
                    <a:pt x="1069" y="0"/>
                  </a:lnTo>
                  <a:lnTo>
                    <a:pt x="1075" y="0"/>
                  </a:lnTo>
                  <a:lnTo>
                    <a:pt x="1082" y="0"/>
                  </a:lnTo>
                  <a:lnTo>
                    <a:pt x="1088" y="0"/>
                  </a:lnTo>
                  <a:lnTo>
                    <a:pt x="1094" y="0"/>
                  </a:lnTo>
                  <a:lnTo>
                    <a:pt x="1101" y="0"/>
                  </a:lnTo>
                  <a:lnTo>
                    <a:pt x="1107" y="0"/>
                  </a:lnTo>
                  <a:lnTo>
                    <a:pt x="1113" y="0"/>
                  </a:lnTo>
                  <a:lnTo>
                    <a:pt x="1119" y="0"/>
                  </a:lnTo>
                  <a:lnTo>
                    <a:pt x="1126" y="0"/>
                  </a:lnTo>
                  <a:lnTo>
                    <a:pt x="1132" y="0"/>
                  </a:lnTo>
                  <a:lnTo>
                    <a:pt x="1138" y="0"/>
                  </a:lnTo>
                  <a:lnTo>
                    <a:pt x="1145" y="0"/>
                  </a:lnTo>
                  <a:lnTo>
                    <a:pt x="1151" y="0"/>
                  </a:lnTo>
                  <a:lnTo>
                    <a:pt x="1157" y="0"/>
                  </a:lnTo>
                  <a:lnTo>
                    <a:pt x="1163" y="0"/>
                  </a:lnTo>
                  <a:lnTo>
                    <a:pt x="1170" y="0"/>
                  </a:lnTo>
                  <a:lnTo>
                    <a:pt x="1176" y="0"/>
                  </a:lnTo>
                  <a:lnTo>
                    <a:pt x="1182" y="0"/>
                  </a:lnTo>
                  <a:lnTo>
                    <a:pt x="1189" y="0"/>
                  </a:lnTo>
                  <a:lnTo>
                    <a:pt x="1195" y="0"/>
                  </a:lnTo>
                  <a:lnTo>
                    <a:pt x="1201" y="0"/>
                  </a:lnTo>
                  <a:lnTo>
                    <a:pt x="1207" y="0"/>
                  </a:lnTo>
                  <a:lnTo>
                    <a:pt x="1214" y="0"/>
                  </a:lnTo>
                  <a:lnTo>
                    <a:pt x="1220" y="0"/>
                  </a:lnTo>
                  <a:lnTo>
                    <a:pt x="1226" y="0"/>
                  </a:lnTo>
                  <a:lnTo>
                    <a:pt x="1233" y="0"/>
                  </a:lnTo>
                  <a:lnTo>
                    <a:pt x="1239" y="0"/>
                  </a:lnTo>
                  <a:lnTo>
                    <a:pt x="1245" y="0"/>
                  </a:lnTo>
                  <a:lnTo>
                    <a:pt x="1251" y="0"/>
                  </a:lnTo>
                  <a:lnTo>
                    <a:pt x="1258" y="0"/>
                  </a:lnTo>
                  <a:lnTo>
                    <a:pt x="1264" y="0"/>
                  </a:lnTo>
                  <a:lnTo>
                    <a:pt x="1270" y="0"/>
                  </a:lnTo>
                  <a:lnTo>
                    <a:pt x="1277" y="0"/>
                  </a:lnTo>
                  <a:lnTo>
                    <a:pt x="1283" y="0"/>
                  </a:lnTo>
                  <a:lnTo>
                    <a:pt x="1289" y="0"/>
                  </a:lnTo>
                  <a:lnTo>
                    <a:pt x="1295" y="0"/>
                  </a:lnTo>
                  <a:lnTo>
                    <a:pt x="1302" y="0"/>
                  </a:lnTo>
                  <a:lnTo>
                    <a:pt x="1308" y="0"/>
                  </a:lnTo>
                  <a:lnTo>
                    <a:pt x="1314" y="0"/>
                  </a:lnTo>
                  <a:lnTo>
                    <a:pt x="1321" y="0"/>
                  </a:lnTo>
                  <a:lnTo>
                    <a:pt x="1327" y="0"/>
                  </a:lnTo>
                  <a:lnTo>
                    <a:pt x="1333" y="0"/>
                  </a:lnTo>
                  <a:lnTo>
                    <a:pt x="1339" y="0"/>
                  </a:lnTo>
                  <a:lnTo>
                    <a:pt x="1346" y="0"/>
                  </a:lnTo>
                  <a:lnTo>
                    <a:pt x="1352" y="0"/>
                  </a:lnTo>
                  <a:lnTo>
                    <a:pt x="1358" y="0"/>
                  </a:lnTo>
                  <a:lnTo>
                    <a:pt x="1365" y="0"/>
                  </a:lnTo>
                  <a:lnTo>
                    <a:pt x="1371" y="0"/>
                  </a:lnTo>
                  <a:lnTo>
                    <a:pt x="1377" y="0"/>
                  </a:lnTo>
                  <a:lnTo>
                    <a:pt x="1383" y="0"/>
                  </a:lnTo>
                  <a:lnTo>
                    <a:pt x="1390" y="0"/>
                  </a:lnTo>
                  <a:lnTo>
                    <a:pt x="1396" y="0"/>
                  </a:lnTo>
                  <a:lnTo>
                    <a:pt x="1402" y="0"/>
                  </a:lnTo>
                  <a:lnTo>
                    <a:pt x="1409" y="0"/>
                  </a:lnTo>
                  <a:lnTo>
                    <a:pt x="1415" y="0"/>
                  </a:lnTo>
                  <a:lnTo>
                    <a:pt x="1421" y="0"/>
                  </a:lnTo>
                  <a:lnTo>
                    <a:pt x="1427" y="0"/>
                  </a:lnTo>
                  <a:lnTo>
                    <a:pt x="1434" y="0"/>
                  </a:lnTo>
                  <a:lnTo>
                    <a:pt x="1440" y="0"/>
                  </a:lnTo>
                  <a:lnTo>
                    <a:pt x="1446" y="0"/>
                  </a:lnTo>
                  <a:lnTo>
                    <a:pt x="1453" y="0"/>
                  </a:lnTo>
                  <a:lnTo>
                    <a:pt x="1459" y="0"/>
                  </a:lnTo>
                  <a:lnTo>
                    <a:pt x="1465" y="0"/>
                  </a:lnTo>
                  <a:lnTo>
                    <a:pt x="1471" y="0"/>
                  </a:lnTo>
                  <a:lnTo>
                    <a:pt x="1478" y="0"/>
                  </a:lnTo>
                  <a:lnTo>
                    <a:pt x="1484" y="0"/>
                  </a:lnTo>
                  <a:lnTo>
                    <a:pt x="1490" y="0"/>
                  </a:lnTo>
                  <a:lnTo>
                    <a:pt x="1497" y="0"/>
                  </a:lnTo>
                  <a:lnTo>
                    <a:pt x="1503" y="0"/>
                  </a:lnTo>
                  <a:lnTo>
                    <a:pt x="1509" y="0"/>
                  </a:lnTo>
                  <a:lnTo>
                    <a:pt x="1515" y="0"/>
                  </a:lnTo>
                  <a:lnTo>
                    <a:pt x="1522" y="0"/>
                  </a:lnTo>
                  <a:lnTo>
                    <a:pt x="1528" y="0"/>
                  </a:lnTo>
                  <a:lnTo>
                    <a:pt x="1534" y="0"/>
                  </a:lnTo>
                  <a:lnTo>
                    <a:pt x="1541" y="0"/>
                  </a:lnTo>
                  <a:lnTo>
                    <a:pt x="1547" y="0"/>
                  </a:lnTo>
                  <a:lnTo>
                    <a:pt x="1553" y="0"/>
                  </a:lnTo>
                  <a:lnTo>
                    <a:pt x="1559" y="0"/>
                  </a:lnTo>
                  <a:lnTo>
                    <a:pt x="1566" y="0"/>
                  </a:lnTo>
                  <a:lnTo>
                    <a:pt x="1572" y="0"/>
                  </a:lnTo>
                  <a:lnTo>
                    <a:pt x="1578" y="0"/>
                  </a:lnTo>
                  <a:lnTo>
                    <a:pt x="1585" y="0"/>
                  </a:lnTo>
                  <a:lnTo>
                    <a:pt x="1591" y="0"/>
                  </a:lnTo>
                  <a:lnTo>
                    <a:pt x="1597" y="0"/>
                  </a:lnTo>
                  <a:lnTo>
                    <a:pt x="1603" y="0"/>
                  </a:lnTo>
                  <a:lnTo>
                    <a:pt x="1610" y="0"/>
                  </a:lnTo>
                  <a:lnTo>
                    <a:pt x="1616" y="0"/>
                  </a:lnTo>
                  <a:lnTo>
                    <a:pt x="1622" y="0"/>
                  </a:lnTo>
                  <a:lnTo>
                    <a:pt x="1629" y="0"/>
                  </a:lnTo>
                  <a:lnTo>
                    <a:pt x="1635" y="0"/>
                  </a:lnTo>
                  <a:lnTo>
                    <a:pt x="1641" y="0"/>
                  </a:lnTo>
                  <a:lnTo>
                    <a:pt x="1647" y="0"/>
                  </a:lnTo>
                  <a:lnTo>
                    <a:pt x="1654" y="0"/>
                  </a:lnTo>
                  <a:lnTo>
                    <a:pt x="1660" y="0"/>
                  </a:lnTo>
                  <a:lnTo>
                    <a:pt x="1666" y="0"/>
                  </a:lnTo>
                  <a:lnTo>
                    <a:pt x="1673" y="0"/>
                  </a:lnTo>
                  <a:lnTo>
                    <a:pt x="1679" y="0"/>
                  </a:lnTo>
                  <a:lnTo>
                    <a:pt x="1685" y="0"/>
                  </a:lnTo>
                  <a:lnTo>
                    <a:pt x="1691" y="0"/>
                  </a:lnTo>
                  <a:lnTo>
                    <a:pt x="1698" y="0"/>
                  </a:lnTo>
                  <a:lnTo>
                    <a:pt x="1704" y="0"/>
                  </a:lnTo>
                  <a:lnTo>
                    <a:pt x="1710" y="0"/>
                  </a:lnTo>
                  <a:lnTo>
                    <a:pt x="1717" y="0"/>
                  </a:lnTo>
                  <a:lnTo>
                    <a:pt x="1723" y="0"/>
                  </a:lnTo>
                  <a:lnTo>
                    <a:pt x="1729" y="0"/>
                  </a:lnTo>
                  <a:lnTo>
                    <a:pt x="1735" y="0"/>
                  </a:lnTo>
                  <a:lnTo>
                    <a:pt x="1742" y="0"/>
                  </a:lnTo>
                  <a:lnTo>
                    <a:pt x="1748" y="0"/>
                  </a:lnTo>
                  <a:lnTo>
                    <a:pt x="1754" y="0"/>
                  </a:lnTo>
                  <a:lnTo>
                    <a:pt x="1761" y="0"/>
                  </a:lnTo>
                  <a:lnTo>
                    <a:pt x="1767" y="0"/>
                  </a:lnTo>
                  <a:lnTo>
                    <a:pt x="1773" y="0"/>
                  </a:lnTo>
                  <a:lnTo>
                    <a:pt x="1779" y="0"/>
                  </a:lnTo>
                  <a:lnTo>
                    <a:pt x="1786" y="0"/>
                  </a:lnTo>
                  <a:lnTo>
                    <a:pt x="1792" y="0"/>
                  </a:lnTo>
                  <a:lnTo>
                    <a:pt x="1798" y="0"/>
                  </a:lnTo>
                  <a:lnTo>
                    <a:pt x="1805" y="0"/>
                  </a:lnTo>
                  <a:lnTo>
                    <a:pt x="1811" y="0"/>
                  </a:lnTo>
                  <a:lnTo>
                    <a:pt x="1817" y="0"/>
                  </a:lnTo>
                  <a:lnTo>
                    <a:pt x="1823" y="0"/>
                  </a:lnTo>
                  <a:lnTo>
                    <a:pt x="1830" y="0"/>
                  </a:lnTo>
                  <a:lnTo>
                    <a:pt x="1836" y="0"/>
                  </a:lnTo>
                  <a:lnTo>
                    <a:pt x="1842" y="0"/>
                  </a:lnTo>
                  <a:lnTo>
                    <a:pt x="1849" y="0"/>
                  </a:lnTo>
                  <a:lnTo>
                    <a:pt x="1855" y="0"/>
                  </a:lnTo>
                  <a:lnTo>
                    <a:pt x="1861" y="0"/>
                  </a:lnTo>
                  <a:lnTo>
                    <a:pt x="1867" y="0"/>
                  </a:lnTo>
                  <a:lnTo>
                    <a:pt x="1874" y="0"/>
                  </a:lnTo>
                  <a:lnTo>
                    <a:pt x="1880" y="0"/>
                  </a:lnTo>
                  <a:lnTo>
                    <a:pt x="1886" y="0"/>
                  </a:lnTo>
                  <a:lnTo>
                    <a:pt x="1893" y="0"/>
                  </a:lnTo>
                  <a:lnTo>
                    <a:pt x="1899" y="0"/>
                  </a:lnTo>
                  <a:lnTo>
                    <a:pt x="1905" y="0"/>
                  </a:lnTo>
                  <a:lnTo>
                    <a:pt x="1911" y="0"/>
                  </a:lnTo>
                  <a:lnTo>
                    <a:pt x="1918" y="0"/>
                  </a:lnTo>
                  <a:lnTo>
                    <a:pt x="1924" y="0"/>
                  </a:lnTo>
                  <a:lnTo>
                    <a:pt x="1930" y="0"/>
                  </a:lnTo>
                  <a:lnTo>
                    <a:pt x="1937" y="0"/>
                  </a:lnTo>
                  <a:lnTo>
                    <a:pt x="1943" y="0"/>
                  </a:lnTo>
                  <a:lnTo>
                    <a:pt x="1949" y="0"/>
                  </a:lnTo>
                  <a:lnTo>
                    <a:pt x="1955" y="0"/>
                  </a:lnTo>
                  <a:lnTo>
                    <a:pt x="1962" y="0"/>
                  </a:lnTo>
                  <a:lnTo>
                    <a:pt x="1968" y="0"/>
                  </a:lnTo>
                  <a:lnTo>
                    <a:pt x="1974" y="0"/>
                  </a:lnTo>
                  <a:lnTo>
                    <a:pt x="1981" y="0"/>
                  </a:lnTo>
                  <a:lnTo>
                    <a:pt x="1987" y="0"/>
                  </a:lnTo>
                  <a:lnTo>
                    <a:pt x="1993" y="0"/>
                  </a:lnTo>
                  <a:lnTo>
                    <a:pt x="1999" y="0"/>
                  </a:lnTo>
                  <a:lnTo>
                    <a:pt x="2006" y="0"/>
                  </a:lnTo>
                  <a:lnTo>
                    <a:pt x="2012" y="0"/>
                  </a:lnTo>
                  <a:lnTo>
                    <a:pt x="2018" y="0"/>
                  </a:lnTo>
                  <a:lnTo>
                    <a:pt x="2025" y="0"/>
                  </a:lnTo>
                  <a:lnTo>
                    <a:pt x="2031" y="0"/>
                  </a:lnTo>
                  <a:lnTo>
                    <a:pt x="2037" y="0"/>
                  </a:lnTo>
                  <a:lnTo>
                    <a:pt x="2043" y="0"/>
                  </a:lnTo>
                  <a:lnTo>
                    <a:pt x="2050" y="0"/>
                  </a:lnTo>
                  <a:lnTo>
                    <a:pt x="2056" y="0"/>
                  </a:lnTo>
                  <a:lnTo>
                    <a:pt x="2062" y="0"/>
                  </a:lnTo>
                  <a:lnTo>
                    <a:pt x="2069" y="0"/>
                  </a:lnTo>
                  <a:lnTo>
                    <a:pt x="2075" y="0"/>
                  </a:lnTo>
                  <a:lnTo>
                    <a:pt x="2081" y="0"/>
                  </a:lnTo>
                  <a:lnTo>
                    <a:pt x="2087" y="0"/>
                  </a:lnTo>
                  <a:lnTo>
                    <a:pt x="2094" y="0"/>
                  </a:lnTo>
                  <a:lnTo>
                    <a:pt x="2100" y="0"/>
                  </a:lnTo>
                  <a:lnTo>
                    <a:pt x="2106" y="0"/>
                  </a:lnTo>
                  <a:lnTo>
                    <a:pt x="2113" y="0"/>
                  </a:lnTo>
                  <a:lnTo>
                    <a:pt x="2119" y="0"/>
                  </a:lnTo>
                  <a:lnTo>
                    <a:pt x="2125" y="0"/>
                  </a:lnTo>
                  <a:lnTo>
                    <a:pt x="2131" y="0"/>
                  </a:lnTo>
                  <a:lnTo>
                    <a:pt x="2138" y="0"/>
                  </a:lnTo>
                  <a:lnTo>
                    <a:pt x="2144" y="0"/>
                  </a:lnTo>
                  <a:lnTo>
                    <a:pt x="2150" y="0"/>
                  </a:lnTo>
                  <a:lnTo>
                    <a:pt x="2157" y="0"/>
                  </a:lnTo>
                  <a:lnTo>
                    <a:pt x="2163" y="0"/>
                  </a:lnTo>
                  <a:lnTo>
                    <a:pt x="2169" y="0"/>
                  </a:lnTo>
                  <a:lnTo>
                    <a:pt x="2175" y="0"/>
                  </a:lnTo>
                  <a:lnTo>
                    <a:pt x="2182" y="0"/>
                  </a:lnTo>
                  <a:lnTo>
                    <a:pt x="2188" y="0"/>
                  </a:lnTo>
                  <a:lnTo>
                    <a:pt x="2194" y="0"/>
                  </a:lnTo>
                  <a:lnTo>
                    <a:pt x="2201" y="0"/>
                  </a:lnTo>
                  <a:lnTo>
                    <a:pt x="2207" y="0"/>
                  </a:lnTo>
                  <a:lnTo>
                    <a:pt x="2213" y="0"/>
                  </a:lnTo>
                  <a:lnTo>
                    <a:pt x="2219" y="0"/>
                  </a:lnTo>
                  <a:lnTo>
                    <a:pt x="2226" y="0"/>
                  </a:lnTo>
                  <a:lnTo>
                    <a:pt x="2232" y="0"/>
                  </a:lnTo>
                  <a:lnTo>
                    <a:pt x="2238" y="0"/>
                  </a:lnTo>
                  <a:lnTo>
                    <a:pt x="2245" y="0"/>
                  </a:lnTo>
                  <a:lnTo>
                    <a:pt x="2251" y="0"/>
                  </a:lnTo>
                  <a:lnTo>
                    <a:pt x="2257" y="0"/>
                  </a:lnTo>
                  <a:lnTo>
                    <a:pt x="2263" y="0"/>
                  </a:lnTo>
                  <a:lnTo>
                    <a:pt x="2270" y="0"/>
                  </a:lnTo>
                  <a:lnTo>
                    <a:pt x="2276" y="0"/>
                  </a:lnTo>
                  <a:lnTo>
                    <a:pt x="2282" y="0"/>
                  </a:lnTo>
                  <a:lnTo>
                    <a:pt x="2289" y="0"/>
                  </a:lnTo>
                  <a:lnTo>
                    <a:pt x="2295" y="0"/>
                  </a:lnTo>
                  <a:lnTo>
                    <a:pt x="2301" y="0"/>
                  </a:lnTo>
                  <a:lnTo>
                    <a:pt x="2307" y="0"/>
                  </a:lnTo>
                  <a:lnTo>
                    <a:pt x="2314" y="0"/>
                  </a:lnTo>
                  <a:lnTo>
                    <a:pt x="2320" y="0"/>
                  </a:lnTo>
                  <a:lnTo>
                    <a:pt x="2326" y="0"/>
                  </a:lnTo>
                  <a:lnTo>
                    <a:pt x="2333" y="0"/>
                  </a:lnTo>
                  <a:lnTo>
                    <a:pt x="2339" y="0"/>
                  </a:lnTo>
                  <a:lnTo>
                    <a:pt x="2345" y="0"/>
                  </a:lnTo>
                  <a:lnTo>
                    <a:pt x="2351" y="0"/>
                  </a:lnTo>
                  <a:lnTo>
                    <a:pt x="2358" y="0"/>
                  </a:lnTo>
                  <a:lnTo>
                    <a:pt x="2364" y="0"/>
                  </a:lnTo>
                  <a:lnTo>
                    <a:pt x="2370" y="0"/>
                  </a:lnTo>
                  <a:lnTo>
                    <a:pt x="2377" y="0"/>
                  </a:lnTo>
                  <a:lnTo>
                    <a:pt x="2383" y="0"/>
                  </a:lnTo>
                  <a:lnTo>
                    <a:pt x="2389" y="0"/>
                  </a:lnTo>
                  <a:lnTo>
                    <a:pt x="2395" y="0"/>
                  </a:lnTo>
                  <a:lnTo>
                    <a:pt x="2402" y="0"/>
                  </a:lnTo>
                  <a:lnTo>
                    <a:pt x="2408" y="0"/>
                  </a:lnTo>
                  <a:lnTo>
                    <a:pt x="2414" y="0"/>
                  </a:lnTo>
                  <a:lnTo>
                    <a:pt x="2421" y="0"/>
                  </a:lnTo>
                  <a:lnTo>
                    <a:pt x="2427" y="0"/>
                  </a:lnTo>
                  <a:lnTo>
                    <a:pt x="2433" y="0"/>
                  </a:lnTo>
                  <a:lnTo>
                    <a:pt x="2439" y="0"/>
                  </a:lnTo>
                  <a:lnTo>
                    <a:pt x="2446" y="0"/>
                  </a:lnTo>
                  <a:lnTo>
                    <a:pt x="2452" y="0"/>
                  </a:lnTo>
                  <a:lnTo>
                    <a:pt x="2458" y="0"/>
                  </a:lnTo>
                  <a:lnTo>
                    <a:pt x="2465" y="0"/>
                  </a:lnTo>
                  <a:lnTo>
                    <a:pt x="2471" y="0"/>
                  </a:lnTo>
                  <a:lnTo>
                    <a:pt x="2477" y="0"/>
                  </a:lnTo>
                  <a:lnTo>
                    <a:pt x="2483" y="0"/>
                  </a:lnTo>
                  <a:lnTo>
                    <a:pt x="2490" y="0"/>
                  </a:lnTo>
                  <a:lnTo>
                    <a:pt x="2496" y="0"/>
                  </a:lnTo>
                  <a:lnTo>
                    <a:pt x="2502" y="0"/>
                  </a:lnTo>
                  <a:lnTo>
                    <a:pt x="2509" y="0"/>
                  </a:lnTo>
                  <a:lnTo>
                    <a:pt x="2515" y="0"/>
                  </a:lnTo>
                  <a:lnTo>
                    <a:pt x="2521" y="0"/>
                  </a:lnTo>
                  <a:lnTo>
                    <a:pt x="2527" y="0"/>
                  </a:lnTo>
                  <a:lnTo>
                    <a:pt x="2534" y="0"/>
                  </a:lnTo>
                  <a:lnTo>
                    <a:pt x="2540" y="0"/>
                  </a:lnTo>
                  <a:lnTo>
                    <a:pt x="2546" y="0"/>
                  </a:lnTo>
                  <a:lnTo>
                    <a:pt x="2553" y="0"/>
                  </a:lnTo>
                  <a:lnTo>
                    <a:pt x="2559" y="0"/>
                  </a:lnTo>
                  <a:lnTo>
                    <a:pt x="2565" y="0"/>
                  </a:lnTo>
                  <a:lnTo>
                    <a:pt x="2572" y="0"/>
                  </a:lnTo>
                  <a:lnTo>
                    <a:pt x="2578" y="0"/>
                  </a:lnTo>
                  <a:lnTo>
                    <a:pt x="2584" y="0"/>
                  </a:lnTo>
                  <a:lnTo>
                    <a:pt x="2590" y="0"/>
                  </a:lnTo>
                  <a:lnTo>
                    <a:pt x="2597" y="0"/>
                  </a:lnTo>
                  <a:lnTo>
                    <a:pt x="2603" y="0"/>
                  </a:lnTo>
                  <a:lnTo>
                    <a:pt x="2609" y="0"/>
                  </a:lnTo>
                  <a:lnTo>
                    <a:pt x="2616" y="0"/>
                  </a:lnTo>
                  <a:lnTo>
                    <a:pt x="2622" y="0"/>
                  </a:lnTo>
                  <a:lnTo>
                    <a:pt x="2628" y="0"/>
                  </a:lnTo>
                  <a:lnTo>
                    <a:pt x="2634" y="0"/>
                  </a:lnTo>
                  <a:lnTo>
                    <a:pt x="2641" y="0"/>
                  </a:lnTo>
                  <a:lnTo>
                    <a:pt x="2647" y="0"/>
                  </a:lnTo>
                  <a:lnTo>
                    <a:pt x="2653" y="0"/>
                  </a:lnTo>
                  <a:lnTo>
                    <a:pt x="2660" y="0"/>
                  </a:lnTo>
                  <a:lnTo>
                    <a:pt x="2666" y="0"/>
                  </a:lnTo>
                  <a:lnTo>
                    <a:pt x="2672" y="0"/>
                  </a:lnTo>
                  <a:lnTo>
                    <a:pt x="2678" y="0"/>
                  </a:lnTo>
                  <a:lnTo>
                    <a:pt x="2685" y="0"/>
                  </a:lnTo>
                  <a:lnTo>
                    <a:pt x="2691" y="0"/>
                  </a:lnTo>
                  <a:lnTo>
                    <a:pt x="2697" y="0"/>
                  </a:lnTo>
                  <a:lnTo>
                    <a:pt x="2704" y="0"/>
                  </a:lnTo>
                  <a:lnTo>
                    <a:pt x="2710" y="0"/>
                  </a:lnTo>
                  <a:lnTo>
                    <a:pt x="2716" y="0"/>
                  </a:lnTo>
                  <a:lnTo>
                    <a:pt x="2722" y="0"/>
                  </a:lnTo>
                  <a:lnTo>
                    <a:pt x="2729" y="0"/>
                  </a:lnTo>
                  <a:lnTo>
                    <a:pt x="2735" y="0"/>
                  </a:lnTo>
                  <a:lnTo>
                    <a:pt x="2741" y="0"/>
                  </a:lnTo>
                  <a:lnTo>
                    <a:pt x="2748" y="0"/>
                  </a:lnTo>
                  <a:lnTo>
                    <a:pt x="2754" y="0"/>
                  </a:lnTo>
                  <a:lnTo>
                    <a:pt x="2760" y="0"/>
                  </a:lnTo>
                  <a:lnTo>
                    <a:pt x="2766" y="0"/>
                  </a:lnTo>
                  <a:lnTo>
                    <a:pt x="2773" y="0"/>
                  </a:lnTo>
                  <a:lnTo>
                    <a:pt x="2779" y="0"/>
                  </a:lnTo>
                  <a:lnTo>
                    <a:pt x="2785" y="0"/>
                  </a:lnTo>
                  <a:lnTo>
                    <a:pt x="2792" y="0"/>
                  </a:lnTo>
                  <a:lnTo>
                    <a:pt x="2798" y="0"/>
                  </a:lnTo>
                  <a:lnTo>
                    <a:pt x="2804" y="0"/>
                  </a:lnTo>
                  <a:lnTo>
                    <a:pt x="2810" y="0"/>
                  </a:lnTo>
                  <a:lnTo>
                    <a:pt x="2817" y="0"/>
                  </a:lnTo>
                  <a:lnTo>
                    <a:pt x="2823" y="0"/>
                  </a:lnTo>
                  <a:lnTo>
                    <a:pt x="2829" y="0"/>
                  </a:lnTo>
                  <a:lnTo>
                    <a:pt x="2836" y="0"/>
                  </a:lnTo>
                  <a:lnTo>
                    <a:pt x="2842" y="0"/>
                  </a:lnTo>
                  <a:lnTo>
                    <a:pt x="2848" y="0"/>
                  </a:lnTo>
                  <a:lnTo>
                    <a:pt x="2854" y="0"/>
                  </a:lnTo>
                  <a:lnTo>
                    <a:pt x="2861" y="0"/>
                  </a:lnTo>
                  <a:lnTo>
                    <a:pt x="2867" y="0"/>
                  </a:lnTo>
                  <a:lnTo>
                    <a:pt x="2873" y="0"/>
                  </a:lnTo>
                  <a:lnTo>
                    <a:pt x="2880" y="0"/>
                  </a:lnTo>
                  <a:lnTo>
                    <a:pt x="2886" y="0"/>
                  </a:lnTo>
                  <a:lnTo>
                    <a:pt x="2892" y="0"/>
                  </a:lnTo>
                  <a:lnTo>
                    <a:pt x="2898" y="0"/>
                  </a:lnTo>
                  <a:lnTo>
                    <a:pt x="2905" y="0"/>
                  </a:lnTo>
                  <a:lnTo>
                    <a:pt x="2911" y="0"/>
                  </a:lnTo>
                  <a:lnTo>
                    <a:pt x="2917" y="0"/>
                  </a:lnTo>
                  <a:lnTo>
                    <a:pt x="2924" y="0"/>
                  </a:lnTo>
                  <a:lnTo>
                    <a:pt x="2930" y="0"/>
                  </a:lnTo>
                  <a:lnTo>
                    <a:pt x="2936" y="0"/>
                  </a:lnTo>
                  <a:lnTo>
                    <a:pt x="2942" y="0"/>
                  </a:lnTo>
                  <a:lnTo>
                    <a:pt x="2949" y="0"/>
                  </a:lnTo>
                  <a:lnTo>
                    <a:pt x="2955" y="0"/>
                  </a:lnTo>
                  <a:lnTo>
                    <a:pt x="2961" y="0"/>
                  </a:lnTo>
                  <a:lnTo>
                    <a:pt x="2968" y="0"/>
                  </a:lnTo>
                  <a:lnTo>
                    <a:pt x="2974" y="0"/>
                  </a:lnTo>
                  <a:lnTo>
                    <a:pt x="2980" y="0"/>
                  </a:lnTo>
                  <a:lnTo>
                    <a:pt x="2986" y="0"/>
                  </a:lnTo>
                  <a:lnTo>
                    <a:pt x="2993" y="0"/>
                  </a:lnTo>
                  <a:lnTo>
                    <a:pt x="2999" y="0"/>
                  </a:lnTo>
                  <a:lnTo>
                    <a:pt x="3005" y="0"/>
                  </a:lnTo>
                  <a:lnTo>
                    <a:pt x="3012" y="0"/>
                  </a:lnTo>
                  <a:lnTo>
                    <a:pt x="3018" y="0"/>
                  </a:lnTo>
                  <a:lnTo>
                    <a:pt x="3024" y="0"/>
                  </a:lnTo>
                  <a:lnTo>
                    <a:pt x="3030" y="0"/>
                  </a:lnTo>
                  <a:lnTo>
                    <a:pt x="3037" y="0"/>
                  </a:lnTo>
                  <a:lnTo>
                    <a:pt x="3043" y="0"/>
                  </a:lnTo>
                  <a:lnTo>
                    <a:pt x="3049" y="0"/>
                  </a:lnTo>
                  <a:lnTo>
                    <a:pt x="3056" y="0"/>
                  </a:lnTo>
                  <a:lnTo>
                    <a:pt x="3062" y="0"/>
                  </a:lnTo>
                  <a:lnTo>
                    <a:pt x="3068" y="0"/>
                  </a:lnTo>
                  <a:lnTo>
                    <a:pt x="3074" y="0"/>
                  </a:lnTo>
                  <a:lnTo>
                    <a:pt x="3081" y="0"/>
                  </a:lnTo>
                  <a:lnTo>
                    <a:pt x="3087" y="0"/>
                  </a:lnTo>
                  <a:lnTo>
                    <a:pt x="3093" y="0"/>
                  </a:lnTo>
                  <a:lnTo>
                    <a:pt x="3100" y="0"/>
                  </a:lnTo>
                  <a:lnTo>
                    <a:pt x="3106" y="0"/>
                  </a:lnTo>
                  <a:lnTo>
                    <a:pt x="3112" y="0"/>
                  </a:lnTo>
                  <a:lnTo>
                    <a:pt x="3118" y="0"/>
                  </a:lnTo>
                  <a:lnTo>
                    <a:pt x="3125" y="0"/>
                  </a:lnTo>
                  <a:lnTo>
                    <a:pt x="3131" y="0"/>
                  </a:lnTo>
                  <a:lnTo>
                    <a:pt x="3137" y="0"/>
                  </a:lnTo>
                  <a:lnTo>
                    <a:pt x="3144" y="0"/>
                  </a:lnTo>
                  <a:lnTo>
                    <a:pt x="3150" y="0"/>
                  </a:lnTo>
                  <a:lnTo>
                    <a:pt x="3156" y="0"/>
                  </a:lnTo>
                  <a:lnTo>
                    <a:pt x="3162" y="0"/>
                  </a:lnTo>
                  <a:lnTo>
                    <a:pt x="3169" y="0"/>
                  </a:lnTo>
                  <a:lnTo>
                    <a:pt x="3175" y="0"/>
                  </a:lnTo>
                  <a:lnTo>
                    <a:pt x="3181" y="0"/>
                  </a:lnTo>
                  <a:lnTo>
                    <a:pt x="3188" y="0"/>
                  </a:lnTo>
                  <a:lnTo>
                    <a:pt x="3194" y="0"/>
                  </a:lnTo>
                  <a:lnTo>
                    <a:pt x="3200" y="0"/>
                  </a:lnTo>
                  <a:lnTo>
                    <a:pt x="3206" y="0"/>
                  </a:lnTo>
                  <a:lnTo>
                    <a:pt x="3213" y="0"/>
                  </a:lnTo>
                  <a:lnTo>
                    <a:pt x="3219" y="0"/>
                  </a:lnTo>
                  <a:lnTo>
                    <a:pt x="3225" y="0"/>
                  </a:lnTo>
                  <a:lnTo>
                    <a:pt x="3232" y="0"/>
                  </a:lnTo>
                  <a:lnTo>
                    <a:pt x="3238" y="0"/>
                  </a:lnTo>
                  <a:lnTo>
                    <a:pt x="3244" y="0"/>
                  </a:lnTo>
                  <a:lnTo>
                    <a:pt x="3250" y="0"/>
                  </a:lnTo>
                  <a:lnTo>
                    <a:pt x="3257" y="0"/>
                  </a:lnTo>
                  <a:lnTo>
                    <a:pt x="3263" y="0"/>
                  </a:lnTo>
                  <a:lnTo>
                    <a:pt x="3269" y="0"/>
                  </a:lnTo>
                  <a:lnTo>
                    <a:pt x="3276" y="0"/>
                  </a:lnTo>
                  <a:lnTo>
                    <a:pt x="3282" y="0"/>
                  </a:lnTo>
                  <a:lnTo>
                    <a:pt x="3288" y="0"/>
                  </a:lnTo>
                  <a:lnTo>
                    <a:pt x="3294" y="0"/>
                  </a:lnTo>
                  <a:lnTo>
                    <a:pt x="3301" y="0"/>
                  </a:lnTo>
                  <a:lnTo>
                    <a:pt x="3307" y="0"/>
                  </a:lnTo>
                  <a:lnTo>
                    <a:pt x="3313" y="0"/>
                  </a:lnTo>
                  <a:lnTo>
                    <a:pt x="3320" y="0"/>
                  </a:lnTo>
                  <a:lnTo>
                    <a:pt x="3326" y="0"/>
                  </a:lnTo>
                  <a:lnTo>
                    <a:pt x="3332" y="0"/>
                  </a:lnTo>
                  <a:lnTo>
                    <a:pt x="3338" y="0"/>
                  </a:lnTo>
                  <a:lnTo>
                    <a:pt x="3345" y="0"/>
                  </a:lnTo>
                  <a:lnTo>
                    <a:pt x="3351" y="0"/>
                  </a:lnTo>
                  <a:lnTo>
                    <a:pt x="3357" y="0"/>
                  </a:lnTo>
                  <a:lnTo>
                    <a:pt x="3364" y="0"/>
                  </a:lnTo>
                  <a:lnTo>
                    <a:pt x="3370" y="0"/>
                  </a:lnTo>
                  <a:lnTo>
                    <a:pt x="3376" y="0"/>
                  </a:lnTo>
                  <a:lnTo>
                    <a:pt x="3382" y="0"/>
                  </a:lnTo>
                  <a:lnTo>
                    <a:pt x="3389" y="0"/>
                  </a:lnTo>
                  <a:lnTo>
                    <a:pt x="3395" y="0"/>
                  </a:lnTo>
                  <a:lnTo>
                    <a:pt x="3401" y="0"/>
                  </a:lnTo>
                  <a:lnTo>
                    <a:pt x="3408" y="0"/>
                  </a:lnTo>
                  <a:lnTo>
                    <a:pt x="3414" y="0"/>
                  </a:lnTo>
                  <a:lnTo>
                    <a:pt x="3420" y="0"/>
                  </a:lnTo>
                  <a:lnTo>
                    <a:pt x="3426" y="0"/>
                  </a:lnTo>
                  <a:lnTo>
                    <a:pt x="3433" y="0"/>
                  </a:lnTo>
                  <a:lnTo>
                    <a:pt x="3439" y="0"/>
                  </a:lnTo>
                  <a:lnTo>
                    <a:pt x="3445" y="0"/>
                  </a:lnTo>
                  <a:lnTo>
                    <a:pt x="3452" y="0"/>
                  </a:lnTo>
                  <a:lnTo>
                    <a:pt x="3458" y="0"/>
                  </a:lnTo>
                  <a:lnTo>
                    <a:pt x="3464" y="0"/>
                  </a:lnTo>
                  <a:lnTo>
                    <a:pt x="3470" y="0"/>
                  </a:lnTo>
                  <a:lnTo>
                    <a:pt x="3477" y="0"/>
                  </a:lnTo>
                  <a:lnTo>
                    <a:pt x="3483" y="0"/>
                  </a:lnTo>
                  <a:lnTo>
                    <a:pt x="3489" y="0"/>
                  </a:lnTo>
                  <a:lnTo>
                    <a:pt x="3496" y="0"/>
                  </a:lnTo>
                  <a:lnTo>
                    <a:pt x="3502" y="0"/>
                  </a:lnTo>
                  <a:lnTo>
                    <a:pt x="3508" y="0"/>
                  </a:lnTo>
                  <a:lnTo>
                    <a:pt x="3514" y="0"/>
                  </a:lnTo>
                  <a:lnTo>
                    <a:pt x="3521" y="0"/>
                  </a:lnTo>
                  <a:lnTo>
                    <a:pt x="3527" y="0"/>
                  </a:lnTo>
                  <a:lnTo>
                    <a:pt x="3533" y="0"/>
                  </a:lnTo>
                  <a:lnTo>
                    <a:pt x="3540" y="0"/>
                  </a:lnTo>
                  <a:lnTo>
                    <a:pt x="3546" y="0"/>
                  </a:lnTo>
                  <a:lnTo>
                    <a:pt x="3552" y="0"/>
                  </a:lnTo>
                  <a:lnTo>
                    <a:pt x="3558" y="0"/>
                  </a:lnTo>
                  <a:lnTo>
                    <a:pt x="3565" y="0"/>
                  </a:lnTo>
                  <a:lnTo>
                    <a:pt x="3571" y="0"/>
                  </a:lnTo>
                  <a:lnTo>
                    <a:pt x="3577" y="0"/>
                  </a:lnTo>
                  <a:lnTo>
                    <a:pt x="3584" y="0"/>
                  </a:lnTo>
                  <a:lnTo>
                    <a:pt x="3590" y="0"/>
                  </a:lnTo>
                  <a:lnTo>
                    <a:pt x="3596" y="0"/>
                  </a:lnTo>
                  <a:lnTo>
                    <a:pt x="3602" y="0"/>
                  </a:lnTo>
                  <a:lnTo>
                    <a:pt x="3609" y="0"/>
                  </a:lnTo>
                  <a:lnTo>
                    <a:pt x="3615" y="0"/>
                  </a:lnTo>
                  <a:lnTo>
                    <a:pt x="3621" y="0"/>
                  </a:lnTo>
                  <a:lnTo>
                    <a:pt x="3628" y="0"/>
                  </a:lnTo>
                  <a:lnTo>
                    <a:pt x="3634" y="0"/>
                  </a:lnTo>
                  <a:lnTo>
                    <a:pt x="3640" y="0"/>
                  </a:lnTo>
                  <a:lnTo>
                    <a:pt x="3646" y="0"/>
                  </a:lnTo>
                  <a:lnTo>
                    <a:pt x="3653" y="0"/>
                  </a:lnTo>
                  <a:lnTo>
                    <a:pt x="3659" y="0"/>
                  </a:lnTo>
                  <a:lnTo>
                    <a:pt x="3665" y="0"/>
                  </a:lnTo>
                  <a:lnTo>
                    <a:pt x="3672" y="0"/>
                  </a:lnTo>
                  <a:lnTo>
                    <a:pt x="3678" y="0"/>
                  </a:lnTo>
                  <a:lnTo>
                    <a:pt x="3684" y="0"/>
                  </a:lnTo>
                  <a:lnTo>
                    <a:pt x="3690" y="0"/>
                  </a:lnTo>
                  <a:lnTo>
                    <a:pt x="3697" y="0"/>
                  </a:lnTo>
                  <a:lnTo>
                    <a:pt x="3703" y="0"/>
                  </a:lnTo>
                  <a:lnTo>
                    <a:pt x="3709" y="0"/>
                  </a:lnTo>
                  <a:lnTo>
                    <a:pt x="3716" y="0"/>
                  </a:lnTo>
                  <a:lnTo>
                    <a:pt x="3722" y="0"/>
                  </a:lnTo>
                  <a:lnTo>
                    <a:pt x="3728" y="0"/>
                  </a:lnTo>
                  <a:lnTo>
                    <a:pt x="3734" y="0"/>
                  </a:lnTo>
                  <a:lnTo>
                    <a:pt x="3741" y="0"/>
                  </a:lnTo>
                  <a:lnTo>
                    <a:pt x="3747" y="0"/>
                  </a:lnTo>
                  <a:lnTo>
                    <a:pt x="3753" y="0"/>
                  </a:lnTo>
                  <a:lnTo>
                    <a:pt x="3760" y="0"/>
                  </a:lnTo>
                  <a:lnTo>
                    <a:pt x="3766" y="0"/>
                  </a:lnTo>
                  <a:lnTo>
                    <a:pt x="3772" y="0"/>
                  </a:lnTo>
                  <a:lnTo>
                    <a:pt x="3778" y="0"/>
                  </a:lnTo>
                  <a:lnTo>
                    <a:pt x="3785" y="0"/>
                  </a:lnTo>
                  <a:lnTo>
                    <a:pt x="3791" y="0"/>
                  </a:lnTo>
                  <a:lnTo>
                    <a:pt x="3797" y="0"/>
                  </a:lnTo>
                  <a:lnTo>
                    <a:pt x="3804" y="0"/>
                  </a:lnTo>
                  <a:lnTo>
                    <a:pt x="3810" y="0"/>
                  </a:lnTo>
                  <a:lnTo>
                    <a:pt x="3816" y="0"/>
                  </a:lnTo>
                  <a:lnTo>
                    <a:pt x="3822" y="0"/>
                  </a:lnTo>
                  <a:lnTo>
                    <a:pt x="3829" y="0"/>
                  </a:lnTo>
                  <a:lnTo>
                    <a:pt x="3835" y="0"/>
                  </a:lnTo>
                  <a:lnTo>
                    <a:pt x="3841" y="0"/>
                  </a:lnTo>
                  <a:lnTo>
                    <a:pt x="3848" y="0"/>
                  </a:lnTo>
                  <a:lnTo>
                    <a:pt x="3854" y="0"/>
                  </a:lnTo>
                  <a:lnTo>
                    <a:pt x="3860" y="0"/>
                  </a:lnTo>
                  <a:lnTo>
                    <a:pt x="3866" y="0"/>
                  </a:lnTo>
                  <a:lnTo>
                    <a:pt x="3873" y="0"/>
                  </a:lnTo>
                  <a:lnTo>
                    <a:pt x="3879" y="0"/>
                  </a:lnTo>
                  <a:lnTo>
                    <a:pt x="3885" y="0"/>
                  </a:lnTo>
                  <a:lnTo>
                    <a:pt x="3892" y="0"/>
                  </a:lnTo>
                  <a:lnTo>
                    <a:pt x="3898" y="0"/>
                  </a:lnTo>
                  <a:lnTo>
                    <a:pt x="3904" y="0"/>
                  </a:lnTo>
                  <a:lnTo>
                    <a:pt x="3910" y="0"/>
                  </a:lnTo>
                  <a:lnTo>
                    <a:pt x="3917" y="0"/>
                  </a:lnTo>
                  <a:lnTo>
                    <a:pt x="3923" y="0"/>
                  </a:lnTo>
                  <a:lnTo>
                    <a:pt x="3929" y="0"/>
                  </a:lnTo>
                  <a:lnTo>
                    <a:pt x="3936" y="0"/>
                  </a:lnTo>
                  <a:lnTo>
                    <a:pt x="3942" y="0"/>
                  </a:lnTo>
                  <a:lnTo>
                    <a:pt x="3948" y="0"/>
                  </a:lnTo>
                  <a:lnTo>
                    <a:pt x="3954" y="0"/>
                  </a:lnTo>
                  <a:lnTo>
                    <a:pt x="3961" y="0"/>
                  </a:lnTo>
                  <a:lnTo>
                    <a:pt x="3967" y="0"/>
                  </a:lnTo>
                  <a:lnTo>
                    <a:pt x="3973" y="0"/>
                  </a:lnTo>
                  <a:lnTo>
                    <a:pt x="3980" y="0"/>
                  </a:lnTo>
                  <a:lnTo>
                    <a:pt x="3986" y="0"/>
                  </a:lnTo>
                  <a:lnTo>
                    <a:pt x="3992" y="0"/>
                  </a:lnTo>
                  <a:lnTo>
                    <a:pt x="3998" y="0"/>
                  </a:lnTo>
                  <a:lnTo>
                    <a:pt x="4005" y="0"/>
                  </a:lnTo>
                  <a:lnTo>
                    <a:pt x="4011" y="0"/>
                  </a:lnTo>
                  <a:lnTo>
                    <a:pt x="4017" y="0"/>
                  </a:lnTo>
                  <a:lnTo>
                    <a:pt x="4024" y="0"/>
                  </a:lnTo>
                  <a:lnTo>
                    <a:pt x="4030" y="0"/>
                  </a:lnTo>
                  <a:lnTo>
                    <a:pt x="4036" y="0"/>
                  </a:lnTo>
                  <a:lnTo>
                    <a:pt x="4042" y="0"/>
                  </a:lnTo>
                  <a:lnTo>
                    <a:pt x="4049" y="0"/>
                  </a:lnTo>
                  <a:lnTo>
                    <a:pt x="4055" y="0"/>
                  </a:lnTo>
                  <a:lnTo>
                    <a:pt x="4061" y="0"/>
                  </a:lnTo>
                  <a:lnTo>
                    <a:pt x="4068" y="0"/>
                  </a:lnTo>
                  <a:lnTo>
                    <a:pt x="4074" y="0"/>
                  </a:lnTo>
                  <a:lnTo>
                    <a:pt x="4080" y="0"/>
                  </a:lnTo>
                  <a:lnTo>
                    <a:pt x="4086" y="0"/>
                  </a:lnTo>
                  <a:lnTo>
                    <a:pt x="4093" y="0"/>
                  </a:lnTo>
                  <a:lnTo>
                    <a:pt x="4099" y="0"/>
                  </a:lnTo>
                  <a:lnTo>
                    <a:pt x="4105" y="0"/>
                  </a:lnTo>
                  <a:lnTo>
                    <a:pt x="4112" y="0"/>
                  </a:lnTo>
                  <a:lnTo>
                    <a:pt x="4118" y="0"/>
                  </a:lnTo>
                  <a:lnTo>
                    <a:pt x="4124" y="0"/>
                  </a:lnTo>
                  <a:lnTo>
                    <a:pt x="4130" y="0"/>
                  </a:lnTo>
                  <a:lnTo>
                    <a:pt x="4137" y="0"/>
                  </a:lnTo>
                  <a:lnTo>
                    <a:pt x="4143" y="0"/>
                  </a:lnTo>
                  <a:lnTo>
                    <a:pt x="4149" y="0"/>
                  </a:lnTo>
                  <a:lnTo>
                    <a:pt x="4156" y="0"/>
                  </a:lnTo>
                  <a:lnTo>
                    <a:pt x="4162" y="0"/>
                  </a:lnTo>
                  <a:lnTo>
                    <a:pt x="4168" y="0"/>
                  </a:lnTo>
                  <a:lnTo>
                    <a:pt x="4174" y="0"/>
                  </a:lnTo>
                  <a:lnTo>
                    <a:pt x="4181" y="0"/>
                  </a:lnTo>
                  <a:lnTo>
                    <a:pt x="4187" y="0"/>
                  </a:lnTo>
                  <a:lnTo>
                    <a:pt x="4193" y="0"/>
                  </a:lnTo>
                  <a:lnTo>
                    <a:pt x="4200" y="0"/>
                  </a:lnTo>
                  <a:lnTo>
                    <a:pt x="4206" y="0"/>
                  </a:lnTo>
                  <a:lnTo>
                    <a:pt x="4212" y="0"/>
                  </a:lnTo>
                  <a:lnTo>
                    <a:pt x="4218" y="0"/>
                  </a:lnTo>
                  <a:lnTo>
                    <a:pt x="4225" y="0"/>
                  </a:lnTo>
                  <a:lnTo>
                    <a:pt x="4231" y="0"/>
                  </a:lnTo>
                  <a:lnTo>
                    <a:pt x="4237" y="0"/>
                  </a:lnTo>
                  <a:lnTo>
                    <a:pt x="4244" y="0"/>
                  </a:lnTo>
                  <a:lnTo>
                    <a:pt x="4250" y="0"/>
                  </a:lnTo>
                  <a:lnTo>
                    <a:pt x="4256" y="0"/>
                  </a:lnTo>
                  <a:lnTo>
                    <a:pt x="4262" y="0"/>
                  </a:lnTo>
                  <a:lnTo>
                    <a:pt x="4269" y="0"/>
                  </a:lnTo>
                  <a:lnTo>
                    <a:pt x="4275" y="0"/>
                  </a:lnTo>
                  <a:lnTo>
                    <a:pt x="4281" y="0"/>
                  </a:lnTo>
                  <a:lnTo>
                    <a:pt x="4288" y="0"/>
                  </a:lnTo>
                  <a:lnTo>
                    <a:pt x="4294" y="0"/>
                  </a:lnTo>
                  <a:lnTo>
                    <a:pt x="4300" y="0"/>
                  </a:lnTo>
                  <a:lnTo>
                    <a:pt x="4307" y="0"/>
                  </a:lnTo>
                  <a:lnTo>
                    <a:pt x="4313" y="0"/>
                  </a:lnTo>
                  <a:lnTo>
                    <a:pt x="4319" y="0"/>
                  </a:lnTo>
                  <a:lnTo>
                    <a:pt x="4325" y="0"/>
                  </a:lnTo>
                  <a:lnTo>
                    <a:pt x="4332" y="0"/>
                  </a:lnTo>
                  <a:lnTo>
                    <a:pt x="4338" y="0"/>
                  </a:lnTo>
                  <a:lnTo>
                    <a:pt x="4344" y="0"/>
                  </a:lnTo>
                  <a:lnTo>
                    <a:pt x="4351" y="0"/>
                  </a:lnTo>
                  <a:lnTo>
                    <a:pt x="4357" y="0"/>
                  </a:lnTo>
                  <a:lnTo>
                    <a:pt x="4363" y="0"/>
                  </a:lnTo>
                  <a:lnTo>
                    <a:pt x="4369" y="0"/>
                  </a:lnTo>
                  <a:lnTo>
                    <a:pt x="4376" y="0"/>
                  </a:lnTo>
                  <a:lnTo>
                    <a:pt x="4382" y="0"/>
                  </a:lnTo>
                  <a:lnTo>
                    <a:pt x="4388" y="0"/>
                  </a:lnTo>
                  <a:lnTo>
                    <a:pt x="4395" y="0"/>
                  </a:lnTo>
                  <a:lnTo>
                    <a:pt x="4401" y="0"/>
                  </a:lnTo>
                  <a:lnTo>
                    <a:pt x="4407" y="0"/>
                  </a:lnTo>
                  <a:lnTo>
                    <a:pt x="4413" y="0"/>
                  </a:lnTo>
                  <a:lnTo>
                    <a:pt x="4420" y="0"/>
                  </a:lnTo>
                  <a:lnTo>
                    <a:pt x="4426" y="0"/>
                  </a:lnTo>
                  <a:lnTo>
                    <a:pt x="4432" y="0"/>
                  </a:lnTo>
                  <a:lnTo>
                    <a:pt x="4439" y="0"/>
                  </a:lnTo>
                  <a:lnTo>
                    <a:pt x="4445" y="0"/>
                  </a:lnTo>
                  <a:lnTo>
                    <a:pt x="4451" y="0"/>
                  </a:lnTo>
                  <a:lnTo>
                    <a:pt x="4457" y="0"/>
                  </a:lnTo>
                  <a:lnTo>
                    <a:pt x="4464" y="0"/>
                  </a:lnTo>
                  <a:lnTo>
                    <a:pt x="4470" y="0"/>
                  </a:lnTo>
                  <a:lnTo>
                    <a:pt x="4476" y="0"/>
                  </a:lnTo>
                  <a:lnTo>
                    <a:pt x="4483" y="0"/>
                  </a:lnTo>
                  <a:lnTo>
                    <a:pt x="4489" y="0"/>
                  </a:lnTo>
                  <a:lnTo>
                    <a:pt x="4495" y="0"/>
                  </a:lnTo>
                  <a:lnTo>
                    <a:pt x="4501" y="0"/>
                  </a:lnTo>
                  <a:lnTo>
                    <a:pt x="4508" y="0"/>
                  </a:lnTo>
                  <a:lnTo>
                    <a:pt x="4514" y="0"/>
                  </a:lnTo>
                  <a:lnTo>
                    <a:pt x="4520" y="0"/>
                  </a:lnTo>
                  <a:lnTo>
                    <a:pt x="4527" y="0"/>
                  </a:lnTo>
                  <a:lnTo>
                    <a:pt x="4533" y="0"/>
                  </a:lnTo>
                  <a:lnTo>
                    <a:pt x="4539" y="0"/>
                  </a:lnTo>
                  <a:lnTo>
                    <a:pt x="4545" y="0"/>
                  </a:lnTo>
                  <a:lnTo>
                    <a:pt x="4552" y="0"/>
                  </a:lnTo>
                  <a:lnTo>
                    <a:pt x="4558" y="0"/>
                  </a:lnTo>
                  <a:lnTo>
                    <a:pt x="4564" y="0"/>
                  </a:lnTo>
                  <a:lnTo>
                    <a:pt x="4571" y="0"/>
                  </a:lnTo>
                  <a:lnTo>
                    <a:pt x="4577" y="0"/>
                  </a:lnTo>
                  <a:lnTo>
                    <a:pt x="4583" y="0"/>
                  </a:lnTo>
                  <a:lnTo>
                    <a:pt x="4589" y="0"/>
                  </a:lnTo>
                  <a:lnTo>
                    <a:pt x="4596" y="0"/>
                  </a:lnTo>
                  <a:lnTo>
                    <a:pt x="4602" y="0"/>
                  </a:lnTo>
                  <a:lnTo>
                    <a:pt x="4608" y="0"/>
                  </a:lnTo>
                  <a:lnTo>
                    <a:pt x="4615" y="0"/>
                  </a:lnTo>
                  <a:lnTo>
                    <a:pt x="4621" y="0"/>
                  </a:lnTo>
                  <a:lnTo>
                    <a:pt x="4627" y="0"/>
                  </a:lnTo>
                  <a:lnTo>
                    <a:pt x="4633" y="0"/>
                  </a:lnTo>
                  <a:lnTo>
                    <a:pt x="4640" y="0"/>
                  </a:lnTo>
                  <a:lnTo>
                    <a:pt x="4646" y="0"/>
                  </a:lnTo>
                  <a:lnTo>
                    <a:pt x="4652" y="0"/>
                  </a:lnTo>
                  <a:lnTo>
                    <a:pt x="4659" y="0"/>
                  </a:lnTo>
                  <a:lnTo>
                    <a:pt x="4665" y="0"/>
                  </a:lnTo>
                  <a:lnTo>
                    <a:pt x="4671" y="0"/>
                  </a:lnTo>
                  <a:lnTo>
                    <a:pt x="4677" y="0"/>
                  </a:lnTo>
                  <a:lnTo>
                    <a:pt x="4684" y="0"/>
                  </a:lnTo>
                  <a:lnTo>
                    <a:pt x="4690" y="0"/>
                  </a:lnTo>
                  <a:lnTo>
                    <a:pt x="4696" y="0"/>
                  </a:lnTo>
                  <a:lnTo>
                    <a:pt x="4703" y="0"/>
                  </a:lnTo>
                  <a:lnTo>
                    <a:pt x="4709" y="0"/>
                  </a:lnTo>
                  <a:lnTo>
                    <a:pt x="4715" y="0"/>
                  </a:lnTo>
                  <a:lnTo>
                    <a:pt x="4721" y="0"/>
                  </a:lnTo>
                  <a:lnTo>
                    <a:pt x="4728" y="0"/>
                  </a:lnTo>
                  <a:lnTo>
                    <a:pt x="4734" y="0"/>
                  </a:lnTo>
                  <a:lnTo>
                    <a:pt x="4740" y="0"/>
                  </a:lnTo>
                  <a:lnTo>
                    <a:pt x="4747" y="0"/>
                  </a:lnTo>
                  <a:lnTo>
                    <a:pt x="4753" y="0"/>
                  </a:lnTo>
                  <a:lnTo>
                    <a:pt x="4759" y="0"/>
                  </a:lnTo>
                  <a:lnTo>
                    <a:pt x="4765" y="0"/>
                  </a:lnTo>
                  <a:lnTo>
                    <a:pt x="4772" y="0"/>
                  </a:lnTo>
                  <a:lnTo>
                    <a:pt x="4778" y="0"/>
                  </a:lnTo>
                  <a:lnTo>
                    <a:pt x="4784" y="0"/>
                  </a:lnTo>
                  <a:lnTo>
                    <a:pt x="4791" y="0"/>
                  </a:lnTo>
                  <a:lnTo>
                    <a:pt x="4797" y="0"/>
                  </a:lnTo>
                  <a:lnTo>
                    <a:pt x="4803" y="0"/>
                  </a:lnTo>
                  <a:lnTo>
                    <a:pt x="4809" y="0"/>
                  </a:lnTo>
                  <a:lnTo>
                    <a:pt x="4816" y="0"/>
                  </a:lnTo>
                  <a:lnTo>
                    <a:pt x="4822" y="0"/>
                  </a:lnTo>
                  <a:lnTo>
                    <a:pt x="4828" y="0"/>
                  </a:lnTo>
                  <a:lnTo>
                    <a:pt x="4835" y="0"/>
                  </a:lnTo>
                  <a:lnTo>
                    <a:pt x="4841" y="0"/>
                  </a:lnTo>
                  <a:lnTo>
                    <a:pt x="4847" y="0"/>
                  </a:lnTo>
                  <a:lnTo>
                    <a:pt x="4853" y="0"/>
                  </a:lnTo>
                  <a:lnTo>
                    <a:pt x="4860" y="0"/>
                  </a:lnTo>
                  <a:lnTo>
                    <a:pt x="4866" y="0"/>
                  </a:lnTo>
                  <a:lnTo>
                    <a:pt x="4872" y="0"/>
                  </a:lnTo>
                  <a:lnTo>
                    <a:pt x="4879" y="0"/>
                  </a:lnTo>
                  <a:lnTo>
                    <a:pt x="4885" y="0"/>
                  </a:lnTo>
                  <a:lnTo>
                    <a:pt x="4891" y="0"/>
                  </a:lnTo>
                  <a:lnTo>
                    <a:pt x="4897" y="0"/>
                  </a:lnTo>
                  <a:lnTo>
                    <a:pt x="4904" y="0"/>
                  </a:lnTo>
                  <a:lnTo>
                    <a:pt x="4910" y="0"/>
                  </a:lnTo>
                  <a:lnTo>
                    <a:pt x="4916" y="0"/>
                  </a:lnTo>
                  <a:lnTo>
                    <a:pt x="4923" y="0"/>
                  </a:lnTo>
                  <a:lnTo>
                    <a:pt x="4929" y="0"/>
                  </a:lnTo>
                  <a:lnTo>
                    <a:pt x="4935" y="0"/>
                  </a:lnTo>
                  <a:lnTo>
                    <a:pt x="4941" y="0"/>
                  </a:lnTo>
                  <a:lnTo>
                    <a:pt x="4948" y="0"/>
                  </a:lnTo>
                  <a:lnTo>
                    <a:pt x="4954" y="0"/>
                  </a:lnTo>
                  <a:lnTo>
                    <a:pt x="4960" y="0"/>
                  </a:lnTo>
                  <a:lnTo>
                    <a:pt x="4967" y="0"/>
                  </a:lnTo>
                  <a:lnTo>
                    <a:pt x="4973" y="0"/>
                  </a:lnTo>
                  <a:lnTo>
                    <a:pt x="4979" y="0"/>
                  </a:lnTo>
                  <a:lnTo>
                    <a:pt x="4985" y="0"/>
                  </a:lnTo>
                  <a:lnTo>
                    <a:pt x="4992" y="0"/>
                  </a:lnTo>
                  <a:lnTo>
                    <a:pt x="4998" y="0"/>
                  </a:lnTo>
                  <a:lnTo>
                    <a:pt x="5004" y="0"/>
                  </a:lnTo>
                  <a:lnTo>
                    <a:pt x="5011" y="0"/>
                  </a:lnTo>
                  <a:lnTo>
                    <a:pt x="5017" y="0"/>
                  </a:lnTo>
                  <a:lnTo>
                    <a:pt x="5023" y="0"/>
                  </a:lnTo>
                  <a:lnTo>
                    <a:pt x="5029" y="0"/>
                  </a:lnTo>
                  <a:lnTo>
                    <a:pt x="5036" y="0"/>
                  </a:lnTo>
                  <a:lnTo>
                    <a:pt x="5042" y="0"/>
                  </a:lnTo>
                  <a:lnTo>
                    <a:pt x="5048" y="0"/>
                  </a:lnTo>
                  <a:lnTo>
                    <a:pt x="5055" y="0"/>
                  </a:lnTo>
                  <a:lnTo>
                    <a:pt x="5061" y="0"/>
                  </a:lnTo>
                  <a:lnTo>
                    <a:pt x="5067" y="0"/>
                  </a:lnTo>
                  <a:lnTo>
                    <a:pt x="5073" y="0"/>
                  </a:lnTo>
                  <a:lnTo>
                    <a:pt x="5080" y="0"/>
                  </a:lnTo>
                  <a:lnTo>
                    <a:pt x="5086" y="0"/>
                  </a:lnTo>
                  <a:lnTo>
                    <a:pt x="5092" y="0"/>
                  </a:lnTo>
                  <a:lnTo>
                    <a:pt x="5099" y="0"/>
                  </a:lnTo>
                </a:path>
              </a:pathLst>
            </a:cu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3" name="Rectangle 78"/>
            <p:cNvSpPr/>
            <p:nvPr/>
          </p:nvSpPr>
          <p:spPr>
            <a:xfrm>
              <a:off x="3042000" y="3500280"/>
              <a:ext cx="363960" cy="12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DISP_Y</a:t>
              </a:r>
              <a:endParaRPr b="0" lang="en-IN" sz="8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4" name="Rectangle 79"/>
            <p:cNvSpPr/>
            <p:nvPr/>
          </p:nvSpPr>
          <p:spPr>
            <a:xfrm>
              <a:off x="50472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5" name="Rectangle 80"/>
            <p:cNvSpPr/>
            <p:nvPr/>
          </p:nvSpPr>
          <p:spPr>
            <a:xfrm>
              <a:off x="604800" y="3651120"/>
              <a:ext cx="396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6" name="Rectangle 81"/>
            <p:cNvSpPr/>
            <p:nvPr/>
          </p:nvSpPr>
          <p:spPr>
            <a:xfrm>
              <a:off x="79524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7" name="Rectangle 82"/>
            <p:cNvSpPr/>
            <p:nvPr/>
          </p:nvSpPr>
          <p:spPr>
            <a:xfrm>
              <a:off x="874800" y="3670200"/>
              <a:ext cx="6012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8" name="Rectangle 83"/>
            <p:cNvSpPr/>
            <p:nvPr/>
          </p:nvSpPr>
          <p:spPr>
            <a:xfrm>
              <a:off x="98424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39" name="Rectangle 84"/>
            <p:cNvSpPr/>
            <p:nvPr/>
          </p:nvSpPr>
          <p:spPr>
            <a:xfrm>
              <a:off x="1174680" y="3651120"/>
              <a:ext cx="288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0" name="Rectangle 85"/>
            <p:cNvSpPr/>
            <p:nvPr/>
          </p:nvSpPr>
          <p:spPr>
            <a:xfrm>
              <a:off x="1244520" y="3670200"/>
              <a:ext cx="6984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1" name="Rectangle 86"/>
            <p:cNvSpPr/>
            <p:nvPr/>
          </p:nvSpPr>
          <p:spPr>
            <a:xfrm>
              <a:off x="135396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2" name="Rectangle 87"/>
            <p:cNvSpPr/>
            <p:nvPr/>
          </p:nvSpPr>
          <p:spPr>
            <a:xfrm>
              <a:off x="143352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3" name="Rectangle 88"/>
            <p:cNvSpPr/>
            <p:nvPr/>
          </p:nvSpPr>
          <p:spPr>
            <a:xfrm>
              <a:off x="154296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4" name="Rectangle 89"/>
            <p:cNvSpPr/>
            <p:nvPr/>
          </p:nvSpPr>
          <p:spPr>
            <a:xfrm>
              <a:off x="1622520" y="3670200"/>
              <a:ext cx="6012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5" name="Rectangle 90"/>
            <p:cNvSpPr/>
            <p:nvPr/>
          </p:nvSpPr>
          <p:spPr>
            <a:xfrm>
              <a:off x="1733400" y="3651120"/>
              <a:ext cx="288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6" name="Rectangle 91"/>
            <p:cNvSpPr/>
            <p:nvPr/>
          </p:nvSpPr>
          <p:spPr>
            <a:xfrm>
              <a:off x="1913040" y="3651120"/>
              <a:ext cx="396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7" name="Rectangle 92"/>
            <p:cNvSpPr/>
            <p:nvPr/>
          </p:nvSpPr>
          <p:spPr>
            <a:xfrm>
              <a:off x="210168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8" name="Rectangle 93"/>
            <p:cNvSpPr/>
            <p:nvPr/>
          </p:nvSpPr>
          <p:spPr>
            <a:xfrm>
              <a:off x="2292480" y="3651120"/>
              <a:ext cx="2988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49" name="Rectangle 94"/>
            <p:cNvSpPr/>
            <p:nvPr/>
          </p:nvSpPr>
          <p:spPr>
            <a:xfrm>
              <a:off x="248112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0" name="Rectangle 95"/>
            <p:cNvSpPr/>
            <p:nvPr/>
          </p:nvSpPr>
          <p:spPr>
            <a:xfrm>
              <a:off x="2550960" y="3670200"/>
              <a:ext cx="6984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1" name="Rectangle 96"/>
            <p:cNvSpPr/>
            <p:nvPr/>
          </p:nvSpPr>
          <p:spPr>
            <a:xfrm>
              <a:off x="2660760" y="3651120"/>
              <a:ext cx="2988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2" name="Rectangle 97"/>
            <p:cNvSpPr/>
            <p:nvPr/>
          </p:nvSpPr>
          <p:spPr>
            <a:xfrm>
              <a:off x="2741760" y="3670200"/>
              <a:ext cx="586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3" name="Rectangle 98"/>
            <p:cNvSpPr/>
            <p:nvPr/>
          </p:nvSpPr>
          <p:spPr>
            <a:xfrm>
              <a:off x="285120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4" name="Rectangle 99"/>
            <p:cNvSpPr/>
            <p:nvPr/>
          </p:nvSpPr>
          <p:spPr>
            <a:xfrm>
              <a:off x="293040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5" name="Rectangle 100"/>
            <p:cNvSpPr/>
            <p:nvPr/>
          </p:nvSpPr>
          <p:spPr>
            <a:xfrm>
              <a:off x="3040200" y="3651120"/>
              <a:ext cx="2988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6" name="Rectangle 101"/>
            <p:cNvSpPr/>
            <p:nvPr/>
          </p:nvSpPr>
          <p:spPr>
            <a:xfrm>
              <a:off x="311940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7" name="Rectangle 102"/>
            <p:cNvSpPr/>
            <p:nvPr/>
          </p:nvSpPr>
          <p:spPr>
            <a:xfrm>
              <a:off x="3219480" y="3651120"/>
              <a:ext cx="396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8" name="Rectangle 103"/>
            <p:cNvSpPr/>
            <p:nvPr/>
          </p:nvSpPr>
          <p:spPr>
            <a:xfrm>
              <a:off x="3300480" y="3670200"/>
              <a:ext cx="586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59" name="Rectangle 104"/>
            <p:cNvSpPr/>
            <p:nvPr/>
          </p:nvSpPr>
          <p:spPr>
            <a:xfrm>
              <a:off x="340992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0" name="Rectangle 105"/>
            <p:cNvSpPr/>
            <p:nvPr/>
          </p:nvSpPr>
          <p:spPr>
            <a:xfrm>
              <a:off x="3489480" y="3670200"/>
              <a:ext cx="6012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1" name="Rectangle 106"/>
            <p:cNvSpPr/>
            <p:nvPr/>
          </p:nvSpPr>
          <p:spPr>
            <a:xfrm>
              <a:off x="359892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2" name="Rectangle 107"/>
            <p:cNvSpPr/>
            <p:nvPr/>
          </p:nvSpPr>
          <p:spPr>
            <a:xfrm>
              <a:off x="367812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3" name="Rectangle 108"/>
            <p:cNvSpPr/>
            <p:nvPr/>
          </p:nvSpPr>
          <p:spPr>
            <a:xfrm>
              <a:off x="3789360" y="3651120"/>
              <a:ext cx="284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4" name="Rectangle 109"/>
            <p:cNvSpPr/>
            <p:nvPr/>
          </p:nvSpPr>
          <p:spPr>
            <a:xfrm>
              <a:off x="3859200" y="3670200"/>
              <a:ext cx="6984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5" name="Rectangle 110"/>
            <p:cNvSpPr/>
            <p:nvPr/>
          </p:nvSpPr>
          <p:spPr>
            <a:xfrm>
              <a:off x="396864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6" name="Rectangle 111"/>
            <p:cNvSpPr/>
            <p:nvPr/>
          </p:nvSpPr>
          <p:spPr>
            <a:xfrm>
              <a:off x="4048200" y="3670200"/>
              <a:ext cx="6012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7" name="Rectangle 112"/>
            <p:cNvSpPr/>
            <p:nvPr/>
          </p:nvSpPr>
          <p:spPr>
            <a:xfrm>
              <a:off x="415764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8" name="Rectangle 113"/>
            <p:cNvSpPr/>
            <p:nvPr/>
          </p:nvSpPr>
          <p:spPr>
            <a:xfrm>
              <a:off x="4237200" y="3670200"/>
              <a:ext cx="6012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69" name="Rectangle 114"/>
            <p:cNvSpPr/>
            <p:nvPr/>
          </p:nvSpPr>
          <p:spPr>
            <a:xfrm>
              <a:off x="4348080" y="3651120"/>
              <a:ext cx="288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0" name="Rectangle 115"/>
            <p:cNvSpPr/>
            <p:nvPr/>
          </p:nvSpPr>
          <p:spPr>
            <a:xfrm>
              <a:off x="4427640" y="3670200"/>
              <a:ext cx="6012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1" name="Rectangle 116"/>
            <p:cNvSpPr/>
            <p:nvPr/>
          </p:nvSpPr>
          <p:spPr>
            <a:xfrm>
              <a:off x="4527720" y="3651120"/>
              <a:ext cx="396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2" name="Rectangle 117"/>
            <p:cNvSpPr/>
            <p:nvPr/>
          </p:nvSpPr>
          <p:spPr>
            <a:xfrm>
              <a:off x="460692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3" name="Rectangle 118"/>
            <p:cNvSpPr/>
            <p:nvPr/>
          </p:nvSpPr>
          <p:spPr>
            <a:xfrm>
              <a:off x="471636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4" name="Rectangle 119"/>
            <p:cNvSpPr/>
            <p:nvPr/>
          </p:nvSpPr>
          <p:spPr>
            <a:xfrm>
              <a:off x="4797360" y="3670200"/>
              <a:ext cx="586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5" name="Rectangle 120"/>
            <p:cNvSpPr/>
            <p:nvPr/>
          </p:nvSpPr>
          <p:spPr>
            <a:xfrm>
              <a:off x="490680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6" name="Rectangle 121"/>
            <p:cNvSpPr/>
            <p:nvPr/>
          </p:nvSpPr>
          <p:spPr>
            <a:xfrm>
              <a:off x="498636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7" name="Rectangle 122"/>
            <p:cNvSpPr/>
            <p:nvPr/>
          </p:nvSpPr>
          <p:spPr>
            <a:xfrm>
              <a:off x="509580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8" name="Rectangle 123"/>
            <p:cNvSpPr/>
            <p:nvPr/>
          </p:nvSpPr>
          <p:spPr>
            <a:xfrm>
              <a:off x="5165640" y="3670200"/>
              <a:ext cx="6984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79" name="Rectangle 124"/>
            <p:cNvSpPr/>
            <p:nvPr/>
          </p:nvSpPr>
          <p:spPr>
            <a:xfrm>
              <a:off x="5275440" y="3651120"/>
              <a:ext cx="2988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0" name="Rectangle 125"/>
            <p:cNvSpPr/>
            <p:nvPr/>
          </p:nvSpPr>
          <p:spPr>
            <a:xfrm>
              <a:off x="5356080" y="3670200"/>
              <a:ext cx="5904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1" name="Rectangle 126"/>
            <p:cNvSpPr/>
            <p:nvPr/>
          </p:nvSpPr>
          <p:spPr>
            <a:xfrm>
              <a:off x="5465880" y="3651120"/>
              <a:ext cx="2988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2" name="Rectangle 127"/>
            <p:cNvSpPr/>
            <p:nvPr/>
          </p:nvSpPr>
          <p:spPr>
            <a:xfrm>
              <a:off x="554508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3" name="Rectangle 128"/>
            <p:cNvSpPr/>
            <p:nvPr/>
          </p:nvSpPr>
          <p:spPr>
            <a:xfrm>
              <a:off x="565452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4" name="Rectangle 129"/>
            <p:cNvSpPr/>
            <p:nvPr/>
          </p:nvSpPr>
          <p:spPr>
            <a:xfrm>
              <a:off x="5734080" y="3670200"/>
              <a:ext cx="6012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5" name="Rectangle 130"/>
            <p:cNvSpPr/>
            <p:nvPr/>
          </p:nvSpPr>
          <p:spPr>
            <a:xfrm>
              <a:off x="5834160" y="3651120"/>
              <a:ext cx="396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6" name="Rectangle 131"/>
            <p:cNvSpPr/>
            <p:nvPr/>
          </p:nvSpPr>
          <p:spPr>
            <a:xfrm>
              <a:off x="5915160" y="3670200"/>
              <a:ext cx="586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7" name="Rectangle 132"/>
            <p:cNvSpPr/>
            <p:nvPr/>
          </p:nvSpPr>
          <p:spPr>
            <a:xfrm>
              <a:off x="602460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8" name="Rectangle 133"/>
            <p:cNvSpPr/>
            <p:nvPr/>
          </p:nvSpPr>
          <p:spPr>
            <a:xfrm>
              <a:off x="610380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89" name="Rectangle 134"/>
            <p:cNvSpPr/>
            <p:nvPr/>
          </p:nvSpPr>
          <p:spPr>
            <a:xfrm>
              <a:off x="6213600" y="3651120"/>
              <a:ext cx="2988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0" name="Rectangle 135"/>
            <p:cNvSpPr/>
            <p:nvPr/>
          </p:nvSpPr>
          <p:spPr>
            <a:xfrm>
              <a:off x="629280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1" name="Rectangle 136"/>
            <p:cNvSpPr/>
            <p:nvPr/>
          </p:nvSpPr>
          <p:spPr>
            <a:xfrm>
              <a:off x="6404040" y="3651120"/>
              <a:ext cx="284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2" name="Rectangle 137"/>
            <p:cNvSpPr/>
            <p:nvPr/>
          </p:nvSpPr>
          <p:spPr>
            <a:xfrm>
              <a:off x="6473880" y="3670200"/>
              <a:ext cx="6984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3" name="Rectangle 138"/>
            <p:cNvSpPr/>
            <p:nvPr/>
          </p:nvSpPr>
          <p:spPr>
            <a:xfrm>
              <a:off x="658332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4" name="Rectangle 139"/>
            <p:cNvSpPr/>
            <p:nvPr/>
          </p:nvSpPr>
          <p:spPr>
            <a:xfrm>
              <a:off x="677232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5" name="Rectangle 140"/>
            <p:cNvSpPr/>
            <p:nvPr/>
          </p:nvSpPr>
          <p:spPr>
            <a:xfrm>
              <a:off x="6962760" y="3651120"/>
              <a:ext cx="284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6" name="Rectangle 141"/>
            <p:cNvSpPr/>
            <p:nvPr/>
          </p:nvSpPr>
          <p:spPr>
            <a:xfrm>
              <a:off x="7142040" y="3651120"/>
              <a:ext cx="3996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7" name="Rectangle 142"/>
            <p:cNvSpPr/>
            <p:nvPr/>
          </p:nvSpPr>
          <p:spPr>
            <a:xfrm>
              <a:off x="733104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8" name="Rectangle 143"/>
            <p:cNvSpPr/>
            <p:nvPr/>
          </p:nvSpPr>
          <p:spPr>
            <a:xfrm>
              <a:off x="7412040" y="3670200"/>
              <a:ext cx="586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1999" name="Rectangle 144"/>
            <p:cNvSpPr/>
            <p:nvPr/>
          </p:nvSpPr>
          <p:spPr>
            <a:xfrm>
              <a:off x="752148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0" name="Rectangle 145"/>
            <p:cNvSpPr/>
            <p:nvPr/>
          </p:nvSpPr>
          <p:spPr>
            <a:xfrm>
              <a:off x="7601040" y="3670200"/>
              <a:ext cx="6012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1" name="Rectangle 146"/>
            <p:cNvSpPr/>
            <p:nvPr/>
          </p:nvSpPr>
          <p:spPr>
            <a:xfrm>
              <a:off x="771048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2" name="Rectangle 147"/>
            <p:cNvSpPr/>
            <p:nvPr/>
          </p:nvSpPr>
          <p:spPr>
            <a:xfrm>
              <a:off x="7780320" y="3670200"/>
              <a:ext cx="6984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3" name="Rectangle 148"/>
            <p:cNvSpPr/>
            <p:nvPr/>
          </p:nvSpPr>
          <p:spPr>
            <a:xfrm>
              <a:off x="788976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4" name="Rectangle 149"/>
            <p:cNvSpPr/>
            <p:nvPr/>
          </p:nvSpPr>
          <p:spPr>
            <a:xfrm>
              <a:off x="808020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5" name="Rectangle 150"/>
            <p:cNvSpPr/>
            <p:nvPr/>
          </p:nvSpPr>
          <p:spPr>
            <a:xfrm>
              <a:off x="8159760" y="3670200"/>
              <a:ext cx="6048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6" name="Rectangle 151"/>
            <p:cNvSpPr/>
            <p:nvPr/>
          </p:nvSpPr>
          <p:spPr>
            <a:xfrm>
              <a:off x="8269200" y="3651120"/>
              <a:ext cx="3024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7" name="Rectangle 152"/>
            <p:cNvSpPr/>
            <p:nvPr/>
          </p:nvSpPr>
          <p:spPr>
            <a:xfrm>
              <a:off x="8448840" y="3651120"/>
              <a:ext cx="39600" cy="69840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040" bIns="2304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08" name="Rectangle 153"/>
            <p:cNvSpPr/>
            <p:nvPr/>
          </p:nvSpPr>
          <p:spPr>
            <a:xfrm>
              <a:off x="8529480" y="3670200"/>
              <a:ext cx="59040" cy="50760"/>
            </a:xfrm>
            <a:prstGeom prst="rect">
              <a:avLst/>
            </a:prstGeom>
            <a:solidFill>
              <a:srgbClr val="0080ff"/>
            </a:solidFill>
            <a:ln w="0">
              <a:solidFill>
                <a:srgbClr val="0080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" bIns="39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2009" name="PlaceHolder 1"/>
          <p:cNvSpPr>
            <a:spLocks noGrp="1"/>
          </p:cNvSpPr>
          <p:nvPr>
            <p:ph type="title"/>
          </p:nvPr>
        </p:nvSpPr>
        <p:spPr>
          <a:xfrm>
            <a:off x="541440" y="245880"/>
            <a:ext cx="7735680" cy="3870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  <a:ea typeface="Arial Unicode MS"/>
              </a:rPr>
              <a:t>Mirror-symmetric ‘Droplet’ Arc  –  Optics</a:t>
            </a: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  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2010" name="AutoShape 4"/>
          <p:cNvSpPr/>
          <p:nvPr/>
        </p:nvSpPr>
        <p:spPr>
          <a:xfrm flipV="1" rot="16200000">
            <a:off x="4396320" y="2017440"/>
            <a:ext cx="274680" cy="3695760"/>
          </a:xfrm>
          <a:custGeom>
            <a:avLst/>
            <a:gdLst>
              <a:gd name="textAreaLeft" fmla="*/ 175680 w 274680"/>
              <a:gd name="textAreaRight" fmla="*/ 275040 w 274680"/>
              <a:gd name="textAreaTop" fmla="*/ 96120 h 3695760"/>
              <a:gd name="textAreaBottom" fmla="*/ 3599640 h 36957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11" name="Text Box 5"/>
          <p:cNvSpPr/>
          <p:nvPr/>
        </p:nvSpPr>
        <p:spPr>
          <a:xfrm>
            <a:off x="4268880" y="3935520"/>
            <a:ext cx="85068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10 cells in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12" name="AutoShape 6"/>
          <p:cNvSpPr/>
          <p:nvPr/>
        </p:nvSpPr>
        <p:spPr>
          <a:xfrm flipV="1" rot="16200000">
            <a:off x="946440" y="3288240"/>
            <a:ext cx="154080" cy="1073160"/>
          </a:xfrm>
          <a:custGeom>
            <a:avLst/>
            <a:gdLst>
              <a:gd name="textAreaLeft" fmla="*/ 98640 w 154080"/>
              <a:gd name="textAreaRight" fmla="*/ 154440 w 154080"/>
              <a:gd name="textAreaTop" fmla="*/ 27720 h 1073160"/>
              <a:gd name="textAreaBottom" fmla="*/ 1045440 h 10731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13" name="AutoShape 7"/>
          <p:cNvSpPr/>
          <p:nvPr/>
        </p:nvSpPr>
        <p:spPr>
          <a:xfrm flipV="1" rot="16200000">
            <a:off x="7970400" y="3295440"/>
            <a:ext cx="171360" cy="1035000"/>
          </a:xfrm>
          <a:custGeom>
            <a:avLst/>
            <a:gdLst>
              <a:gd name="textAreaLeft" fmla="*/ 109440 w 171360"/>
              <a:gd name="textAreaRight" fmla="*/ 171720 w 171360"/>
              <a:gd name="textAreaTop" fmla="*/ 27000 h 1035000"/>
              <a:gd name="textAreaBottom" fmla="*/ 1008000 h 10350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14" name="Text Box 8"/>
          <p:cNvSpPr/>
          <p:nvPr/>
        </p:nvSpPr>
        <p:spPr>
          <a:xfrm>
            <a:off x="665280" y="3855960"/>
            <a:ext cx="76500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2 cells out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15" name="Text Box 9"/>
          <p:cNvSpPr/>
          <p:nvPr/>
        </p:nvSpPr>
        <p:spPr>
          <a:xfrm>
            <a:off x="7728120" y="3843360"/>
            <a:ext cx="7556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2 cells out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aphicFrame>
        <p:nvGraphicFramePr>
          <p:cNvPr id="2016" name="Object 2"/>
          <p:cNvGraphicFramePr/>
          <p:nvPr/>
        </p:nvGraphicFramePr>
        <p:xfrm>
          <a:off x="3409920" y="4178160"/>
          <a:ext cx="2370240" cy="21463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2017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409920" y="4178160"/>
                    <a:ext cx="2370240" cy="2146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018" name="Rectangle 11"/>
          <p:cNvSpPr/>
          <p:nvPr/>
        </p:nvSpPr>
        <p:spPr>
          <a:xfrm>
            <a:off x="2673360" y="1176480"/>
            <a:ext cx="39481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90000"/>
              </a:lnSpc>
              <a:spcBef>
                <a:spcPts val="675"/>
              </a:spcBef>
              <a:spcAft>
                <a:spcPts val="45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(</a:t>
            </a: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Symbol"/>
                <a:ea typeface="Symbol"/>
              </a:rPr>
              <a:t></a:t>
            </a:r>
            <a:r>
              <a:rPr b="0" lang="en-US" sz="1200" strike="noStrike" u="none" baseline="-25000">
                <a:solidFill>
                  <a:srgbClr val="800080"/>
                </a:solidFill>
                <a:effectLst/>
                <a:uFillTx/>
                <a:latin typeface="Arial Unicode MS"/>
              </a:rPr>
              <a:t>out</a:t>
            </a: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 = </a:t>
            </a: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Symbol"/>
                <a:ea typeface="Symbol"/>
              </a:rPr>
              <a:t></a:t>
            </a:r>
            <a:r>
              <a:rPr b="0" lang="en-US" sz="1200" strike="noStrike" u="none" baseline="-25000">
                <a:solidFill>
                  <a:srgbClr val="800080"/>
                </a:solidFill>
                <a:effectLst/>
                <a:uFillTx/>
                <a:latin typeface="Arial Unicode MS"/>
              </a:rPr>
              <a:t>in</a:t>
            </a: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 and </a:t>
            </a: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0" lang="en-US" sz="1200" strike="noStrike" u="none" baseline="-25000">
                <a:solidFill>
                  <a:srgbClr val="800080"/>
                </a:solidFill>
                <a:effectLst/>
                <a:uFillTx/>
                <a:latin typeface="Arial Unicode MS"/>
              </a:rPr>
              <a:t>out</a:t>
            </a: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 = -</a:t>
            </a: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Symbol"/>
                <a:ea typeface="Symbol"/>
              </a:rPr>
              <a:t></a:t>
            </a:r>
            <a:r>
              <a:rPr b="0" lang="en-US" sz="1200" strike="noStrike" u="none" baseline="-25000">
                <a:solidFill>
                  <a:srgbClr val="800080"/>
                </a:solidFill>
                <a:effectLst/>
                <a:uFillTx/>
                <a:latin typeface="Arial Unicode MS"/>
              </a:rPr>
              <a:t>in</a:t>
            </a:r>
            <a:r>
              <a:rPr b="0" lang="en-US" sz="12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 , matched to the linacs) 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19" name="AutoShape 13"/>
          <p:cNvSpPr/>
          <p:nvPr/>
        </p:nvSpPr>
        <p:spPr>
          <a:xfrm flipV="1" rot="16200000">
            <a:off x="2042280" y="3278160"/>
            <a:ext cx="144360" cy="1101600"/>
          </a:xfrm>
          <a:custGeom>
            <a:avLst/>
            <a:gdLst>
              <a:gd name="textAreaLeft" fmla="*/ 92160 w 144360"/>
              <a:gd name="textAreaRight" fmla="*/ 144360 w 144360"/>
              <a:gd name="textAreaTop" fmla="*/ 28440 h 1101600"/>
              <a:gd name="textAreaBottom" fmla="*/ 1073160 h 11016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20" name="AutoShape 14"/>
          <p:cNvSpPr/>
          <p:nvPr/>
        </p:nvSpPr>
        <p:spPr>
          <a:xfrm flipV="1" rot="16200000">
            <a:off x="6866280" y="3282840"/>
            <a:ext cx="173160" cy="1101960"/>
          </a:xfrm>
          <a:custGeom>
            <a:avLst/>
            <a:gdLst>
              <a:gd name="textAreaLeft" fmla="*/ 110520 w 173160"/>
              <a:gd name="textAreaRight" fmla="*/ 173520 w 173160"/>
              <a:gd name="textAreaTop" fmla="*/ 28440 h 1101960"/>
              <a:gd name="textAreaBottom" fmla="*/ 1073520 h 110196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21" name="Text Box 15"/>
          <p:cNvSpPr/>
          <p:nvPr/>
        </p:nvSpPr>
        <p:spPr>
          <a:xfrm>
            <a:off x="1789200" y="3846600"/>
            <a:ext cx="76500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transition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22" name="Text Box 16"/>
          <p:cNvSpPr/>
          <p:nvPr/>
        </p:nvSpPr>
        <p:spPr>
          <a:xfrm>
            <a:off x="6647040" y="3894120"/>
            <a:ext cx="76500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transition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23" name="Rectangle 19"/>
          <p:cNvSpPr/>
          <p:nvPr/>
        </p:nvSpPr>
        <p:spPr>
          <a:xfrm>
            <a:off x="587520" y="1225440"/>
            <a:ext cx="117936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90000"/>
              </a:lnSpc>
              <a:spcBef>
                <a:spcPts val="788"/>
              </a:spcBef>
              <a:spcAft>
                <a:spcPts val="524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800080"/>
                </a:solidFill>
                <a:effectLst/>
                <a:uFillTx/>
                <a:latin typeface="Arial Unicode MS"/>
              </a:rPr>
              <a:t>E =5 GeV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2024" name="Picture 20" descr=""/>
          <p:cNvPicPr/>
          <p:nvPr/>
        </p:nvPicPr>
        <p:blipFill>
          <a:blip r:embed="rId3"/>
          <a:stretch/>
        </p:blipFill>
        <p:spPr>
          <a:xfrm>
            <a:off x="168120" y="4070520"/>
            <a:ext cx="2146320" cy="198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5" name="Picture 21" descr=""/>
          <p:cNvPicPr/>
          <p:nvPr/>
        </p:nvPicPr>
        <p:blipFill>
          <a:blip r:embed="rId4"/>
          <a:stretch/>
        </p:blipFill>
        <p:spPr>
          <a:xfrm>
            <a:off x="7015320" y="4076640"/>
            <a:ext cx="1938240" cy="197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6" name="Footer Placeholder 3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27" name="Slide Number Placeholder 150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B39C93-9894-40C4-806B-E96B848029C4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PlaceHolder 1"/>
          <p:cNvSpPr>
            <a:spLocks noGrp="1"/>
          </p:cNvSpPr>
          <p:nvPr>
            <p:ph type="title"/>
          </p:nvPr>
        </p:nvSpPr>
        <p:spPr>
          <a:xfrm>
            <a:off x="888840" y="225360"/>
            <a:ext cx="699624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‘Dogbone’  RLA with 2-pass Arcs   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2029" name="Footer Placeholder 4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30" name="Freeform 29"/>
          <p:cNvSpPr/>
          <p:nvPr/>
        </p:nvSpPr>
        <p:spPr>
          <a:xfrm>
            <a:off x="2166840" y="5224320"/>
            <a:ext cx="716040" cy="1079640"/>
          </a:xfrm>
          <a:custGeom>
            <a:avLst/>
            <a:gdLst>
              <a:gd name="textAreaLeft" fmla="*/ 0 w 716040"/>
              <a:gd name="textAreaRight" fmla="*/ 716400 w 716040"/>
              <a:gd name="textAreaTop" fmla="*/ 0 h 1079640"/>
              <a:gd name="textAreaBottom" fmla="*/ 1080000 h 1079640"/>
              <a:gd name="GluePoint1X" fmla="*/ 2147483647 w 507"/>
              <a:gd name="GluePoint1Y" fmla="*/ 0 h 680"/>
              <a:gd name="GluePoint2X" fmla="*/ 2147483647 w 507"/>
              <a:gd name="GluePoint2Y" fmla="*/ 2147483647 h 680"/>
              <a:gd name="GluePoint3X" fmla="*/ 2147483647 w 507"/>
              <a:gd name="GluePoint3Y" fmla="*/ 2147483647 h 680"/>
              <a:gd name="GluePoint4X" fmla="*/ 2147483647 w 507"/>
              <a:gd name="GluePoint4Y" fmla="*/ 2147483647 h 6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7" h="680">
                <a:moveTo>
                  <a:pt x="507" y="0"/>
                </a:moveTo>
                <a:cubicBezTo>
                  <a:pt x="341" y="169"/>
                  <a:pt x="175" y="338"/>
                  <a:pt x="95" y="444"/>
                </a:cubicBezTo>
                <a:cubicBezTo>
                  <a:pt x="15" y="550"/>
                  <a:pt x="0" y="597"/>
                  <a:pt x="27" y="636"/>
                </a:cubicBezTo>
                <a:cubicBezTo>
                  <a:pt x="54" y="675"/>
                  <a:pt x="156" y="677"/>
                  <a:pt x="259" y="68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2031" name="Group 212"/>
          <p:cNvGrpSpPr/>
          <p:nvPr/>
        </p:nvGrpSpPr>
        <p:grpSpPr>
          <a:xfrm>
            <a:off x="1687680" y="3863880"/>
            <a:ext cx="6035400" cy="1025640"/>
            <a:chOff x="1687680" y="3863880"/>
            <a:chExt cx="6035400" cy="1025640"/>
          </a:xfrm>
        </p:grpSpPr>
        <p:sp>
          <p:nvSpPr>
            <p:cNvPr id="2032" name="Freeform 110"/>
            <p:cNvSpPr/>
            <p:nvPr/>
          </p:nvSpPr>
          <p:spPr>
            <a:xfrm>
              <a:off x="1687680" y="3863880"/>
              <a:ext cx="1499040" cy="1023840"/>
            </a:xfrm>
            <a:custGeom>
              <a:avLst/>
              <a:gdLst>
                <a:gd name="textAreaLeft" fmla="*/ 0 w 1499040"/>
                <a:gd name="textAreaRight" fmla="*/ 1499400 w 1499040"/>
                <a:gd name="textAreaTop" fmla="*/ 0 h 1023840"/>
                <a:gd name="textAreaBottom" fmla="*/ 1024200 h 1023840"/>
                <a:gd name="GluePoint1X" fmla="*/ 2147483647 w 598"/>
                <a:gd name="GluePoint1Y" fmla="*/ 2147483647 h 438"/>
                <a:gd name="GluePoint2X" fmla="*/ 2147483647 w 598"/>
                <a:gd name="GluePoint2Y" fmla="*/ 2147483647 h 438"/>
                <a:gd name="GluePoint3X" fmla="*/ 2147483647 w 598"/>
                <a:gd name="GluePoint3Y" fmla="*/ 2147483647 h 438"/>
                <a:gd name="GluePoint4X" fmla="*/ 2147483647 w 598"/>
                <a:gd name="GluePoint4Y" fmla="*/ 0 h 438"/>
                <a:gd name="GluePoint5X" fmla="*/ 0 w 598"/>
                <a:gd name="GluePoint5Y" fmla="*/ 2147483647 h 438"/>
                <a:gd name="GluePoint6X" fmla="*/ 2147483647 w 598"/>
                <a:gd name="GluePoint6Y" fmla="*/ 2147483647 h 438"/>
                <a:gd name="GluePoint7X" fmla="*/ 2147483647 w 598"/>
                <a:gd name="GluePoint7Y" fmla="*/ 2147483647 h 438"/>
                <a:gd name="GluePoint8X" fmla="*/ 2147483647 w 598"/>
                <a:gd name="GluePoint8Y" fmla="*/ 2147483647 h 438"/>
                <a:gd name="GluePoint9X" fmla="*/ 2147483647 w 598"/>
                <a:gd name="GluePoint9Y" fmla="*/ 2147483647 h 4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8" h="438">
                  <a:moveTo>
                    <a:pt x="598" y="219"/>
                  </a:moveTo>
                  <a:cubicBezTo>
                    <a:pt x="517" y="219"/>
                    <a:pt x="446" y="175"/>
                    <a:pt x="409" y="110"/>
                  </a:cubicBezTo>
                  <a:cubicBezTo>
                    <a:pt x="409" y="110"/>
                    <a:pt x="409" y="110"/>
                    <a:pt x="409" y="110"/>
                  </a:cubicBezTo>
                  <a:cubicBezTo>
                    <a:pt x="371" y="44"/>
                    <a:pt x="300" y="0"/>
                    <a:pt x="219" y="0"/>
                  </a:cubicBezTo>
                  <a:cubicBezTo>
                    <a:pt x="98" y="0"/>
                    <a:pt x="0" y="98"/>
                    <a:pt x="0" y="219"/>
                  </a:cubicBezTo>
                  <a:cubicBezTo>
                    <a:pt x="0" y="340"/>
                    <a:pt x="98" y="438"/>
                    <a:pt x="219" y="438"/>
                  </a:cubicBezTo>
                  <a:cubicBezTo>
                    <a:pt x="300" y="438"/>
                    <a:pt x="371" y="394"/>
                    <a:pt x="409" y="328"/>
                  </a:cubicBezTo>
                  <a:cubicBezTo>
                    <a:pt x="409" y="329"/>
                    <a:pt x="409" y="329"/>
                    <a:pt x="409" y="329"/>
                  </a:cubicBezTo>
                  <a:cubicBezTo>
                    <a:pt x="446" y="263"/>
                    <a:pt x="517" y="219"/>
                    <a:pt x="598" y="219"/>
                  </a:cubicBezTo>
                </a:path>
              </a:pathLst>
            </a:custGeom>
            <a:noFill/>
            <a:ln w="82440">
              <a:solidFill>
                <a:srgbClr val="cc00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33" name="Freeform 110"/>
            <p:cNvSpPr/>
            <p:nvPr/>
          </p:nvSpPr>
          <p:spPr>
            <a:xfrm flipH="1">
              <a:off x="6224040" y="3865680"/>
              <a:ext cx="1499040" cy="1023840"/>
            </a:xfrm>
            <a:custGeom>
              <a:avLst/>
              <a:gdLst>
                <a:gd name="textAreaLeft" fmla="*/ 360 w 1499040"/>
                <a:gd name="textAreaRight" fmla="*/ 1499760 w 1499040"/>
                <a:gd name="textAreaTop" fmla="*/ 0 h 1023840"/>
                <a:gd name="textAreaBottom" fmla="*/ 1024200 h 1023840"/>
                <a:gd name="GluePoint1X" fmla="*/ 2147483647 w 598"/>
                <a:gd name="GluePoint1Y" fmla="*/ 2147483647 h 438"/>
                <a:gd name="GluePoint2X" fmla="*/ 2147483647 w 598"/>
                <a:gd name="GluePoint2Y" fmla="*/ 2147483647 h 438"/>
                <a:gd name="GluePoint3X" fmla="*/ 2147483647 w 598"/>
                <a:gd name="GluePoint3Y" fmla="*/ 2147483647 h 438"/>
                <a:gd name="GluePoint4X" fmla="*/ 2147483647 w 598"/>
                <a:gd name="GluePoint4Y" fmla="*/ 0 h 438"/>
                <a:gd name="GluePoint5X" fmla="*/ 0 w 598"/>
                <a:gd name="GluePoint5Y" fmla="*/ 2147483647 h 438"/>
                <a:gd name="GluePoint6X" fmla="*/ 2147483647 w 598"/>
                <a:gd name="GluePoint6Y" fmla="*/ 2147483647 h 438"/>
                <a:gd name="GluePoint7X" fmla="*/ 2147483647 w 598"/>
                <a:gd name="GluePoint7Y" fmla="*/ 2147483647 h 438"/>
                <a:gd name="GluePoint8X" fmla="*/ 2147483647 w 598"/>
                <a:gd name="GluePoint8Y" fmla="*/ 2147483647 h 438"/>
                <a:gd name="GluePoint9X" fmla="*/ 2147483647 w 598"/>
                <a:gd name="GluePoint9Y" fmla="*/ 2147483647 h 4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8" h="438">
                  <a:moveTo>
                    <a:pt x="598" y="219"/>
                  </a:moveTo>
                  <a:cubicBezTo>
                    <a:pt x="517" y="219"/>
                    <a:pt x="446" y="175"/>
                    <a:pt x="409" y="110"/>
                  </a:cubicBezTo>
                  <a:cubicBezTo>
                    <a:pt x="409" y="110"/>
                    <a:pt x="409" y="110"/>
                    <a:pt x="409" y="110"/>
                  </a:cubicBezTo>
                  <a:cubicBezTo>
                    <a:pt x="371" y="44"/>
                    <a:pt x="300" y="0"/>
                    <a:pt x="219" y="0"/>
                  </a:cubicBezTo>
                  <a:cubicBezTo>
                    <a:pt x="98" y="0"/>
                    <a:pt x="0" y="98"/>
                    <a:pt x="0" y="219"/>
                  </a:cubicBezTo>
                  <a:cubicBezTo>
                    <a:pt x="0" y="340"/>
                    <a:pt x="98" y="438"/>
                    <a:pt x="219" y="438"/>
                  </a:cubicBezTo>
                  <a:cubicBezTo>
                    <a:pt x="300" y="438"/>
                    <a:pt x="371" y="394"/>
                    <a:pt x="409" y="328"/>
                  </a:cubicBezTo>
                  <a:cubicBezTo>
                    <a:pt x="409" y="329"/>
                    <a:pt x="409" y="329"/>
                    <a:pt x="409" y="329"/>
                  </a:cubicBezTo>
                  <a:cubicBezTo>
                    <a:pt x="446" y="263"/>
                    <a:pt x="517" y="219"/>
                    <a:pt x="598" y="219"/>
                  </a:cubicBezTo>
                </a:path>
              </a:pathLst>
            </a:custGeom>
            <a:noFill/>
            <a:ln w="82440">
              <a:solidFill>
                <a:srgbClr val="cc00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34" name="Line 182"/>
            <p:cNvSpPr/>
            <p:nvPr/>
          </p:nvSpPr>
          <p:spPr>
            <a:xfrm>
              <a:off x="3155040" y="4366080"/>
              <a:ext cx="3065760" cy="0"/>
            </a:xfrm>
            <a:prstGeom prst="line">
              <a:avLst/>
            </a:prstGeom>
            <a:ln w="122400">
              <a:solidFill>
                <a:srgbClr val="00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grpSp>
        <p:nvGrpSpPr>
          <p:cNvPr id="2035" name="Group 217"/>
          <p:cNvGrpSpPr/>
          <p:nvPr/>
        </p:nvGrpSpPr>
        <p:grpSpPr>
          <a:xfrm>
            <a:off x="1168200" y="1549440"/>
            <a:ext cx="6947280" cy="1235160"/>
            <a:chOff x="1168200" y="1549440"/>
            <a:chExt cx="6947280" cy="1235160"/>
          </a:xfrm>
        </p:grpSpPr>
        <p:sp>
          <p:nvSpPr>
            <p:cNvPr id="2036" name="Freeform 6"/>
            <p:cNvSpPr/>
            <p:nvPr/>
          </p:nvSpPr>
          <p:spPr>
            <a:xfrm flipH="1">
              <a:off x="1167840" y="1549440"/>
              <a:ext cx="1848600" cy="1224720"/>
            </a:xfrm>
            <a:custGeom>
              <a:avLst/>
              <a:gdLst>
                <a:gd name="textAreaLeft" fmla="*/ -360 w 1848600"/>
                <a:gd name="textAreaRight" fmla="*/ 1848600 w 1848600"/>
                <a:gd name="textAreaTop" fmla="*/ 0 h 1224720"/>
                <a:gd name="textAreaBottom" fmla="*/ 1225080 h 1224720"/>
                <a:gd name="GluePoint1X" fmla="*/ 0 w 683"/>
                <a:gd name="GluePoint1Y" fmla="*/ 2147483647 h 500"/>
                <a:gd name="GluePoint2X" fmla="*/ 2147483647 w 683"/>
                <a:gd name="GluePoint2Y" fmla="*/ 2147483647 h 500"/>
                <a:gd name="GluePoint3X" fmla="*/ 2147483647 w 683"/>
                <a:gd name="GluePoint3Y" fmla="*/ 2147483647 h 500"/>
                <a:gd name="GluePoint4X" fmla="*/ 2147483647 w 683"/>
                <a:gd name="GluePoint4Y" fmla="*/ 0 h 500"/>
                <a:gd name="GluePoint5X" fmla="*/ 2147483647 w 683"/>
                <a:gd name="GluePoint5Y" fmla="*/ 2147483647 h 500"/>
                <a:gd name="GluePoint6X" fmla="*/ 2147483647 w 683"/>
                <a:gd name="GluePoint6Y" fmla="*/ 2147483647 h 500"/>
                <a:gd name="GluePoint7X" fmla="*/ 2147483647 w 683"/>
                <a:gd name="GluePoint7Y" fmla="*/ 2147483647 h 500"/>
                <a:gd name="GluePoint8X" fmla="*/ 2147483647 w 683"/>
                <a:gd name="GluePoint8Y" fmla="*/ 2147483647 h 500"/>
                <a:gd name="GluePoint9X" fmla="*/ 0 w 683"/>
                <a:gd name="GluePoint9Y" fmla="*/ 2147483647 h 5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683" h="500">
                  <a:moveTo>
                    <a:pt x="0" y="250"/>
                  </a:moveTo>
                  <a:cubicBezTo>
                    <a:pt x="93" y="250"/>
                    <a:pt x="173" y="200"/>
                    <a:pt x="216" y="125"/>
                  </a:cubicBezTo>
                  <a:cubicBezTo>
                    <a:pt x="217" y="125"/>
                    <a:pt x="217" y="125"/>
                    <a:pt x="217" y="125"/>
                  </a:cubicBezTo>
                  <a:cubicBezTo>
                    <a:pt x="260" y="50"/>
                    <a:pt x="340" y="0"/>
                    <a:pt x="433" y="0"/>
                  </a:cubicBezTo>
                  <a:cubicBezTo>
                    <a:pt x="571" y="0"/>
                    <a:pt x="683" y="112"/>
                    <a:pt x="683" y="250"/>
                  </a:cubicBezTo>
                  <a:cubicBezTo>
                    <a:pt x="683" y="388"/>
                    <a:pt x="571" y="500"/>
                    <a:pt x="433" y="500"/>
                  </a:cubicBezTo>
                  <a:cubicBezTo>
                    <a:pt x="340" y="500"/>
                    <a:pt x="260" y="450"/>
                    <a:pt x="217" y="375"/>
                  </a:cubicBezTo>
                  <a:cubicBezTo>
                    <a:pt x="216" y="375"/>
                    <a:pt x="216" y="375"/>
                    <a:pt x="216" y="375"/>
                  </a:cubicBezTo>
                  <a:cubicBezTo>
                    <a:pt x="173" y="300"/>
                    <a:pt x="93" y="250"/>
                    <a:pt x="0" y="250"/>
                  </a:cubicBezTo>
                </a:path>
              </a:pathLst>
            </a:custGeom>
            <a:noFill/>
            <a:ln w="82440">
              <a:solidFill>
                <a:srgbClr val="26992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37" name="Freeform 6"/>
            <p:cNvSpPr/>
            <p:nvPr/>
          </p:nvSpPr>
          <p:spPr>
            <a:xfrm>
              <a:off x="6266880" y="1559880"/>
              <a:ext cx="1848600" cy="1224720"/>
            </a:xfrm>
            <a:custGeom>
              <a:avLst/>
              <a:gdLst>
                <a:gd name="textAreaLeft" fmla="*/ 0 w 1848600"/>
                <a:gd name="textAreaRight" fmla="*/ 1848960 w 1848600"/>
                <a:gd name="textAreaTop" fmla="*/ 0 h 1224720"/>
                <a:gd name="textAreaBottom" fmla="*/ 1225080 h 1224720"/>
                <a:gd name="GluePoint1X" fmla="*/ 0 w 683"/>
                <a:gd name="GluePoint1Y" fmla="*/ 2147483647 h 500"/>
                <a:gd name="GluePoint2X" fmla="*/ 2147483647 w 683"/>
                <a:gd name="GluePoint2Y" fmla="*/ 2147483647 h 500"/>
                <a:gd name="GluePoint3X" fmla="*/ 2147483647 w 683"/>
                <a:gd name="GluePoint3Y" fmla="*/ 2147483647 h 500"/>
                <a:gd name="GluePoint4X" fmla="*/ 2147483647 w 683"/>
                <a:gd name="GluePoint4Y" fmla="*/ 0 h 500"/>
                <a:gd name="GluePoint5X" fmla="*/ 2147483647 w 683"/>
                <a:gd name="GluePoint5Y" fmla="*/ 2147483647 h 500"/>
                <a:gd name="GluePoint6X" fmla="*/ 2147483647 w 683"/>
                <a:gd name="GluePoint6Y" fmla="*/ 2147483647 h 500"/>
                <a:gd name="GluePoint7X" fmla="*/ 2147483647 w 683"/>
                <a:gd name="GluePoint7Y" fmla="*/ 2147483647 h 500"/>
                <a:gd name="GluePoint8X" fmla="*/ 2147483647 w 683"/>
                <a:gd name="GluePoint8Y" fmla="*/ 2147483647 h 500"/>
                <a:gd name="GluePoint9X" fmla="*/ 0 w 683"/>
                <a:gd name="GluePoint9Y" fmla="*/ 2147483647 h 5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683" h="500">
                  <a:moveTo>
                    <a:pt x="0" y="250"/>
                  </a:moveTo>
                  <a:cubicBezTo>
                    <a:pt x="93" y="250"/>
                    <a:pt x="173" y="200"/>
                    <a:pt x="216" y="125"/>
                  </a:cubicBezTo>
                  <a:cubicBezTo>
                    <a:pt x="217" y="125"/>
                    <a:pt x="217" y="125"/>
                    <a:pt x="217" y="125"/>
                  </a:cubicBezTo>
                  <a:cubicBezTo>
                    <a:pt x="260" y="50"/>
                    <a:pt x="340" y="0"/>
                    <a:pt x="433" y="0"/>
                  </a:cubicBezTo>
                  <a:cubicBezTo>
                    <a:pt x="571" y="0"/>
                    <a:pt x="683" y="112"/>
                    <a:pt x="683" y="250"/>
                  </a:cubicBezTo>
                  <a:cubicBezTo>
                    <a:pt x="683" y="388"/>
                    <a:pt x="571" y="500"/>
                    <a:pt x="433" y="500"/>
                  </a:cubicBezTo>
                  <a:cubicBezTo>
                    <a:pt x="340" y="500"/>
                    <a:pt x="260" y="450"/>
                    <a:pt x="217" y="375"/>
                  </a:cubicBezTo>
                  <a:cubicBezTo>
                    <a:pt x="216" y="375"/>
                    <a:pt x="216" y="375"/>
                    <a:pt x="216" y="375"/>
                  </a:cubicBezTo>
                  <a:cubicBezTo>
                    <a:pt x="173" y="300"/>
                    <a:pt x="93" y="250"/>
                    <a:pt x="0" y="250"/>
                  </a:cubicBezTo>
                </a:path>
              </a:pathLst>
            </a:custGeom>
            <a:noFill/>
            <a:ln w="82440">
              <a:solidFill>
                <a:srgbClr val="26992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2038" name="Group 213"/>
            <p:cNvGrpSpPr/>
            <p:nvPr/>
          </p:nvGrpSpPr>
          <p:grpSpPr>
            <a:xfrm>
              <a:off x="1633680" y="1645920"/>
              <a:ext cx="6035040" cy="1025640"/>
              <a:chOff x="1633680" y="1645920"/>
              <a:chExt cx="6035040" cy="1025640"/>
            </a:xfrm>
          </p:grpSpPr>
          <p:sp>
            <p:nvSpPr>
              <p:cNvPr id="2039" name="Freeform 110"/>
              <p:cNvSpPr/>
              <p:nvPr/>
            </p:nvSpPr>
            <p:spPr>
              <a:xfrm>
                <a:off x="1633680" y="1645920"/>
                <a:ext cx="1499040" cy="1023840"/>
              </a:xfrm>
              <a:custGeom>
                <a:avLst/>
                <a:gdLst>
                  <a:gd name="textAreaLeft" fmla="*/ 0 w 1499040"/>
                  <a:gd name="textAreaRight" fmla="*/ 1499400 w 1499040"/>
                  <a:gd name="textAreaTop" fmla="*/ 0 h 1023840"/>
                  <a:gd name="textAreaBottom" fmla="*/ 1024200 h 1023840"/>
                  <a:gd name="GluePoint1X" fmla="*/ 2147483647 w 598"/>
                  <a:gd name="GluePoint1Y" fmla="*/ 2147483647 h 438"/>
                  <a:gd name="GluePoint2X" fmla="*/ 2147483647 w 598"/>
                  <a:gd name="GluePoint2Y" fmla="*/ 2147483647 h 438"/>
                  <a:gd name="GluePoint3X" fmla="*/ 2147483647 w 598"/>
                  <a:gd name="GluePoint3Y" fmla="*/ 2147483647 h 438"/>
                  <a:gd name="GluePoint4X" fmla="*/ 2147483647 w 598"/>
                  <a:gd name="GluePoint4Y" fmla="*/ 0 h 438"/>
                  <a:gd name="GluePoint5X" fmla="*/ 0 w 598"/>
                  <a:gd name="GluePoint5Y" fmla="*/ 2147483647 h 438"/>
                  <a:gd name="GluePoint6X" fmla="*/ 2147483647 w 598"/>
                  <a:gd name="GluePoint6Y" fmla="*/ 2147483647 h 438"/>
                  <a:gd name="GluePoint7X" fmla="*/ 2147483647 w 598"/>
                  <a:gd name="GluePoint7Y" fmla="*/ 2147483647 h 438"/>
                  <a:gd name="GluePoint8X" fmla="*/ 2147483647 w 598"/>
                  <a:gd name="GluePoint8Y" fmla="*/ 2147483647 h 438"/>
                  <a:gd name="GluePoint9X" fmla="*/ 2147483647 w 598"/>
                  <a:gd name="GluePoint9Y" fmla="*/ 2147483647 h 4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598" h="438">
                    <a:moveTo>
                      <a:pt x="598" y="219"/>
                    </a:moveTo>
                    <a:cubicBezTo>
                      <a:pt x="517" y="219"/>
                      <a:pt x="446" y="175"/>
                      <a:pt x="409" y="110"/>
                    </a:cubicBezTo>
                    <a:cubicBezTo>
                      <a:pt x="409" y="110"/>
                      <a:pt x="409" y="110"/>
                      <a:pt x="409" y="110"/>
                    </a:cubicBezTo>
                    <a:cubicBezTo>
                      <a:pt x="371" y="44"/>
                      <a:pt x="300" y="0"/>
                      <a:pt x="219" y="0"/>
                    </a:cubicBezTo>
                    <a:cubicBezTo>
                      <a:pt x="98" y="0"/>
                      <a:pt x="0" y="98"/>
                      <a:pt x="0" y="219"/>
                    </a:cubicBezTo>
                    <a:cubicBezTo>
                      <a:pt x="0" y="340"/>
                      <a:pt x="98" y="438"/>
                      <a:pt x="219" y="438"/>
                    </a:cubicBezTo>
                    <a:cubicBezTo>
                      <a:pt x="300" y="438"/>
                      <a:pt x="371" y="394"/>
                      <a:pt x="409" y="328"/>
                    </a:cubicBezTo>
                    <a:cubicBezTo>
                      <a:pt x="409" y="329"/>
                      <a:pt x="409" y="329"/>
                      <a:pt x="409" y="329"/>
                    </a:cubicBezTo>
                    <a:cubicBezTo>
                      <a:pt x="446" y="263"/>
                      <a:pt x="517" y="219"/>
                      <a:pt x="598" y="21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40" name="Freeform 110"/>
              <p:cNvSpPr/>
              <p:nvPr/>
            </p:nvSpPr>
            <p:spPr>
              <a:xfrm flipH="1">
                <a:off x="6169680" y="1647720"/>
                <a:ext cx="1499040" cy="1023840"/>
              </a:xfrm>
              <a:custGeom>
                <a:avLst/>
                <a:gdLst>
                  <a:gd name="textAreaLeft" fmla="*/ 360 w 1499040"/>
                  <a:gd name="textAreaRight" fmla="*/ 1499760 w 1499040"/>
                  <a:gd name="textAreaTop" fmla="*/ 0 h 1023840"/>
                  <a:gd name="textAreaBottom" fmla="*/ 1024200 h 1023840"/>
                  <a:gd name="GluePoint1X" fmla="*/ 2147483647 w 598"/>
                  <a:gd name="GluePoint1Y" fmla="*/ 2147483647 h 438"/>
                  <a:gd name="GluePoint2X" fmla="*/ 2147483647 w 598"/>
                  <a:gd name="GluePoint2Y" fmla="*/ 2147483647 h 438"/>
                  <a:gd name="GluePoint3X" fmla="*/ 2147483647 w 598"/>
                  <a:gd name="GluePoint3Y" fmla="*/ 2147483647 h 438"/>
                  <a:gd name="GluePoint4X" fmla="*/ 2147483647 w 598"/>
                  <a:gd name="GluePoint4Y" fmla="*/ 0 h 438"/>
                  <a:gd name="GluePoint5X" fmla="*/ 0 w 598"/>
                  <a:gd name="GluePoint5Y" fmla="*/ 2147483647 h 438"/>
                  <a:gd name="GluePoint6X" fmla="*/ 2147483647 w 598"/>
                  <a:gd name="GluePoint6Y" fmla="*/ 2147483647 h 438"/>
                  <a:gd name="GluePoint7X" fmla="*/ 2147483647 w 598"/>
                  <a:gd name="GluePoint7Y" fmla="*/ 2147483647 h 438"/>
                  <a:gd name="GluePoint8X" fmla="*/ 2147483647 w 598"/>
                  <a:gd name="GluePoint8Y" fmla="*/ 2147483647 h 438"/>
                  <a:gd name="GluePoint9X" fmla="*/ 2147483647 w 598"/>
                  <a:gd name="GluePoint9Y" fmla="*/ 2147483647 h 4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598" h="438">
                    <a:moveTo>
                      <a:pt x="598" y="219"/>
                    </a:moveTo>
                    <a:cubicBezTo>
                      <a:pt x="517" y="219"/>
                      <a:pt x="446" y="175"/>
                      <a:pt x="409" y="110"/>
                    </a:cubicBezTo>
                    <a:cubicBezTo>
                      <a:pt x="409" y="110"/>
                      <a:pt x="409" y="110"/>
                      <a:pt x="409" y="110"/>
                    </a:cubicBezTo>
                    <a:cubicBezTo>
                      <a:pt x="371" y="44"/>
                      <a:pt x="300" y="0"/>
                      <a:pt x="219" y="0"/>
                    </a:cubicBezTo>
                    <a:cubicBezTo>
                      <a:pt x="98" y="0"/>
                      <a:pt x="0" y="98"/>
                      <a:pt x="0" y="219"/>
                    </a:cubicBezTo>
                    <a:cubicBezTo>
                      <a:pt x="0" y="340"/>
                      <a:pt x="98" y="438"/>
                      <a:pt x="219" y="438"/>
                    </a:cubicBezTo>
                    <a:cubicBezTo>
                      <a:pt x="300" y="438"/>
                      <a:pt x="371" y="394"/>
                      <a:pt x="409" y="328"/>
                    </a:cubicBezTo>
                    <a:cubicBezTo>
                      <a:pt x="409" y="329"/>
                      <a:pt x="409" y="329"/>
                      <a:pt x="409" y="329"/>
                    </a:cubicBezTo>
                    <a:cubicBezTo>
                      <a:pt x="446" y="263"/>
                      <a:pt x="517" y="219"/>
                      <a:pt x="598" y="219"/>
                    </a:cubicBezTo>
                  </a:path>
                </a:pathLst>
              </a:custGeom>
              <a:noFill/>
              <a:ln w="82440">
                <a:solidFill>
                  <a:srgbClr val="26992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041" name="Line 182"/>
              <p:cNvSpPr/>
              <p:nvPr/>
            </p:nvSpPr>
            <p:spPr>
              <a:xfrm>
                <a:off x="3101040" y="2148120"/>
                <a:ext cx="3065400" cy="0"/>
              </a:xfrm>
              <a:prstGeom prst="line">
                <a:avLst/>
              </a:prstGeom>
              <a:ln w="122400">
                <a:solidFill>
                  <a:srgbClr val="0099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</p:grpSp>
      <p:sp>
        <p:nvSpPr>
          <p:cNvPr id="2042" name="Down Arrow 218"/>
          <p:cNvSpPr/>
          <p:nvPr/>
        </p:nvSpPr>
        <p:spPr>
          <a:xfrm>
            <a:off x="4340160" y="2949480"/>
            <a:ext cx="451080" cy="733680"/>
          </a:xfrm>
          <a:prstGeom prst="downArrow">
            <a:avLst>
              <a:gd name="adj1" fmla="val 50000"/>
              <a:gd name="adj2" fmla="val 49939"/>
            </a:avLst>
          </a:prstGeom>
          <a:solidFill>
            <a:srgbClr val="dddddd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43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5CCD02-882F-4B2B-B03D-F5279BE1027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4" name="Group 25"/>
          <p:cNvGrpSpPr/>
          <p:nvPr/>
        </p:nvGrpSpPr>
        <p:grpSpPr>
          <a:xfrm>
            <a:off x="469800" y="2859120"/>
            <a:ext cx="3944880" cy="2892240"/>
            <a:chOff x="469800" y="2859120"/>
            <a:chExt cx="3944880" cy="2892240"/>
          </a:xfrm>
        </p:grpSpPr>
        <p:pic>
          <p:nvPicPr>
            <p:cNvPr id="2045" name="Picture 22" descr="arc_layout"/>
            <p:cNvPicPr/>
            <p:nvPr/>
          </p:nvPicPr>
          <p:blipFill>
            <a:blip r:embed="rId1"/>
            <a:stretch/>
          </p:blipFill>
          <p:spPr>
            <a:xfrm>
              <a:off x="469800" y="2859120"/>
              <a:ext cx="3944880" cy="2892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46" name="Line 5"/>
            <p:cNvSpPr/>
            <p:nvPr/>
          </p:nvSpPr>
          <p:spPr>
            <a:xfrm>
              <a:off x="511920" y="4512600"/>
              <a:ext cx="1440" cy="120528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47" name="Arc 6"/>
            <p:cNvSpPr/>
            <p:nvPr/>
          </p:nvSpPr>
          <p:spPr>
            <a:xfrm>
              <a:off x="503640" y="5406840"/>
              <a:ext cx="283320" cy="302760"/>
            </a:xfrm>
            <a:custGeom>
              <a:avLst/>
              <a:gdLst>
                <a:gd name="textAreaLeft" fmla="*/ 0 w 283320"/>
                <a:gd name="textAreaRight" fmla="*/ 283680 w 283320"/>
                <a:gd name="textAreaTop" fmla="*/ 0 h 302760"/>
                <a:gd name="textAreaBottom" fmla="*/ 302760 h 302760"/>
                <a:gd name="GluePoint1X" fmla="*/ 0 w 18754"/>
                <a:gd name="GluePoint1Y" fmla="*/ 0 h 21600"/>
                <a:gd name="GluePoint2X" fmla="*/ 200 w 18754"/>
                <a:gd name="GluePoint2Y" fmla="*/ 111 h 21600"/>
                <a:gd name="GluePoint3X" fmla="*/ 0 w 18754"/>
                <a:gd name="GluePoint3Y" fmla="*/ 22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18754" h="21600">
                  <a:moveTo>
                    <a:pt x="-1" y="0"/>
                  </a:moveTo>
                  <a:cubicBezTo>
                    <a:pt x="7751" y="0"/>
                    <a:pt x="14908" y="4153"/>
                    <a:pt x="18753" y="10883"/>
                  </a:cubicBezTo>
                </a:path>
                <a:path stroke="0" w="18754" h="21600">
                  <a:moveTo>
                    <a:pt x="-1" y="0"/>
                  </a:moveTo>
                  <a:cubicBezTo>
                    <a:pt x="7751" y="0"/>
                    <a:pt x="14908" y="4153"/>
                    <a:pt x="18753" y="1088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48" name="Text Box 7"/>
            <p:cNvSpPr/>
            <p:nvPr/>
          </p:nvSpPr>
          <p:spPr>
            <a:xfrm>
              <a:off x="555120" y="5089680"/>
              <a:ext cx="56556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ru-RU" sz="2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60</a:t>
              </a:r>
              <a:r>
                <a:rPr b="0" lang="ru-RU" sz="2000" strike="noStrike" u="sng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</a:t>
              </a:r>
              <a:endParaRPr b="0" lang="en-IN" sz="2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49" name="Line 8"/>
            <p:cNvSpPr/>
            <p:nvPr/>
          </p:nvSpPr>
          <p:spPr>
            <a:xfrm flipH="1">
              <a:off x="1977120" y="4295880"/>
              <a:ext cx="1013040" cy="5868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50" name="Line 9"/>
            <p:cNvSpPr/>
            <p:nvPr/>
          </p:nvSpPr>
          <p:spPr>
            <a:xfrm flipH="1" flipV="1">
              <a:off x="1945080" y="3720960"/>
              <a:ext cx="1038960" cy="5533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51" name="Arc 10"/>
            <p:cNvSpPr/>
            <p:nvPr/>
          </p:nvSpPr>
          <p:spPr>
            <a:xfrm>
              <a:off x="2736720" y="4016520"/>
              <a:ext cx="545040" cy="563400"/>
            </a:xfrm>
            <a:custGeom>
              <a:avLst/>
              <a:gdLst>
                <a:gd name="textAreaLeft" fmla="*/ 0 w 545040"/>
                <a:gd name="textAreaRight" fmla="*/ 545400 w 545040"/>
                <a:gd name="textAreaTop" fmla="*/ 0 h 563400"/>
                <a:gd name="textAreaBottom" fmla="*/ 563760 h 563400"/>
                <a:gd name="GluePoint1X" fmla="*/ 5 w 40192"/>
                <a:gd name="GluePoint1Y" fmla="*/ 93 h 43200"/>
                <a:gd name="GluePoint2X" fmla="*/ 0 w 40192"/>
                <a:gd name="GluePoint2Y" fmla="*/ 309 h 43200"/>
                <a:gd name="GluePoint3X" fmla="*/ 178 w 40192"/>
                <a:gd name="GluePoint3Y" fmla="*/ 205 h 432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40192" h="43200">
                  <a:moveTo>
                    <a:pt x="479" y="9832"/>
                  </a:moveTo>
                  <a:cubicBezTo>
                    <a:pt x="4463" y="3699"/>
                    <a:pt x="11279" y="-1"/>
                    <a:pt x="18592" y="0"/>
                  </a:cubicBezTo>
                  <a:cubicBezTo>
                    <a:pt x="30521" y="0"/>
                    <a:pt x="40192" y="9670"/>
                    <a:pt x="40192" y="21600"/>
                  </a:cubicBezTo>
                  <a:cubicBezTo>
                    <a:pt x="40192" y="33529"/>
                    <a:pt x="30521" y="43200"/>
                    <a:pt x="18592" y="43200"/>
                  </a:cubicBezTo>
                  <a:cubicBezTo>
                    <a:pt x="10956" y="43200"/>
                    <a:pt x="3887" y="39168"/>
                    <a:pt x="0" y="32595"/>
                  </a:cubicBezTo>
                </a:path>
                <a:path stroke="0" w="40192" h="43200">
                  <a:moveTo>
                    <a:pt x="479" y="9832"/>
                  </a:moveTo>
                  <a:cubicBezTo>
                    <a:pt x="4463" y="3699"/>
                    <a:pt x="11279" y="-1"/>
                    <a:pt x="18592" y="0"/>
                  </a:cubicBezTo>
                  <a:cubicBezTo>
                    <a:pt x="30521" y="0"/>
                    <a:pt x="40192" y="9670"/>
                    <a:pt x="40192" y="21600"/>
                  </a:cubicBezTo>
                  <a:cubicBezTo>
                    <a:pt x="40192" y="33529"/>
                    <a:pt x="30521" y="43200"/>
                    <a:pt x="18592" y="43200"/>
                  </a:cubicBezTo>
                  <a:cubicBezTo>
                    <a:pt x="10956" y="43200"/>
                    <a:pt x="3887" y="39168"/>
                    <a:pt x="0" y="32595"/>
                  </a:cubicBezTo>
                  <a:lnTo>
                    <a:pt x="18592" y="21600"/>
                  </a:lnTo>
                  <a:close/>
                </a:path>
              </a:pathLst>
            </a:custGeom>
            <a:noFill/>
            <a:ln w="190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52" name="Text Box 11"/>
            <p:cNvSpPr/>
            <p:nvPr/>
          </p:nvSpPr>
          <p:spPr>
            <a:xfrm>
              <a:off x="3282120" y="4101840"/>
              <a:ext cx="70740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ru-RU" sz="2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300</a:t>
              </a:r>
              <a:r>
                <a:rPr b="0" lang="ru-RU" sz="2000" strike="noStrike" u="sng">
                  <a:solidFill>
                    <a:srgbClr val="000000"/>
                  </a:solidFill>
                  <a:effectLst/>
                  <a:uFillTx/>
                  <a:latin typeface="Symbol"/>
                  <a:ea typeface="Symbol"/>
                </a:rPr>
                <a:t></a:t>
              </a:r>
              <a:endParaRPr b="0" lang="en-IN" sz="2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53" name="Line 14"/>
            <p:cNvSpPr/>
            <p:nvPr/>
          </p:nvSpPr>
          <p:spPr>
            <a:xfrm flipH="1">
              <a:off x="513720" y="5117400"/>
              <a:ext cx="1044000" cy="60444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054" name="Text Box 15"/>
            <p:cNvSpPr/>
            <p:nvPr/>
          </p:nvSpPr>
          <p:spPr>
            <a:xfrm>
              <a:off x="2306160" y="5107680"/>
              <a:ext cx="1331640" cy="33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t">
              <a:spAutoFit/>
            </a:bodyPr>
            <a:p>
              <a:pPr>
                <a:spcBef>
                  <a:spcPts val="1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600" strike="noStrike" u="none">
                  <a:solidFill>
                    <a:srgbClr val="000066"/>
                  </a:solidFill>
                  <a:effectLst/>
                  <a:uFillTx/>
                  <a:latin typeface="Arial Unicode MS"/>
                </a:rPr>
                <a:t>C = 117.6 m</a:t>
              </a:r>
              <a:endParaRPr b="0" lang="en-IN" sz="16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2055" name="Text Box 5"/>
          <p:cNvSpPr/>
          <p:nvPr/>
        </p:nvSpPr>
        <p:spPr>
          <a:xfrm>
            <a:off x="0" y="150840"/>
            <a:ext cx="9144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Two-pass Arc Layout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56" name="Rectangle 3"/>
          <p:cNvSpPr/>
          <p:nvPr/>
        </p:nvSpPr>
        <p:spPr>
          <a:xfrm>
            <a:off x="441360" y="914400"/>
            <a:ext cx="8470800" cy="13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812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Simple closing of arc geometry when using similar super cells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812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1.2 / 2.4 GeV/c arc design used as an illustration can be scaled/optimized for higher energies preserving the factor of 2 momentum ratio of the two passes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2057" name="Picture 26" descr="droplet_layout_full"/>
          <p:cNvPicPr/>
          <p:nvPr/>
        </p:nvPicPr>
        <p:blipFill>
          <a:blip r:embed="rId4"/>
          <a:stretch/>
        </p:blipFill>
        <p:spPr>
          <a:xfrm>
            <a:off x="4500720" y="2249640"/>
            <a:ext cx="4451040" cy="40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8" name="Rectangle 11"/>
          <p:cNvSpPr/>
          <p:nvPr/>
        </p:nvSpPr>
        <p:spPr>
          <a:xfrm>
            <a:off x="3598920" y="5943600"/>
            <a:ext cx="157140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Vasiliy Morozov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59" name="Rectangle 14"/>
          <p:cNvSpPr/>
          <p:nvPr/>
        </p:nvSpPr>
        <p:spPr>
          <a:xfrm>
            <a:off x="0" y="2255760"/>
            <a:ext cx="2057400" cy="947880"/>
          </a:xfrm>
          <a:prstGeom prst="rect">
            <a:avLst/>
          </a:prstGeom>
          <a:noFill/>
          <a:ln w="12600">
            <a:solidFill>
              <a:srgbClr val="00279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Droplet arc: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457200" indent="-457200">
              <a:lnSpc>
                <a:spcPct val="100000"/>
              </a:lnSpc>
              <a:buClr>
                <a:srgbClr val="00279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60</a:t>
            </a: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Symbol"/>
                <a:ea typeface="Symbol"/>
              </a:rPr>
              <a:t></a:t>
            </a: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 outward bend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457200" indent="-457200">
              <a:lnSpc>
                <a:spcPct val="100000"/>
              </a:lnSpc>
              <a:buClr>
                <a:srgbClr val="00279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300</a:t>
            </a: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Symbol"/>
                <a:ea typeface="Symbol"/>
              </a:rPr>
              <a:t></a:t>
            </a: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 inward bend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457200" indent="-457200">
              <a:lnSpc>
                <a:spcPct val="100000"/>
              </a:lnSpc>
              <a:buClr>
                <a:srgbClr val="00279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60</a:t>
            </a: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Symbol"/>
                <a:ea typeface="Symbol"/>
              </a:rPr>
              <a:t></a:t>
            </a:r>
            <a:r>
              <a:rPr b="0" lang="en-GB" sz="1400" strike="noStrike" u="none">
                <a:solidFill>
                  <a:srgbClr val="00279f"/>
                </a:solidFill>
                <a:effectLst/>
                <a:uFillTx/>
                <a:latin typeface="Arial"/>
                <a:ea typeface="Arial"/>
              </a:rPr>
              <a:t> outward bend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60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61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869904-3053-4C99-9D51-6661F4E7074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Text Box 5"/>
          <p:cNvSpPr/>
          <p:nvPr/>
        </p:nvSpPr>
        <p:spPr>
          <a:xfrm>
            <a:off x="0" y="152280"/>
            <a:ext cx="914400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Super-Cell Optics for P</a:t>
            </a:r>
            <a:r>
              <a:rPr b="0" lang="en-US" sz="3200" strike="noStrike" u="none" baseline="-25000">
                <a:solidFill>
                  <a:srgbClr val="00b050"/>
                </a:solidFill>
                <a:effectLst/>
                <a:uFillTx/>
                <a:latin typeface="Arial Unicode MS"/>
              </a:rPr>
              <a:t>2</a:t>
            </a: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/P</a:t>
            </a:r>
            <a:r>
              <a:rPr b="0" lang="en-US" sz="3200" strike="noStrike" u="none" baseline="-25000">
                <a:solidFill>
                  <a:srgbClr val="00b050"/>
                </a:solidFill>
                <a:effectLst/>
                <a:uFillTx/>
                <a:latin typeface="Arial Unicode MS"/>
              </a:rPr>
              <a:t>1</a:t>
            </a: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 = 2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63" name="Rectangle 3"/>
          <p:cNvSpPr/>
          <p:nvPr/>
        </p:nvSpPr>
        <p:spPr>
          <a:xfrm>
            <a:off x="407880" y="1473120"/>
            <a:ext cx="4939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P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64" name="Rectangle 3"/>
          <p:cNvSpPr/>
          <p:nvPr/>
        </p:nvSpPr>
        <p:spPr>
          <a:xfrm>
            <a:off x="4821120" y="1486080"/>
            <a:ext cx="5810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2xP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2065" name="Picture 19" descr="orb_disp_1"/>
          <p:cNvPicPr/>
          <p:nvPr/>
        </p:nvPicPr>
        <p:blipFill>
          <a:blip r:embed="rId1"/>
          <a:stretch/>
        </p:blipFill>
        <p:spPr>
          <a:xfrm>
            <a:off x="152280" y="1809720"/>
            <a:ext cx="4113360" cy="228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6" name="Picture 20" descr="betas_1"/>
          <p:cNvPicPr/>
          <p:nvPr/>
        </p:nvPicPr>
        <p:blipFill>
          <a:blip r:embed="rId2"/>
          <a:stretch/>
        </p:blipFill>
        <p:spPr>
          <a:xfrm>
            <a:off x="393840" y="4067280"/>
            <a:ext cx="3481200" cy="212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7" name="Picture 21" descr="orb_disp_2"/>
          <p:cNvPicPr/>
          <p:nvPr/>
        </p:nvPicPr>
        <p:blipFill>
          <a:blip r:embed="rId3"/>
          <a:stretch/>
        </p:blipFill>
        <p:spPr>
          <a:xfrm>
            <a:off x="4495680" y="1816200"/>
            <a:ext cx="4469040" cy="223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8" name="Picture 22" descr="betas_2"/>
          <p:cNvPicPr/>
          <p:nvPr/>
        </p:nvPicPr>
        <p:blipFill>
          <a:blip r:embed="rId4"/>
          <a:stretch/>
        </p:blipFill>
        <p:spPr>
          <a:xfrm>
            <a:off x="4836960" y="4054320"/>
            <a:ext cx="3483000" cy="20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9" name="Rectangle 11"/>
          <p:cNvSpPr/>
          <p:nvPr/>
        </p:nvSpPr>
        <p:spPr>
          <a:xfrm>
            <a:off x="7424640" y="914400"/>
            <a:ext cx="157176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Vasiliy Morozov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70" name="Rectangle 9"/>
          <p:cNvSpPr/>
          <p:nvPr/>
        </p:nvSpPr>
        <p:spPr>
          <a:xfrm>
            <a:off x="843120" y="895320"/>
            <a:ext cx="64720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spcBef>
                <a:spcPts val="451"/>
              </a:spcBef>
              <a:spcAft>
                <a:spcPts val="451"/>
              </a:spcAft>
              <a:buSzPct val="102812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Each arc is composed of symmetric super cells consisting of linear combined-function magnets (each bend: 2.5</a:t>
            </a:r>
            <a:r>
              <a:rPr b="0" lang="en-US" sz="1800" strike="noStrike" u="none" baseline="30000">
                <a:solidFill>
                  <a:srgbClr val="7030a0"/>
                </a:solidFill>
                <a:effectLst/>
                <a:uFillTx/>
                <a:latin typeface="Arial Unicode MS"/>
              </a:rPr>
              <a:t>0</a:t>
            </a: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)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71" name="TextBox 10"/>
          <p:cNvSpPr/>
          <p:nvPr/>
        </p:nvSpPr>
        <p:spPr>
          <a:xfrm>
            <a:off x="4114800" y="5438880"/>
            <a:ext cx="67320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72" name="TextBox 11"/>
          <p:cNvSpPr/>
          <p:nvPr/>
        </p:nvSpPr>
        <p:spPr>
          <a:xfrm>
            <a:off x="4017960" y="3886200"/>
            <a:ext cx="914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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= 60</a:t>
            </a:r>
            <a:r>
              <a:rPr b="0" lang="en-US" sz="1400" strike="noStrike" u="none" baseline="30000">
                <a:solidFill>
                  <a:srgbClr val="000000"/>
                </a:solidFill>
                <a:effectLst/>
                <a:uFillTx/>
                <a:latin typeface="Arial Unicode MS"/>
              </a:rPr>
              <a:t>0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 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73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74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2DCE18-AA8F-4715-8B70-A2F9031C646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Text Box 5"/>
          <p:cNvSpPr/>
          <p:nvPr/>
        </p:nvSpPr>
        <p:spPr>
          <a:xfrm>
            <a:off x="157320" y="90360"/>
            <a:ext cx="8577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‘Droplet’ Arc </a:t>
            </a: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 Spreader/Recombiner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76" name="Rectangle 3"/>
          <p:cNvSpPr/>
          <p:nvPr/>
        </p:nvSpPr>
        <p:spPr>
          <a:xfrm>
            <a:off x="1058760" y="938160"/>
            <a:ext cx="681048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499"/>
              </a:spcBef>
              <a:spcAft>
                <a:spcPts val="499"/>
              </a:spcAft>
              <a:buSzPct val="102792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First few magnets of the super cell have dipole field component only, serving as Spreader/Recombiner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77" name="Text Box 18"/>
          <p:cNvSpPr/>
          <p:nvPr/>
        </p:nvSpPr>
        <p:spPr>
          <a:xfrm>
            <a:off x="516600" y="5234040"/>
            <a:ext cx="30877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 baseline="30000">
                <a:solidFill>
                  <a:srgbClr val="000000"/>
                </a:solidFill>
                <a:effectLst/>
                <a:uFillTx/>
                <a:latin typeface="Arial Unicode MS"/>
              </a:rPr>
              <a:t>*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 Trajectories are shown to scale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78" name="Rectangle 11"/>
          <p:cNvSpPr/>
          <p:nvPr/>
        </p:nvSpPr>
        <p:spPr>
          <a:xfrm>
            <a:off x="3746520" y="5715000"/>
            <a:ext cx="157176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Vasiliy Morozov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2079" name="Picture 2" descr=""/>
          <p:cNvPicPr/>
          <p:nvPr/>
        </p:nvPicPr>
        <p:blipFill>
          <a:blip r:embed="rId2"/>
          <a:stretch/>
        </p:blipFill>
        <p:spPr>
          <a:xfrm>
            <a:off x="952560" y="1865160"/>
            <a:ext cx="6880320" cy="35323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080" name=""/>
          <p:cNvGraphicFramePr/>
          <p:nvPr/>
        </p:nvGraphicFramePr>
        <p:xfrm>
          <a:off x="6684840" y="5319720"/>
          <a:ext cx="1712880" cy="609480"/>
        </p:xfrm>
        <a:graphic>
          <a:graphicData uri="http://schemas.openxmlformats.org/drawingml/2006/table">
            <a:tbl>
              <a:tblPr/>
              <a:tblGrid>
                <a:gridCol w="522360"/>
                <a:gridCol w="1190520"/>
              </a:tblGrid>
              <a:tr h="3074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B</a:t>
                      </a:r>
                      <a:endParaRPr b="0" lang="en-IN" sz="14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1 .7 Tesla</a:t>
                      </a:r>
                      <a:endParaRPr b="0" lang="en-IN" sz="14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  <a:tr h="3074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G</a:t>
                      </a:r>
                      <a:endParaRPr b="0" lang="en-IN" sz="14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400" strike="noStrike" u="none">
                          <a:solidFill>
                            <a:srgbClr val="800080"/>
                          </a:solidFill>
                          <a:effectLst/>
                          <a:uFillTx/>
                          <a:latin typeface="Arial Unicode MS"/>
                        </a:rPr>
                        <a:t>28 Tesla/m</a:t>
                      </a:r>
                      <a:endParaRPr b="0" lang="en-IN" sz="14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f6ecfe"/>
                    </a:solidFill>
                  </a:tcPr>
                </a:tc>
              </a:tr>
            </a:tbl>
          </a:graphicData>
        </a:graphic>
      </p:graphicFrame>
      <p:cxnSp>
        <p:nvCxnSpPr>
          <p:cNvPr id="2081" name="Straight Arrow Connector 11"/>
          <p:cNvCxnSpPr/>
          <p:nvPr/>
        </p:nvCxnSpPr>
        <p:spPr>
          <a:xfrm>
            <a:off x="1213920" y="3392280"/>
            <a:ext cx="266040" cy="14760"/>
          </a:xfrm>
          <a:prstGeom prst="straightConnector1">
            <a:avLst/>
          </a:prstGeom>
          <a:ln w="12600">
            <a:solidFill>
              <a:srgbClr val="000000"/>
            </a:solidFill>
            <a:miter/>
            <a:tailEnd len="med" type="arrow" w="med"/>
          </a:ln>
        </p:spPr>
      </p:cxnSp>
      <p:sp>
        <p:nvSpPr>
          <p:cNvPr id="2082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83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E1E151-DDE2-4933-8DD5-6E14AB613BB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Text Box 5"/>
          <p:cNvSpPr/>
          <p:nvPr/>
        </p:nvSpPr>
        <p:spPr>
          <a:xfrm>
            <a:off x="0" y="150840"/>
            <a:ext cx="9144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A pair of 2-pass Arcs </a:t>
            </a: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Symbol"/>
                <a:ea typeface="Symbol"/>
              </a:rPr>
              <a:t></a:t>
            </a: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 Switchyard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85" name="Rectangle 3"/>
          <p:cNvSpPr/>
          <p:nvPr/>
        </p:nvSpPr>
        <p:spPr>
          <a:xfrm>
            <a:off x="299880" y="1046160"/>
            <a:ext cx="857916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Lower momentum arc is the most challenging because of the highest momentum ratio; have a solution but still plenty of room for optimization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2086" name="Picture 17" descr="spreader"/>
          <p:cNvPicPr/>
          <p:nvPr/>
        </p:nvPicPr>
        <p:blipFill>
          <a:blip r:embed="rId2"/>
          <a:stretch/>
        </p:blipFill>
        <p:spPr>
          <a:xfrm>
            <a:off x="7920" y="2070000"/>
            <a:ext cx="9136080" cy="353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7" name="Text Box 18"/>
          <p:cNvSpPr/>
          <p:nvPr/>
        </p:nvSpPr>
        <p:spPr>
          <a:xfrm>
            <a:off x="1166040" y="5715000"/>
            <a:ext cx="30877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 baseline="30000">
                <a:solidFill>
                  <a:srgbClr val="000000"/>
                </a:solidFill>
                <a:effectLst/>
                <a:uFillTx/>
                <a:latin typeface="Arial Unicode MS"/>
              </a:rPr>
              <a:t>*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 Trajectories are shown to scale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88" name="Rectangle 11"/>
          <p:cNvSpPr/>
          <p:nvPr/>
        </p:nvSpPr>
        <p:spPr>
          <a:xfrm>
            <a:off x="7243920" y="5727600"/>
            <a:ext cx="157140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Vasiliy Morozov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89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90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54BF97-AF99-486C-8FC1-408B21C6751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Text Box 5"/>
          <p:cNvSpPr/>
          <p:nvPr/>
        </p:nvSpPr>
        <p:spPr>
          <a:xfrm>
            <a:off x="0" y="150840"/>
            <a:ext cx="9144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Vertical Bypass Concept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92" name="Rectangle 3"/>
          <p:cNvSpPr/>
          <p:nvPr/>
        </p:nvSpPr>
        <p:spPr>
          <a:xfrm>
            <a:off x="633240" y="3011400"/>
            <a:ext cx="24339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10000"/>
              </a:lnSpc>
              <a:buSzPct val="102837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3xP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93" name="Rectangle 3"/>
          <p:cNvSpPr/>
          <p:nvPr/>
        </p:nvSpPr>
        <p:spPr>
          <a:xfrm>
            <a:off x="5191200" y="3048120"/>
            <a:ext cx="24336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10000"/>
              </a:lnSpc>
              <a:buSzPct val="102837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4xP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pic>
        <p:nvPicPr>
          <p:cNvPr id="2094" name="Picture 7" descr="bypass"/>
          <p:cNvPicPr/>
          <p:nvPr/>
        </p:nvPicPr>
        <p:blipFill>
          <a:blip r:embed="rId3"/>
          <a:stretch/>
        </p:blipFill>
        <p:spPr>
          <a:xfrm>
            <a:off x="457200" y="1171440"/>
            <a:ext cx="7924680" cy="195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5" name="Picture 8" descr="bypass_optics_3"/>
          <p:cNvPicPr/>
          <p:nvPr/>
        </p:nvPicPr>
        <p:blipFill>
          <a:blip r:embed="rId4"/>
          <a:stretch/>
        </p:blipFill>
        <p:spPr>
          <a:xfrm>
            <a:off x="228600" y="3357720"/>
            <a:ext cx="4113360" cy="274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6" name="Picture 9" descr="bypass_optics_4"/>
          <p:cNvPicPr/>
          <p:nvPr/>
        </p:nvPicPr>
        <p:blipFill>
          <a:blip r:embed="rId5"/>
          <a:stretch/>
        </p:blipFill>
        <p:spPr>
          <a:xfrm>
            <a:off x="4724280" y="3359160"/>
            <a:ext cx="4113360" cy="27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7" name="Rectangle 11"/>
          <p:cNvSpPr/>
          <p:nvPr/>
        </p:nvSpPr>
        <p:spPr>
          <a:xfrm>
            <a:off x="3814920" y="5979960"/>
            <a:ext cx="1571400" cy="355680"/>
          </a:xfrm>
          <a:prstGeom prst="rect">
            <a:avLst/>
          </a:prstGeom>
          <a:solidFill>
            <a:srgbClr val="ffff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 algn="ctr">
              <a:lnSpc>
                <a:spcPct val="125000"/>
              </a:lnSpc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99"/>
                </a:solidFill>
                <a:effectLst/>
                <a:uFillTx/>
                <a:latin typeface="Arial Unicode MS"/>
                <a:ea typeface="SimSun"/>
              </a:rPr>
              <a:t>Vasiliy Morozov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98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099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C3A5BE-DABC-48DA-9375-9AB572464C1F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Text Box 5"/>
          <p:cNvSpPr/>
          <p:nvPr/>
        </p:nvSpPr>
        <p:spPr>
          <a:xfrm>
            <a:off x="0" y="152280"/>
            <a:ext cx="91440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Advantages of New Arc Design</a:t>
            </a:r>
            <a:endParaRPr b="0" lang="en-IN" sz="3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01" name="Rectangle 3"/>
          <p:cNvSpPr/>
          <p:nvPr/>
        </p:nvSpPr>
        <p:spPr>
          <a:xfrm>
            <a:off x="441360" y="985680"/>
            <a:ext cx="8470800" cy="46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ts val="2798"/>
              </a:lnSpc>
              <a:spcBef>
                <a:spcPts val="601"/>
              </a:spcBef>
              <a:spcAft>
                <a:spcPts val="1199"/>
              </a:spcAft>
              <a:buSzPct val="102792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No need for a dedicated switchyard with spreader/recombiner incorporated into the arc design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ts val="2798"/>
              </a:lnSpc>
              <a:spcBef>
                <a:spcPts val="601"/>
              </a:spcBef>
              <a:spcAft>
                <a:spcPts val="1199"/>
              </a:spcAft>
              <a:buSzPct val="102792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Optimization of magnet bending angles in addition to quadrupole components allows for greater compactness and minimal orbit excursion (equal same-direction bends used as initial condition in the optimization)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ts val="2798"/>
              </a:lnSpc>
              <a:spcBef>
                <a:spcPts val="601"/>
              </a:spcBef>
              <a:spcAft>
                <a:spcPts val="1199"/>
              </a:spcAft>
              <a:buSzPct val="102792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Greater dynamic aperture and momentum acceptance expected with linear-field lattice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ts val="2798"/>
              </a:lnSpc>
              <a:spcBef>
                <a:spcPts val="601"/>
              </a:spcBef>
              <a:spcAft>
                <a:spcPts val="1199"/>
              </a:spcAft>
              <a:buSzPct val="102792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Simpler linear combined-function magnet design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ts val="2798"/>
              </a:lnSpc>
              <a:spcBef>
                <a:spcPts val="601"/>
              </a:spcBef>
              <a:spcAft>
                <a:spcPts val="1199"/>
              </a:spcAft>
              <a:buSzPct val="102792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Fully scalable Optics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02" name="Rectangle 3"/>
          <p:cNvSpPr/>
          <p:nvPr/>
        </p:nvSpPr>
        <p:spPr>
          <a:xfrm>
            <a:off x="682560" y="5746680"/>
            <a:ext cx="8023320" cy="459720"/>
          </a:xfrm>
          <a:prstGeom prst="rect">
            <a:avLst/>
          </a:prstGeom>
          <a:solidFill>
            <a:srgbClr val="ff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MULTIPASS MUON RLA RETURN ARCS BASED ON LINEAR COMBINED-FUNCTION MAGNETS</a:t>
            </a:r>
            <a:r>
              <a:rPr b="0" lang="en-US" sz="1200" strike="noStrike" u="none">
                <a:solidFill>
                  <a:srgbClr val="7030a0"/>
                </a:solidFill>
                <a:effectLst/>
                <a:uFillTx/>
                <a:latin typeface="Arial"/>
                <a:ea typeface="Arial"/>
              </a:rPr>
              <a:t>, Morozov et al</a:t>
            </a:r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03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04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16BD32-EB69-4CDE-A7E3-73DFE9E83230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PlaceHolder 1"/>
          <p:cNvSpPr>
            <a:spLocks noGrp="1"/>
          </p:cNvSpPr>
          <p:nvPr>
            <p:ph type="title"/>
          </p:nvPr>
        </p:nvSpPr>
        <p:spPr>
          <a:xfrm>
            <a:off x="888840" y="225360"/>
            <a:ext cx="699624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RLA s with multi-pass Arcs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2106" name="Footer Placeholder 4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07" name="Freeform 29"/>
          <p:cNvSpPr/>
          <p:nvPr/>
        </p:nvSpPr>
        <p:spPr>
          <a:xfrm>
            <a:off x="2166840" y="5224320"/>
            <a:ext cx="716040" cy="1079640"/>
          </a:xfrm>
          <a:custGeom>
            <a:avLst/>
            <a:gdLst>
              <a:gd name="textAreaLeft" fmla="*/ 0 w 716040"/>
              <a:gd name="textAreaRight" fmla="*/ 716400 w 716040"/>
              <a:gd name="textAreaTop" fmla="*/ 0 h 1079640"/>
              <a:gd name="textAreaBottom" fmla="*/ 1080000 h 1079640"/>
              <a:gd name="GluePoint1X" fmla="*/ 2147483647 w 507"/>
              <a:gd name="GluePoint1Y" fmla="*/ 0 h 680"/>
              <a:gd name="GluePoint2X" fmla="*/ 2147483647 w 507"/>
              <a:gd name="GluePoint2Y" fmla="*/ 2147483647 h 680"/>
              <a:gd name="GluePoint3X" fmla="*/ 2147483647 w 507"/>
              <a:gd name="GluePoint3Y" fmla="*/ 2147483647 h 680"/>
              <a:gd name="GluePoint4X" fmla="*/ 2147483647 w 507"/>
              <a:gd name="GluePoint4Y" fmla="*/ 2147483647 h 6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7" h="680">
                <a:moveTo>
                  <a:pt x="507" y="0"/>
                </a:moveTo>
                <a:cubicBezTo>
                  <a:pt x="341" y="169"/>
                  <a:pt x="175" y="338"/>
                  <a:pt x="95" y="444"/>
                </a:cubicBezTo>
                <a:cubicBezTo>
                  <a:pt x="15" y="550"/>
                  <a:pt x="0" y="597"/>
                  <a:pt x="27" y="636"/>
                </a:cubicBezTo>
                <a:cubicBezTo>
                  <a:pt x="54" y="675"/>
                  <a:pt x="156" y="677"/>
                  <a:pt x="259" y="68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2108" name="Group 212"/>
          <p:cNvGrpSpPr/>
          <p:nvPr/>
        </p:nvGrpSpPr>
        <p:grpSpPr>
          <a:xfrm>
            <a:off x="3065400" y="1996920"/>
            <a:ext cx="2433240" cy="436680"/>
            <a:chOff x="3065400" y="1996920"/>
            <a:chExt cx="2433240" cy="436680"/>
          </a:xfrm>
        </p:grpSpPr>
        <p:sp>
          <p:nvSpPr>
            <p:cNvPr id="2109" name="Freeform 110"/>
            <p:cNvSpPr/>
            <p:nvPr/>
          </p:nvSpPr>
          <p:spPr>
            <a:xfrm>
              <a:off x="3065400" y="1996920"/>
              <a:ext cx="604440" cy="435960"/>
            </a:xfrm>
            <a:custGeom>
              <a:avLst/>
              <a:gdLst>
                <a:gd name="textAreaLeft" fmla="*/ 0 w 604440"/>
                <a:gd name="textAreaRight" fmla="*/ 604800 w 604440"/>
                <a:gd name="textAreaTop" fmla="*/ 0 h 435960"/>
                <a:gd name="textAreaBottom" fmla="*/ 436320 h 435960"/>
                <a:gd name="GluePoint1X" fmla="*/ 2147483647 w 598"/>
                <a:gd name="GluePoint1Y" fmla="*/ 2147483647 h 438"/>
                <a:gd name="GluePoint2X" fmla="*/ 2147483647 w 598"/>
                <a:gd name="GluePoint2Y" fmla="*/ 2147483647 h 438"/>
                <a:gd name="GluePoint3X" fmla="*/ 2147483647 w 598"/>
                <a:gd name="GluePoint3Y" fmla="*/ 2147483647 h 438"/>
                <a:gd name="GluePoint4X" fmla="*/ 2147483647 w 598"/>
                <a:gd name="GluePoint4Y" fmla="*/ 0 h 438"/>
                <a:gd name="GluePoint5X" fmla="*/ 0 w 598"/>
                <a:gd name="GluePoint5Y" fmla="*/ 2147483647 h 438"/>
                <a:gd name="GluePoint6X" fmla="*/ 2147483647 w 598"/>
                <a:gd name="GluePoint6Y" fmla="*/ 2147483647 h 438"/>
                <a:gd name="GluePoint7X" fmla="*/ 2147483647 w 598"/>
                <a:gd name="GluePoint7Y" fmla="*/ 2147483647 h 438"/>
                <a:gd name="GluePoint8X" fmla="*/ 2147483647 w 598"/>
                <a:gd name="GluePoint8Y" fmla="*/ 2147483647 h 438"/>
                <a:gd name="GluePoint9X" fmla="*/ 2147483647 w 598"/>
                <a:gd name="GluePoint9Y" fmla="*/ 2147483647 h 4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8" h="438">
                  <a:moveTo>
                    <a:pt x="598" y="219"/>
                  </a:moveTo>
                  <a:cubicBezTo>
                    <a:pt x="517" y="219"/>
                    <a:pt x="446" y="175"/>
                    <a:pt x="409" y="110"/>
                  </a:cubicBezTo>
                  <a:cubicBezTo>
                    <a:pt x="409" y="110"/>
                    <a:pt x="409" y="110"/>
                    <a:pt x="409" y="110"/>
                  </a:cubicBezTo>
                  <a:cubicBezTo>
                    <a:pt x="371" y="44"/>
                    <a:pt x="300" y="0"/>
                    <a:pt x="219" y="0"/>
                  </a:cubicBezTo>
                  <a:cubicBezTo>
                    <a:pt x="98" y="0"/>
                    <a:pt x="0" y="98"/>
                    <a:pt x="0" y="219"/>
                  </a:cubicBezTo>
                  <a:cubicBezTo>
                    <a:pt x="0" y="340"/>
                    <a:pt x="98" y="438"/>
                    <a:pt x="219" y="438"/>
                  </a:cubicBezTo>
                  <a:cubicBezTo>
                    <a:pt x="300" y="438"/>
                    <a:pt x="371" y="394"/>
                    <a:pt x="409" y="328"/>
                  </a:cubicBezTo>
                  <a:cubicBezTo>
                    <a:pt x="409" y="329"/>
                    <a:pt x="409" y="329"/>
                    <a:pt x="409" y="329"/>
                  </a:cubicBezTo>
                  <a:cubicBezTo>
                    <a:pt x="446" y="263"/>
                    <a:pt x="517" y="219"/>
                    <a:pt x="598" y="219"/>
                  </a:cubicBezTo>
                </a:path>
              </a:pathLst>
            </a:custGeom>
            <a:noFill/>
            <a:ln w="82440">
              <a:solidFill>
                <a:srgbClr val="cc00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10" name="Freeform 110"/>
            <p:cNvSpPr/>
            <p:nvPr/>
          </p:nvSpPr>
          <p:spPr>
            <a:xfrm flipH="1">
              <a:off x="4893840" y="1997640"/>
              <a:ext cx="604440" cy="435960"/>
            </a:xfrm>
            <a:custGeom>
              <a:avLst/>
              <a:gdLst>
                <a:gd name="textAreaLeft" fmla="*/ -360 w 604440"/>
                <a:gd name="textAreaRight" fmla="*/ 604440 w 604440"/>
                <a:gd name="textAreaTop" fmla="*/ 0 h 435960"/>
                <a:gd name="textAreaBottom" fmla="*/ 436320 h 435960"/>
                <a:gd name="GluePoint1X" fmla="*/ 2147483647 w 598"/>
                <a:gd name="GluePoint1Y" fmla="*/ 2147483647 h 438"/>
                <a:gd name="GluePoint2X" fmla="*/ 2147483647 w 598"/>
                <a:gd name="GluePoint2Y" fmla="*/ 2147483647 h 438"/>
                <a:gd name="GluePoint3X" fmla="*/ 2147483647 w 598"/>
                <a:gd name="GluePoint3Y" fmla="*/ 2147483647 h 438"/>
                <a:gd name="GluePoint4X" fmla="*/ 2147483647 w 598"/>
                <a:gd name="GluePoint4Y" fmla="*/ 0 h 438"/>
                <a:gd name="GluePoint5X" fmla="*/ 0 w 598"/>
                <a:gd name="GluePoint5Y" fmla="*/ 2147483647 h 438"/>
                <a:gd name="GluePoint6X" fmla="*/ 2147483647 w 598"/>
                <a:gd name="GluePoint6Y" fmla="*/ 2147483647 h 438"/>
                <a:gd name="GluePoint7X" fmla="*/ 2147483647 w 598"/>
                <a:gd name="GluePoint7Y" fmla="*/ 2147483647 h 438"/>
                <a:gd name="GluePoint8X" fmla="*/ 2147483647 w 598"/>
                <a:gd name="GluePoint8Y" fmla="*/ 2147483647 h 438"/>
                <a:gd name="GluePoint9X" fmla="*/ 2147483647 w 598"/>
                <a:gd name="GluePoint9Y" fmla="*/ 2147483647 h 4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8" h="438">
                  <a:moveTo>
                    <a:pt x="598" y="219"/>
                  </a:moveTo>
                  <a:cubicBezTo>
                    <a:pt x="517" y="219"/>
                    <a:pt x="446" y="175"/>
                    <a:pt x="409" y="110"/>
                  </a:cubicBezTo>
                  <a:cubicBezTo>
                    <a:pt x="409" y="110"/>
                    <a:pt x="409" y="110"/>
                    <a:pt x="409" y="110"/>
                  </a:cubicBezTo>
                  <a:cubicBezTo>
                    <a:pt x="371" y="44"/>
                    <a:pt x="300" y="0"/>
                    <a:pt x="219" y="0"/>
                  </a:cubicBezTo>
                  <a:cubicBezTo>
                    <a:pt x="98" y="0"/>
                    <a:pt x="0" y="98"/>
                    <a:pt x="0" y="219"/>
                  </a:cubicBezTo>
                  <a:cubicBezTo>
                    <a:pt x="0" y="340"/>
                    <a:pt x="98" y="438"/>
                    <a:pt x="219" y="438"/>
                  </a:cubicBezTo>
                  <a:cubicBezTo>
                    <a:pt x="300" y="438"/>
                    <a:pt x="371" y="394"/>
                    <a:pt x="409" y="328"/>
                  </a:cubicBezTo>
                  <a:cubicBezTo>
                    <a:pt x="409" y="329"/>
                    <a:pt x="409" y="329"/>
                    <a:pt x="409" y="329"/>
                  </a:cubicBezTo>
                  <a:cubicBezTo>
                    <a:pt x="446" y="263"/>
                    <a:pt x="517" y="219"/>
                    <a:pt x="598" y="219"/>
                  </a:cubicBezTo>
                </a:path>
              </a:pathLst>
            </a:custGeom>
            <a:noFill/>
            <a:ln w="82440">
              <a:solidFill>
                <a:srgbClr val="cc00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11" name="Line 182"/>
            <p:cNvSpPr/>
            <p:nvPr/>
          </p:nvSpPr>
          <p:spPr>
            <a:xfrm>
              <a:off x="3656880" y="2210760"/>
              <a:ext cx="1236240" cy="0"/>
            </a:xfrm>
            <a:prstGeom prst="line">
              <a:avLst/>
            </a:prstGeom>
            <a:ln w="122400">
              <a:solidFill>
                <a:srgbClr val="00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grpSp>
        <p:nvGrpSpPr>
          <p:cNvPr id="2112" name="Group 217"/>
          <p:cNvGrpSpPr/>
          <p:nvPr/>
        </p:nvGrpSpPr>
        <p:grpSpPr>
          <a:xfrm>
            <a:off x="228240" y="4344840"/>
            <a:ext cx="8593560" cy="1489320"/>
            <a:chOff x="228240" y="4344840"/>
            <a:chExt cx="8593560" cy="1489320"/>
          </a:xfrm>
        </p:grpSpPr>
        <p:sp>
          <p:nvSpPr>
            <p:cNvPr id="2113" name="Freeform 6"/>
            <p:cNvSpPr/>
            <p:nvPr/>
          </p:nvSpPr>
          <p:spPr>
            <a:xfrm flipH="1">
              <a:off x="227880" y="4344840"/>
              <a:ext cx="2286360" cy="1476720"/>
            </a:xfrm>
            <a:custGeom>
              <a:avLst/>
              <a:gdLst>
                <a:gd name="textAreaLeft" fmla="*/ -360 w 2286360"/>
                <a:gd name="textAreaRight" fmla="*/ 2286360 w 2286360"/>
                <a:gd name="textAreaTop" fmla="*/ 0 h 1476720"/>
                <a:gd name="textAreaBottom" fmla="*/ 1477080 h 1476720"/>
                <a:gd name="GluePoint1X" fmla="*/ 0 w 683"/>
                <a:gd name="GluePoint1Y" fmla="*/ 2147483647 h 500"/>
                <a:gd name="GluePoint2X" fmla="*/ 2147483647 w 683"/>
                <a:gd name="GluePoint2Y" fmla="*/ 2147483647 h 500"/>
                <a:gd name="GluePoint3X" fmla="*/ 2147483647 w 683"/>
                <a:gd name="GluePoint3Y" fmla="*/ 2147483647 h 500"/>
                <a:gd name="GluePoint4X" fmla="*/ 2147483647 w 683"/>
                <a:gd name="GluePoint4Y" fmla="*/ 0 h 500"/>
                <a:gd name="GluePoint5X" fmla="*/ 2147483647 w 683"/>
                <a:gd name="GluePoint5Y" fmla="*/ 2147483647 h 500"/>
                <a:gd name="GluePoint6X" fmla="*/ 2147483647 w 683"/>
                <a:gd name="GluePoint6Y" fmla="*/ 2147483647 h 500"/>
                <a:gd name="GluePoint7X" fmla="*/ 2147483647 w 683"/>
                <a:gd name="GluePoint7Y" fmla="*/ 2147483647 h 500"/>
                <a:gd name="GluePoint8X" fmla="*/ 2147483647 w 683"/>
                <a:gd name="GluePoint8Y" fmla="*/ 2147483647 h 500"/>
                <a:gd name="GluePoint9X" fmla="*/ 0 w 683"/>
                <a:gd name="GluePoint9Y" fmla="*/ 2147483647 h 5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683" h="500">
                  <a:moveTo>
                    <a:pt x="0" y="250"/>
                  </a:moveTo>
                  <a:cubicBezTo>
                    <a:pt x="93" y="250"/>
                    <a:pt x="173" y="200"/>
                    <a:pt x="216" y="125"/>
                  </a:cubicBezTo>
                  <a:cubicBezTo>
                    <a:pt x="217" y="125"/>
                    <a:pt x="217" y="125"/>
                    <a:pt x="217" y="125"/>
                  </a:cubicBezTo>
                  <a:cubicBezTo>
                    <a:pt x="260" y="50"/>
                    <a:pt x="340" y="0"/>
                    <a:pt x="433" y="0"/>
                  </a:cubicBezTo>
                  <a:cubicBezTo>
                    <a:pt x="571" y="0"/>
                    <a:pt x="683" y="112"/>
                    <a:pt x="683" y="250"/>
                  </a:cubicBezTo>
                  <a:cubicBezTo>
                    <a:pt x="683" y="388"/>
                    <a:pt x="571" y="500"/>
                    <a:pt x="433" y="500"/>
                  </a:cubicBezTo>
                  <a:cubicBezTo>
                    <a:pt x="340" y="500"/>
                    <a:pt x="260" y="450"/>
                    <a:pt x="217" y="375"/>
                  </a:cubicBezTo>
                  <a:cubicBezTo>
                    <a:pt x="216" y="375"/>
                    <a:pt x="216" y="375"/>
                    <a:pt x="216" y="375"/>
                  </a:cubicBezTo>
                  <a:cubicBezTo>
                    <a:pt x="173" y="300"/>
                    <a:pt x="93" y="250"/>
                    <a:pt x="0" y="250"/>
                  </a:cubicBezTo>
                </a:path>
              </a:pathLst>
            </a:custGeom>
            <a:noFill/>
            <a:ln w="82440">
              <a:solidFill>
                <a:srgbClr val="cc00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14" name="Freeform 6"/>
            <p:cNvSpPr/>
            <p:nvPr/>
          </p:nvSpPr>
          <p:spPr>
            <a:xfrm>
              <a:off x="6535440" y="4357440"/>
              <a:ext cx="2286360" cy="1476720"/>
            </a:xfrm>
            <a:custGeom>
              <a:avLst/>
              <a:gdLst>
                <a:gd name="textAreaLeft" fmla="*/ 0 w 2286360"/>
                <a:gd name="textAreaRight" fmla="*/ 2286720 w 2286360"/>
                <a:gd name="textAreaTop" fmla="*/ 0 h 1476720"/>
                <a:gd name="textAreaBottom" fmla="*/ 1477080 h 1476720"/>
                <a:gd name="GluePoint1X" fmla="*/ 0 w 683"/>
                <a:gd name="GluePoint1Y" fmla="*/ 2147483647 h 500"/>
                <a:gd name="GluePoint2X" fmla="*/ 2147483647 w 683"/>
                <a:gd name="GluePoint2Y" fmla="*/ 2147483647 h 500"/>
                <a:gd name="GluePoint3X" fmla="*/ 2147483647 w 683"/>
                <a:gd name="GluePoint3Y" fmla="*/ 2147483647 h 500"/>
                <a:gd name="GluePoint4X" fmla="*/ 2147483647 w 683"/>
                <a:gd name="GluePoint4Y" fmla="*/ 0 h 500"/>
                <a:gd name="GluePoint5X" fmla="*/ 2147483647 w 683"/>
                <a:gd name="GluePoint5Y" fmla="*/ 2147483647 h 500"/>
                <a:gd name="GluePoint6X" fmla="*/ 2147483647 w 683"/>
                <a:gd name="GluePoint6Y" fmla="*/ 2147483647 h 500"/>
                <a:gd name="GluePoint7X" fmla="*/ 2147483647 w 683"/>
                <a:gd name="GluePoint7Y" fmla="*/ 2147483647 h 500"/>
                <a:gd name="GluePoint8X" fmla="*/ 2147483647 w 683"/>
                <a:gd name="GluePoint8Y" fmla="*/ 2147483647 h 500"/>
                <a:gd name="GluePoint9X" fmla="*/ 0 w 683"/>
                <a:gd name="GluePoint9Y" fmla="*/ 2147483647 h 5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683" h="500">
                  <a:moveTo>
                    <a:pt x="0" y="250"/>
                  </a:moveTo>
                  <a:cubicBezTo>
                    <a:pt x="93" y="250"/>
                    <a:pt x="173" y="200"/>
                    <a:pt x="216" y="125"/>
                  </a:cubicBezTo>
                  <a:cubicBezTo>
                    <a:pt x="217" y="125"/>
                    <a:pt x="217" y="125"/>
                    <a:pt x="217" y="125"/>
                  </a:cubicBezTo>
                  <a:cubicBezTo>
                    <a:pt x="260" y="50"/>
                    <a:pt x="340" y="0"/>
                    <a:pt x="433" y="0"/>
                  </a:cubicBezTo>
                  <a:cubicBezTo>
                    <a:pt x="571" y="0"/>
                    <a:pt x="683" y="112"/>
                    <a:pt x="683" y="250"/>
                  </a:cubicBezTo>
                  <a:cubicBezTo>
                    <a:pt x="683" y="388"/>
                    <a:pt x="571" y="500"/>
                    <a:pt x="433" y="500"/>
                  </a:cubicBezTo>
                  <a:cubicBezTo>
                    <a:pt x="340" y="500"/>
                    <a:pt x="260" y="450"/>
                    <a:pt x="217" y="375"/>
                  </a:cubicBezTo>
                  <a:cubicBezTo>
                    <a:pt x="216" y="375"/>
                    <a:pt x="216" y="375"/>
                    <a:pt x="216" y="375"/>
                  </a:cubicBezTo>
                  <a:cubicBezTo>
                    <a:pt x="173" y="300"/>
                    <a:pt x="93" y="250"/>
                    <a:pt x="0" y="250"/>
                  </a:cubicBezTo>
                </a:path>
              </a:pathLst>
            </a:custGeom>
            <a:noFill/>
            <a:ln w="82440">
              <a:solidFill>
                <a:srgbClr val="cc00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2115" name="Group 213"/>
            <p:cNvGrpSpPr/>
            <p:nvPr/>
          </p:nvGrpSpPr>
          <p:grpSpPr>
            <a:xfrm>
              <a:off x="804240" y="4461120"/>
              <a:ext cx="7464960" cy="1236960"/>
              <a:chOff x="804240" y="4461120"/>
              <a:chExt cx="7464960" cy="1236960"/>
            </a:xfrm>
          </p:grpSpPr>
          <p:sp>
            <p:nvSpPr>
              <p:cNvPr id="2116" name="Freeform 110"/>
              <p:cNvSpPr/>
              <p:nvPr/>
            </p:nvSpPr>
            <p:spPr>
              <a:xfrm>
                <a:off x="804240" y="4461120"/>
                <a:ext cx="1854360" cy="1234440"/>
              </a:xfrm>
              <a:custGeom>
                <a:avLst/>
                <a:gdLst>
                  <a:gd name="textAreaLeft" fmla="*/ 0 w 1854360"/>
                  <a:gd name="textAreaRight" fmla="*/ 1854720 w 1854360"/>
                  <a:gd name="textAreaTop" fmla="*/ 0 h 1234440"/>
                  <a:gd name="textAreaBottom" fmla="*/ 1234800 h 1234440"/>
                  <a:gd name="GluePoint1X" fmla="*/ 2147483647 w 598"/>
                  <a:gd name="GluePoint1Y" fmla="*/ 2147483647 h 438"/>
                  <a:gd name="GluePoint2X" fmla="*/ 2147483647 w 598"/>
                  <a:gd name="GluePoint2Y" fmla="*/ 2147483647 h 438"/>
                  <a:gd name="GluePoint3X" fmla="*/ 2147483647 w 598"/>
                  <a:gd name="GluePoint3Y" fmla="*/ 2147483647 h 438"/>
                  <a:gd name="GluePoint4X" fmla="*/ 2147483647 w 598"/>
                  <a:gd name="GluePoint4Y" fmla="*/ 0 h 438"/>
                  <a:gd name="GluePoint5X" fmla="*/ 0 w 598"/>
                  <a:gd name="GluePoint5Y" fmla="*/ 2147483647 h 438"/>
                  <a:gd name="GluePoint6X" fmla="*/ 2147483647 w 598"/>
                  <a:gd name="GluePoint6Y" fmla="*/ 2147483647 h 438"/>
                  <a:gd name="GluePoint7X" fmla="*/ 2147483647 w 598"/>
                  <a:gd name="GluePoint7Y" fmla="*/ 2147483647 h 438"/>
                  <a:gd name="GluePoint8X" fmla="*/ 2147483647 w 598"/>
                  <a:gd name="GluePoint8Y" fmla="*/ 2147483647 h 438"/>
                  <a:gd name="GluePoint9X" fmla="*/ 2147483647 w 598"/>
                  <a:gd name="GluePoint9Y" fmla="*/ 2147483647 h 4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598" h="438">
                    <a:moveTo>
                      <a:pt x="598" y="219"/>
                    </a:moveTo>
                    <a:cubicBezTo>
                      <a:pt x="517" y="219"/>
                      <a:pt x="446" y="175"/>
                      <a:pt x="409" y="110"/>
                    </a:cubicBezTo>
                    <a:cubicBezTo>
                      <a:pt x="409" y="110"/>
                      <a:pt x="409" y="110"/>
                      <a:pt x="409" y="110"/>
                    </a:cubicBezTo>
                    <a:cubicBezTo>
                      <a:pt x="371" y="44"/>
                      <a:pt x="300" y="0"/>
                      <a:pt x="219" y="0"/>
                    </a:cubicBezTo>
                    <a:cubicBezTo>
                      <a:pt x="98" y="0"/>
                      <a:pt x="0" y="98"/>
                      <a:pt x="0" y="219"/>
                    </a:cubicBezTo>
                    <a:cubicBezTo>
                      <a:pt x="0" y="340"/>
                      <a:pt x="98" y="438"/>
                      <a:pt x="219" y="438"/>
                    </a:cubicBezTo>
                    <a:cubicBezTo>
                      <a:pt x="300" y="438"/>
                      <a:pt x="371" y="394"/>
                      <a:pt x="409" y="328"/>
                    </a:cubicBezTo>
                    <a:cubicBezTo>
                      <a:pt x="409" y="329"/>
                      <a:pt x="409" y="329"/>
                      <a:pt x="409" y="329"/>
                    </a:cubicBezTo>
                    <a:cubicBezTo>
                      <a:pt x="446" y="263"/>
                      <a:pt x="517" y="219"/>
                      <a:pt x="598" y="219"/>
                    </a:cubicBezTo>
                  </a:path>
                </a:pathLst>
              </a:custGeom>
              <a:noFill/>
              <a:ln w="82440">
                <a:solidFill>
                  <a:srgbClr val="cc00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17" name="Freeform 110"/>
              <p:cNvSpPr/>
              <p:nvPr/>
            </p:nvSpPr>
            <p:spPr>
              <a:xfrm flipH="1">
                <a:off x="6414480" y="4463640"/>
                <a:ext cx="1854360" cy="1234440"/>
              </a:xfrm>
              <a:custGeom>
                <a:avLst/>
                <a:gdLst>
                  <a:gd name="textAreaLeft" fmla="*/ -360 w 1854360"/>
                  <a:gd name="textAreaRight" fmla="*/ 1854360 w 1854360"/>
                  <a:gd name="textAreaTop" fmla="*/ 0 h 1234440"/>
                  <a:gd name="textAreaBottom" fmla="*/ 1234800 h 1234440"/>
                  <a:gd name="GluePoint1X" fmla="*/ 2147483647 w 598"/>
                  <a:gd name="GluePoint1Y" fmla="*/ 2147483647 h 438"/>
                  <a:gd name="GluePoint2X" fmla="*/ 2147483647 w 598"/>
                  <a:gd name="GluePoint2Y" fmla="*/ 2147483647 h 438"/>
                  <a:gd name="GluePoint3X" fmla="*/ 2147483647 w 598"/>
                  <a:gd name="GluePoint3Y" fmla="*/ 2147483647 h 438"/>
                  <a:gd name="GluePoint4X" fmla="*/ 2147483647 w 598"/>
                  <a:gd name="GluePoint4Y" fmla="*/ 0 h 438"/>
                  <a:gd name="GluePoint5X" fmla="*/ 0 w 598"/>
                  <a:gd name="GluePoint5Y" fmla="*/ 2147483647 h 438"/>
                  <a:gd name="GluePoint6X" fmla="*/ 2147483647 w 598"/>
                  <a:gd name="GluePoint6Y" fmla="*/ 2147483647 h 438"/>
                  <a:gd name="GluePoint7X" fmla="*/ 2147483647 w 598"/>
                  <a:gd name="GluePoint7Y" fmla="*/ 2147483647 h 438"/>
                  <a:gd name="GluePoint8X" fmla="*/ 2147483647 w 598"/>
                  <a:gd name="GluePoint8Y" fmla="*/ 2147483647 h 438"/>
                  <a:gd name="GluePoint9X" fmla="*/ 2147483647 w 598"/>
                  <a:gd name="GluePoint9Y" fmla="*/ 2147483647 h 43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598" h="438">
                    <a:moveTo>
                      <a:pt x="598" y="219"/>
                    </a:moveTo>
                    <a:cubicBezTo>
                      <a:pt x="517" y="219"/>
                      <a:pt x="446" y="175"/>
                      <a:pt x="409" y="110"/>
                    </a:cubicBezTo>
                    <a:cubicBezTo>
                      <a:pt x="409" y="110"/>
                      <a:pt x="409" y="110"/>
                      <a:pt x="409" y="110"/>
                    </a:cubicBezTo>
                    <a:cubicBezTo>
                      <a:pt x="371" y="44"/>
                      <a:pt x="300" y="0"/>
                      <a:pt x="219" y="0"/>
                    </a:cubicBezTo>
                    <a:cubicBezTo>
                      <a:pt x="98" y="0"/>
                      <a:pt x="0" y="98"/>
                      <a:pt x="0" y="219"/>
                    </a:cubicBezTo>
                    <a:cubicBezTo>
                      <a:pt x="0" y="340"/>
                      <a:pt x="98" y="438"/>
                      <a:pt x="219" y="438"/>
                    </a:cubicBezTo>
                    <a:cubicBezTo>
                      <a:pt x="300" y="438"/>
                      <a:pt x="371" y="394"/>
                      <a:pt x="409" y="328"/>
                    </a:cubicBezTo>
                    <a:cubicBezTo>
                      <a:pt x="409" y="329"/>
                      <a:pt x="409" y="329"/>
                      <a:pt x="409" y="329"/>
                    </a:cubicBezTo>
                    <a:cubicBezTo>
                      <a:pt x="446" y="263"/>
                      <a:pt x="517" y="219"/>
                      <a:pt x="598" y="219"/>
                    </a:cubicBezTo>
                  </a:path>
                </a:pathLst>
              </a:custGeom>
              <a:noFill/>
              <a:ln w="82440">
                <a:solidFill>
                  <a:srgbClr val="cc00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18" name="Line 182"/>
              <p:cNvSpPr/>
              <p:nvPr/>
            </p:nvSpPr>
            <p:spPr>
              <a:xfrm>
                <a:off x="2619360" y="5066640"/>
                <a:ext cx="3791880" cy="0"/>
              </a:xfrm>
              <a:prstGeom prst="line">
                <a:avLst/>
              </a:prstGeom>
              <a:ln w="122400">
                <a:solidFill>
                  <a:srgbClr val="0099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</p:grpSp>
      <p:sp>
        <p:nvSpPr>
          <p:cNvPr id="2119" name="Line 177"/>
          <p:cNvSpPr/>
          <p:nvPr/>
        </p:nvSpPr>
        <p:spPr>
          <a:xfrm>
            <a:off x="4281480" y="1911240"/>
            <a:ext cx="7920" cy="263520"/>
          </a:xfrm>
          <a:prstGeom prst="line">
            <a:avLst/>
          </a:prstGeom>
          <a:ln w="284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0" name="Text Box 179"/>
          <p:cNvSpPr/>
          <p:nvPr/>
        </p:nvSpPr>
        <p:spPr>
          <a:xfrm>
            <a:off x="3645000" y="2446200"/>
            <a:ext cx="162216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2.44 GeV/pass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1" name="Text Box 180"/>
          <p:cNvSpPr/>
          <p:nvPr/>
        </p:nvSpPr>
        <p:spPr>
          <a:xfrm>
            <a:off x="3930480" y="1622520"/>
            <a:ext cx="9115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1.5 GeV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2" name="Line 177"/>
          <p:cNvSpPr/>
          <p:nvPr/>
        </p:nvSpPr>
        <p:spPr>
          <a:xfrm>
            <a:off x="4433760" y="4678200"/>
            <a:ext cx="7920" cy="263520"/>
          </a:xfrm>
          <a:prstGeom prst="line">
            <a:avLst/>
          </a:prstGeom>
          <a:ln w="284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noAutofit/>
          </a:bodyPr>
          <a:p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3" name="Text Box 179"/>
          <p:cNvSpPr/>
          <p:nvPr/>
        </p:nvSpPr>
        <p:spPr>
          <a:xfrm>
            <a:off x="3797280" y="5213520"/>
            <a:ext cx="162252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10.3 GeV/pass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4" name="Text Box 180"/>
          <p:cNvSpPr/>
          <p:nvPr/>
        </p:nvSpPr>
        <p:spPr>
          <a:xfrm>
            <a:off x="4083120" y="4389480"/>
            <a:ext cx="10684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12.5 GeV</a:t>
            </a:r>
            <a:endParaRPr b="0" lang="en-IN" sz="14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5" name="Rectangle 24"/>
          <p:cNvSpPr/>
          <p:nvPr/>
        </p:nvSpPr>
        <p:spPr>
          <a:xfrm>
            <a:off x="290520" y="1014480"/>
            <a:ext cx="457200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lnSpc>
                <a:spcPts val="2798"/>
              </a:lnSpc>
              <a:spcBef>
                <a:spcPts val="601"/>
              </a:spcBef>
              <a:spcAft>
                <a:spcPts val="1199"/>
              </a:spcAft>
              <a:buSzPct val="102792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70c0"/>
                </a:solidFill>
                <a:effectLst/>
                <a:uFillTx/>
                <a:latin typeface="Arial Unicode MS"/>
              </a:rPr>
              <a:t>1.5-12.5 GeV RLA  (4.5-pass)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6" name="Rectangle 25"/>
          <p:cNvSpPr/>
          <p:nvPr/>
        </p:nvSpPr>
        <p:spPr>
          <a:xfrm>
            <a:off x="312840" y="3355920"/>
            <a:ext cx="4572000" cy="4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lnSpc>
                <a:spcPts val="2798"/>
              </a:lnSpc>
              <a:spcBef>
                <a:spcPts val="601"/>
              </a:spcBef>
              <a:spcAft>
                <a:spcPts val="1199"/>
              </a:spcAft>
              <a:buSzPct val="102792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70c0"/>
                </a:solidFill>
                <a:effectLst/>
                <a:uFillTx/>
                <a:latin typeface="Arial Unicode MS"/>
              </a:rPr>
              <a:t>12.5-100 GeV RLA  (8.5-pass)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7" name="TextBox 26"/>
          <p:cNvSpPr/>
          <p:nvPr/>
        </p:nvSpPr>
        <p:spPr>
          <a:xfrm>
            <a:off x="3309840" y="2728800"/>
            <a:ext cx="20098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310 m linac (201 MHz)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8" name="TextBox 27"/>
          <p:cNvSpPr/>
          <p:nvPr/>
        </p:nvSpPr>
        <p:spPr>
          <a:xfrm>
            <a:off x="3490920" y="5546880"/>
            <a:ext cx="21366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960 m linac  (402 MHz)</a:t>
            </a:r>
            <a:endParaRPr b="0" lang="en-IN" sz="16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29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2AA8D8-C536-4BD3-A84A-B1B883622334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PlaceHolder 1"/>
          <p:cNvSpPr>
            <a:spLocks noGrp="1"/>
          </p:cNvSpPr>
          <p:nvPr>
            <p:ph type="title"/>
          </p:nvPr>
        </p:nvSpPr>
        <p:spPr>
          <a:xfrm>
            <a:off x="1419120" y="212760"/>
            <a:ext cx="653112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Summary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sp>
        <p:nvSpPr>
          <p:cNvPr id="2131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32" name="Slide Number Placeholder 18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3E7777-2F62-4223-8FE1-51818B6D0171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133" name="Rectangle 3"/>
          <p:cNvSpPr/>
          <p:nvPr/>
        </p:nvSpPr>
        <p:spPr>
          <a:xfrm>
            <a:off x="257040" y="1079640"/>
            <a:ext cx="8886960" cy="48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MC Acceleration Schemes (1.5 TeV)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812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High//Low  Emittance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812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Cooling Performance </a:t>
            </a:r>
            <a:r>
              <a:rPr b="0" lang="en-US" sz="2000" strike="noStrike" u="none">
                <a:solidFill>
                  <a:srgbClr val="7030a0"/>
                </a:solidFill>
                <a:effectLst/>
                <a:uFillTx/>
                <a:latin typeface="Arial Unicode MS"/>
                <a:ea typeface="Arial Unicode MS"/>
              </a:rPr>
              <a:t>⇨ </a:t>
            </a: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Accelerator acceptance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812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Transmission Efficiencies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Longitudinal matching into a single pass Linac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‘High Transmission’ Acceleration scheme – initial beam dynamic choices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812"/>
              <a:buBlip>
                <a:blip r:embed="rId7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Linac (0.4 – 1.5 GeV)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812"/>
              <a:buBlip>
                <a:blip r:embed="rId8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RLAs (1.5 – 12.5 GeV) and (12.5 – 100 GeV)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lvl="1" marL="743040" indent="-28584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812"/>
              <a:buBlip>
                <a:blip r:embed="rId9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7030a0"/>
                </a:solidFill>
                <a:effectLst/>
                <a:uFillTx/>
                <a:latin typeface="Arial Unicode MS"/>
              </a:rPr>
              <a:t>RCS Rings</a:t>
            </a:r>
            <a:endParaRPr b="0" lang="en-IN" sz="18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 marL="343080" indent="-343080">
              <a:lnSpc>
                <a:spcPts val="2599"/>
              </a:lnSpc>
              <a:spcBef>
                <a:spcPts val="601"/>
              </a:spcBef>
              <a:spcAft>
                <a:spcPts val="601"/>
              </a:spcAft>
              <a:buSzPct val="102792"/>
              <a:buBlip>
                <a:blip r:embed="rId10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66"/>
                </a:solidFill>
                <a:effectLst/>
                <a:uFillTx/>
                <a:latin typeface="Arial Unicode MS"/>
              </a:rPr>
              <a:t>Emerging Acceleration Scheme…</a:t>
            </a:r>
            <a:endParaRPr b="0" lang="en-IN" sz="2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PlaceHolder 1"/>
          <p:cNvSpPr>
            <a:spLocks noGrp="1"/>
          </p:cNvSpPr>
          <p:nvPr>
            <p:ph type="title"/>
          </p:nvPr>
        </p:nvSpPr>
        <p:spPr>
          <a:xfrm>
            <a:off x="1168200" y="237960"/>
            <a:ext cx="6530760" cy="387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b050"/>
                </a:solidFill>
                <a:effectLst/>
                <a:uFillTx/>
                <a:latin typeface="Arial Unicode MS"/>
              </a:rPr>
              <a:t>Injection/Extraction Chicane</a:t>
            </a:r>
            <a:endParaRPr b="1" lang="en-IN" sz="3200" strike="noStrike" u="none">
              <a:solidFill>
                <a:srgbClr val="00279f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2135" name="Group 121"/>
          <p:cNvGrpSpPr/>
          <p:nvPr/>
        </p:nvGrpSpPr>
        <p:grpSpPr>
          <a:xfrm>
            <a:off x="3452760" y="2075040"/>
            <a:ext cx="5529240" cy="442800"/>
            <a:chOff x="3452760" y="2075040"/>
            <a:chExt cx="5529240" cy="442800"/>
          </a:xfrm>
        </p:grpSpPr>
        <p:sp>
          <p:nvSpPr>
            <p:cNvPr id="2136" name="Freeform 57"/>
            <p:cNvSpPr/>
            <p:nvPr/>
          </p:nvSpPr>
          <p:spPr>
            <a:xfrm>
              <a:off x="3452760" y="2405160"/>
              <a:ext cx="2347920" cy="69840"/>
            </a:xfrm>
            <a:custGeom>
              <a:avLst/>
              <a:gdLst>
                <a:gd name="textAreaLeft" fmla="*/ 0 w 2347920"/>
                <a:gd name="textAreaRight" fmla="*/ 2348280 w 2347920"/>
                <a:gd name="textAreaTop" fmla="*/ 0 h 69840"/>
                <a:gd name="textAreaBottom" fmla="*/ 70200 h 69840"/>
                <a:gd name="GluePoint1X" fmla="*/ 2147483647 w 597"/>
                <a:gd name="GluePoint1Y" fmla="*/ 2147483647 h 48"/>
                <a:gd name="GluePoint2X" fmla="*/ 2147483647 w 597"/>
                <a:gd name="GluePoint2Y" fmla="*/ 2147483647 h 48"/>
                <a:gd name="GluePoint3X" fmla="*/ 2147483647 w 597"/>
                <a:gd name="GluePoint3Y" fmla="*/ 2147483647 h 48"/>
                <a:gd name="GluePoint4X" fmla="*/ 2147483647 w 597"/>
                <a:gd name="GluePoint4Y" fmla="*/ 2147483647 h 48"/>
                <a:gd name="GluePoint5X" fmla="*/ 2147483647 w 597"/>
                <a:gd name="GluePoint5Y" fmla="*/ 2147483647 h 48"/>
                <a:gd name="GluePoint6X" fmla="*/ 2147483647 w 597"/>
                <a:gd name="GluePoint6Y" fmla="*/ 2147483647 h 48"/>
                <a:gd name="GluePoint7X" fmla="*/ 0 w 597"/>
                <a:gd name="GluePoint7Y" fmla="*/ 2147483647 h 48"/>
                <a:gd name="GluePoint8X" fmla="*/ 2147483647 w 597"/>
                <a:gd name="GluePoint8Y" fmla="*/ 0 h 48"/>
                <a:gd name="GluePoint9X" fmla="*/ 2147483647 w 597"/>
                <a:gd name="GluePoint9Y" fmla="*/ 2147483647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" h="48">
                  <a:moveTo>
                    <a:pt x="597" y="32"/>
                  </a:moveTo>
                  <a:lnTo>
                    <a:pt x="24" y="32"/>
                  </a:lnTo>
                  <a:lnTo>
                    <a:pt x="24" y="16"/>
                  </a:lnTo>
                  <a:lnTo>
                    <a:pt x="597" y="16"/>
                  </a:lnTo>
                  <a:lnTo>
                    <a:pt x="597" y="32"/>
                  </a:lnTo>
                  <a:close/>
                  <a:moveTo>
                    <a:pt x="29" y="48"/>
                  </a:moveTo>
                  <a:lnTo>
                    <a:pt x="0" y="24"/>
                  </a:lnTo>
                  <a:lnTo>
                    <a:pt x="29" y="0"/>
                  </a:lnTo>
                  <a:lnTo>
                    <a:pt x="29" y="48"/>
                  </a:lnTo>
                  <a:close/>
                </a:path>
              </a:pathLst>
            </a:custGeom>
            <a:solidFill>
              <a:srgbClr val="ff9900"/>
            </a:solidFill>
            <a:ln w="9360">
              <a:solidFill>
                <a:srgbClr val="ff99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3400" bIns="234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37" name="Freeform 57"/>
            <p:cNvSpPr/>
            <p:nvPr/>
          </p:nvSpPr>
          <p:spPr>
            <a:xfrm>
              <a:off x="8034480" y="2376720"/>
              <a:ext cx="947520" cy="75960"/>
            </a:xfrm>
            <a:custGeom>
              <a:avLst/>
              <a:gdLst>
                <a:gd name="textAreaLeft" fmla="*/ 0 w 947520"/>
                <a:gd name="textAreaRight" fmla="*/ 947880 w 947520"/>
                <a:gd name="textAreaTop" fmla="*/ 0 h 75960"/>
                <a:gd name="textAreaBottom" fmla="*/ 76320 h 75960"/>
                <a:gd name="GluePoint1X" fmla="*/ 2147483647 w 597"/>
                <a:gd name="GluePoint1Y" fmla="*/ 2147483647 h 48"/>
                <a:gd name="GluePoint2X" fmla="*/ 2147483647 w 597"/>
                <a:gd name="GluePoint2Y" fmla="*/ 2147483647 h 48"/>
                <a:gd name="GluePoint3X" fmla="*/ 2147483647 w 597"/>
                <a:gd name="GluePoint3Y" fmla="*/ 2147483647 h 48"/>
                <a:gd name="GluePoint4X" fmla="*/ 2147483647 w 597"/>
                <a:gd name="GluePoint4Y" fmla="*/ 2147483647 h 48"/>
                <a:gd name="GluePoint5X" fmla="*/ 2147483647 w 597"/>
                <a:gd name="GluePoint5Y" fmla="*/ 2147483647 h 48"/>
                <a:gd name="GluePoint6X" fmla="*/ 2147483647 w 597"/>
                <a:gd name="GluePoint6Y" fmla="*/ 2147483647 h 48"/>
                <a:gd name="GluePoint7X" fmla="*/ 0 w 597"/>
                <a:gd name="GluePoint7Y" fmla="*/ 2147483647 h 48"/>
                <a:gd name="GluePoint8X" fmla="*/ 2147483647 w 597"/>
                <a:gd name="GluePoint8Y" fmla="*/ 0 h 48"/>
                <a:gd name="GluePoint9X" fmla="*/ 2147483647 w 597"/>
                <a:gd name="GluePoint9Y" fmla="*/ 2147483647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" h="48">
                  <a:moveTo>
                    <a:pt x="597" y="32"/>
                  </a:moveTo>
                  <a:lnTo>
                    <a:pt x="24" y="32"/>
                  </a:lnTo>
                  <a:lnTo>
                    <a:pt x="24" y="16"/>
                  </a:lnTo>
                  <a:lnTo>
                    <a:pt x="597" y="16"/>
                  </a:lnTo>
                  <a:lnTo>
                    <a:pt x="597" y="32"/>
                  </a:lnTo>
                  <a:close/>
                  <a:moveTo>
                    <a:pt x="29" y="48"/>
                  </a:moveTo>
                  <a:lnTo>
                    <a:pt x="0" y="24"/>
                  </a:lnTo>
                  <a:lnTo>
                    <a:pt x="29" y="0"/>
                  </a:lnTo>
                  <a:lnTo>
                    <a:pt x="29" y="48"/>
                  </a:lnTo>
                  <a:close/>
                </a:path>
              </a:pathLst>
            </a:custGeom>
            <a:solidFill>
              <a:srgbClr val="ff9900"/>
            </a:solidFill>
            <a:ln w="19080">
              <a:solidFill>
                <a:srgbClr val="ff99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38" name="Rectangle 68"/>
            <p:cNvSpPr/>
            <p:nvPr/>
          </p:nvSpPr>
          <p:spPr>
            <a:xfrm>
              <a:off x="8187840" y="2075040"/>
              <a:ext cx="65484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trike="noStrike" u="none">
                  <a:solidFill>
                    <a:srgbClr val="ff9900"/>
                  </a:solidFill>
                  <a:effectLst/>
                  <a:uFillTx/>
                  <a:latin typeface="Arial"/>
                </a:rPr>
                <a:t>1.5 GeV</a:t>
              </a:r>
              <a:endParaRPr b="0" lang="en-IN" sz="14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pic>
          <p:nvPicPr>
            <p:cNvPr id="2139" name="Picture 61" descr=""/>
            <p:cNvPicPr/>
            <p:nvPr/>
          </p:nvPicPr>
          <p:blipFill>
            <a:blip r:embed="rId1"/>
            <a:stretch/>
          </p:blipFill>
          <p:spPr>
            <a:xfrm>
              <a:off x="5800680" y="2364120"/>
              <a:ext cx="196920" cy="153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40" name="Picture 61" descr=""/>
            <p:cNvPicPr/>
            <p:nvPr/>
          </p:nvPicPr>
          <p:blipFill>
            <a:blip r:embed="rId2"/>
            <a:stretch/>
          </p:blipFill>
          <p:spPr>
            <a:xfrm>
              <a:off x="6419880" y="2349720"/>
              <a:ext cx="196920" cy="153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41" name="Straight Connector 100"/>
            <p:cNvSpPr/>
            <p:nvPr/>
          </p:nvSpPr>
          <p:spPr>
            <a:xfrm flipV="1">
              <a:off x="6210360" y="2417040"/>
              <a:ext cx="218880" cy="720"/>
            </a:xfrm>
            <a:prstGeom prst="line">
              <a:avLst/>
            </a:prstGeom>
            <a:ln w="2844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080" bIns="-460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grpSp>
          <p:nvGrpSpPr>
            <p:cNvPr id="2142" name="Group 115"/>
            <p:cNvGrpSpPr/>
            <p:nvPr/>
          </p:nvGrpSpPr>
          <p:grpSpPr>
            <a:xfrm>
              <a:off x="6581880" y="2405880"/>
              <a:ext cx="147600" cy="42840"/>
              <a:chOff x="6581880" y="2405880"/>
              <a:chExt cx="147600" cy="42840"/>
            </a:xfrm>
          </p:grpSpPr>
          <p:sp>
            <p:nvSpPr>
              <p:cNvPr id="2143" name="Straight Connector 102"/>
              <p:cNvSpPr/>
              <p:nvPr/>
            </p:nvSpPr>
            <p:spPr>
              <a:xfrm flipV="1">
                <a:off x="6581880" y="2434320"/>
                <a:ext cx="119160" cy="14400"/>
              </a:xfrm>
              <a:prstGeom prst="line">
                <a:avLst/>
              </a:prstGeom>
              <a:ln w="28440">
                <a:solidFill>
                  <a:srgbClr val="ff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0" bIns="-324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44" name="Straight Connector 110"/>
              <p:cNvSpPr/>
              <p:nvPr/>
            </p:nvSpPr>
            <p:spPr>
              <a:xfrm>
                <a:off x="6610320" y="2405880"/>
                <a:ext cx="119160" cy="14400"/>
              </a:xfrm>
              <a:prstGeom prst="line">
                <a:avLst/>
              </a:prstGeom>
              <a:ln w="28440">
                <a:solidFill>
                  <a:srgbClr val="ff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2400" bIns="-324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2145" name="Straight Connector 117"/>
            <p:cNvSpPr/>
            <p:nvPr/>
          </p:nvSpPr>
          <p:spPr>
            <a:xfrm flipH="1" flipV="1">
              <a:off x="5962680" y="2450880"/>
              <a:ext cx="118800" cy="14040"/>
            </a:xfrm>
            <a:prstGeom prst="line">
              <a:avLst/>
            </a:prstGeom>
            <a:ln w="2844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46" name="Straight Connector 118"/>
            <p:cNvSpPr/>
            <p:nvPr/>
          </p:nvSpPr>
          <p:spPr>
            <a:xfrm flipH="1">
              <a:off x="5979240" y="2405880"/>
              <a:ext cx="118800" cy="14040"/>
            </a:xfrm>
            <a:prstGeom prst="line">
              <a:avLst/>
            </a:prstGeom>
            <a:ln w="2844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2760" bIns="-3276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pic>
          <p:nvPicPr>
            <p:cNvPr id="2147" name="Picture 61" descr=""/>
            <p:cNvPicPr/>
            <p:nvPr/>
          </p:nvPicPr>
          <p:blipFill>
            <a:blip r:embed="rId3"/>
            <a:stretch/>
          </p:blipFill>
          <p:spPr>
            <a:xfrm>
              <a:off x="6038640" y="2364120"/>
              <a:ext cx="196920" cy="153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148" name="Straight Connector 106"/>
            <p:cNvSpPr/>
            <p:nvPr/>
          </p:nvSpPr>
          <p:spPr>
            <a:xfrm flipV="1">
              <a:off x="6207840" y="2459880"/>
              <a:ext cx="218880" cy="720"/>
            </a:xfrm>
            <a:prstGeom prst="line">
              <a:avLst/>
            </a:prstGeom>
            <a:ln w="2844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080" bIns="-4608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2149" name="TextBox 67"/>
          <p:cNvSpPr/>
          <p:nvPr/>
        </p:nvSpPr>
        <p:spPr>
          <a:xfrm>
            <a:off x="1133640" y="906480"/>
            <a:ext cx="137952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$Lc = 60 cm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$angH = 9 deg.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$BH = 10.2 kGauss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grpSp>
        <p:nvGrpSpPr>
          <p:cNvPr id="2150" name="Group 147"/>
          <p:cNvGrpSpPr/>
          <p:nvPr/>
        </p:nvGrpSpPr>
        <p:grpSpPr>
          <a:xfrm>
            <a:off x="627120" y="2117880"/>
            <a:ext cx="947520" cy="377640"/>
            <a:chOff x="627120" y="2117880"/>
            <a:chExt cx="947520" cy="377640"/>
          </a:xfrm>
        </p:grpSpPr>
        <p:sp>
          <p:nvSpPr>
            <p:cNvPr id="2151" name="Freeform 57"/>
            <p:cNvSpPr/>
            <p:nvPr/>
          </p:nvSpPr>
          <p:spPr>
            <a:xfrm flipH="1">
              <a:off x="627120" y="2419560"/>
              <a:ext cx="947520" cy="75960"/>
            </a:xfrm>
            <a:custGeom>
              <a:avLst/>
              <a:gdLst>
                <a:gd name="textAreaLeft" fmla="*/ 360 w 947520"/>
                <a:gd name="textAreaRight" fmla="*/ 948240 w 947520"/>
                <a:gd name="textAreaTop" fmla="*/ 0 h 75960"/>
                <a:gd name="textAreaBottom" fmla="*/ 76320 h 75960"/>
                <a:gd name="GluePoint1X" fmla="*/ 2147483647 w 597"/>
                <a:gd name="GluePoint1Y" fmla="*/ 2147483647 h 48"/>
                <a:gd name="GluePoint2X" fmla="*/ 2147483647 w 597"/>
                <a:gd name="GluePoint2Y" fmla="*/ 2147483647 h 48"/>
                <a:gd name="GluePoint3X" fmla="*/ 2147483647 w 597"/>
                <a:gd name="GluePoint3Y" fmla="*/ 2147483647 h 48"/>
                <a:gd name="GluePoint4X" fmla="*/ 2147483647 w 597"/>
                <a:gd name="GluePoint4Y" fmla="*/ 2147483647 h 48"/>
                <a:gd name="GluePoint5X" fmla="*/ 2147483647 w 597"/>
                <a:gd name="GluePoint5Y" fmla="*/ 2147483647 h 48"/>
                <a:gd name="GluePoint6X" fmla="*/ 2147483647 w 597"/>
                <a:gd name="GluePoint6Y" fmla="*/ 2147483647 h 48"/>
                <a:gd name="GluePoint7X" fmla="*/ 0 w 597"/>
                <a:gd name="GluePoint7Y" fmla="*/ 2147483647 h 48"/>
                <a:gd name="GluePoint8X" fmla="*/ 2147483647 w 597"/>
                <a:gd name="GluePoint8Y" fmla="*/ 0 h 48"/>
                <a:gd name="GluePoint9X" fmla="*/ 2147483647 w 597"/>
                <a:gd name="GluePoint9Y" fmla="*/ 2147483647 h 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" h="48">
                  <a:moveTo>
                    <a:pt x="597" y="32"/>
                  </a:moveTo>
                  <a:lnTo>
                    <a:pt x="24" y="32"/>
                  </a:lnTo>
                  <a:lnTo>
                    <a:pt x="24" y="16"/>
                  </a:lnTo>
                  <a:lnTo>
                    <a:pt x="597" y="16"/>
                  </a:lnTo>
                  <a:lnTo>
                    <a:pt x="597" y="32"/>
                  </a:lnTo>
                  <a:close/>
                  <a:moveTo>
                    <a:pt x="29" y="48"/>
                  </a:moveTo>
                  <a:lnTo>
                    <a:pt x="0" y="24"/>
                  </a:lnTo>
                  <a:lnTo>
                    <a:pt x="29" y="0"/>
                  </a:lnTo>
                  <a:lnTo>
                    <a:pt x="29" y="48"/>
                  </a:lnTo>
                  <a:close/>
                </a:path>
              </a:pathLst>
            </a:custGeom>
            <a:solidFill>
              <a:srgbClr val="ff9900"/>
            </a:solidFill>
            <a:ln w="1908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52" name="Rectangle 68"/>
            <p:cNvSpPr/>
            <p:nvPr/>
          </p:nvSpPr>
          <p:spPr>
            <a:xfrm>
              <a:off x="780480" y="2117880"/>
              <a:ext cx="654840" cy="21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14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2.1 GeV</a:t>
              </a:r>
              <a:endParaRPr b="0" lang="en-IN" sz="14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2153" name="TextBox 67"/>
          <p:cNvSpPr/>
          <p:nvPr/>
        </p:nvSpPr>
        <p:spPr>
          <a:xfrm>
            <a:off x="3700440" y="933480"/>
            <a:ext cx="137952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$Lc = 60 cm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$angV = 5 deg.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 Unicode MS"/>
              </a:rPr>
              <a:t>$BV =  4.7 kGauss</a:t>
            </a:r>
            <a:endParaRPr b="0" lang="en-IN" sz="10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cxnSp>
        <p:nvCxnSpPr>
          <p:cNvPr id="2154" name="Straight Arrow Connector 141"/>
          <p:cNvCxnSpPr/>
          <p:nvPr/>
        </p:nvCxnSpPr>
        <p:spPr>
          <a:xfrm flipH="1">
            <a:off x="415440" y="1863720"/>
            <a:ext cx="5760" cy="613440"/>
          </a:xfrm>
          <a:prstGeom prst="straightConnector1">
            <a:avLst/>
          </a:prstGeom>
          <a:ln w="12600">
            <a:solidFill>
              <a:srgbClr val="000000"/>
            </a:solidFill>
            <a:miter/>
            <a:headEnd len="med" type="arrow" w="med"/>
            <a:tailEnd len="med" type="arrow" w="med"/>
          </a:ln>
        </p:spPr>
      </p:cxnSp>
      <p:grpSp>
        <p:nvGrpSpPr>
          <p:cNvPr id="2155" name="Group 233"/>
          <p:cNvGrpSpPr/>
          <p:nvPr/>
        </p:nvGrpSpPr>
        <p:grpSpPr>
          <a:xfrm>
            <a:off x="1571760" y="5506920"/>
            <a:ext cx="5178240" cy="715320"/>
            <a:chOff x="1571760" y="5506920"/>
            <a:chExt cx="5178240" cy="715320"/>
          </a:xfrm>
        </p:grpSpPr>
        <p:sp>
          <p:nvSpPr>
            <p:cNvPr id="2156" name="TextBox 65"/>
            <p:cNvSpPr/>
            <p:nvPr/>
          </p:nvSpPr>
          <p:spPr>
            <a:xfrm>
              <a:off x="1571760" y="5518800"/>
              <a:ext cx="303120" cy="27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H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57" name="TextBox 65"/>
            <p:cNvSpPr/>
            <p:nvPr/>
          </p:nvSpPr>
          <p:spPr>
            <a:xfrm>
              <a:off x="1850760" y="5517360"/>
              <a:ext cx="403920" cy="27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-H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58" name="TextBox 65"/>
            <p:cNvSpPr/>
            <p:nvPr/>
          </p:nvSpPr>
          <p:spPr>
            <a:xfrm flipH="1">
              <a:off x="2305440" y="5510880"/>
              <a:ext cx="328680" cy="27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V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59" name="TextBox 65"/>
            <p:cNvSpPr/>
            <p:nvPr/>
          </p:nvSpPr>
          <p:spPr>
            <a:xfrm>
              <a:off x="6446880" y="5514120"/>
              <a:ext cx="303120" cy="27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H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60" name="TextBox 65"/>
            <p:cNvSpPr/>
            <p:nvPr/>
          </p:nvSpPr>
          <p:spPr>
            <a:xfrm>
              <a:off x="6086520" y="5506920"/>
              <a:ext cx="403920" cy="27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-H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61" name="TextBox 65"/>
            <p:cNvSpPr/>
            <p:nvPr/>
          </p:nvSpPr>
          <p:spPr>
            <a:xfrm flipH="1">
              <a:off x="5685480" y="5527440"/>
              <a:ext cx="405720" cy="27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000000"/>
                  </a:solidFill>
                  <a:effectLst/>
                  <a:uFillTx/>
                  <a:latin typeface="Arial Unicode MS"/>
                </a:rPr>
                <a:t>-V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62" name="AutoShape 4"/>
            <p:cNvSpPr/>
            <p:nvPr/>
          </p:nvSpPr>
          <p:spPr>
            <a:xfrm flipV="1" rot="16200000">
              <a:off x="4049640" y="4110120"/>
              <a:ext cx="200160" cy="3434040"/>
            </a:xfrm>
            <a:custGeom>
              <a:avLst/>
              <a:gdLst>
                <a:gd name="textAreaLeft" fmla="*/ 127800 w 200160"/>
                <a:gd name="textAreaRight" fmla="*/ 200520 w 200160"/>
                <a:gd name="textAreaTop" fmla="*/ 70200 h 3434040"/>
                <a:gd name="textAreaBottom" fmla="*/ 3363840 h 343404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6200" y="0"/>
                    <a:pt x="10800" y="706"/>
                    <a:pt x="10800" y="1412"/>
                  </a:cubicBezTo>
                  <a:lnTo>
                    <a:pt x="10800" y="9388"/>
                  </a:lnTo>
                  <a:cubicBezTo>
                    <a:pt x="10800" y="10094"/>
                    <a:pt x="5400" y="10800"/>
                    <a:pt x="0" y="10800"/>
                  </a:cubicBezTo>
                  <a:cubicBezTo>
                    <a:pt x="5400" y="10800"/>
                    <a:pt x="10800" y="11506"/>
                    <a:pt x="10800" y="12212"/>
                  </a:cubicBezTo>
                  <a:lnTo>
                    <a:pt x="10800" y="20188"/>
                  </a:lnTo>
                  <a:cubicBezTo>
                    <a:pt x="10800" y="20894"/>
                    <a:pt x="16200" y="21600"/>
                    <a:pt x="21600" y="21600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63" name="Text Box 5"/>
            <p:cNvSpPr/>
            <p:nvPr/>
          </p:nvSpPr>
          <p:spPr>
            <a:xfrm>
              <a:off x="3844080" y="5589720"/>
              <a:ext cx="850680" cy="27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t">
              <a:spAutoFit/>
            </a:bodyPr>
            <a:p>
              <a:pPr>
                <a:spcBef>
                  <a:spcPts val="7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800080"/>
                  </a:solidFill>
                  <a:effectLst/>
                  <a:uFillTx/>
                  <a:latin typeface="Arial Unicode MS"/>
                </a:rPr>
                <a:t>3 cells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64" name="AutoShape 4"/>
            <p:cNvSpPr/>
            <p:nvPr/>
          </p:nvSpPr>
          <p:spPr>
            <a:xfrm flipV="1" rot="16200000">
              <a:off x="4017960" y="3588480"/>
              <a:ext cx="280440" cy="4576320"/>
            </a:xfrm>
            <a:custGeom>
              <a:avLst/>
              <a:gdLst>
                <a:gd name="textAreaLeft" fmla="*/ 179280 w 280440"/>
                <a:gd name="textAreaRight" fmla="*/ 280440 w 280440"/>
                <a:gd name="textAreaTop" fmla="*/ 98280 h 4576320"/>
                <a:gd name="textAreaBottom" fmla="*/ 4478040 h 457632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6200" y="0"/>
                    <a:pt x="10800" y="743"/>
                    <a:pt x="10800" y="1485"/>
                  </a:cubicBezTo>
                  <a:lnTo>
                    <a:pt x="10800" y="9315"/>
                  </a:lnTo>
                  <a:cubicBezTo>
                    <a:pt x="10800" y="10058"/>
                    <a:pt x="5400" y="10800"/>
                    <a:pt x="0" y="10800"/>
                  </a:cubicBezTo>
                  <a:cubicBezTo>
                    <a:pt x="5400" y="10800"/>
                    <a:pt x="10800" y="11543"/>
                    <a:pt x="10800" y="12285"/>
                  </a:cubicBezTo>
                  <a:lnTo>
                    <a:pt x="10800" y="20115"/>
                  </a:lnTo>
                  <a:cubicBezTo>
                    <a:pt x="10800" y="20858"/>
                    <a:pt x="16200" y="21600"/>
                    <a:pt x="21600" y="21600"/>
                  </a:cubicBezTo>
                </a:path>
              </a:pathLst>
            </a:cu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360" rIns="90360" tIns="44280" bIns="44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165" name="Text Box 5"/>
            <p:cNvSpPr/>
            <p:nvPr/>
          </p:nvSpPr>
          <p:spPr>
            <a:xfrm>
              <a:off x="3887640" y="5950440"/>
              <a:ext cx="850680" cy="27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t">
              <a:spAutoFit/>
            </a:bodyPr>
            <a:p>
              <a:pPr>
                <a:spcBef>
                  <a:spcPts val="7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800080"/>
                  </a:solidFill>
                  <a:effectLst/>
                  <a:uFillTx/>
                  <a:latin typeface="Arial Unicode MS"/>
                </a:rPr>
                <a:t>4 cells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grpSp>
        <p:nvGrpSpPr>
          <p:cNvPr id="2166" name="Group 236"/>
          <p:cNvGrpSpPr/>
          <p:nvPr/>
        </p:nvGrpSpPr>
        <p:grpSpPr>
          <a:xfrm>
            <a:off x="1447920" y="2900520"/>
            <a:ext cx="7354800" cy="2647800"/>
            <a:chOff x="1447920" y="2900520"/>
            <a:chExt cx="7354800" cy="2647800"/>
          </a:xfrm>
        </p:grpSpPr>
        <p:grpSp>
          <p:nvGrpSpPr>
            <p:cNvPr id="2167" name="Group 147"/>
            <p:cNvGrpSpPr/>
            <p:nvPr/>
          </p:nvGrpSpPr>
          <p:grpSpPr>
            <a:xfrm>
              <a:off x="1447920" y="2900520"/>
              <a:ext cx="5941800" cy="2647800"/>
              <a:chOff x="1447920" y="2900520"/>
              <a:chExt cx="5941800" cy="2647800"/>
            </a:xfrm>
          </p:grpSpPr>
          <p:sp>
            <p:nvSpPr>
              <p:cNvPr id="2168" name="AutoShape 146"/>
              <p:cNvSpPr/>
              <p:nvPr/>
            </p:nvSpPr>
            <p:spPr>
              <a:xfrm>
                <a:off x="1447920" y="2900520"/>
                <a:ext cx="5905440" cy="2647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69" name="Rectangle 148"/>
              <p:cNvSpPr/>
              <p:nvPr/>
            </p:nvSpPr>
            <p:spPr>
              <a:xfrm>
                <a:off x="1447920" y="2900520"/>
                <a:ext cx="5905440" cy="264780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0" name="Rectangle 149"/>
              <p:cNvSpPr/>
              <p:nvPr/>
            </p:nvSpPr>
            <p:spPr>
              <a:xfrm>
                <a:off x="1562040" y="3128760"/>
                <a:ext cx="5676840" cy="2180880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1" name="Rectangle 150"/>
              <p:cNvSpPr/>
              <p:nvPr/>
            </p:nvSpPr>
            <p:spPr>
              <a:xfrm>
                <a:off x="7125480" y="5329080"/>
                <a:ext cx="11412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2" name="Rectangle 151"/>
              <p:cNvSpPr/>
              <p:nvPr/>
            </p:nvSpPr>
            <p:spPr>
              <a:xfrm>
                <a:off x="1562040" y="532908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3" name="Rectangle 153"/>
              <p:cNvSpPr/>
              <p:nvPr/>
            </p:nvSpPr>
            <p:spPr>
              <a:xfrm>
                <a:off x="1643760" y="3024000"/>
                <a:ext cx="70992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                         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4" name="Rectangle 154"/>
              <p:cNvSpPr/>
              <p:nvPr/>
            </p:nvSpPr>
            <p:spPr>
              <a:xfrm rot="16200000">
                <a:off x="1470960" y="3085560"/>
                <a:ext cx="11412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30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5" name="Rectangle 155"/>
              <p:cNvSpPr/>
              <p:nvPr/>
            </p:nvSpPr>
            <p:spPr>
              <a:xfrm rot="16200000">
                <a:off x="1497240" y="519624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0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6" name="Rectangle 156"/>
              <p:cNvSpPr/>
              <p:nvPr/>
            </p:nvSpPr>
            <p:spPr>
              <a:xfrm rot="16200000">
                <a:off x="7299720" y="3061080"/>
                <a:ext cx="5760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1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7" name="Rectangle 157"/>
              <p:cNvSpPr/>
              <p:nvPr/>
            </p:nvSpPr>
            <p:spPr>
              <a:xfrm rot="16200000">
                <a:off x="7282800" y="5177160"/>
                <a:ext cx="9144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-1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8" name="Rectangle 158"/>
              <p:cNvSpPr/>
              <p:nvPr/>
            </p:nvSpPr>
            <p:spPr>
              <a:xfrm rot="16200000">
                <a:off x="1173960" y="4042800"/>
                <a:ext cx="7041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BETA_X&amp;Y[m]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79" name="Rectangle 159"/>
              <p:cNvSpPr/>
              <p:nvPr/>
            </p:nvSpPr>
            <p:spPr>
              <a:xfrm rot="16200000">
                <a:off x="6996240" y="4071600"/>
                <a:ext cx="6645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DISP_X&amp;Y[m]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0" name="Line 160"/>
              <p:cNvSpPr/>
              <p:nvPr/>
            </p:nvSpPr>
            <p:spPr>
              <a:xfrm flipH="1">
                <a:off x="7200720" y="3348000"/>
                <a:ext cx="2844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1" name="Line 161"/>
              <p:cNvSpPr/>
              <p:nvPr/>
            </p:nvSpPr>
            <p:spPr>
              <a:xfrm>
                <a:off x="1562040" y="3348000"/>
                <a:ext cx="2880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2" name="Line 162"/>
              <p:cNvSpPr/>
              <p:nvPr/>
            </p:nvSpPr>
            <p:spPr>
              <a:xfrm flipV="1">
                <a:off x="2124000" y="5281560"/>
                <a:ext cx="180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3" name="Line 163"/>
              <p:cNvSpPr/>
              <p:nvPr/>
            </p:nvSpPr>
            <p:spPr>
              <a:xfrm>
                <a:off x="2124000" y="3128760"/>
                <a:ext cx="180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4" name="Line 164"/>
              <p:cNvSpPr/>
              <p:nvPr/>
            </p:nvSpPr>
            <p:spPr>
              <a:xfrm flipH="1">
                <a:off x="7200720" y="3566880"/>
                <a:ext cx="2844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5" name="Line 165"/>
              <p:cNvSpPr/>
              <p:nvPr/>
            </p:nvSpPr>
            <p:spPr>
              <a:xfrm>
                <a:off x="1562040" y="3566880"/>
                <a:ext cx="2880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6" name="Line 166"/>
              <p:cNvSpPr/>
              <p:nvPr/>
            </p:nvSpPr>
            <p:spPr>
              <a:xfrm flipV="1">
                <a:off x="2695680" y="5281560"/>
                <a:ext cx="144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7" name="Line 167"/>
              <p:cNvSpPr/>
              <p:nvPr/>
            </p:nvSpPr>
            <p:spPr>
              <a:xfrm>
                <a:off x="2695680" y="3128760"/>
                <a:ext cx="144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8" name="Line 168"/>
              <p:cNvSpPr/>
              <p:nvPr/>
            </p:nvSpPr>
            <p:spPr>
              <a:xfrm flipH="1">
                <a:off x="7200720" y="3786120"/>
                <a:ext cx="2844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89" name="Line 169"/>
              <p:cNvSpPr/>
              <p:nvPr/>
            </p:nvSpPr>
            <p:spPr>
              <a:xfrm>
                <a:off x="1562040" y="3786120"/>
                <a:ext cx="2880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0" name="Line 170"/>
              <p:cNvSpPr/>
              <p:nvPr/>
            </p:nvSpPr>
            <p:spPr>
              <a:xfrm flipV="1">
                <a:off x="3257640" y="5281560"/>
                <a:ext cx="144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1" name="Line 171"/>
              <p:cNvSpPr/>
              <p:nvPr/>
            </p:nvSpPr>
            <p:spPr>
              <a:xfrm>
                <a:off x="3257640" y="3128760"/>
                <a:ext cx="144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2" name="Line 172"/>
              <p:cNvSpPr/>
              <p:nvPr/>
            </p:nvSpPr>
            <p:spPr>
              <a:xfrm flipH="1">
                <a:off x="7200720" y="4005360"/>
                <a:ext cx="2844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3" name="Line 173"/>
              <p:cNvSpPr/>
              <p:nvPr/>
            </p:nvSpPr>
            <p:spPr>
              <a:xfrm>
                <a:off x="1562040" y="4005360"/>
                <a:ext cx="2880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4" name="Line 174"/>
              <p:cNvSpPr/>
              <p:nvPr/>
            </p:nvSpPr>
            <p:spPr>
              <a:xfrm flipV="1">
                <a:off x="3828960" y="5281560"/>
                <a:ext cx="180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5" name="Line 175"/>
              <p:cNvSpPr/>
              <p:nvPr/>
            </p:nvSpPr>
            <p:spPr>
              <a:xfrm>
                <a:off x="3828960" y="3128760"/>
                <a:ext cx="180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6" name="Line 176"/>
              <p:cNvSpPr/>
              <p:nvPr/>
            </p:nvSpPr>
            <p:spPr>
              <a:xfrm flipH="1">
                <a:off x="7200720" y="4224240"/>
                <a:ext cx="2844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7" name="Line 177"/>
              <p:cNvSpPr/>
              <p:nvPr/>
            </p:nvSpPr>
            <p:spPr>
              <a:xfrm>
                <a:off x="1562040" y="4224240"/>
                <a:ext cx="2880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8" name="Line 178"/>
              <p:cNvSpPr/>
              <p:nvPr/>
            </p:nvSpPr>
            <p:spPr>
              <a:xfrm flipV="1">
                <a:off x="4400640" y="5281560"/>
                <a:ext cx="144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199" name="Line 179"/>
              <p:cNvSpPr/>
              <p:nvPr/>
            </p:nvSpPr>
            <p:spPr>
              <a:xfrm>
                <a:off x="4400640" y="3128760"/>
                <a:ext cx="144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0" name="Line 180"/>
              <p:cNvSpPr/>
              <p:nvPr/>
            </p:nvSpPr>
            <p:spPr>
              <a:xfrm flipH="1">
                <a:off x="7200720" y="4443480"/>
                <a:ext cx="2844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1" name="Line 181"/>
              <p:cNvSpPr/>
              <p:nvPr/>
            </p:nvSpPr>
            <p:spPr>
              <a:xfrm>
                <a:off x="1562040" y="4443480"/>
                <a:ext cx="2880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2" name="Line 182"/>
              <p:cNvSpPr/>
              <p:nvPr/>
            </p:nvSpPr>
            <p:spPr>
              <a:xfrm flipV="1">
                <a:off x="4962600" y="5281560"/>
                <a:ext cx="144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3" name="Line 183"/>
              <p:cNvSpPr/>
              <p:nvPr/>
            </p:nvSpPr>
            <p:spPr>
              <a:xfrm>
                <a:off x="4962600" y="3128760"/>
                <a:ext cx="144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4" name="Line 184"/>
              <p:cNvSpPr/>
              <p:nvPr/>
            </p:nvSpPr>
            <p:spPr>
              <a:xfrm flipH="1">
                <a:off x="7200720" y="4662360"/>
                <a:ext cx="2844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5" name="Line 185"/>
              <p:cNvSpPr/>
              <p:nvPr/>
            </p:nvSpPr>
            <p:spPr>
              <a:xfrm>
                <a:off x="1562040" y="4662360"/>
                <a:ext cx="2880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6" name="Line 186"/>
              <p:cNvSpPr/>
              <p:nvPr/>
            </p:nvSpPr>
            <p:spPr>
              <a:xfrm flipV="1">
                <a:off x="5533920" y="5281560"/>
                <a:ext cx="180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7" name="Line 187"/>
              <p:cNvSpPr/>
              <p:nvPr/>
            </p:nvSpPr>
            <p:spPr>
              <a:xfrm>
                <a:off x="5533920" y="3128760"/>
                <a:ext cx="180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8" name="Line 188"/>
              <p:cNvSpPr/>
              <p:nvPr/>
            </p:nvSpPr>
            <p:spPr>
              <a:xfrm flipH="1">
                <a:off x="7200720" y="4881600"/>
                <a:ext cx="2844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09" name="Line 189"/>
              <p:cNvSpPr/>
              <p:nvPr/>
            </p:nvSpPr>
            <p:spPr>
              <a:xfrm>
                <a:off x="1562040" y="4881600"/>
                <a:ext cx="28800" cy="1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720" bIns="-45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0" name="Line 190"/>
              <p:cNvSpPr/>
              <p:nvPr/>
            </p:nvSpPr>
            <p:spPr>
              <a:xfrm flipV="1">
                <a:off x="6095880" y="5281560"/>
                <a:ext cx="180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1" name="Line 191"/>
              <p:cNvSpPr/>
              <p:nvPr/>
            </p:nvSpPr>
            <p:spPr>
              <a:xfrm>
                <a:off x="6095880" y="3128760"/>
                <a:ext cx="180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2" name="Line 192"/>
              <p:cNvSpPr/>
              <p:nvPr/>
            </p:nvSpPr>
            <p:spPr>
              <a:xfrm flipH="1">
                <a:off x="7200720" y="5100480"/>
                <a:ext cx="2844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3" name="Line 193"/>
              <p:cNvSpPr/>
              <p:nvPr/>
            </p:nvSpPr>
            <p:spPr>
              <a:xfrm>
                <a:off x="1562040" y="5100480"/>
                <a:ext cx="28800" cy="1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360" bIns="-45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4" name="Line 194"/>
              <p:cNvSpPr/>
              <p:nvPr/>
            </p:nvSpPr>
            <p:spPr>
              <a:xfrm flipV="1">
                <a:off x="6667560" y="5281560"/>
                <a:ext cx="1440" cy="2808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720" bIns="-1872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5" name="Line 195"/>
              <p:cNvSpPr/>
              <p:nvPr/>
            </p:nvSpPr>
            <p:spPr>
              <a:xfrm>
                <a:off x="6667560" y="3128760"/>
                <a:ext cx="1440" cy="2844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6" name="Freeform 196"/>
              <p:cNvSpPr/>
              <p:nvPr/>
            </p:nvSpPr>
            <p:spPr>
              <a:xfrm>
                <a:off x="1562040" y="4491000"/>
                <a:ext cx="5667480" cy="704520"/>
              </a:xfrm>
              <a:custGeom>
                <a:avLst/>
                <a:gdLst>
                  <a:gd name="textAreaLeft" fmla="*/ 0 w 5667480"/>
                  <a:gd name="textAreaRight" fmla="*/ 5667840 w 5667480"/>
                  <a:gd name="textAreaTop" fmla="*/ 0 h 704520"/>
                  <a:gd name="textAreaBottom" fmla="*/ 704880 h 704520"/>
                  <a:gd name="GluePoint1X" fmla="*/ 54 w 3570"/>
                  <a:gd name="GluePoint1Y" fmla="*/ 432 h 444"/>
                  <a:gd name="GluePoint2X" fmla="*/ 108 w 3570"/>
                  <a:gd name="GluePoint2Y" fmla="*/ 402 h 444"/>
                  <a:gd name="GluePoint3X" fmla="*/ 168 w 3570"/>
                  <a:gd name="GluePoint3Y" fmla="*/ 348 h 444"/>
                  <a:gd name="GluePoint4X" fmla="*/ 222 w 3570"/>
                  <a:gd name="GluePoint4Y" fmla="*/ 282 h 444"/>
                  <a:gd name="GluePoint5X" fmla="*/ 276 w 3570"/>
                  <a:gd name="GluePoint5Y" fmla="*/ 198 h 444"/>
                  <a:gd name="GluePoint6X" fmla="*/ 336 w 3570"/>
                  <a:gd name="GluePoint6Y" fmla="*/ 90 h 444"/>
                  <a:gd name="GluePoint7X" fmla="*/ 390 w 3570"/>
                  <a:gd name="GluePoint7Y" fmla="*/ 18 h 444"/>
                  <a:gd name="GluePoint8X" fmla="*/ 450 w 3570"/>
                  <a:gd name="GluePoint8Y" fmla="*/ 114 h 444"/>
                  <a:gd name="GluePoint9X" fmla="*/ 504 w 3570"/>
                  <a:gd name="GluePoint9Y" fmla="*/ 204 h 444"/>
                  <a:gd name="GluePoint10X" fmla="*/ 564 w 3570"/>
                  <a:gd name="GluePoint10Y" fmla="*/ 282 h 444"/>
                  <a:gd name="GluePoint11X" fmla="*/ 618 w 3570"/>
                  <a:gd name="GluePoint11Y" fmla="*/ 348 h 444"/>
                  <a:gd name="GluePoint12X" fmla="*/ 672 w 3570"/>
                  <a:gd name="GluePoint12Y" fmla="*/ 402 h 444"/>
                  <a:gd name="GluePoint13X" fmla="*/ 732 w 3570"/>
                  <a:gd name="GluePoint13Y" fmla="*/ 432 h 444"/>
                  <a:gd name="GluePoint14X" fmla="*/ 786 w 3570"/>
                  <a:gd name="GluePoint14Y" fmla="*/ 414 h 444"/>
                  <a:gd name="GluePoint15X" fmla="*/ 846 w 3570"/>
                  <a:gd name="GluePoint15Y" fmla="*/ 372 h 444"/>
                  <a:gd name="GluePoint16X" fmla="*/ 900 w 3570"/>
                  <a:gd name="GluePoint16Y" fmla="*/ 312 h 444"/>
                  <a:gd name="GluePoint17X" fmla="*/ 960 w 3570"/>
                  <a:gd name="GluePoint17Y" fmla="*/ 240 h 444"/>
                  <a:gd name="GluePoint18X" fmla="*/ 1014 w 3570"/>
                  <a:gd name="GluePoint18Y" fmla="*/ 150 h 444"/>
                  <a:gd name="GluePoint19X" fmla="*/ 1068 w 3570"/>
                  <a:gd name="GluePoint19Y" fmla="*/ 48 h 444"/>
                  <a:gd name="GluePoint20X" fmla="*/ 1128 w 3570"/>
                  <a:gd name="GluePoint20Y" fmla="*/ 42 h 444"/>
                  <a:gd name="GluePoint21X" fmla="*/ 1182 w 3570"/>
                  <a:gd name="GluePoint21Y" fmla="*/ 156 h 444"/>
                  <a:gd name="GluePoint22X" fmla="*/ 1242 w 3570"/>
                  <a:gd name="GluePoint22Y" fmla="*/ 246 h 444"/>
                  <a:gd name="GluePoint23X" fmla="*/ 1296 w 3570"/>
                  <a:gd name="GluePoint23Y" fmla="*/ 324 h 444"/>
                  <a:gd name="GluePoint24X" fmla="*/ 1350 w 3570"/>
                  <a:gd name="GluePoint24Y" fmla="*/ 384 h 444"/>
                  <a:gd name="GluePoint25X" fmla="*/ 1410 w 3570"/>
                  <a:gd name="GluePoint25Y" fmla="*/ 426 h 444"/>
                  <a:gd name="GluePoint26X" fmla="*/ 1464 w 3570"/>
                  <a:gd name="GluePoint26Y" fmla="*/ 444 h 444"/>
                  <a:gd name="GluePoint27X" fmla="*/ 1524 w 3570"/>
                  <a:gd name="GluePoint27Y" fmla="*/ 414 h 444"/>
                  <a:gd name="GluePoint28X" fmla="*/ 1578 w 3570"/>
                  <a:gd name="GluePoint28Y" fmla="*/ 366 h 444"/>
                  <a:gd name="GluePoint29X" fmla="*/ 1638 w 3570"/>
                  <a:gd name="GluePoint29Y" fmla="*/ 294 h 444"/>
                  <a:gd name="GluePoint30X" fmla="*/ 1692 w 3570"/>
                  <a:gd name="GluePoint30Y" fmla="*/ 210 h 444"/>
                  <a:gd name="GluePoint31X" fmla="*/ 1746 w 3570"/>
                  <a:gd name="GluePoint31Y" fmla="*/ 108 h 444"/>
                  <a:gd name="GluePoint32X" fmla="*/ 1806 w 3570"/>
                  <a:gd name="GluePoint32Y" fmla="*/ 6 h 444"/>
                  <a:gd name="GluePoint33X" fmla="*/ 1860 w 3570"/>
                  <a:gd name="GluePoint33Y" fmla="*/ 66 h 444"/>
                  <a:gd name="GluePoint34X" fmla="*/ 1920 w 3570"/>
                  <a:gd name="GluePoint34Y" fmla="*/ 168 h 444"/>
                  <a:gd name="GluePoint35X" fmla="*/ 1974 w 3570"/>
                  <a:gd name="GluePoint35Y" fmla="*/ 258 h 444"/>
                  <a:gd name="GluePoint36X" fmla="*/ 2028 w 3570"/>
                  <a:gd name="GluePoint36Y" fmla="*/ 330 h 444"/>
                  <a:gd name="GluePoint37X" fmla="*/ 2088 w 3570"/>
                  <a:gd name="GluePoint37Y" fmla="*/ 384 h 444"/>
                  <a:gd name="GluePoint38X" fmla="*/ 2142 w 3570"/>
                  <a:gd name="GluePoint38Y" fmla="*/ 426 h 444"/>
                  <a:gd name="GluePoint39X" fmla="*/ 2202 w 3570"/>
                  <a:gd name="GluePoint39Y" fmla="*/ 426 h 444"/>
                  <a:gd name="GluePoint40X" fmla="*/ 2256 w 3570"/>
                  <a:gd name="GluePoint40Y" fmla="*/ 390 h 444"/>
                  <a:gd name="GluePoint41X" fmla="*/ 2316 w 3570"/>
                  <a:gd name="GluePoint41Y" fmla="*/ 336 h 444"/>
                  <a:gd name="GluePoint42X" fmla="*/ 2370 w 3570"/>
                  <a:gd name="GluePoint42Y" fmla="*/ 264 h 444"/>
                  <a:gd name="GluePoint43X" fmla="*/ 2424 w 3570"/>
                  <a:gd name="GluePoint43Y" fmla="*/ 180 h 444"/>
                  <a:gd name="GluePoint44X" fmla="*/ 2484 w 3570"/>
                  <a:gd name="GluePoint44Y" fmla="*/ 78 h 444"/>
                  <a:gd name="GluePoint45X" fmla="*/ 2538 w 3570"/>
                  <a:gd name="GluePoint45Y" fmla="*/ 18 h 444"/>
                  <a:gd name="GluePoint46X" fmla="*/ 2598 w 3570"/>
                  <a:gd name="GluePoint46Y" fmla="*/ 120 h 444"/>
                  <a:gd name="GluePoint47X" fmla="*/ 2652 w 3570"/>
                  <a:gd name="GluePoint47Y" fmla="*/ 216 h 444"/>
                  <a:gd name="GluePoint48X" fmla="*/ 2706 w 3570"/>
                  <a:gd name="GluePoint48Y" fmla="*/ 300 h 444"/>
                  <a:gd name="GluePoint49X" fmla="*/ 2766 w 3570"/>
                  <a:gd name="GluePoint49Y" fmla="*/ 366 h 444"/>
                  <a:gd name="GluePoint50X" fmla="*/ 2820 w 3570"/>
                  <a:gd name="GluePoint50Y" fmla="*/ 414 h 444"/>
                  <a:gd name="GluePoint51X" fmla="*/ 2880 w 3570"/>
                  <a:gd name="GluePoint51Y" fmla="*/ 444 h 444"/>
                  <a:gd name="GluePoint52X" fmla="*/ 2934 w 3570"/>
                  <a:gd name="GluePoint52Y" fmla="*/ 426 h 444"/>
                  <a:gd name="GluePoint53X" fmla="*/ 2994 w 3570"/>
                  <a:gd name="GluePoint53Y" fmla="*/ 384 h 444"/>
                  <a:gd name="GluePoint54X" fmla="*/ 3048 w 3570"/>
                  <a:gd name="GluePoint54Y" fmla="*/ 324 h 444"/>
                  <a:gd name="GluePoint55X" fmla="*/ 3102 w 3570"/>
                  <a:gd name="GluePoint55Y" fmla="*/ 246 h 444"/>
                  <a:gd name="GluePoint56X" fmla="*/ 3162 w 3570"/>
                  <a:gd name="GluePoint56Y" fmla="*/ 144 h 444"/>
                  <a:gd name="GluePoint57X" fmla="*/ 3216 w 3570"/>
                  <a:gd name="GluePoint57Y" fmla="*/ 30 h 444"/>
                  <a:gd name="GluePoint58X" fmla="*/ 3276 w 3570"/>
                  <a:gd name="GluePoint58Y" fmla="*/ 30 h 444"/>
                  <a:gd name="GluePoint59X" fmla="*/ 3330 w 3570"/>
                  <a:gd name="GluePoint59Y" fmla="*/ 138 h 444"/>
                  <a:gd name="GluePoint60X" fmla="*/ 3390 w 3570"/>
                  <a:gd name="GluePoint60Y" fmla="*/ 234 h 444"/>
                  <a:gd name="GluePoint61X" fmla="*/ 3444 w 3570"/>
                  <a:gd name="GluePoint61Y" fmla="*/ 312 h 444"/>
                  <a:gd name="GluePoint62X" fmla="*/ 3498 w 3570"/>
                  <a:gd name="GluePoint62Y" fmla="*/ 372 h 444"/>
                  <a:gd name="GluePoint63X" fmla="*/ 3558 w 3570"/>
                  <a:gd name="GluePoint63Y" fmla="*/ 420 h 44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3570" h="444">
                    <a:moveTo>
                      <a:pt x="0" y="432"/>
                    </a:moveTo>
                    <a:lnTo>
                      <a:pt x="0" y="432"/>
                    </a:lnTo>
                    <a:lnTo>
                      <a:pt x="6" y="432"/>
                    </a:lnTo>
                    <a:lnTo>
                      <a:pt x="6" y="438"/>
                    </a:lnTo>
                    <a:lnTo>
                      <a:pt x="12" y="438"/>
                    </a:lnTo>
                    <a:lnTo>
                      <a:pt x="18" y="438"/>
                    </a:lnTo>
                    <a:lnTo>
                      <a:pt x="24" y="438"/>
                    </a:lnTo>
                    <a:lnTo>
                      <a:pt x="30" y="438"/>
                    </a:lnTo>
                    <a:lnTo>
                      <a:pt x="36" y="438"/>
                    </a:lnTo>
                    <a:lnTo>
                      <a:pt x="42" y="438"/>
                    </a:lnTo>
                    <a:lnTo>
                      <a:pt x="48" y="438"/>
                    </a:lnTo>
                    <a:lnTo>
                      <a:pt x="54" y="432"/>
                    </a:lnTo>
                    <a:lnTo>
                      <a:pt x="60" y="432"/>
                    </a:lnTo>
                    <a:lnTo>
                      <a:pt x="66" y="432"/>
                    </a:lnTo>
                    <a:lnTo>
                      <a:pt x="66" y="426"/>
                    </a:lnTo>
                    <a:lnTo>
                      <a:pt x="72" y="426"/>
                    </a:lnTo>
                    <a:lnTo>
                      <a:pt x="72" y="420"/>
                    </a:lnTo>
                    <a:lnTo>
                      <a:pt x="78" y="420"/>
                    </a:lnTo>
                    <a:lnTo>
                      <a:pt x="84" y="420"/>
                    </a:lnTo>
                    <a:lnTo>
                      <a:pt x="84" y="414"/>
                    </a:lnTo>
                    <a:lnTo>
                      <a:pt x="90" y="414"/>
                    </a:lnTo>
                    <a:lnTo>
                      <a:pt x="96" y="414"/>
                    </a:lnTo>
                    <a:lnTo>
                      <a:pt x="96" y="408"/>
                    </a:lnTo>
                    <a:lnTo>
                      <a:pt x="102" y="408"/>
                    </a:lnTo>
                    <a:lnTo>
                      <a:pt x="102" y="402"/>
                    </a:lnTo>
                    <a:lnTo>
                      <a:pt x="108" y="402"/>
                    </a:lnTo>
                    <a:lnTo>
                      <a:pt x="114" y="402"/>
                    </a:lnTo>
                    <a:lnTo>
                      <a:pt x="114" y="396"/>
                    </a:lnTo>
                    <a:lnTo>
                      <a:pt x="120" y="396"/>
                    </a:lnTo>
                    <a:lnTo>
                      <a:pt x="120" y="390"/>
                    </a:lnTo>
                    <a:lnTo>
                      <a:pt x="126" y="390"/>
                    </a:lnTo>
                    <a:lnTo>
                      <a:pt x="126" y="384"/>
                    </a:lnTo>
                    <a:lnTo>
                      <a:pt x="132" y="384"/>
                    </a:lnTo>
                    <a:lnTo>
                      <a:pt x="138" y="378"/>
                    </a:lnTo>
                    <a:lnTo>
                      <a:pt x="144" y="378"/>
                    </a:lnTo>
                    <a:lnTo>
                      <a:pt x="144" y="372"/>
                    </a:lnTo>
                    <a:lnTo>
                      <a:pt x="150" y="372"/>
                    </a:lnTo>
                    <a:lnTo>
                      <a:pt x="150" y="366"/>
                    </a:lnTo>
                    <a:lnTo>
                      <a:pt x="156" y="366"/>
                    </a:lnTo>
                    <a:lnTo>
                      <a:pt x="156" y="360"/>
                    </a:lnTo>
                    <a:lnTo>
                      <a:pt x="162" y="360"/>
                    </a:lnTo>
                    <a:lnTo>
                      <a:pt x="162" y="354"/>
                    </a:lnTo>
                    <a:lnTo>
                      <a:pt x="168" y="354"/>
                    </a:lnTo>
                    <a:lnTo>
                      <a:pt x="168" y="348"/>
                    </a:lnTo>
                    <a:lnTo>
                      <a:pt x="174" y="348"/>
                    </a:lnTo>
                    <a:lnTo>
                      <a:pt x="174" y="342"/>
                    </a:lnTo>
                    <a:lnTo>
                      <a:pt x="180" y="336"/>
                    </a:lnTo>
                    <a:lnTo>
                      <a:pt x="180" y="330"/>
                    </a:lnTo>
                    <a:lnTo>
                      <a:pt x="186" y="330"/>
                    </a:lnTo>
                    <a:lnTo>
                      <a:pt x="186" y="324"/>
                    </a:lnTo>
                    <a:lnTo>
                      <a:pt x="192" y="324"/>
                    </a:lnTo>
                    <a:lnTo>
                      <a:pt x="192" y="318"/>
                    </a:lnTo>
                    <a:lnTo>
                      <a:pt x="198" y="318"/>
                    </a:lnTo>
                    <a:lnTo>
                      <a:pt x="198" y="312"/>
                    </a:lnTo>
                    <a:lnTo>
                      <a:pt x="204" y="312"/>
                    </a:lnTo>
                    <a:lnTo>
                      <a:pt x="204" y="306"/>
                    </a:lnTo>
                    <a:lnTo>
                      <a:pt x="210" y="306"/>
                    </a:lnTo>
                    <a:lnTo>
                      <a:pt x="210" y="300"/>
                    </a:lnTo>
                    <a:lnTo>
                      <a:pt x="210" y="294"/>
                    </a:lnTo>
                    <a:lnTo>
                      <a:pt x="216" y="294"/>
                    </a:lnTo>
                    <a:lnTo>
                      <a:pt x="216" y="288"/>
                    </a:lnTo>
                    <a:lnTo>
                      <a:pt x="222" y="288"/>
                    </a:lnTo>
                    <a:lnTo>
                      <a:pt x="222" y="282"/>
                    </a:lnTo>
                    <a:lnTo>
                      <a:pt x="228" y="276"/>
                    </a:lnTo>
                    <a:lnTo>
                      <a:pt x="228" y="270"/>
                    </a:lnTo>
                    <a:lnTo>
                      <a:pt x="234" y="270"/>
                    </a:lnTo>
                    <a:lnTo>
                      <a:pt x="234" y="264"/>
                    </a:lnTo>
                    <a:lnTo>
                      <a:pt x="240" y="264"/>
                    </a:lnTo>
                    <a:lnTo>
                      <a:pt x="240" y="258"/>
                    </a:lnTo>
                    <a:lnTo>
                      <a:pt x="240" y="252"/>
                    </a:lnTo>
                    <a:lnTo>
                      <a:pt x="246" y="252"/>
                    </a:lnTo>
                    <a:lnTo>
                      <a:pt x="246" y="246"/>
                    </a:lnTo>
                    <a:lnTo>
                      <a:pt x="252" y="246"/>
                    </a:lnTo>
                    <a:lnTo>
                      <a:pt x="252" y="240"/>
                    </a:lnTo>
                    <a:lnTo>
                      <a:pt x="252" y="234"/>
                    </a:lnTo>
                    <a:lnTo>
                      <a:pt x="258" y="234"/>
                    </a:lnTo>
                    <a:lnTo>
                      <a:pt x="258" y="228"/>
                    </a:lnTo>
                    <a:lnTo>
                      <a:pt x="264" y="228"/>
                    </a:lnTo>
                    <a:lnTo>
                      <a:pt x="264" y="222"/>
                    </a:lnTo>
                    <a:lnTo>
                      <a:pt x="264" y="216"/>
                    </a:lnTo>
                    <a:lnTo>
                      <a:pt x="270" y="216"/>
                    </a:lnTo>
                    <a:lnTo>
                      <a:pt x="270" y="210"/>
                    </a:lnTo>
                    <a:lnTo>
                      <a:pt x="276" y="204"/>
                    </a:lnTo>
                    <a:lnTo>
                      <a:pt x="276" y="198"/>
                    </a:lnTo>
                    <a:lnTo>
                      <a:pt x="282" y="192"/>
                    </a:lnTo>
                    <a:lnTo>
                      <a:pt x="282" y="186"/>
                    </a:lnTo>
                    <a:lnTo>
                      <a:pt x="288" y="186"/>
                    </a:lnTo>
                    <a:lnTo>
                      <a:pt x="288" y="180"/>
                    </a:lnTo>
                    <a:lnTo>
                      <a:pt x="288" y="174"/>
                    </a:lnTo>
                    <a:lnTo>
                      <a:pt x="294" y="174"/>
                    </a:lnTo>
                    <a:lnTo>
                      <a:pt x="294" y="168"/>
                    </a:lnTo>
                    <a:lnTo>
                      <a:pt x="294" y="162"/>
                    </a:lnTo>
                    <a:lnTo>
                      <a:pt x="300" y="162"/>
                    </a:lnTo>
                    <a:lnTo>
                      <a:pt x="300" y="156"/>
                    </a:lnTo>
                    <a:lnTo>
                      <a:pt x="300" y="150"/>
                    </a:lnTo>
                    <a:lnTo>
                      <a:pt x="306" y="150"/>
                    </a:lnTo>
                    <a:lnTo>
                      <a:pt x="306" y="144"/>
                    </a:lnTo>
                    <a:lnTo>
                      <a:pt x="306" y="138"/>
                    </a:lnTo>
                    <a:lnTo>
                      <a:pt x="312" y="138"/>
                    </a:lnTo>
                    <a:lnTo>
                      <a:pt x="312" y="132"/>
                    </a:lnTo>
                    <a:lnTo>
                      <a:pt x="318" y="126"/>
                    </a:lnTo>
                    <a:lnTo>
                      <a:pt x="318" y="120"/>
                    </a:lnTo>
                    <a:lnTo>
                      <a:pt x="318" y="114"/>
                    </a:lnTo>
                    <a:lnTo>
                      <a:pt x="324" y="114"/>
                    </a:lnTo>
                    <a:lnTo>
                      <a:pt x="324" y="108"/>
                    </a:lnTo>
                    <a:lnTo>
                      <a:pt x="330" y="102"/>
                    </a:lnTo>
                    <a:lnTo>
                      <a:pt x="330" y="96"/>
                    </a:lnTo>
                    <a:lnTo>
                      <a:pt x="330" y="90"/>
                    </a:lnTo>
                    <a:lnTo>
                      <a:pt x="336" y="90"/>
                    </a:lnTo>
                    <a:lnTo>
                      <a:pt x="336" y="84"/>
                    </a:lnTo>
                    <a:lnTo>
                      <a:pt x="342" y="78"/>
                    </a:lnTo>
                    <a:lnTo>
                      <a:pt x="342" y="72"/>
                    </a:lnTo>
                    <a:lnTo>
                      <a:pt x="342" y="66"/>
                    </a:lnTo>
                    <a:lnTo>
                      <a:pt x="348" y="66"/>
                    </a:lnTo>
                    <a:lnTo>
                      <a:pt x="348" y="60"/>
                    </a:lnTo>
                    <a:lnTo>
                      <a:pt x="354" y="54"/>
                    </a:lnTo>
                    <a:lnTo>
                      <a:pt x="354" y="48"/>
                    </a:lnTo>
                    <a:lnTo>
                      <a:pt x="354" y="42"/>
                    </a:lnTo>
                    <a:lnTo>
                      <a:pt x="360" y="42"/>
                    </a:lnTo>
                    <a:lnTo>
                      <a:pt x="360" y="36"/>
                    </a:lnTo>
                    <a:lnTo>
                      <a:pt x="366" y="30"/>
                    </a:lnTo>
                    <a:lnTo>
                      <a:pt x="366" y="24"/>
                    </a:lnTo>
                    <a:lnTo>
                      <a:pt x="372" y="24"/>
                    </a:lnTo>
                    <a:lnTo>
                      <a:pt x="372" y="18"/>
                    </a:lnTo>
                    <a:lnTo>
                      <a:pt x="378" y="18"/>
                    </a:lnTo>
                    <a:lnTo>
                      <a:pt x="384" y="18"/>
                    </a:lnTo>
                    <a:lnTo>
                      <a:pt x="390" y="18"/>
                    </a:lnTo>
                    <a:lnTo>
                      <a:pt x="396" y="18"/>
                    </a:lnTo>
                    <a:lnTo>
                      <a:pt x="396" y="24"/>
                    </a:lnTo>
                    <a:lnTo>
                      <a:pt x="402" y="24"/>
                    </a:lnTo>
                    <a:lnTo>
                      <a:pt x="402" y="30"/>
                    </a:lnTo>
                    <a:lnTo>
                      <a:pt x="408" y="30"/>
                    </a:lnTo>
                    <a:lnTo>
                      <a:pt x="408" y="36"/>
                    </a:lnTo>
                    <a:lnTo>
                      <a:pt x="414" y="42"/>
                    </a:lnTo>
                    <a:lnTo>
                      <a:pt x="414" y="48"/>
                    </a:lnTo>
                    <a:lnTo>
                      <a:pt x="420" y="48"/>
                    </a:lnTo>
                    <a:lnTo>
                      <a:pt x="420" y="54"/>
                    </a:lnTo>
                    <a:lnTo>
                      <a:pt x="420" y="60"/>
                    </a:lnTo>
                    <a:lnTo>
                      <a:pt x="426" y="66"/>
                    </a:lnTo>
                    <a:lnTo>
                      <a:pt x="426" y="72"/>
                    </a:lnTo>
                    <a:lnTo>
                      <a:pt x="432" y="72"/>
                    </a:lnTo>
                    <a:lnTo>
                      <a:pt x="432" y="78"/>
                    </a:lnTo>
                    <a:lnTo>
                      <a:pt x="432" y="84"/>
                    </a:lnTo>
                    <a:lnTo>
                      <a:pt x="438" y="84"/>
                    </a:lnTo>
                    <a:lnTo>
                      <a:pt x="438" y="90"/>
                    </a:lnTo>
                    <a:lnTo>
                      <a:pt x="438" y="96"/>
                    </a:lnTo>
                    <a:lnTo>
                      <a:pt x="444" y="96"/>
                    </a:lnTo>
                    <a:lnTo>
                      <a:pt x="444" y="102"/>
                    </a:lnTo>
                    <a:lnTo>
                      <a:pt x="444" y="108"/>
                    </a:lnTo>
                    <a:lnTo>
                      <a:pt x="450" y="108"/>
                    </a:lnTo>
                    <a:lnTo>
                      <a:pt x="450" y="114"/>
                    </a:lnTo>
                    <a:lnTo>
                      <a:pt x="450" y="120"/>
                    </a:lnTo>
                    <a:lnTo>
                      <a:pt x="456" y="120"/>
                    </a:lnTo>
                    <a:lnTo>
                      <a:pt x="456" y="126"/>
                    </a:lnTo>
                    <a:lnTo>
                      <a:pt x="462" y="132"/>
                    </a:lnTo>
                    <a:lnTo>
                      <a:pt x="462" y="138"/>
                    </a:lnTo>
                    <a:lnTo>
                      <a:pt x="468" y="138"/>
                    </a:lnTo>
                    <a:lnTo>
                      <a:pt x="468" y="144"/>
                    </a:lnTo>
                    <a:lnTo>
                      <a:pt x="468" y="150"/>
                    </a:lnTo>
                    <a:lnTo>
                      <a:pt x="474" y="150"/>
                    </a:lnTo>
                    <a:lnTo>
                      <a:pt x="474" y="156"/>
                    </a:lnTo>
                    <a:lnTo>
                      <a:pt x="474" y="162"/>
                    </a:lnTo>
                    <a:lnTo>
                      <a:pt x="480" y="162"/>
                    </a:lnTo>
                    <a:lnTo>
                      <a:pt x="480" y="168"/>
                    </a:lnTo>
                    <a:lnTo>
                      <a:pt x="486" y="168"/>
                    </a:lnTo>
                    <a:lnTo>
                      <a:pt x="486" y="174"/>
                    </a:lnTo>
                    <a:lnTo>
                      <a:pt x="486" y="180"/>
                    </a:lnTo>
                    <a:lnTo>
                      <a:pt x="492" y="180"/>
                    </a:lnTo>
                    <a:lnTo>
                      <a:pt x="492" y="186"/>
                    </a:lnTo>
                    <a:lnTo>
                      <a:pt x="498" y="192"/>
                    </a:lnTo>
                    <a:lnTo>
                      <a:pt x="498" y="198"/>
                    </a:lnTo>
                    <a:lnTo>
                      <a:pt x="504" y="198"/>
                    </a:lnTo>
                    <a:lnTo>
                      <a:pt x="504" y="204"/>
                    </a:lnTo>
                    <a:lnTo>
                      <a:pt x="504" y="210"/>
                    </a:lnTo>
                    <a:lnTo>
                      <a:pt x="510" y="210"/>
                    </a:lnTo>
                    <a:lnTo>
                      <a:pt x="510" y="216"/>
                    </a:lnTo>
                    <a:lnTo>
                      <a:pt x="516" y="216"/>
                    </a:lnTo>
                    <a:lnTo>
                      <a:pt x="516" y="222"/>
                    </a:lnTo>
                    <a:lnTo>
                      <a:pt x="516" y="228"/>
                    </a:lnTo>
                    <a:lnTo>
                      <a:pt x="522" y="228"/>
                    </a:lnTo>
                    <a:lnTo>
                      <a:pt x="522" y="234"/>
                    </a:lnTo>
                    <a:lnTo>
                      <a:pt x="528" y="234"/>
                    </a:lnTo>
                    <a:lnTo>
                      <a:pt x="528" y="240"/>
                    </a:lnTo>
                    <a:lnTo>
                      <a:pt x="534" y="246"/>
                    </a:lnTo>
                    <a:lnTo>
                      <a:pt x="534" y="252"/>
                    </a:lnTo>
                    <a:lnTo>
                      <a:pt x="540" y="252"/>
                    </a:lnTo>
                    <a:lnTo>
                      <a:pt x="540" y="258"/>
                    </a:lnTo>
                    <a:lnTo>
                      <a:pt x="546" y="258"/>
                    </a:lnTo>
                    <a:lnTo>
                      <a:pt x="546" y="264"/>
                    </a:lnTo>
                    <a:lnTo>
                      <a:pt x="546" y="270"/>
                    </a:lnTo>
                    <a:lnTo>
                      <a:pt x="552" y="270"/>
                    </a:lnTo>
                    <a:lnTo>
                      <a:pt x="552" y="276"/>
                    </a:lnTo>
                    <a:lnTo>
                      <a:pt x="558" y="276"/>
                    </a:lnTo>
                    <a:lnTo>
                      <a:pt x="558" y="282"/>
                    </a:lnTo>
                    <a:lnTo>
                      <a:pt x="564" y="282"/>
                    </a:lnTo>
                    <a:lnTo>
                      <a:pt x="564" y="288"/>
                    </a:lnTo>
                    <a:lnTo>
                      <a:pt x="570" y="294"/>
                    </a:lnTo>
                    <a:lnTo>
                      <a:pt x="570" y="300"/>
                    </a:lnTo>
                    <a:lnTo>
                      <a:pt x="576" y="300"/>
                    </a:lnTo>
                    <a:lnTo>
                      <a:pt x="576" y="306"/>
                    </a:lnTo>
                    <a:lnTo>
                      <a:pt x="582" y="306"/>
                    </a:lnTo>
                    <a:lnTo>
                      <a:pt x="582" y="312"/>
                    </a:lnTo>
                    <a:lnTo>
                      <a:pt x="588" y="312"/>
                    </a:lnTo>
                    <a:lnTo>
                      <a:pt x="588" y="318"/>
                    </a:lnTo>
                    <a:lnTo>
                      <a:pt x="594" y="318"/>
                    </a:lnTo>
                    <a:lnTo>
                      <a:pt x="594" y="324"/>
                    </a:lnTo>
                    <a:lnTo>
                      <a:pt x="600" y="324"/>
                    </a:lnTo>
                    <a:lnTo>
                      <a:pt x="600" y="330"/>
                    </a:lnTo>
                    <a:lnTo>
                      <a:pt x="606" y="336"/>
                    </a:lnTo>
                    <a:lnTo>
                      <a:pt x="612" y="342"/>
                    </a:lnTo>
                    <a:lnTo>
                      <a:pt x="612" y="348"/>
                    </a:lnTo>
                    <a:lnTo>
                      <a:pt x="618" y="348"/>
                    </a:lnTo>
                    <a:lnTo>
                      <a:pt x="618" y="354"/>
                    </a:lnTo>
                    <a:lnTo>
                      <a:pt x="624" y="354"/>
                    </a:lnTo>
                    <a:lnTo>
                      <a:pt x="624" y="360"/>
                    </a:lnTo>
                    <a:lnTo>
                      <a:pt x="630" y="360"/>
                    </a:lnTo>
                    <a:lnTo>
                      <a:pt x="630" y="366"/>
                    </a:lnTo>
                    <a:lnTo>
                      <a:pt x="636" y="366"/>
                    </a:lnTo>
                    <a:lnTo>
                      <a:pt x="642" y="372"/>
                    </a:lnTo>
                    <a:lnTo>
                      <a:pt x="648" y="378"/>
                    </a:lnTo>
                    <a:lnTo>
                      <a:pt x="654" y="378"/>
                    </a:lnTo>
                    <a:lnTo>
                      <a:pt x="654" y="384"/>
                    </a:lnTo>
                    <a:lnTo>
                      <a:pt x="660" y="384"/>
                    </a:lnTo>
                    <a:lnTo>
                      <a:pt x="660" y="390"/>
                    </a:lnTo>
                    <a:lnTo>
                      <a:pt x="666" y="390"/>
                    </a:lnTo>
                    <a:lnTo>
                      <a:pt x="666" y="396"/>
                    </a:lnTo>
                    <a:lnTo>
                      <a:pt x="672" y="396"/>
                    </a:lnTo>
                    <a:lnTo>
                      <a:pt x="672" y="402"/>
                    </a:lnTo>
                    <a:lnTo>
                      <a:pt x="678" y="402"/>
                    </a:lnTo>
                    <a:lnTo>
                      <a:pt x="684" y="402"/>
                    </a:lnTo>
                    <a:lnTo>
                      <a:pt x="684" y="408"/>
                    </a:lnTo>
                    <a:lnTo>
                      <a:pt x="690" y="408"/>
                    </a:lnTo>
                    <a:lnTo>
                      <a:pt x="690" y="414"/>
                    </a:lnTo>
                    <a:lnTo>
                      <a:pt x="696" y="414"/>
                    </a:lnTo>
                    <a:lnTo>
                      <a:pt x="702" y="414"/>
                    </a:lnTo>
                    <a:lnTo>
                      <a:pt x="702" y="420"/>
                    </a:lnTo>
                    <a:lnTo>
                      <a:pt x="708" y="420"/>
                    </a:lnTo>
                    <a:lnTo>
                      <a:pt x="714" y="426"/>
                    </a:lnTo>
                    <a:lnTo>
                      <a:pt x="720" y="426"/>
                    </a:lnTo>
                    <a:lnTo>
                      <a:pt x="726" y="426"/>
                    </a:lnTo>
                    <a:lnTo>
                      <a:pt x="726" y="432"/>
                    </a:lnTo>
                    <a:lnTo>
                      <a:pt x="732" y="432"/>
                    </a:lnTo>
                    <a:lnTo>
                      <a:pt x="738" y="432"/>
                    </a:lnTo>
                    <a:lnTo>
                      <a:pt x="744" y="432"/>
                    </a:lnTo>
                    <a:lnTo>
                      <a:pt x="750" y="432"/>
                    </a:lnTo>
                    <a:lnTo>
                      <a:pt x="756" y="432"/>
                    </a:lnTo>
                    <a:lnTo>
                      <a:pt x="762" y="432"/>
                    </a:lnTo>
                    <a:lnTo>
                      <a:pt x="762" y="426"/>
                    </a:lnTo>
                    <a:lnTo>
                      <a:pt x="768" y="426"/>
                    </a:lnTo>
                    <a:lnTo>
                      <a:pt x="774" y="426"/>
                    </a:lnTo>
                    <a:lnTo>
                      <a:pt x="774" y="420"/>
                    </a:lnTo>
                    <a:lnTo>
                      <a:pt x="780" y="420"/>
                    </a:lnTo>
                    <a:lnTo>
                      <a:pt x="786" y="420"/>
                    </a:lnTo>
                    <a:lnTo>
                      <a:pt x="786" y="414"/>
                    </a:lnTo>
                    <a:lnTo>
                      <a:pt x="792" y="414"/>
                    </a:lnTo>
                    <a:lnTo>
                      <a:pt x="792" y="408"/>
                    </a:lnTo>
                    <a:lnTo>
                      <a:pt x="798" y="408"/>
                    </a:lnTo>
                    <a:lnTo>
                      <a:pt x="804" y="408"/>
                    </a:lnTo>
                    <a:lnTo>
                      <a:pt x="804" y="402"/>
                    </a:lnTo>
                    <a:lnTo>
                      <a:pt x="810" y="402"/>
                    </a:lnTo>
                    <a:lnTo>
                      <a:pt x="810" y="396"/>
                    </a:lnTo>
                    <a:lnTo>
                      <a:pt x="816" y="396"/>
                    </a:lnTo>
                    <a:lnTo>
                      <a:pt x="822" y="396"/>
                    </a:lnTo>
                    <a:lnTo>
                      <a:pt x="822" y="390"/>
                    </a:lnTo>
                    <a:lnTo>
                      <a:pt x="828" y="390"/>
                    </a:lnTo>
                    <a:lnTo>
                      <a:pt x="828" y="384"/>
                    </a:lnTo>
                    <a:lnTo>
                      <a:pt x="834" y="384"/>
                    </a:lnTo>
                    <a:lnTo>
                      <a:pt x="834" y="378"/>
                    </a:lnTo>
                    <a:lnTo>
                      <a:pt x="840" y="378"/>
                    </a:lnTo>
                    <a:lnTo>
                      <a:pt x="840" y="372"/>
                    </a:lnTo>
                    <a:lnTo>
                      <a:pt x="846" y="372"/>
                    </a:lnTo>
                    <a:lnTo>
                      <a:pt x="846" y="366"/>
                    </a:lnTo>
                    <a:lnTo>
                      <a:pt x="852" y="366"/>
                    </a:lnTo>
                    <a:lnTo>
                      <a:pt x="852" y="360"/>
                    </a:lnTo>
                    <a:lnTo>
                      <a:pt x="858" y="360"/>
                    </a:lnTo>
                    <a:lnTo>
                      <a:pt x="864" y="354"/>
                    </a:lnTo>
                    <a:lnTo>
                      <a:pt x="870" y="354"/>
                    </a:lnTo>
                    <a:lnTo>
                      <a:pt x="870" y="348"/>
                    </a:lnTo>
                    <a:lnTo>
                      <a:pt x="876" y="342"/>
                    </a:lnTo>
                    <a:lnTo>
                      <a:pt x="882" y="336"/>
                    </a:lnTo>
                    <a:lnTo>
                      <a:pt x="882" y="330"/>
                    </a:lnTo>
                    <a:lnTo>
                      <a:pt x="888" y="330"/>
                    </a:lnTo>
                    <a:lnTo>
                      <a:pt x="888" y="324"/>
                    </a:lnTo>
                    <a:lnTo>
                      <a:pt x="894" y="324"/>
                    </a:lnTo>
                    <a:lnTo>
                      <a:pt x="894" y="318"/>
                    </a:lnTo>
                    <a:lnTo>
                      <a:pt x="900" y="318"/>
                    </a:lnTo>
                    <a:lnTo>
                      <a:pt x="900" y="312"/>
                    </a:lnTo>
                    <a:lnTo>
                      <a:pt x="906" y="312"/>
                    </a:lnTo>
                    <a:lnTo>
                      <a:pt x="906" y="306"/>
                    </a:lnTo>
                    <a:lnTo>
                      <a:pt x="912" y="306"/>
                    </a:lnTo>
                    <a:lnTo>
                      <a:pt x="912" y="300"/>
                    </a:lnTo>
                    <a:lnTo>
                      <a:pt x="918" y="294"/>
                    </a:lnTo>
                    <a:lnTo>
                      <a:pt x="918" y="288"/>
                    </a:lnTo>
                    <a:lnTo>
                      <a:pt x="924" y="288"/>
                    </a:lnTo>
                    <a:lnTo>
                      <a:pt x="924" y="282"/>
                    </a:lnTo>
                    <a:lnTo>
                      <a:pt x="930" y="282"/>
                    </a:lnTo>
                    <a:lnTo>
                      <a:pt x="930" y="276"/>
                    </a:lnTo>
                    <a:lnTo>
                      <a:pt x="936" y="276"/>
                    </a:lnTo>
                    <a:lnTo>
                      <a:pt x="936" y="270"/>
                    </a:lnTo>
                    <a:lnTo>
                      <a:pt x="936" y="264"/>
                    </a:lnTo>
                    <a:lnTo>
                      <a:pt x="942" y="264"/>
                    </a:lnTo>
                    <a:lnTo>
                      <a:pt x="942" y="258"/>
                    </a:lnTo>
                    <a:lnTo>
                      <a:pt x="948" y="258"/>
                    </a:lnTo>
                    <a:lnTo>
                      <a:pt x="948" y="252"/>
                    </a:lnTo>
                    <a:lnTo>
                      <a:pt x="954" y="252"/>
                    </a:lnTo>
                    <a:lnTo>
                      <a:pt x="954" y="246"/>
                    </a:lnTo>
                    <a:lnTo>
                      <a:pt x="954" y="240"/>
                    </a:lnTo>
                    <a:lnTo>
                      <a:pt x="960" y="240"/>
                    </a:lnTo>
                    <a:lnTo>
                      <a:pt x="960" y="234"/>
                    </a:lnTo>
                    <a:lnTo>
                      <a:pt x="966" y="234"/>
                    </a:lnTo>
                    <a:lnTo>
                      <a:pt x="966" y="228"/>
                    </a:lnTo>
                    <a:lnTo>
                      <a:pt x="966" y="222"/>
                    </a:lnTo>
                    <a:lnTo>
                      <a:pt x="972" y="222"/>
                    </a:lnTo>
                    <a:lnTo>
                      <a:pt x="972" y="216"/>
                    </a:lnTo>
                    <a:lnTo>
                      <a:pt x="978" y="216"/>
                    </a:lnTo>
                    <a:lnTo>
                      <a:pt x="978" y="210"/>
                    </a:lnTo>
                    <a:lnTo>
                      <a:pt x="978" y="204"/>
                    </a:lnTo>
                    <a:lnTo>
                      <a:pt x="984" y="204"/>
                    </a:lnTo>
                    <a:lnTo>
                      <a:pt x="984" y="198"/>
                    </a:lnTo>
                    <a:lnTo>
                      <a:pt x="990" y="198"/>
                    </a:lnTo>
                    <a:lnTo>
                      <a:pt x="990" y="192"/>
                    </a:lnTo>
                    <a:lnTo>
                      <a:pt x="990" y="186"/>
                    </a:lnTo>
                    <a:lnTo>
                      <a:pt x="996" y="186"/>
                    </a:lnTo>
                    <a:lnTo>
                      <a:pt x="996" y="180"/>
                    </a:lnTo>
                    <a:lnTo>
                      <a:pt x="996" y="174"/>
                    </a:lnTo>
                    <a:lnTo>
                      <a:pt x="1002" y="174"/>
                    </a:lnTo>
                    <a:lnTo>
                      <a:pt x="1002" y="168"/>
                    </a:lnTo>
                    <a:lnTo>
                      <a:pt x="1008" y="168"/>
                    </a:lnTo>
                    <a:lnTo>
                      <a:pt x="1008" y="162"/>
                    </a:lnTo>
                    <a:lnTo>
                      <a:pt x="1008" y="156"/>
                    </a:lnTo>
                    <a:lnTo>
                      <a:pt x="1014" y="156"/>
                    </a:lnTo>
                    <a:lnTo>
                      <a:pt x="1014" y="150"/>
                    </a:lnTo>
                    <a:lnTo>
                      <a:pt x="1014" y="144"/>
                    </a:lnTo>
                    <a:lnTo>
                      <a:pt x="1020" y="144"/>
                    </a:lnTo>
                    <a:lnTo>
                      <a:pt x="1020" y="138"/>
                    </a:lnTo>
                    <a:lnTo>
                      <a:pt x="1026" y="132"/>
                    </a:lnTo>
                    <a:lnTo>
                      <a:pt x="1026" y="126"/>
                    </a:lnTo>
                    <a:lnTo>
                      <a:pt x="1032" y="126"/>
                    </a:lnTo>
                    <a:lnTo>
                      <a:pt x="1032" y="120"/>
                    </a:lnTo>
                    <a:lnTo>
                      <a:pt x="1032" y="114"/>
                    </a:lnTo>
                    <a:lnTo>
                      <a:pt x="1038" y="114"/>
                    </a:lnTo>
                    <a:lnTo>
                      <a:pt x="1038" y="108"/>
                    </a:lnTo>
                    <a:lnTo>
                      <a:pt x="1038" y="102"/>
                    </a:lnTo>
                    <a:lnTo>
                      <a:pt x="1044" y="102"/>
                    </a:lnTo>
                    <a:lnTo>
                      <a:pt x="1044" y="96"/>
                    </a:lnTo>
                    <a:lnTo>
                      <a:pt x="1044" y="90"/>
                    </a:lnTo>
                    <a:lnTo>
                      <a:pt x="1050" y="90"/>
                    </a:lnTo>
                    <a:lnTo>
                      <a:pt x="1050" y="84"/>
                    </a:lnTo>
                    <a:lnTo>
                      <a:pt x="1050" y="78"/>
                    </a:lnTo>
                    <a:lnTo>
                      <a:pt x="1056" y="78"/>
                    </a:lnTo>
                    <a:lnTo>
                      <a:pt x="1056" y="72"/>
                    </a:lnTo>
                    <a:lnTo>
                      <a:pt x="1062" y="66"/>
                    </a:lnTo>
                    <a:lnTo>
                      <a:pt x="1062" y="60"/>
                    </a:lnTo>
                    <a:lnTo>
                      <a:pt x="1062" y="54"/>
                    </a:lnTo>
                    <a:lnTo>
                      <a:pt x="1068" y="54"/>
                    </a:lnTo>
                    <a:lnTo>
                      <a:pt x="1068" y="48"/>
                    </a:lnTo>
                    <a:lnTo>
                      <a:pt x="1074" y="42"/>
                    </a:lnTo>
                    <a:lnTo>
                      <a:pt x="1074" y="36"/>
                    </a:lnTo>
                    <a:lnTo>
                      <a:pt x="1080" y="36"/>
                    </a:lnTo>
                    <a:lnTo>
                      <a:pt x="1080" y="30"/>
                    </a:lnTo>
                    <a:lnTo>
                      <a:pt x="1080" y="24"/>
                    </a:lnTo>
                    <a:lnTo>
                      <a:pt x="1086" y="24"/>
                    </a:lnTo>
                    <a:lnTo>
                      <a:pt x="1086" y="18"/>
                    </a:lnTo>
                    <a:lnTo>
                      <a:pt x="1092" y="18"/>
                    </a:lnTo>
                    <a:lnTo>
                      <a:pt x="1098" y="18"/>
                    </a:lnTo>
                    <a:lnTo>
                      <a:pt x="1104" y="18"/>
                    </a:lnTo>
                    <a:lnTo>
                      <a:pt x="1110" y="18"/>
                    </a:lnTo>
                    <a:lnTo>
                      <a:pt x="1110" y="24"/>
                    </a:lnTo>
                    <a:lnTo>
                      <a:pt x="1116" y="24"/>
                    </a:lnTo>
                    <a:lnTo>
                      <a:pt x="1116" y="30"/>
                    </a:lnTo>
                    <a:lnTo>
                      <a:pt x="1122" y="30"/>
                    </a:lnTo>
                    <a:lnTo>
                      <a:pt x="1122" y="36"/>
                    </a:lnTo>
                    <a:lnTo>
                      <a:pt x="1122" y="42"/>
                    </a:lnTo>
                    <a:lnTo>
                      <a:pt x="1128" y="42"/>
                    </a:lnTo>
                    <a:lnTo>
                      <a:pt x="1128" y="48"/>
                    </a:lnTo>
                    <a:lnTo>
                      <a:pt x="1128" y="54"/>
                    </a:lnTo>
                    <a:lnTo>
                      <a:pt x="1134" y="54"/>
                    </a:lnTo>
                    <a:lnTo>
                      <a:pt x="1134" y="60"/>
                    </a:lnTo>
                    <a:lnTo>
                      <a:pt x="1134" y="66"/>
                    </a:lnTo>
                    <a:lnTo>
                      <a:pt x="1140" y="66"/>
                    </a:lnTo>
                    <a:lnTo>
                      <a:pt x="1140" y="72"/>
                    </a:lnTo>
                    <a:lnTo>
                      <a:pt x="1140" y="78"/>
                    </a:lnTo>
                    <a:lnTo>
                      <a:pt x="1146" y="78"/>
                    </a:lnTo>
                    <a:lnTo>
                      <a:pt x="1146" y="84"/>
                    </a:lnTo>
                    <a:lnTo>
                      <a:pt x="1146" y="90"/>
                    </a:lnTo>
                    <a:lnTo>
                      <a:pt x="1152" y="90"/>
                    </a:lnTo>
                    <a:lnTo>
                      <a:pt x="1152" y="96"/>
                    </a:lnTo>
                    <a:lnTo>
                      <a:pt x="1152" y="102"/>
                    </a:lnTo>
                    <a:lnTo>
                      <a:pt x="1158" y="102"/>
                    </a:lnTo>
                    <a:lnTo>
                      <a:pt x="1158" y="108"/>
                    </a:lnTo>
                    <a:lnTo>
                      <a:pt x="1158" y="114"/>
                    </a:lnTo>
                    <a:lnTo>
                      <a:pt x="1164" y="114"/>
                    </a:lnTo>
                    <a:lnTo>
                      <a:pt x="1164" y="120"/>
                    </a:lnTo>
                    <a:lnTo>
                      <a:pt x="1164" y="126"/>
                    </a:lnTo>
                    <a:lnTo>
                      <a:pt x="1170" y="126"/>
                    </a:lnTo>
                    <a:lnTo>
                      <a:pt x="1170" y="132"/>
                    </a:lnTo>
                    <a:lnTo>
                      <a:pt x="1170" y="138"/>
                    </a:lnTo>
                    <a:lnTo>
                      <a:pt x="1176" y="138"/>
                    </a:lnTo>
                    <a:lnTo>
                      <a:pt x="1176" y="144"/>
                    </a:lnTo>
                    <a:lnTo>
                      <a:pt x="1182" y="150"/>
                    </a:lnTo>
                    <a:lnTo>
                      <a:pt x="1182" y="156"/>
                    </a:lnTo>
                    <a:lnTo>
                      <a:pt x="1188" y="156"/>
                    </a:lnTo>
                    <a:lnTo>
                      <a:pt x="1188" y="162"/>
                    </a:lnTo>
                    <a:lnTo>
                      <a:pt x="1188" y="168"/>
                    </a:lnTo>
                    <a:lnTo>
                      <a:pt x="1194" y="168"/>
                    </a:lnTo>
                    <a:lnTo>
                      <a:pt x="1194" y="174"/>
                    </a:lnTo>
                    <a:lnTo>
                      <a:pt x="1194" y="180"/>
                    </a:lnTo>
                    <a:lnTo>
                      <a:pt x="1200" y="180"/>
                    </a:lnTo>
                    <a:lnTo>
                      <a:pt x="1200" y="186"/>
                    </a:lnTo>
                    <a:lnTo>
                      <a:pt x="1206" y="192"/>
                    </a:lnTo>
                    <a:lnTo>
                      <a:pt x="1206" y="198"/>
                    </a:lnTo>
                    <a:lnTo>
                      <a:pt x="1212" y="198"/>
                    </a:lnTo>
                    <a:lnTo>
                      <a:pt x="1212" y="204"/>
                    </a:lnTo>
                    <a:lnTo>
                      <a:pt x="1212" y="210"/>
                    </a:lnTo>
                    <a:lnTo>
                      <a:pt x="1218" y="210"/>
                    </a:lnTo>
                    <a:lnTo>
                      <a:pt x="1218" y="216"/>
                    </a:lnTo>
                    <a:lnTo>
                      <a:pt x="1224" y="222"/>
                    </a:lnTo>
                    <a:lnTo>
                      <a:pt x="1224" y="228"/>
                    </a:lnTo>
                    <a:lnTo>
                      <a:pt x="1230" y="228"/>
                    </a:lnTo>
                    <a:lnTo>
                      <a:pt x="1230" y="234"/>
                    </a:lnTo>
                    <a:lnTo>
                      <a:pt x="1230" y="240"/>
                    </a:lnTo>
                    <a:lnTo>
                      <a:pt x="1236" y="240"/>
                    </a:lnTo>
                    <a:lnTo>
                      <a:pt x="1236" y="246"/>
                    </a:lnTo>
                    <a:lnTo>
                      <a:pt x="1242" y="246"/>
                    </a:lnTo>
                    <a:lnTo>
                      <a:pt x="1242" y="252"/>
                    </a:lnTo>
                    <a:lnTo>
                      <a:pt x="1242" y="258"/>
                    </a:lnTo>
                    <a:lnTo>
                      <a:pt x="1248" y="258"/>
                    </a:lnTo>
                    <a:lnTo>
                      <a:pt x="1248" y="264"/>
                    </a:lnTo>
                    <a:lnTo>
                      <a:pt x="1254" y="264"/>
                    </a:lnTo>
                    <a:lnTo>
                      <a:pt x="1254" y="270"/>
                    </a:lnTo>
                    <a:lnTo>
                      <a:pt x="1260" y="276"/>
                    </a:lnTo>
                    <a:lnTo>
                      <a:pt x="1260" y="282"/>
                    </a:lnTo>
                    <a:lnTo>
                      <a:pt x="1266" y="282"/>
                    </a:lnTo>
                    <a:lnTo>
                      <a:pt x="1266" y="288"/>
                    </a:lnTo>
                    <a:lnTo>
                      <a:pt x="1272" y="288"/>
                    </a:lnTo>
                    <a:lnTo>
                      <a:pt x="1272" y="294"/>
                    </a:lnTo>
                    <a:lnTo>
                      <a:pt x="1278" y="300"/>
                    </a:lnTo>
                    <a:lnTo>
                      <a:pt x="1278" y="306"/>
                    </a:lnTo>
                    <a:lnTo>
                      <a:pt x="1284" y="306"/>
                    </a:lnTo>
                    <a:lnTo>
                      <a:pt x="1284" y="312"/>
                    </a:lnTo>
                    <a:lnTo>
                      <a:pt x="1290" y="312"/>
                    </a:lnTo>
                    <a:lnTo>
                      <a:pt x="1290" y="318"/>
                    </a:lnTo>
                    <a:lnTo>
                      <a:pt x="1296" y="318"/>
                    </a:lnTo>
                    <a:lnTo>
                      <a:pt x="1296" y="324"/>
                    </a:lnTo>
                    <a:lnTo>
                      <a:pt x="1296" y="330"/>
                    </a:lnTo>
                    <a:lnTo>
                      <a:pt x="1302" y="330"/>
                    </a:lnTo>
                    <a:lnTo>
                      <a:pt x="1302" y="336"/>
                    </a:lnTo>
                    <a:lnTo>
                      <a:pt x="1308" y="336"/>
                    </a:lnTo>
                    <a:lnTo>
                      <a:pt x="1308" y="342"/>
                    </a:lnTo>
                    <a:lnTo>
                      <a:pt x="1314" y="342"/>
                    </a:lnTo>
                    <a:lnTo>
                      <a:pt x="1314" y="348"/>
                    </a:lnTo>
                    <a:lnTo>
                      <a:pt x="1320" y="348"/>
                    </a:lnTo>
                    <a:lnTo>
                      <a:pt x="1320" y="354"/>
                    </a:lnTo>
                    <a:lnTo>
                      <a:pt x="1326" y="354"/>
                    </a:lnTo>
                    <a:lnTo>
                      <a:pt x="1326" y="360"/>
                    </a:lnTo>
                    <a:lnTo>
                      <a:pt x="1332" y="360"/>
                    </a:lnTo>
                    <a:lnTo>
                      <a:pt x="1332" y="366"/>
                    </a:lnTo>
                    <a:lnTo>
                      <a:pt x="1338" y="366"/>
                    </a:lnTo>
                    <a:lnTo>
                      <a:pt x="1338" y="372"/>
                    </a:lnTo>
                    <a:lnTo>
                      <a:pt x="1344" y="372"/>
                    </a:lnTo>
                    <a:lnTo>
                      <a:pt x="1344" y="378"/>
                    </a:lnTo>
                    <a:lnTo>
                      <a:pt x="1350" y="378"/>
                    </a:lnTo>
                    <a:lnTo>
                      <a:pt x="1350" y="384"/>
                    </a:lnTo>
                    <a:lnTo>
                      <a:pt x="1356" y="384"/>
                    </a:lnTo>
                    <a:lnTo>
                      <a:pt x="1356" y="390"/>
                    </a:lnTo>
                    <a:lnTo>
                      <a:pt x="1362" y="390"/>
                    </a:lnTo>
                    <a:lnTo>
                      <a:pt x="1362" y="396"/>
                    </a:lnTo>
                    <a:lnTo>
                      <a:pt x="1368" y="396"/>
                    </a:lnTo>
                    <a:lnTo>
                      <a:pt x="1374" y="396"/>
                    </a:lnTo>
                    <a:lnTo>
                      <a:pt x="1374" y="402"/>
                    </a:lnTo>
                    <a:lnTo>
                      <a:pt x="1380" y="402"/>
                    </a:lnTo>
                    <a:lnTo>
                      <a:pt x="1380" y="408"/>
                    </a:lnTo>
                    <a:lnTo>
                      <a:pt x="1386" y="408"/>
                    </a:lnTo>
                    <a:lnTo>
                      <a:pt x="1386" y="414"/>
                    </a:lnTo>
                    <a:lnTo>
                      <a:pt x="1392" y="414"/>
                    </a:lnTo>
                    <a:lnTo>
                      <a:pt x="1398" y="414"/>
                    </a:lnTo>
                    <a:lnTo>
                      <a:pt x="1398" y="420"/>
                    </a:lnTo>
                    <a:lnTo>
                      <a:pt x="1404" y="420"/>
                    </a:lnTo>
                    <a:lnTo>
                      <a:pt x="1404" y="426"/>
                    </a:lnTo>
                    <a:lnTo>
                      <a:pt x="1410" y="426"/>
                    </a:lnTo>
                    <a:lnTo>
                      <a:pt x="1416" y="426"/>
                    </a:lnTo>
                    <a:lnTo>
                      <a:pt x="1416" y="432"/>
                    </a:lnTo>
                    <a:lnTo>
                      <a:pt x="1422" y="432"/>
                    </a:lnTo>
                    <a:lnTo>
                      <a:pt x="1428" y="432"/>
                    </a:lnTo>
                    <a:lnTo>
                      <a:pt x="1428" y="438"/>
                    </a:lnTo>
                    <a:lnTo>
                      <a:pt x="1434" y="438"/>
                    </a:lnTo>
                    <a:lnTo>
                      <a:pt x="1440" y="438"/>
                    </a:lnTo>
                    <a:lnTo>
                      <a:pt x="1446" y="438"/>
                    </a:lnTo>
                    <a:lnTo>
                      <a:pt x="1446" y="444"/>
                    </a:lnTo>
                    <a:lnTo>
                      <a:pt x="1452" y="444"/>
                    </a:lnTo>
                    <a:lnTo>
                      <a:pt x="1458" y="444"/>
                    </a:lnTo>
                    <a:lnTo>
                      <a:pt x="1464" y="444"/>
                    </a:lnTo>
                    <a:lnTo>
                      <a:pt x="1470" y="444"/>
                    </a:lnTo>
                    <a:lnTo>
                      <a:pt x="1470" y="438"/>
                    </a:lnTo>
                    <a:lnTo>
                      <a:pt x="1476" y="438"/>
                    </a:lnTo>
                    <a:lnTo>
                      <a:pt x="1482" y="438"/>
                    </a:lnTo>
                    <a:lnTo>
                      <a:pt x="1488" y="438"/>
                    </a:lnTo>
                    <a:lnTo>
                      <a:pt x="1488" y="432"/>
                    </a:lnTo>
                    <a:lnTo>
                      <a:pt x="1494" y="432"/>
                    </a:lnTo>
                    <a:lnTo>
                      <a:pt x="1494" y="426"/>
                    </a:lnTo>
                    <a:lnTo>
                      <a:pt x="1500" y="426"/>
                    </a:lnTo>
                    <a:lnTo>
                      <a:pt x="1506" y="426"/>
                    </a:lnTo>
                    <a:lnTo>
                      <a:pt x="1506" y="420"/>
                    </a:lnTo>
                    <a:lnTo>
                      <a:pt x="1512" y="420"/>
                    </a:lnTo>
                    <a:lnTo>
                      <a:pt x="1518" y="420"/>
                    </a:lnTo>
                    <a:lnTo>
                      <a:pt x="1518" y="414"/>
                    </a:lnTo>
                    <a:lnTo>
                      <a:pt x="1524" y="414"/>
                    </a:lnTo>
                    <a:lnTo>
                      <a:pt x="1524" y="408"/>
                    </a:lnTo>
                    <a:lnTo>
                      <a:pt x="1530" y="408"/>
                    </a:lnTo>
                    <a:lnTo>
                      <a:pt x="1530" y="402"/>
                    </a:lnTo>
                    <a:lnTo>
                      <a:pt x="1536" y="402"/>
                    </a:lnTo>
                    <a:lnTo>
                      <a:pt x="1542" y="402"/>
                    </a:lnTo>
                    <a:lnTo>
                      <a:pt x="1542" y="396"/>
                    </a:lnTo>
                    <a:lnTo>
                      <a:pt x="1548" y="396"/>
                    </a:lnTo>
                    <a:lnTo>
                      <a:pt x="1548" y="390"/>
                    </a:lnTo>
                    <a:lnTo>
                      <a:pt x="1554" y="390"/>
                    </a:lnTo>
                    <a:lnTo>
                      <a:pt x="1554" y="384"/>
                    </a:lnTo>
                    <a:lnTo>
                      <a:pt x="1560" y="384"/>
                    </a:lnTo>
                    <a:lnTo>
                      <a:pt x="1560" y="378"/>
                    </a:lnTo>
                    <a:lnTo>
                      <a:pt x="1566" y="378"/>
                    </a:lnTo>
                    <a:lnTo>
                      <a:pt x="1566" y="372"/>
                    </a:lnTo>
                    <a:lnTo>
                      <a:pt x="1572" y="372"/>
                    </a:lnTo>
                    <a:lnTo>
                      <a:pt x="1572" y="366"/>
                    </a:lnTo>
                    <a:lnTo>
                      <a:pt x="1578" y="366"/>
                    </a:lnTo>
                    <a:lnTo>
                      <a:pt x="1578" y="360"/>
                    </a:lnTo>
                    <a:lnTo>
                      <a:pt x="1584" y="360"/>
                    </a:lnTo>
                    <a:lnTo>
                      <a:pt x="1584" y="354"/>
                    </a:lnTo>
                    <a:lnTo>
                      <a:pt x="1590" y="354"/>
                    </a:lnTo>
                    <a:lnTo>
                      <a:pt x="1590" y="348"/>
                    </a:lnTo>
                    <a:lnTo>
                      <a:pt x="1596" y="348"/>
                    </a:lnTo>
                    <a:lnTo>
                      <a:pt x="1596" y="342"/>
                    </a:lnTo>
                    <a:lnTo>
                      <a:pt x="1602" y="342"/>
                    </a:lnTo>
                    <a:lnTo>
                      <a:pt x="1602" y="336"/>
                    </a:lnTo>
                    <a:lnTo>
                      <a:pt x="1608" y="336"/>
                    </a:lnTo>
                    <a:lnTo>
                      <a:pt x="1608" y="330"/>
                    </a:lnTo>
                    <a:lnTo>
                      <a:pt x="1614" y="324"/>
                    </a:lnTo>
                    <a:lnTo>
                      <a:pt x="1614" y="318"/>
                    </a:lnTo>
                    <a:lnTo>
                      <a:pt x="1620" y="318"/>
                    </a:lnTo>
                    <a:lnTo>
                      <a:pt x="1620" y="312"/>
                    </a:lnTo>
                    <a:lnTo>
                      <a:pt x="1626" y="312"/>
                    </a:lnTo>
                    <a:lnTo>
                      <a:pt x="1626" y="306"/>
                    </a:lnTo>
                    <a:lnTo>
                      <a:pt x="1632" y="306"/>
                    </a:lnTo>
                    <a:lnTo>
                      <a:pt x="1632" y="300"/>
                    </a:lnTo>
                    <a:lnTo>
                      <a:pt x="1638" y="294"/>
                    </a:lnTo>
                    <a:lnTo>
                      <a:pt x="1638" y="288"/>
                    </a:lnTo>
                    <a:lnTo>
                      <a:pt x="1644" y="288"/>
                    </a:lnTo>
                    <a:lnTo>
                      <a:pt x="1644" y="282"/>
                    </a:lnTo>
                    <a:lnTo>
                      <a:pt x="1650" y="282"/>
                    </a:lnTo>
                    <a:lnTo>
                      <a:pt x="1650" y="276"/>
                    </a:lnTo>
                    <a:lnTo>
                      <a:pt x="1650" y="270"/>
                    </a:lnTo>
                    <a:lnTo>
                      <a:pt x="1656" y="270"/>
                    </a:lnTo>
                    <a:lnTo>
                      <a:pt x="1656" y="264"/>
                    </a:lnTo>
                    <a:lnTo>
                      <a:pt x="1662" y="264"/>
                    </a:lnTo>
                    <a:lnTo>
                      <a:pt x="1662" y="258"/>
                    </a:lnTo>
                    <a:lnTo>
                      <a:pt x="1662" y="252"/>
                    </a:lnTo>
                    <a:lnTo>
                      <a:pt x="1668" y="252"/>
                    </a:lnTo>
                    <a:lnTo>
                      <a:pt x="1668" y="246"/>
                    </a:lnTo>
                    <a:lnTo>
                      <a:pt x="1674" y="246"/>
                    </a:lnTo>
                    <a:lnTo>
                      <a:pt x="1674" y="240"/>
                    </a:lnTo>
                    <a:lnTo>
                      <a:pt x="1674" y="234"/>
                    </a:lnTo>
                    <a:lnTo>
                      <a:pt x="1680" y="234"/>
                    </a:lnTo>
                    <a:lnTo>
                      <a:pt x="1680" y="228"/>
                    </a:lnTo>
                    <a:lnTo>
                      <a:pt x="1686" y="228"/>
                    </a:lnTo>
                    <a:lnTo>
                      <a:pt x="1686" y="222"/>
                    </a:lnTo>
                    <a:lnTo>
                      <a:pt x="1686" y="216"/>
                    </a:lnTo>
                    <a:lnTo>
                      <a:pt x="1692" y="216"/>
                    </a:lnTo>
                    <a:lnTo>
                      <a:pt x="1692" y="210"/>
                    </a:lnTo>
                    <a:lnTo>
                      <a:pt x="1698" y="204"/>
                    </a:lnTo>
                    <a:lnTo>
                      <a:pt x="1698" y="198"/>
                    </a:lnTo>
                    <a:lnTo>
                      <a:pt x="1704" y="198"/>
                    </a:lnTo>
                    <a:lnTo>
                      <a:pt x="1704" y="192"/>
                    </a:lnTo>
                    <a:lnTo>
                      <a:pt x="1704" y="186"/>
                    </a:lnTo>
                    <a:lnTo>
                      <a:pt x="1710" y="186"/>
                    </a:lnTo>
                    <a:lnTo>
                      <a:pt x="1710" y="180"/>
                    </a:lnTo>
                    <a:lnTo>
                      <a:pt x="1710" y="174"/>
                    </a:lnTo>
                    <a:lnTo>
                      <a:pt x="1716" y="174"/>
                    </a:lnTo>
                    <a:lnTo>
                      <a:pt x="1716" y="168"/>
                    </a:lnTo>
                    <a:lnTo>
                      <a:pt x="1722" y="162"/>
                    </a:lnTo>
                    <a:lnTo>
                      <a:pt x="1722" y="156"/>
                    </a:lnTo>
                    <a:lnTo>
                      <a:pt x="1728" y="156"/>
                    </a:lnTo>
                    <a:lnTo>
                      <a:pt x="1728" y="150"/>
                    </a:lnTo>
                    <a:lnTo>
                      <a:pt x="1728" y="144"/>
                    </a:lnTo>
                    <a:lnTo>
                      <a:pt x="1734" y="144"/>
                    </a:lnTo>
                    <a:lnTo>
                      <a:pt x="1734" y="138"/>
                    </a:lnTo>
                    <a:lnTo>
                      <a:pt x="1734" y="132"/>
                    </a:lnTo>
                    <a:lnTo>
                      <a:pt x="1740" y="132"/>
                    </a:lnTo>
                    <a:lnTo>
                      <a:pt x="1740" y="126"/>
                    </a:lnTo>
                    <a:lnTo>
                      <a:pt x="1740" y="120"/>
                    </a:lnTo>
                    <a:lnTo>
                      <a:pt x="1746" y="120"/>
                    </a:lnTo>
                    <a:lnTo>
                      <a:pt x="1746" y="114"/>
                    </a:lnTo>
                    <a:lnTo>
                      <a:pt x="1746" y="108"/>
                    </a:lnTo>
                    <a:lnTo>
                      <a:pt x="1752" y="108"/>
                    </a:lnTo>
                    <a:lnTo>
                      <a:pt x="1752" y="102"/>
                    </a:lnTo>
                    <a:lnTo>
                      <a:pt x="1752" y="96"/>
                    </a:lnTo>
                    <a:lnTo>
                      <a:pt x="1758" y="96"/>
                    </a:lnTo>
                    <a:lnTo>
                      <a:pt x="1758" y="90"/>
                    </a:lnTo>
                    <a:lnTo>
                      <a:pt x="1758" y="84"/>
                    </a:lnTo>
                    <a:lnTo>
                      <a:pt x="1764" y="84"/>
                    </a:lnTo>
                    <a:lnTo>
                      <a:pt x="1764" y="78"/>
                    </a:lnTo>
                    <a:lnTo>
                      <a:pt x="1764" y="72"/>
                    </a:lnTo>
                    <a:lnTo>
                      <a:pt x="1770" y="72"/>
                    </a:lnTo>
                    <a:lnTo>
                      <a:pt x="1770" y="66"/>
                    </a:lnTo>
                    <a:lnTo>
                      <a:pt x="1770" y="60"/>
                    </a:lnTo>
                    <a:lnTo>
                      <a:pt x="1776" y="60"/>
                    </a:lnTo>
                    <a:lnTo>
                      <a:pt x="1776" y="54"/>
                    </a:lnTo>
                    <a:lnTo>
                      <a:pt x="1776" y="48"/>
                    </a:lnTo>
                    <a:lnTo>
                      <a:pt x="1782" y="48"/>
                    </a:lnTo>
                    <a:lnTo>
                      <a:pt x="1782" y="42"/>
                    </a:lnTo>
                    <a:lnTo>
                      <a:pt x="1782" y="36"/>
                    </a:lnTo>
                    <a:lnTo>
                      <a:pt x="1788" y="36"/>
                    </a:lnTo>
                    <a:lnTo>
                      <a:pt x="1788" y="30"/>
                    </a:lnTo>
                    <a:lnTo>
                      <a:pt x="1788" y="24"/>
                    </a:lnTo>
                    <a:lnTo>
                      <a:pt x="1794" y="24"/>
                    </a:lnTo>
                    <a:lnTo>
                      <a:pt x="1794" y="18"/>
                    </a:lnTo>
                    <a:lnTo>
                      <a:pt x="1794" y="12"/>
                    </a:lnTo>
                    <a:lnTo>
                      <a:pt x="1800" y="12"/>
                    </a:lnTo>
                    <a:lnTo>
                      <a:pt x="1800" y="6"/>
                    </a:lnTo>
                    <a:lnTo>
                      <a:pt x="1806" y="6"/>
                    </a:lnTo>
                    <a:lnTo>
                      <a:pt x="1812" y="0"/>
                    </a:lnTo>
                    <a:lnTo>
                      <a:pt x="1818" y="0"/>
                    </a:lnTo>
                    <a:lnTo>
                      <a:pt x="1824" y="0"/>
                    </a:lnTo>
                    <a:lnTo>
                      <a:pt x="1824" y="6"/>
                    </a:lnTo>
                    <a:lnTo>
                      <a:pt x="1830" y="6"/>
                    </a:lnTo>
                    <a:lnTo>
                      <a:pt x="1830" y="12"/>
                    </a:lnTo>
                    <a:lnTo>
                      <a:pt x="1836" y="12"/>
                    </a:lnTo>
                    <a:lnTo>
                      <a:pt x="1836" y="18"/>
                    </a:lnTo>
                    <a:lnTo>
                      <a:pt x="1836" y="24"/>
                    </a:lnTo>
                    <a:lnTo>
                      <a:pt x="1842" y="24"/>
                    </a:lnTo>
                    <a:lnTo>
                      <a:pt x="1842" y="30"/>
                    </a:lnTo>
                    <a:lnTo>
                      <a:pt x="1848" y="36"/>
                    </a:lnTo>
                    <a:lnTo>
                      <a:pt x="1848" y="42"/>
                    </a:lnTo>
                    <a:lnTo>
                      <a:pt x="1848" y="48"/>
                    </a:lnTo>
                    <a:lnTo>
                      <a:pt x="1854" y="48"/>
                    </a:lnTo>
                    <a:lnTo>
                      <a:pt x="1854" y="54"/>
                    </a:lnTo>
                    <a:lnTo>
                      <a:pt x="1860" y="60"/>
                    </a:lnTo>
                    <a:lnTo>
                      <a:pt x="1860" y="66"/>
                    </a:lnTo>
                    <a:lnTo>
                      <a:pt x="1866" y="72"/>
                    </a:lnTo>
                    <a:lnTo>
                      <a:pt x="1866" y="78"/>
                    </a:lnTo>
                    <a:lnTo>
                      <a:pt x="1872" y="84"/>
                    </a:lnTo>
                    <a:lnTo>
                      <a:pt x="1872" y="90"/>
                    </a:lnTo>
                    <a:lnTo>
                      <a:pt x="1878" y="90"/>
                    </a:lnTo>
                    <a:lnTo>
                      <a:pt x="1878" y="96"/>
                    </a:lnTo>
                    <a:lnTo>
                      <a:pt x="1878" y="102"/>
                    </a:lnTo>
                    <a:lnTo>
                      <a:pt x="1884" y="102"/>
                    </a:lnTo>
                    <a:lnTo>
                      <a:pt x="1884" y="108"/>
                    </a:lnTo>
                    <a:lnTo>
                      <a:pt x="1884" y="114"/>
                    </a:lnTo>
                    <a:lnTo>
                      <a:pt x="1890" y="114"/>
                    </a:lnTo>
                    <a:lnTo>
                      <a:pt x="1890" y="120"/>
                    </a:lnTo>
                    <a:lnTo>
                      <a:pt x="1890" y="126"/>
                    </a:lnTo>
                    <a:lnTo>
                      <a:pt x="1896" y="126"/>
                    </a:lnTo>
                    <a:lnTo>
                      <a:pt x="1896" y="132"/>
                    </a:lnTo>
                    <a:lnTo>
                      <a:pt x="1896" y="138"/>
                    </a:lnTo>
                    <a:lnTo>
                      <a:pt x="1902" y="138"/>
                    </a:lnTo>
                    <a:lnTo>
                      <a:pt x="1902" y="144"/>
                    </a:lnTo>
                    <a:lnTo>
                      <a:pt x="1902" y="150"/>
                    </a:lnTo>
                    <a:lnTo>
                      <a:pt x="1908" y="150"/>
                    </a:lnTo>
                    <a:lnTo>
                      <a:pt x="1908" y="156"/>
                    </a:lnTo>
                    <a:lnTo>
                      <a:pt x="1914" y="156"/>
                    </a:lnTo>
                    <a:lnTo>
                      <a:pt x="1914" y="162"/>
                    </a:lnTo>
                    <a:lnTo>
                      <a:pt x="1914" y="168"/>
                    </a:lnTo>
                    <a:lnTo>
                      <a:pt x="1920" y="168"/>
                    </a:lnTo>
                    <a:lnTo>
                      <a:pt x="1920" y="174"/>
                    </a:lnTo>
                    <a:lnTo>
                      <a:pt x="1920" y="180"/>
                    </a:lnTo>
                    <a:lnTo>
                      <a:pt x="1926" y="180"/>
                    </a:lnTo>
                    <a:lnTo>
                      <a:pt x="1926" y="186"/>
                    </a:lnTo>
                    <a:lnTo>
                      <a:pt x="1932" y="186"/>
                    </a:lnTo>
                    <a:lnTo>
                      <a:pt x="1932" y="192"/>
                    </a:lnTo>
                    <a:lnTo>
                      <a:pt x="1932" y="198"/>
                    </a:lnTo>
                    <a:lnTo>
                      <a:pt x="1938" y="198"/>
                    </a:lnTo>
                    <a:lnTo>
                      <a:pt x="1938" y="204"/>
                    </a:lnTo>
                    <a:lnTo>
                      <a:pt x="1944" y="210"/>
                    </a:lnTo>
                    <a:lnTo>
                      <a:pt x="1944" y="216"/>
                    </a:lnTo>
                    <a:lnTo>
                      <a:pt x="1950" y="216"/>
                    </a:lnTo>
                    <a:lnTo>
                      <a:pt x="1950" y="222"/>
                    </a:lnTo>
                    <a:lnTo>
                      <a:pt x="1950" y="228"/>
                    </a:lnTo>
                    <a:lnTo>
                      <a:pt x="1956" y="228"/>
                    </a:lnTo>
                    <a:lnTo>
                      <a:pt x="1956" y="234"/>
                    </a:lnTo>
                    <a:lnTo>
                      <a:pt x="1962" y="234"/>
                    </a:lnTo>
                    <a:lnTo>
                      <a:pt x="1962" y="240"/>
                    </a:lnTo>
                    <a:lnTo>
                      <a:pt x="1962" y="246"/>
                    </a:lnTo>
                    <a:lnTo>
                      <a:pt x="1968" y="246"/>
                    </a:lnTo>
                    <a:lnTo>
                      <a:pt x="1968" y="252"/>
                    </a:lnTo>
                    <a:lnTo>
                      <a:pt x="1974" y="252"/>
                    </a:lnTo>
                    <a:lnTo>
                      <a:pt x="1974" y="258"/>
                    </a:lnTo>
                    <a:lnTo>
                      <a:pt x="1974" y="264"/>
                    </a:lnTo>
                    <a:lnTo>
                      <a:pt x="1980" y="264"/>
                    </a:lnTo>
                    <a:lnTo>
                      <a:pt x="1980" y="270"/>
                    </a:lnTo>
                    <a:lnTo>
                      <a:pt x="1986" y="270"/>
                    </a:lnTo>
                    <a:lnTo>
                      <a:pt x="1986" y="276"/>
                    </a:lnTo>
                    <a:lnTo>
                      <a:pt x="1992" y="276"/>
                    </a:lnTo>
                    <a:lnTo>
                      <a:pt x="1992" y="282"/>
                    </a:lnTo>
                    <a:lnTo>
                      <a:pt x="1992" y="288"/>
                    </a:lnTo>
                    <a:lnTo>
                      <a:pt x="1998" y="288"/>
                    </a:lnTo>
                    <a:lnTo>
                      <a:pt x="1998" y="294"/>
                    </a:lnTo>
                    <a:lnTo>
                      <a:pt x="2004" y="294"/>
                    </a:lnTo>
                    <a:lnTo>
                      <a:pt x="2004" y="300"/>
                    </a:lnTo>
                    <a:lnTo>
                      <a:pt x="2010" y="300"/>
                    </a:lnTo>
                    <a:lnTo>
                      <a:pt x="2010" y="306"/>
                    </a:lnTo>
                    <a:lnTo>
                      <a:pt x="2016" y="306"/>
                    </a:lnTo>
                    <a:lnTo>
                      <a:pt x="2016" y="312"/>
                    </a:lnTo>
                    <a:lnTo>
                      <a:pt x="2016" y="318"/>
                    </a:lnTo>
                    <a:lnTo>
                      <a:pt x="2022" y="318"/>
                    </a:lnTo>
                    <a:lnTo>
                      <a:pt x="2022" y="324"/>
                    </a:lnTo>
                    <a:lnTo>
                      <a:pt x="2028" y="324"/>
                    </a:lnTo>
                    <a:lnTo>
                      <a:pt x="2028" y="330"/>
                    </a:lnTo>
                    <a:lnTo>
                      <a:pt x="2034" y="330"/>
                    </a:lnTo>
                    <a:lnTo>
                      <a:pt x="2034" y="336"/>
                    </a:lnTo>
                    <a:lnTo>
                      <a:pt x="2040" y="336"/>
                    </a:lnTo>
                    <a:lnTo>
                      <a:pt x="2040" y="342"/>
                    </a:lnTo>
                    <a:lnTo>
                      <a:pt x="2046" y="342"/>
                    </a:lnTo>
                    <a:lnTo>
                      <a:pt x="2046" y="348"/>
                    </a:lnTo>
                    <a:lnTo>
                      <a:pt x="2052" y="348"/>
                    </a:lnTo>
                    <a:lnTo>
                      <a:pt x="2052" y="354"/>
                    </a:lnTo>
                    <a:lnTo>
                      <a:pt x="2058" y="354"/>
                    </a:lnTo>
                    <a:lnTo>
                      <a:pt x="2058" y="360"/>
                    </a:lnTo>
                    <a:lnTo>
                      <a:pt x="2064" y="360"/>
                    </a:lnTo>
                    <a:lnTo>
                      <a:pt x="2064" y="366"/>
                    </a:lnTo>
                    <a:lnTo>
                      <a:pt x="2070" y="366"/>
                    </a:lnTo>
                    <a:lnTo>
                      <a:pt x="2070" y="372"/>
                    </a:lnTo>
                    <a:lnTo>
                      <a:pt x="2076" y="372"/>
                    </a:lnTo>
                    <a:lnTo>
                      <a:pt x="2076" y="378"/>
                    </a:lnTo>
                    <a:lnTo>
                      <a:pt x="2082" y="378"/>
                    </a:lnTo>
                    <a:lnTo>
                      <a:pt x="2082" y="384"/>
                    </a:lnTo>
                    <a:lnTo>
                      <a:pt x="2088" y="384"/>
                    </a:lnTo>
                    <a:lnTo>
                      <a:pt x="2088" y="390"/>
                    </a:lnTo>
                    <a:lnTo>
                      <a:pt x="2094" y="390"/>
                    </a:lnTo>
                    <a:lnTo>
                      <a:pt x="2100" y="390"/>
                    </a:lnTo>
                    <a:lnTo>
                      <a:pt x="2100" y="396"/>
                    </a:lnTo>
                    <a:lnTo>
                      <a:pt x="2106" y="396"/>
                    </a:lnTo>
                    <a:lnTo>
                      <a:pt x="2106" y="402"/>
                    </a:lnTo>
                    <a:lnTo>
                      <a:pt x="2112" y="402"/>
                    </a:lnTo>
                    <a:lnTo>
                      <a:pt x="2112" y="408"/>
                    </a:lnTo>
                    <a:lnTo>
                      <a:pt x="2118" y="408"/>
                    </a:lnTo>
                    <a:lnTo>
                      <a:pt x="2124" y="408"/>
                    </a:lnTo>
                    <a:lnTo>
                      <a:pt x="2124" y="414"/>
                    </a:lnTo>
                    <a:lnTo>
                      <a:pt x="2130" y="414"/>
                    </a:lnTo>
                    <a:lnTo>
                      <a:pt x="2130" y="420"/>
                    </a:lnTo>
                    <a:lnTo>
                      <a:pt x="2136" y="420"/>
                    </a:lnTo>
                    <a:lnTo>
                      <a:pt x="2142" y="420"/>
                    </a:lnTo>
                    <a:lnTo>
                      <a:pt x="2142" y="426"/>
                    </a:lnTo>
                    <a:lnTo>
                      <a:pt x="2148" y="426"/>
                    </a:lnTo>
                    <a:lnTo>
                      <a:pt x="2154" y="426"/>
                    </a:lnTo>
                    <a:lnTo>
                      <a:pt x="2154" y="432"/>
                    </a:lnTo>
                    <a:lnTo>
                      <a:pt x="2160" y="432"/>
                    </a:lnTo>
                    <a:lnTo>
                      <a:pt x="2166" y="432"/>
                    </a:lnTo>
                    <a:lnTo>
                      <a:pt x="2172" y="432"/>
                    </a:lnTo>
                    <a:lnTo>
                      <a:pt x="2178" y="432"/>
                    </a:lnTo>
                    <a:lnTo>
                      <a:pt x="2184" y="432"/>
                    </a:lnTo>
                    <a:lnTo>
                      <a:pt x="2190" y="432"/>
                    </a:lnTo>
                    <a:lnTo>
                      <a:pt x="2190" y="426"/>
                    </a:lnTo>
                    <a:lnTo>
                      <a:pt x="2196" y="426"/>
                    </a:lnTo>
                    <a:lnTo>
                      <a:pt x="2202" y="426"/>
                    </a:lnTo>
                    <a:lnTo>
                      <a:pt x="2208" y="420"/>
                    </a:lnTo>
                    <a:lnTo>
                      <a:pt x="2214" y="420"/>
                    </a:lnTo>
                    <a:lnTo>
                      <a:pt x="2214" y="414"/>
                    </a:lnTo>
                    <a:lnTo>
                      <a:pt x="2220" y="414"/>
                    </a:lnTo>
                    <a:lnTo>
                      <a:pt x="2226" y="414"/>
                    </a:lnTo>
                    <a:lnTo>
                      <a:pt x="2226" y="408"/>
                    </a:lnTo>
                    <a:lnTo>
                      <a:pt x="2232" y="408"/>
                    </a:lnTo>
                    <a:lnTo>
                      <a:pt x="2232" y="402"/>
                    </a:lnTo>
                    <a:lnTo>
                      <a:pt x="2238" y="402"/>
                    </a:lnTo>
                    <a:lnTo>
                      <a:pt x="2244" y="402"/>
                    </a:lnTo>
                    <a:lnTo>
                      <a:pt x="2244" y="396"/>
                    </a:lnTo>
                    <a:lnTo>
                      <a:pt x="2250" y="396"/>
                    </a:lnTo>
                    <a:lnTo>
                      <a:pt x="2250" y="390"/>
                    </a:lnTo>
                    <a:lnTo>
                      <a:pt x="2256" y="390"/>
                    </a:lnTo>
                    <a:lnTo>
                      <a:pt x="2256" y="384"/>
                    </a:lnTo>
                    <a:lnTo>
                      <a:pt x="2262" y="384"/>
                    </a:lnTo>
                    <a:lnTo>
                      <a:pt x="2268" y="378"/>
                    </a:lnTo>
                    <a:lnTo>
                      <a:pt x="2274" y="378"/>
                    </a:lnTo>
                    <a:lnTo>
                      <a:pt x="2274" y="372"/>
                    </a:lnTo>
                    <a:lnTo>
                      <a:pt x="2280" y="372"/>
                    </a:lnTo>
                    <a:lnTo>
                      <a:pt x="2280" y="366"/>
                    </a:lnTo>
                    <a:lnTo>
                      <a:pt x="2286" y="366"/>
                    </a:lnTo>
                    <a:lnTo>
                      <a:pt x="2286" y="360"/>
                    </a:lnTo>
                    <a:lnTo>
                      <a:pt x="2292" y="360"/>
                    </a:lnTo>
                    <a:lnTo>
                      <a:pt x="2292" y="354"/>
                    </a:lnTo>
                    <a:lnTo>
                      <a:pt x="2298" y="354"/>
                    </a:lnTo>
                    <a:lnTo>
                      <a:pt x="2298" y="348"/>
                    </a:lnTo>
                    <a:lnTo>
                      <a:pt x="2304" y="348"/>
                    </a:lnTo>
                    <a:lnTo>
                      <a:pt x="2304" y="342"/>
                    </a:lnTo>
                    <a:lnTo>
                      <a:pt x="2310" y="342"/>
                    </a:lnTo>
                    <a:lnTo>
                      <a:pt x="2310" y="336"/>
                    </a:lnTo>
                    <a:lnTo>
                      <a:pt x="2316" y="336"/>
                    </a:lnTo>
                    <a:lnTo>
                      <a:pt x="2316" y="330"/>
                    </a:lnTo>
                    <a:lnTo>
                      <a:pt x="2322" y="330"/>
                    </a:lnTo>
                    <a:lnTo>
                      <a:pt x="2322" y="324"/>
                    </a:lnTo>
                    <a:lnTo>
                      <a:pt x="2328" y="324"/>
                    </a:lnTo>
                    <a:lnTo>
                      <a:pt x="2328" y="318"/>
                    </a:lnTo>
                    <a:lnTo>
                      <a:pt x="2328" y="312"/>
                    </a:lnTo>
                    <a:lnTo>
                      <a:pt x="2334" y="312"/>
                    </a:lnTo>
                    <a:lnTo>
                      <a:pt x="2334" y="306"/>
                    </a:lnTo>
                    <a:lnTo>
                      <a:pt x="2340" y="306"/>
                    </a:lnTo>
                    <a:lnTo>
                      <a:pt x="2340" y="300"/>
                    </a:lnTo>
                    <a:lnTo>
                      <a:pt x="2346" y="300"/>
                    </a:lnTo>
                    <a:lnTo>
                      <a:pt x="2346" y="294"/>
                    </a:lnTo>
                    <a:lnTo>
                      <a:pt x="2352" y="294"/>
                    </a:lnTo>
                    <a:lnTo>
                      <a:pt x="2352" y="288"/>
                    </a:lnTo>
                    <a:lnTo>
                      <a:pt x="2358" y="288"/>
                    </a:lnTo>
                    <a:lnTo>
                      <a:pt x="2358" y="282"/>
                    </a:lnTo>
                    <a:lnTo>
                      <a:pt x="2358" y="276"/>
                    </a:lnTo>
                    <a:lnTo>
                      <a:pt x="2364" y="276"/>
                    </a:lnTo>
                    <a:lnTo>
                      <a:pt x="2364" y="270"/>
                    </a:lnTo>
                    <a:lnTo>
                      <a:pt x="2370" y="270"/>
                    </a:lnTo>
                    <a:lnTo>
                      <a:pt x="2370" y="264"/>
                    </a:lnTo>
                    <a:lnTo>
                      <a:pt x="2376" y="258"/>
                    </a:lnTo>
                    <a:lnTo>
                      <a:pt x="2376" y="252"/>
                    </a:lnTo>
                    <a:lnTo>
                      <a:pt x="2382" y="252"/>
                    </a:lnTo>
                    <a:lnTo>
                      <a:pt x="2382" y="246"/>
                    </a:lnTo>
                    <a:lnTo>
                      <a:pt x="2388" y="246"/>
                    </a:lnTo>
                    <a:lnTo>
                      <a:pt x="2388" y="240"/>
                    </a:lnTo>
                    <a:lnTo>
                      <a:pt x="2388" y="234"/>
                    </a:lnTo>
                    <a:lnTo>
                      <a:pt x="2394" y="234"/>
                    </a:lnTo>
                    <a:lnTo>
                      <a:pt x="2394" y="228"/>
                    </a:lnTo>
                    <a:lnTo>
                      <a:pt x="2400" y="228"/>
                    </a:lnTo>
                    <a:lnTo>
                      <a:pt x="2400" y="222"/>
                    </a:lnTo>
                    <a:lnTo>
                      <a:pt x="2400" y="216"/>
                    </a:lnTo>
                    <a:lnTo>
                      <a:pt x="2406" y="216"/>
                    </a:lnTo>
                    <a:lnTo>
                      <a:pt x="2406" y="210"/>
                    </a:lnTo>
                    <a:lnTo>
                      <a:pt x="2412" y="210"/>
                    </a:lnTo>
                    <a:lnTo>
                      <a:pt x="2412" y="204"/>
                    </a:lnTo>
                    <a:lnTo>
                      <a:pt x="2412" y="198"/>
                    </a:lnTo>
                    <a:lnTo>
                      <a:pt x="2418" y="198"/>
                    </a:lnTo>
                    <a:lnTo>
                      <a:pt x="2418" y="192"/>
                    </a:lnTo>
                    <a:lnTo>
                      <a:pt x="2424" y="192"/>
                    </a:lnTo>
                    <a:lnTo>
                      <a:pt x="2424" y="186"/>
                    </a:lnTo>
                    <a:lnTo>
                      <a:pt x="2424" y="180"/>
                    </a:lnTo>
                    <a:lnTo>
                      <a:pt x="2430" y="180"/>
                    </a:lnTo>
                    <a:lnTo>
                      <a:pt x="2430" y="174"/>
                    </a:lnTo>
                    <a:lnTo>
                      <a:pt x="2430" y="168"/>
                    </a:lnTo>
                    <a:lnTo>
                      <a:pt x="2436" y="168"/>
                    </a:lnTo>
                    <a:lnTo>
                      <a:pt x="2436" y="162"/>
                    </a:lnTo>
                    <a:lnTo>
                      <a:pt x="2442" y="162"/>
                    </a:lnTo>
                    <a:lnTo>
                      <a:pt x="2442" y="156"/>
                    </a:lnTo>
                    <a:lnTo>
                      <a:pt x="2442" y="150"/>
                    </a:lnTo>
                    <a:lnTo>
                      <a:pt x="2448" y="150"/>
                    </a:lnTo>
                    <a:lnTo>
                      <a:pt x="2448" y="144"/>
                    </a:lnTo>
                    <a:lnTo>
                      <a:pt x="2448" y="138"/>
                    </a:lnTo>
                    <a:lnTo>
                      <a:pt x="2454" y="138"/>
                    </a:lnTo>
                    <a:lnTo>
                      <a:pt x="2454" y="132"/>
                    </a:lnTo>
                    <a:lnTo>
                      <a:pt x="2454" y="126"/>
                    </a:lnTo>
                    <a:lnTo>
                      <a:pt x="2460" y="126"/>
                    </a:lnTo>
                    <a:lnTo>
                      <a:pt x="2460" y="120"/>
                    </a:lnTo>
                    <a:lnTo>
                      <a:pt x="2466" y="120"/>
                    </a:lnTo>
                    <a:lnTo>
                      <a:pt x="2466" y="114"/>
                    </a:lnTo>
                    <a:lnTo>
                      <a:pt x="2466" y="108"/>
                    </a:lnTo>
                    <a:lnTo>
                      <a:pt x="2472" y="108"/>
                    </a:lnTo>
                    <a:lnTo>
                      <a:pt x="2472" y="102"/>
                    </a:lnTo>
                    <a:lnTo>
                      <a:pt x="2472" y="96"/>
                    </a:lnTo>
                    <a:lnTo>
                      <a:pt x="2478" y="96"/>
                    </a:lnTo>
                    <a:lnTo>
                      <a:pt x="2478" y="90"/>
                    </a:lnTo>
                    <a:lnTo>
                      <a:pt x="2478" y="84"/>
                    </a:lnTo>
                    <a:lnTo>
                      <a:pt x="2484" y="84"/>
                    </a:lnTo>
                    <a:lnTo>
                      <a:pt x="2484" y="78"/>
                    </a:lnTo>
                    <a:lnTo>
                      <a:pt x="2484" y="72"/>
                    </a:lnTo>
                    <a:lnTo>
                      <a:pt x="2490" y="72"/>
                    </a:lnTo>
                    <a:lnTo>
                      <a:pt x="2490" y="66"/>
                    </a:lnTo>
                    <a:lnTo>
                      <a:pt x="2490" y="60"/>
                    </a:lnTo>
                    <a:lnTo>
                      <a:pt x="2496" y="60"/>
                    </a:lnTo>
                    <a:lnTo>
                      <a:pt x="2496" y="54"/>
                    </a:lnTo>
                    <a:lnTo>
                      <a:pt x="2496" y="48"/>
                    </a:lnTo>
                    <a:lnTo>
                      <a:pt x="2502" y="48"/>
                    </a:lnTo>
                    <a:lnTo>
                      <a:pt x="2502" y="42"/>
                    </a:lnTo>
                    <a:lnTo>
                      <a:pt x="2508" y="36"/>
                    </a:lnTo>
                    <a:lnTo>
                      <a:pt x="2508" y="30"/>
                    </a:lnTo>
                    <a:lnTo>
                      <a:pt x="2514" y="30"/>
                    </a:lnTo>
                    <a:lnTo>
                      <a:pt x="2514" y="24"/>
                    </a:lnTo>
                    <a:lnTo>
                      <a:pt x="2520" y="24"/>
                    </a:lnTo>
                    <a:lnTo>
                      <a:pt x="2520" y="18"/>
                    </a:lnTo>
                    <a:lnTo>
                      <a:pt x="2526" y="18"/>
                    </a:lnTo>
                    <a:lnTo>
                      <a:pt x="2532" y="18"/>
                    </a:lnTo>
                    <a:lnTo>
                      <a:pt x="2538" y="18"/>
                    </a:lnTo>
                    <a:lnTo>
                      <a:pt x="2538" y="24"/>
                    </a:lnTo>
                    <a:lnTo>
                      <a:pt x="2544" y="24"/>
                    </a:lnTo>
                    <a:lnTo>
                      <a:pt x="2550" y="30"/>
                    </a:lnTo>
                    <a:lnTo>
                      <a:pt x="2550" y="36"/>
                    </a:lnTo>
                    <a:lnTo>
                      <a:pt x="2556" y="36"/>
                    </a:lnTo>
                    <a:lnTo>
                      <a:pt x="2556" y="42"/>
                    </a:lnTo>
                    <a:lnTo>
                      <a:pt x="2556" y="48"/>
                    </a:lnTo>
                    <a:lnTo>
                      <a:pt x="2562" y="48"/>
                    </a:lnTo>
                    <a:lnTo>
                      <a:pt x="2562" y="54"/>
                    </a:lnTo>
                    <a:lnTo>
                      <a:pt x="2562" y="60"/>
                    </a:lnTo>
                    <a:lnTo>
                      <a:pt x="2568" y="60"/>
                    </a:lnTo>
                    <a:lnTo>
                      <a:pt x="2568" y="66"/>
                    </a:lnTo>
                    <a:lnTo>
                      <a:pt x="2568" y="72"/>
                    </a:lnTo>
                    <a:lnTo>
                      <a:pt x="2574" y="72"/>
                    </a:lnTo>
                    <a:lnTo>
                      <a:pt x="2574" y="78"/>
                    </a:lnTo>
                    <a:lnTo>
                      <a:pt x="2574" y="84"/>
                    </a:lnTo>
                    <a:lnTo>
                      <a:pt x="2580" y="84"/>
                    </a:lnTo>
                    <a:lnTo>
                      <a:pt x="2580" y="90"/>
                    </a:lnTo>
                    <a:lnTo>
                      <a:pt x="2580" y="96"/>
                    </a:lnTo>
                    <a:lnTo>
                      <a:pt x="2586" y="96"/>
                    </a:lnTo>
                    <a:lnTo>
                      <a:pt x="2586" y="102"/>
                    </a:lnTo>
                    <a:lnTo>
                      <a:pt x="2586" y="108"/>
                    </a:lnTo>
                    <a:lnTo>
                      <a:pt x="2592" y="108"/>
                    </a:lnTo>
                    <a:lnTo>
                      <a:pt x="2592" y="114"/>
                    </a:lnTo>
                    <a:lnTo>
                      <a:pt x="2592" y="120"/>
                    </a:lnTo>
                    <a:lnTo>
                      <a:pt x="2598" y="120"/>
                    </a:lnTo>
                    <a:lnTo>
                      <a:pt x="2598" y="126"/>
                    </a:lnTo>
                    <a:lnTo>
                      <a:pt x="2604" y="132"/>
                    </a:lnTo>
                    <a:lnTo>
                      <a:pt x="2604" y="138"/>
                    </a:lnTo>
                    <a:lnTo>
                      <a:pt x="2610" y="138"/>
                    </a:lnTo>
                    <a:lnTo>
                      <a:pt x="2610" y="144"/>
                    </a:lnTo>
                    <a:lnTo>
                      <a:pt x="2610" y="150"/>
                    </a:lnTo>
                    <a:lnTo>
                      <a:pt x="2616" y="150"/>
                    </a:lnTo>
                    <a:lnTo>
                      <a:pt x="2616" y="156"/>
                    </a:lnTo>
                    <a:lnTo>
                      <a:pt x="2616" y="162"/>
                    </a:lnTo>
                    <a:lnTo>
                      <a:pt x="2622" y="162"/>
                    </a:lnTo>
                    <a:lnTo>
                      <a:pt x="2622" y="168"/>
                    </a:lnTo>
                    <a:lnTo>
                      <a:pt x="2628" y="174"/>
                    </a:lnTo>
                    <a:lnTo>
                      <a:pt x="2628" y="180"/>
                    </a:lnTo>
                    <a:lnTo>
                      <a:pt x="2634" y="180"/>
                    </a:lnTo>
                    <a:lnTo>
                      <a:pt x="2634" y="186"/>
                    </a:lnTo>
                    <a:lnTo>
                      <a:pt x="2634" y="192"/>
                    </a:lnTo>
                    <a:lnTo>
                      <a:pt x="2640" y="192"/>
                    </a:lnTo>
                    <a:lnTo>
                      <a:pt x="2640" y="198"/>
                    </a:lnTo>
                    <a:lnTo>
                      <a:pt x="2640" y="204"/>
                    </a:lnTo>
                    <a:lnTo>
                      <a:pt x="2646" y="204"/>
                    </a:lnTo>
                    <a:lnTo>
                      <a:pt x="2646" y="210"/>
                    </a:lnTo>
                    <a:lnTo>
                      <a:pt x="2652" y="210"/>
                    </a:lnTo>
                    <a:lnTo>
                      <a:pt x="2652" y="216"/>
                    </a:lnTo>
                    <a:lnTo>
                      <a:pt x="2652" y="222"/>
                    </a:lnTo>
                    <a:lnTo>
                      <a:pt x="2658" y="222"/>
                    </a:lnTo>
                    <a:lnTo>
                      <a:pt x="2658" y="228"/>
                    </a:lnTo>
                    <a:lnTo>
                      <a:pt x="2664" y="228"/>
                    </a:lnTo>
                    <a:lnTo>
                      <a:pt x="2664" y="234"/>
                    </a:lnTo>
                    <a:lnTo>
                      <a:pt x="2664" y="240"/>
                    </a:lnTo>
                    <a:lnTo>
                      <a:pt x="2670" y="240"/>
                    </a:lnTo>
                    <a:lnTo>
                      <a:pt x="2670" y="246"/>
                    </a:lnTo>
                    <a:lnTo>
                      <a:pt x="2676" y="246"/>
                    </a:lnTo>
                    <a:lnTo>
                      <a:pt x="2676" y="252"/>
                    </a:lnTo>
                    <a:lnTo>
                      <a:pt x="2676" y="258"/>
                    </a:lnTo>
                    <a:lnTo>
                      <a:pt x="2682" y="258"/>
                    </a:lnTo>
                    <a:lnTo>
                      <a:pt x="2682" y="264"/>
                    </a:lnTo>
                    <a:lnTo>
                      <a:pt x="2688" y="264"/>
                    </a:lnTo>
                    <a:lnTo>
                      <a:pt x="2688" y="270"/>
                    </a:lnTo>
                    <a:lnTo>
                      <a:pt x="2688" y="276"/>
                    </a:lnTo>
                    <a:lnTo>
                      <a:pt x="2694" y="276"/>
                    </a:lnTo>
                    <a:lnTo>
                      <a:pt x="2694" y="282"/>
                    </a:lnTo>
                    <a:lnTo>
                      <a:pt x="2700" y="282"/>
                    </a:lnTo>
                    <a:lnTo>
                      <a:pt x="2700" y="288"/>
                    </a:lnTo>
                    <a:lnTo>
                      <a:pt x="2706" y="294"/>
                    </a:lnTo>
                    <a:lnTo>
                      <a:pt x="2706" y="300"/>
                    </a:lnTo>
                    <a:lnTo>
                      <a:pt x="2712" y="300"/>
                    </a:lnTo>
                    <a:lnTo>
                      <a:pt x="2712" y="306"/>
                    </a:lnTo>
                    <a:lnTo>
                      <a:pt x="2718" y="306"/>
                    </a:lnTo>
                    <a:lnTo>
                      <a:pt x="2718" y="312"/>
                    </a:lnTo>
                    <a:lnTo>
                      <a:pt x="2724" y="318"/>
                    </a:lnTo>
                    <a:lnTo>
                      <a:pt x="2724" y="324"/>
                    </a:lnTo>
                    <a:lnTo>
                      <a:pt x="2730" y="324"/>
                    </a:lnTo>
                    <a:lnTo>
                      <a:pt x="2730" y="330"/>
                    </a:lnTo>
                    <a:lnTo>
                      <a:pt x="2736" y="330"/>
                    </a:lnTo>
                    <a:lnTo>
                      <a:pt x="2736" y="336"/>
                    </a:lnTo>
                    <a:lnTo>
                      <a:pt x="2742" y="336"/>
                    </a:lnTo>
                    <a:lnTo>
                      <a:pt x="2742" y="342"/>
                    </a:lnTo>
                    <a:lnTo>
                      <a:pt x="2748" y="342"/>
                    </a:lnTo>
                    <a:lnTo>
                      <a:pt x="2748" y="348"/>
                    </a:lnTo>
                    <a:lnTo>
                      <a:pt x="2754" y="348"/>
                    </a:lnTo>
                    <a:lnTo>
                      <a:pt x="2754" y="354"/>
                    </a:lnTo>
                    <a:lnTo>
                      <a:pt x="2760" y="354"/>
                    </a:lnTo>
                    <a:lnTo>
                      <a:pt x="2760" y="360"/>
                    </a:lnTo>
                    <a:lnTo>
                      <a:pt x="2766" y="366"/>
                    </a:lnTo>
                    <a:lnTo>
                      <a:pt x="2772" y="372"/>
                    </a:lnTo>
                    <a:lnTo>
                      <a:pt x="2778" y="378"/>
                    </a:lnTo>
                    <a:lnTo>
                      <a:pt x="2784" y="378"/>
                    </a:lnTo>
                    <a:lnTo>
                      <a:pt x="2784" y="384"/>
                    </a:lnTo>
                    <a:lnTo>
                      <a:pt x="2790" y="384"/>
                    </a:lnTo>
                    <a:lnTo>
                      <a:pt x="2790" y="390"/>
                    </a:lnTo>
                    <a:lnTo>
                      <a:pt x="2796" y="390"/>
                    </a:lnTo>
                    <a:lnTo>
                      <a:pt x="2796" y="396"/>
                    </a:lnTo>
                    <a:lnTo>
                      <a:pt x="2802" y="396"/>
                    </a:lnTo>
                    <a:lnTo>
                      <a:pt x="2802" y="402"/>
                    </a:lnTo>
                    <a:lnTo>
                      <a:pt x="2808" y="402"/>
                    </a:lnTo>
                    <a:lnTo>
                      <a:pt x="2808" y="408"/>
                    </a:lnTo>
                    <a:lnTo>
                      <a:pt x="2814" y="408"/>
                    </a:lnTo>
                    <a:lnTo>
                      <a:pt x="2820" y="408"/>
                    </a:lnTo>
                    <a:lnTo>
                      <a:pt x="2820" y="414"/>
                    </a:lnTo>
                    <a:lnTo>
                      <a:pt x="2826" y="414"/>
                    </a:lnTo>
                    <a:lnTo>
                      <a:pt x="2826" y="420"/>
                    </a:lnTo>
                    <a:lnTo>
                      <a:pt x="2832" y="420"/>
                    </a:lnTo>
                    <a:lnTo>
                      <a:pt x="2838" y="420"/>
                    </a:lnTo>
                    <a:lnTo>
                      <a:pt x="2838" y="426"/>
                    </a:lnTo>
                    <a:lnTo>
                      <a:pt x="2844" y="426"/>
                    </a:lnTo>
                    <a:lnTo>
                      <a:pt x="2844" y="432"/>
                    </a:lnTo>
                    <a:lnTo>
                      <a:pt x="2850" y="432"/>
                    </a:lnTo>
                    <a:lnTo>
                      <a:pt x="2856" y="432"/>
                    </a:lnTo>
                    <a:lnTo>
                      <a:pt x="2856" y="438"/>
                    </a:lnTo>
                    <a:lnTo>
                      <a:pt x="2862" y="438"/>
                    </a:lnTo>
                    <a:lnTo>
                      <a:pt x="2868" y="438"/>
                    </a:lnTo>
                    <a:lnTo>
                      <a:pt x="2874" y="438"/>
                    </a:lnTo>
                    <a:lnTo>
                      <a:pt x="2874" y="444"/>
                    </a:lnTo>
                    <a:lnTo>
                      <a:pt x="2880" y="444"/>
                    </a:lnTo>
                    <a:lnTo>
                      <a:pt x="2886" y="444"/>
                    </a:lnTo>
                    <a:lnTo>
                      <a:pt x="2892" y="444"/>
                    </a:lnTo>
                    <a:lnTo>
                      <a:pt x="2898" y="444"/>
                    </a:lnTo>
                    <a:lnTo>
                      <a:pt x="2904" y="444"/>
                    </a:lnTo>
                    <a:lnTo>
                      <a:pt x="2904" y="438"/>
                    </a:lnTo>
                    <a:lnTo>
                      <a:pt x="2910" y="438"/>
                    </a:lnTo>
                    <a:lnTo>
                      <a:pt x="2916" y="438"/>
                    </a:lnTo>
                    <a:lnTo>
                      <a:pt x="2922" y="432"/>
                    </a:lnTo>
                    <a:lnTo>
                      <a:pt x="2928" y="432"/>
                    </a:lnTo>
                    <a:lnTo>
                      <a:pt x="2928" y="426"/>
                    </a:lnTo>
                    <a:lnTo>
                      <a:pt x="2934" y="426"/>
                    </a:lnTo>
                    <a:lnTo>
                      <a:pt x="2940" y="426"/>
                    </a:lnTo>
                    <a:lnTo>
                      <a:pt x="2940" y="420"/>
                    </a:lnTo>
                    <a:lnTo>
                      <a:pt x="2946" y="420"/>
                    </a:lnTo>
                    <a:lnTo>
                      <a:pt x="2952" y="420"/>
                    </a:lnTo>
                    <a:lnTo>
                      <a:pt x="2952" y="414"/>
                    </a:lnTo>
                    <a:lnTo>
                      <a:pt x="2958" y="414"/>
                    </a:lnTo>
                    <a:lnTo>
                      <a:pt x="2958" y="408"/>
                    </a:lnTo>
                    <a:lnTo>
                      <a:pt x="2964" y="408"/>
                    </a:lnTo>
                    <a:lnTo>
                      <a:pt x="2970" y="402"/>
                    </a:lnTo>
                    <a:lnTo>
                      <a:pt x="2976" y="402"/>
                    </a:lnTo>
                    <a:lnTo>
                      <a:pt x="2976" y="396"/>
                    </a:lnTo>
                    <a:lnTo>
                      <a:pt x="2982" y="396"/>
                    </a:lnTo>
                    <a:lnTo>
                      <a:pt x="2982" y="390"/>
                    </a:lnTo>
                    <a:lnTo>
                      <a:pt x="2988" y="390"/>
                    </a:lnTo>
                    <a:lnTo>
                      <a:pt x="2988" y="384"/>
                    </a:lnTo>
                    <a:lnTo>
                      <a:pt x="2994" y="384"/>
                    </a:lnTo>
                    <a:lnTo>
                      <a:pt x="3000" y="378"/>
                    </a:lnTo>
                    <a:lnTo>
                      <a:pt x="3006" y="372"/>
                    </a:lnTo>
                    <a:lnTo>
                      <a:pt x="3012" y="372"/>
                    </a:lnTo>
                    <a:lnTo>
                      <a:pt x="3012" y="366"/>
                    </a:lnTo>
                    <a:lnTo>
                      <a:pt x="3018" y="366"/>
                    </a:lnTo>
                    <a:lnTo>
                      <a:pt x="3018" y="360"/>
                    </a:lnTo>
                    <a:lnTo>
                      <a:pt x="3024" y="354"/>
                    </a:lnTo>
                    <a:lnTo>
                      <a:pt x="3024" y="348"/>
                    </a:lnTo>
                    <a:lnTo>
                      <a:pt x="3030" y="348"/>
                    </a:lnTo>
                    <a:lnTo>
                      <a:pt x="3030" y="342"/>
                    </a:lnTo>
                    <a:lnTo>
                      <a:pt x="3036" y="342"/>
                    </a:lnTo>
                    <a:lnTo>
                      <a:pt x="3036" y="336"/>
                    </a:lnTo>
                    <a:lnTo>
                      <a:pt x="3042" y="336"/>
                    </a:lnTo>
                    <a:lnTo>
                      <a:pt x="3042" y="330"/>
                    </a:lnTo>
                    <a:lnTo>
                      <a:pt x="3048" y="330"/>
                    </a:lnTo>
                    <a:lnTo>
                      <a:pt x="3048" y="324"/>
                    </a:lnTo>
                    <a:lnTo>
                      <a:pt x="3054" y="324"/>
                    </a:lnTo>
                    <a:lnTo>
                      <a:pt x="3054" y="318"/>
                    </a:lnTo>
                    <a:lnTo>
                      <a:pt x="3060" y="312"/>
                    </a:lnTo>
                    <a:lnTo>
                      <a:pt x="3060" y="306"/>
                    </a:lnTo>
                    <a:lnTo>
                      <a:pt x="3066" y="306"/>
                    </a:lnTo>
                    <a:lnTo>
                      <a:pt x="3066" y="300"/>
                    </a:lnTo>
                    <a:lnTo>
                      <a:pt x="3072" y="300"/>
                    </a:lnTo>
                    <a:lnTo>
                      <a:pt x="3072" y="294"/>
                    </a:lnTo>
                    <a:lnTo>
                      <a:pt x="3072" y="288"/>
                    </a:lnTo>
                    <a:lnTo>
                      <a:pt x="3078" y="288"/>
                    </a:lnTo>
                    <a:lnTo>
                      <a:pt x="3078" y="282"/>
                    </a:lnTo>
                    <a:lnTo>
                      <a:pt x="3084" y="282"/>
                    </a:lnTo>
                    <a:lnTo>
                      <a:pt x="3084" y="276"/>
                    </a:lnTo>
                    <a:lnTo>
                      <a:pt x="3090" y="276"/>
                    </a:lnTo>
                    <a:lnTo>
                      <a:pt x="3090" y="270"/>
                    </a:lnTo>
                    <a:lnTo>
                      <a:pt x="3090" y="264"/>
                    </a:lnTo>
                    <a:lnTo>
                      <a:pt x="3096" y="264"/>
                    </a:lnTo>
                    <a:lnTo>
                      <a:pt x="3096" y="258"/>
                    </a:lnTo>
                    <a:lnTo>
                      <a:pt x="3102" y="258"/>
                    </a:lnTo>
                    <a:lnTo>
                      <a:pt x="3102" y="252"/>
                    </a:lnTo>
                    <a:lnTo>
                      <a:pt x="3102" y="246"/>
                    </a:lnTo>
                    <a:lnTo>
                      <a:pt x="3108" y="246"/>
                    </a:lnTo>
                    <a:lnTo>
                      <a:pt x="3108" y="240"/>
                    </a:lnTo>
                    <a:lnTo>
                      <a:pt x="3114" y="234"/>
                    </a:lnTo>
                    <a:lnTo>
                      <a:pt x="3114" y="228"/>
                    </a:lnTo>
                    <a:lnTo>
                      <a:pt x="3120" y="228"/>
                    </a:lnTo>
                    <a:lnTo>
                      <a:pt x="3120" y="222"/>
                    </a:lnTo>
                    <a:lnTo>
                      <a:pt x="3120" y="216"/>
                    </a:lnTo>
                    <a:lnTo>
                      <a:pt x="3126" y="216"/>
                    </a:lnTo>
                    <a:lnTo>
                      <a:pt x="3126" y="210"/>
                    </a:lnTo>
                    <a:lnTo>
                      <a:pt x="3132" y="210"/>
                    </a:lnTo>
                    <a:lnTo>
                      <a:pt x="3132" y="204"/>
                    </a:lnTo>
                    <a:lnTo>
                      <a:pt x="3132" y="198"/>
                    </a:lnTo>
                    <a:lnTo>
                      <a:pt x="3138" y="198"/>
                    </a:lnTo>
                    <a:lnTo>
                      <a:pt x="3138" y="192"/>
                    </a:lnTo>
                    <a:lnTo>
                      <a:pt x="3138" y="186"/>
                    </a:lnTo>
                    <a:lnTo>
                      <a:pt x="3144" y="186"/>
                    </a:lnTo>
                    <a:lnTo>
                      <a:pt x="3144" y="180"/>
                    </a:lnTo>
                    <a:lnTo>
                      <a:pt x="3144" y="174"/>
                    </a:lnTo>
                    <a:lnTo>
                      <a:pt x="3150" y="174"/>
                    </a:lnTo>
                    <a:lnTo>
                      <a:pt x="3150" y="168"/>
                    </a:lnTo>
                    <a:lnTo>
                      <a:pt x="3150" y="162"/>
                    </a:lnTo>
                    <a:lnTo>
                      <a:pt x="3156" y="162"/>
                    </a:lnTo>
                    <a:lnTo>
                      <a:pt x="3156" y="156"/>
                    </a:lnTo>
                    <a:lnTo>
                      <a:pt x="3156" y="150"/>
                    </a:lnTo>
                    <a:lnTo>
                      <a:pt x="3162" y="150"/>
                    </a:lnTo>
                    <a:lnTo>
                      <a:pt x="3162" y="144"/>
                    </a:lnTo>
                    <a:lnTo>
                      <a:pt x="3162" y="138"/>
                    </a:lnTo>
                    <a:lnTo>
                      <a:pt x="3168" y="138"/>
                    </a:lnTo>
                    <a:lnTo>
                      <a:pt x="3168" y="132"/>
                    </a:lnTo>
                    <a:lnTo>
                      <a:pt x="3168" y="126"/>
                    </a:lnTo>
                    <a:lnTo>
                      <a:pt x="3174" y="126"/>
                    </a:lnTo>
                    <a:lnTo>
                      <a:pt x="3174" y="120"/>
                    </a:lnTo>
                    <a:lnTo>
                      <a:pt x="3174" y="114"/>
                    </a:lnTo>
                    <a:lnTo>
                      <a:pt x="3180" y="114"/>
                    </a:lnTo>
                    <a:lnTo>
                      <a:pt x="3180" y="108"/>
                    </a:lnTo>
                    <a:lnTo>
                      <a:pt x="3180" y="102"/>
                    </a:lnTo>
                    <a:lnTo>
                      <a:pt x="3186" y="102"/>
                    </a:lnTo>
                    <a:lnTo>
                      <a:pt x="3186" y="96"/>
                    </a:lnTo>
                    <a:lnTo>
                      <a:pt x="3186" y="90"/>
                    </a:lnTo>
                    <a:lnTo>
                      <a:pt x="3192" y="90"/>
                    </a:lnTo>
                    <a:lnTo>
                      <a:pt x="3192" y="84"/>
                    </a:lnTo>
                    <a:lnTo>
                      <a:pt x="3192" y="78"/>
                    </a:lnTo>
                    <a:lnTo>
                      <a:pt x="3198" y="72"/>
                    </a:lnTo>
                    <a:lnTo>
                      <a:pt x="3198" y="66"/>
                    </a:lnTo>
                    <a:lnTo>
                      <a:pt x="3204" y="60"/>
                    </a:lnTo>
                    <a:lnTo>
                      <a:pt x="3204" y="54"/>
                    </a:lnTo>
                    <a:lnTo>
                      <a:pt x="3204" y="48"/>
                    </a:lnTo>
                    <a:lnTo>
                      <a:pt x="3210" y="48"/>
                    </a:lnTo>
                    <a:lnTo>
                      <a:pt x="3210" y="42"/>
                    </a:lnTo>
                    <a:lnTo>
                      <a:pt x="3210" y="36"/>
                    </a:lnTo>
                    <a:lnTo>
                      <a:pt x="3216" y="36"/>
                    </a:lnTo>
                    <a:lnTo>
                      <a:pt x="3216" y="30"/>
                    </a:lnTo>
                    <a:lnTo>
                      <a:pt x="3216" y="24"/>
                    </a:lnTo>
                    <a:lnTo>
                      <a:pt x="3222" y="24"/>
                    </a:lnTo>
                    <a:lnTo>
                      <a:pt x="3222" y="18"/>
                    </a:lnTo>
                    <a:lnTo>
                      <a:pt x="3228" y="12"/>
                    </a:lnTo>
                    <a:lnTo>
                      <a:pt x="3228" y="6"/>
                    </a:lnTo>
                    <a:lnTo>
                      <a:pt x="3234" y="6"/>
                    </a:lnTo>
                    <a:lnTo>
                      <a:pt x="3234" y="0"/>
                    </a:lnTo>
                    <a:lnTo>
                      <a:pt x="3240" y="0"/>
                    </a:lnTo>
                    <a:lnTo>
                      <a:pt x="3246" y="0"/>
                    </a:lnTo>
                    <a:lnTo>
                      <a:pt x="3252" y="0"/>
                    </a:lnTo>
                    <a:lnTo>
                      <a:pt x="3258" y="0"/>
                    </a:lnTo>
                    <a:lnTo>
                      <a:pt x="3258" y="6"/>
                    </a:lnTo>
                    <a:lnTo>
                      <a:pt x="3264" y="6"/>
                    </a:lnTo>
                    <a:lnTo>
                      <a:pt x="3264" y="12"/>
                    </a:lnTo>
                    <a:lnTo>
                      <a:pt x="3270" y="18"/>
                    </a:lnTo>
                    <a:lnTo>
                      <a:pt x="3270" y="24"/>
                    </a:lnTo>
                    <a:lnTo>
                      <a:pt x="3276" y="24"/>
                    </a:lnTo>
                    <a:lnTo>
                      <a:pt x="3276" y="30"/>
                    </a:lnTo>
                    <a:lnTo>
                      <a:pt x="3276" y="36"/>
                    </a:lnTo>
                    <a:lnTo>
                      <a:pt x="3282" y="36"/>
                    </a:lnTo>
                    <a:lnTo>
                      <a:pt x="3282" y="42"/>
                    </a:lnTo>
                    <a:lnTo>
                      <a:pt x="3282" y="48"/>
                    </a:lnTo>
                    <a:lnTo>
                      <a:pt x="3288" y="54"/>
                    </a:lnTo>
                    <a:lnTo>
                      <a:pt x="3288" y="60"/>
                    </a:lnTo>
                    <a:lnTo>
                      <a:pt x="3294" y="66"/>
                    </a:lnTo>
                    <a:lnTo>
                      <a:pt x="3294" y="72"/>
                    </a:lnTo>
                    <a:lnTo>
                      <a:pt x="3294" y="78"/>
                    </a:lnTo>
                    <a:lnTo>
                      <a:pt x="3300" y="78"/>
                    </a:lnTo>
                    <a:lnTo>
                      <a:pt x="3300" y="84"/>
                    </a:lnTo>
                    <a:lnTo>
                      <a:pt x="3306" y="90"/>
                    </a:lnTo>
                    <a:lnTo>
                      <a:pt x="3306" y="96"/>
                    </a:lnTo>
                    <a:lnTo>
                      <a:pt x="3312" y="102"/>
                    </a:lnTo>
                    <a:lnTo>
                      <a:pt x="3312" y="108"/>
                    </a:lnTo>
                    <a:lnTo>
                      <a:pt x="3318" y="114"/>
                    </a:lnTo>
                    <a:lnTo>
                      <a:pt x="3318" y="120"/>
                    </a:lnTo>
                    <a:lnTo>
                      <a:pt x="3324" y="120"/>
                    </a:lnTo>
                    <a:lnTo>
                      <a:pt x="3324" y="126"/>
                    </a:lnTo>
                    <a:lnTo>
                      <a:pt x="3324" y="132"/>
                    </a:lnTo>
                    <a:lnTo>
                      <a:pt x="3330" y="132"/>
                    </a:lnTo>
                    <a:lnTo>
                      <a:pt x="3330" y="138"/>
                    </a:lnTo>
                    <a:lnTo>
                      <a:pt x="3330" y="144"/>
                    </a:lnTo>
                    <a:lnTo>
                      <a:pt x="3336" y="144"/>
                    </a:lnTo>
                    <a:lnTo>
                      <a:pt x="3336" y="150"/>
                    </a:lnTo>
                    <a:lnTo>
                      <a:pt x="3336" y="156"/>
                    </a:lnTo>
                    <a:lnTo>
                      <a:pt x="3342" y="156"/>
                    </a:lnTo>
                    <a:lnTo>
                      <a:pt x="3342" y="162"/>
                    </a:lnTo>
                    <a:lnTo>
                      <a:pt x="3348" y="168"/>
                    </a:lnTo>
                    <a:lnTo>
                      <a:pt x="3348" y="174"/>
                    </a:lnTo>
                    <a:lnTo>
                      <a:pt x="3354" y="180"/>
                    </a:lnTo>
                    <a:lnTo>
                      <a:pt x="3354" y="186"/>
                    </a:lnTo>
                    <a:lnTo>
                      <a:pt x="3360" y="186"/>
                    </a:lnTo>
                    <a:lnTo>
                      <a:pt x="3360" y="192"/>
                    </a:lnTo>
                    <a:lnTo>
                      <a:pt x="3360" y="198"/>
                    </a:lnTo>
                    <a:lnTo>
                      <a:pt x="3366" y="198"/>
                    </a:lnTo>
                    <a:lnTo>
                      <a:pt x="3366" y="204"/>
                    </a:lnTo>
                    <a:lnTo>
                      <a:pt x="3372" y="204"/>
                    </a:lnTo>
                    <a:lnTo>
                      <a:pt x="3372" y="210"/>
                    </a:lnTo>
                    <a:lnTo>
                      <a:pt x="3372" y="216"/>
                    </a:lnTo>
                    <a:lnTo>
                      <a:pt x="3378" y="216"/>
                    </a:lnTo>
                    <a:lnTo>
                      <a:pt x="3378" y="222"/>
                    </a:lnTo>
                    <a:lnTo>
                      <a:pt x="3378" y="228"/>
                    </a:lnTo>
                    <a:lnTo>
                      <a:pt x="3384" y="228"/>
                    </a:lnTo>
                    <a:lnTo>
                      <a:pt x="3384" y="234"/>
                    </a:lnTo>
                    <a:lnTo>
                      <a:pt x="3390" y="234"/>
                    </a:lnTo>
                    <a:lnTo>
                      <a:pt x="3390" y="240"/>
                    </a:lnTo>
                    <a:lnTo>
                      <a:pt x="3396" y="246"/>
                    </a:lnTo>
                    <a:lnTo>
                      <a:pt x="3396" y="252"/>
                    </a:lnTo>
                    <a:lnTo>
                      <a:pt x="3402" y="252"/>
                    </a:lnTo>
                    <a:lnTo>
                      <a:pt x="3402" y="258"/>
                    </a:lnTo>
                    <a:lnTo>
                      <a:pt x="3408" y="264"/>
                    </a:lnTo>
                    <a:lnTo>
                      <a:pt x="3408" y="270"/>
                    </a:lnTo>
                    <a:lnTo>
                      <a:pt x="3414" y="270"/>
                    </a:lnTo>
                    <a:lnTo>
                      <a:pt x="3414" y="276"/>
                    </a:lnTo>
                    <a:lnTo>
                      <a:pt x="3420" y="276"/>
                    </a:lnTo>
                    <a:lnTo>
                      <a:pt x="3420" y="282"/>
                    </a:lnTo>
                    <a:lnTo>
                      <a:pt x="3420" y="288"/>
                    </a:lnTo>
                    <a:lnTo>
                      <a:pt x="3426" y="288"/>
                    </a:lnTo>
                    <a:lnTo>
                      <a:pt x="3426" y="294"/>
                    </a:lnTo>
                    <a:lnTo>
                      <a:pt x="3432" y="294"/>
                    </a:lnTo>
                    <a:lnTo>
                      <a:pt x="3432" y="300"/>
                    </a:lnTo>
                    <a:lnTo>
                      <a:pt x="3438" y="300"/>
                    </a:lnTo>
                    <a:lnTo>
                      <a:pt x="3438" y="306"/>
                    </a:lnTo>
                    <a:lnTo>
                      <a:pt x="3438" y="312"/>
                    </a:lnTo>
                    <a:lnTo>
                      <a:pt x="3444" y="312"/>
                    </a:lnTo>
                    <a:lnTo>
                      <a:pt x="3444" y="318"/>
                    </a:lnTo>
                    <a:lnTo>
                      <a:pt x="3450" y="318"/>
                    </a:lnTo>
                    <a:lnTo>
                      <a:pt x="3450" y="324"/>
                    </a:lnTo>
                    <a:lnTo>
                      <a:pt x="3456" y="324"/>
                    </a:lnTo>
                    <a:lnTo>
                      <a:pt x="3456" y="330"/>
                    </a:lnTo>
                    <a:lnTo>
                      <a:pt x="3462" y="330"/>
                    </a:lnTo>
                    <a:lnTo>
                      <a:pt x="3462" y="336"/>
                    </a:lnTo>
                    <a:lnTo>
                      <a:pt x="3468" y="336"/>
                    </a:lnTo>
                    <a:lnTo>
                      <a:pt x="3468" y="342"/>
                    </a:lnTo>
                    <a:lnTo>
                      <a:pt x="3474" y="342"/>
                    </a:lnTo>
                    <a:lnTo>
                      <a:pt x="3474" y="348"/>
                    </a:lnTo>
                    <a:lnTo>
                      <a:pt x="3480" y="354"/>
                    </a:lnTo>
                    <a:lnTo>
                      <a:pt x="3480" y="360"/>
                    </a:lnTo>
                    <a:lnTo>
                      <a:pt x="3486" y="360"/>
                    </a:lnTo>
                    <a:lnTo>
                      <a:pt x="3492" y="366"/>
                    </a:lnTo>
                    <a:lnTo>
                      <a:pt x="3492" y="372"/>
                    </a:lnTo>
                    <a:lnTo>
                      <a:pt x="3498" y="372"/>
                    </a:lnTo>
                    <a:lnTo>
                      <a:pt x="3504" y="378"/>
                    </a:lnTo>
                    <a:lnTo>
                      <a:pt x="3510" y="378"/>
                    </a:lnTo>
                    <a:lnTo>
                      <a:pt x="3510" y="384"/>
                    </a:lnTo>
                    <a:lnTo>
                      <a:pt x="3516" y="384"/>
                    </a:lnTo>
                    <a:lnTo>
                      <a:pt x="3516" y="390"/>
                    </a:lnTo>
                    <a:lnTo>
                      <a:pt x="3522" y="390"/>
                    </a:lnTo>
                    <a:lnTo>
                      <a:pt x="3522" y="396"/>
                    </a:lnTo>
                    <a:lnTo>
                      <a:pt x="3528" y="396"/>
                    </a:lnTo>
                    <a:lnTo>
                      <a:pt x="3528" y="402"/>
                    </a:lnTo>
                    <a:lnTo>
                      <a:pt x="3534" y="402"/>
                    </a:lnTo>
                    <a:lnTo>
                      <a:pt x="3540" y="408"/>
                    </a:lnTo>
                    <a:lnTo>
                      <a:pt x="3546" y="408"/>
                    </a:lnTo>
                    <a:lnTo>
                      <a:pt x="3546" y="414"/>
                    </a:lnTo>
                    <a:lnTo>
                      <a:pt x="3552" y="414"/>
                    </a:lnTo>
                    <a:lnTo>
                      <a:pt x="3552" y="420"/>
                    </a:lnTo>
                    <a:lnTo>
                      <a:pt x="3558" y="420"/>
                    </a:lnTo>
                    <a:lnTo>
                      <a:pt x="3564" y="420"/>
                    </a:lnTo>
                    <a:lnTo>
                      <a:pt x="3564" y="426"/>
                    </a:lnTo>
                    <a:lnTo>
                      <a:pt x="3570" y="426"/>
                    </a:lnTo>
                  </a:path>
                </a:pathLst>
              </a:custGeom>
              <a:noFill/>
              <a:ln w="1584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7" name="Rectangle 197"/>
              <p:cNvSpPr/>
              <p:nvPr/>
            </p:nvSpPr>
            <p:spPr>
              <a:xfrm>
                <a:off x="1924560" y="5329080"/>
                <a:ext cx="4035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ff0000"/>
                    </a:solidFill>
                    <a:effectLst/>
                    <a:uFillTx/>
                    <a:latin typeface="Arial"/>
                  </a:rPr>
                  <a:t>BETA_X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8" name="Freeform 198"/>
              <p:cNvSpPr/>
              <p:nvPr/>
            </p:nvSpPr>
            <p:spPr>
              <a:xfrm>
                <a:off x="1562040" y="4376520"/>
                <a:ext cx="5667480" cy="866520"/>
              </a:xfrm>
              <a:custGeom>
                <a:avLst/>
                <a:gdLst>
                  <a:gd name="textAreaLeft" fmla="*/ 0 w 5667480"/>
                  <a:gd name="textAreaRight" fmla="*/ 5667840 w 5667480"/>
                  <a:gd name="textAreaTop" fmla="*/ 0 h 866520"/>
                  <a:gd name="textAreaBottom" fmla="*/ 866880 h 866520"/>
                  <a:gd name="GluePoint1X" fmla="*/ 54 w 3570"/>
                  <a:gd name="GluePoint1Y" fmla="*/ 108 h 546"/>
                  <a:gd name="GluePoint2X" fmla="*/ 108 w 3570"/>
                  <a:gd name="GluePoint2Y" fmla="*/ 222 h 546"/>
                  <a:gd name="GluePoint3X" fmla="*/ 168 w 3570"/>
                  <a:gd name="GluePoint3Y" fmla="*/ 318 h 546"/>
                  <a:gd name="GluePoint4X" fmla="*/ 222 w 3570"/>
                  <a:gd name="GluePoint4Y" fmla="*/ 402 h 546"/>
                  <a:gd name="GluePoint5X" fmla="*/ 276 w 3570"/>
                  <a:gd name="GluePoint5Y" fmla="*/ 468 h 546"/>
                  <a:gd name="GluePoint6X" fmla="*/ 336 w 3570"/>
                  <a:gd name="GluePoint6Y" fmla="*/ 516 h 546"/>
                  <a:gd name="GluePoint7X" fmla="*/ 390 w 3570"/>
                  <a:gd name="GluePoint7Y" fmla="*/ 534 h 546"/>
                  <a:gd name="GluePoint8X" fmla="*/ 450 w 3570"/>
                  <a:gd name="GluePoint8Y" fmla="*/ 510 h 546"/>
                  <a:gd name="GluePoint9X" fmla="*/ 504 w 3570"/>
                  <a:gd name="GluePoint9Y" fmla="*/ 474 h 546"/>
                  <a:gd name="GluePoint10X" fmla="*/ 564 w 3570"/>
                  <a:gd name="GluePoint10Y" fmla="*/ 408 h 546"/>
                  <a:gd name="GluePoint11X" fmla="*/ 618 w 3570"/>
                  <a:gd name="GluePoint11Y" fmla="*/ 330 h 546"/>
                  <a:gd name="GluePoint12X" fmla="*/ 672 w 3570"/>
                  <a:gd name="GluePoint12Y" fmla="*/ 228 h 546"/>
                  <a:gd name="GluePoint13X" fmla="*/ 732 w 3570"/>
                  <a:gd name="GluePoint13Y" fmla="*/ 120 h 546"/>
                  <a:gd name="GluePoint14X" fmla="*/ 786 w 3570"/>
                  <a:gd name="GluePoint14Y" fmla="*/ 186 h 546"/>
                  <a:gd name="GluePoint15X" fmla="*/ 846 w 3570"/>
                  <a:gd name="GluePoint15Y" fmla="*/ 294 h 546"/>
                  <a:gd name="GluePoint16X" fmla="*/ 900 w 3570"/>
                  <a:gd name="GluePoint16Y" fmla="*/ 384 h 546"/>
                  <a:gd name="GluePoint17X" fmla="*/ 960 w 3570"/>
                  <a:gd name="GluePoint17Y" fmla="*/ 456 h 546"/>
                  <a:gd name="GluePoint18X" fmla="*/ 1014 w 3570"/>
                  <a:gd name="GluePoint18Y" fmla="*/ 504 h 546"/>
                  <a:gd name="GluePoint19X" fmla="*/ 1068 w 3570"/>
                  <a:gd name="GluePoint19Y" fmla="*/ 534 h 546"/>
                  <a:gd name="GluePoint20X" fmla="*/ 1128 w 3570"/>
                  <a:gd name="GluePoint20Y" fmla="*/ 528 h 546"/>
                  <a:gd name="GluePoint21X" fmla="*/ 1182 w 3570"/>
                  <a:gd name="GluePoint21Y" fmla="*/ 486 h 546"/>
                  <a:gd name="GluePoint22X" fmla="*/ 1242 w 3570"/>
                  <a:gd name="GluePoint22Y" fmla="*/ 426 h 546"/>
                  <a:gd name="GluePoint23X" fmla="*/ 1296 w 3570"/>
                  <a:gd name="GluePoint23Y" fmla="*/ 342 h 546"/>
                  <a:gd name="GluePoint24X" fmla="*/ 1350 w 3570"/>
                  <a:gd name="GluePoint24Y" fmla="*/ 234 h 546"/>
                  <a:gd name="GluePoint25X" fmla="*/ 1410 w 3570"/>
                  <a:gd name="GluePoint25Y" fmla="*/ 102 h 546"/>
                  <a:gd name="GluePoint26X" fmla="*/ 1464 w 3570"/>
                  <a:gd name="GluePoint26Y" fmla="*/ 18 h 546"/>
                  <a:gd name="GluePoint27X" fmla="*/ 1524 w 3570"/>
                  <a:gd name="GluePoint27Y" fmla="*/ 150 h 546"/>
                  <a:gd name="GluePoint28X" fmla="*/ 1578 w 3570"/>
                  <a:gd name="GluePoint28Y" fmla="*/ 282 h 546"/>
                  <a:gd name="GluePoint29X" fmla="*/ 1638 w 3570"/>
                  <a:gd name="GluePoint29Y" fmla="*/ 384 h 546"/>
                  <a:gd name="GluePoint30X" fmla="*/ 1692 w 3570"/>
                  <a:gd name="GluePoint30Y" fmla="*/ 462 h 546"/>
                  <a:gd name="GluePoint31X" fmla="*/ 1746 w 3570"/>
                  <a:gd name="GluePoint31Y" fmla="*/ 516 h 546"/>
                  <a:gd name="GluePoint32X" fmla="*/ 1806 w 3570"/>
                  <a:gd name="GluePoint32Y" fmla="*/ 546 h 546"/>
                  <a:gd name="GluePoint33X" fmla="*/ 1860 w 3570"/>
                  <a:gd name="GluePoint33Y" fmla="*/ 528 h 546"/>
                  <a:gd name="GluePoint34X" fmla="*/ 1920 w 3570"/>
                  <a:gd name="GluePoint34Y" fmla="*/ 486 h 546"/>
                  <a:gd name="GluePoint35X" fmla="*/ 1974 w 3570"/>
                  <a:gd name="GluePoint35Y" fmla="*/ 414 h 546"/>
                  <a:gd name="GluePoint36X" fmla="*/ 2028 w 3570"/>
                  <a:gd name="GluePoint36Y" fmla="*/ 324 h 546"/>
                  <a:gd name="GluePoint37X" fmla="*/ 2088 w 3570"/>
                  <a:gd name="GluePoint37Y" fmla="*/ 204 h 546"/>
                  <a:gd name="GluePoint38X" fmla="*/ 2142 w 3570"/>
                  <a:gd name="GluePoint38Y" fmla="*/ 54 h 546"/>
                  <a:gd name="GluePoint39X" fmla="*/ 2202 w 3570"/>
                  <a:gd name="GluePoint39Y" fmla="*/ 48 h 546"/>
                  <a:gd name="GluePoint40X" fmla="*/ 2256 w 3570"/>
                  <a:gd name="GluePoint40Y" fmla="*/ 186 h 546"/>
                  <a:gd name="GluePoint41X" fmla="*/ 2316 w 3570"/>
                  <a:gd name="GluePoint41Y" fmla="*/ 306 h 546"/>
                  <a:gd name="GluePoint42X" fmla="*/ 2370 w 3570"/>
                  <a:gd name="GluePoint42Y" fmla="*/ 396 h 546"/>
                  <a:gd name="GluePoint43X" fmla="*/ 2424 w 3570"/>
                  <a:gd name="GluePoint43Y" fmla="*/ 468 h 546"/>
                  <a:gd name="GluePoint44X" fmla="*/ 2484 w 3570"/>
                  <a:gd name="GluePoint44Y" fmla="*/ 516 h 546"/>
                  <a:gd name="GluePoint45X" fmla="*/ 2538 w 3570"/>
                  <a:gd name="GluePoint45Y" fmla="*/ 534 h 546"/>
                  <a:gd name="GluePoint46X" fmla="*/ 2598 w 3570"/>
                  <a:gd name="GluePoint46Y" fmla="*/ 516 h 546"/>
                  <a:gd name="GluePoint47X" fmla="*/ 2652 w 3570"/>
                  <a:gd name="GluePoint47Y" fmla="*/ 474 h 546"/>
                  <a:gd name="GluePoint48X" fmla="*/ 2706 w 3570"/>
                  <a:gd name="GluePoint48Y" fmla="*/ 414 h 546"/>
                  <a:gd name="GluePoint49X" fmla="*/ 2766 w 3570"/>
                  <a:gd name="GluePoint49Y" fmla="*/ 330 h 546"/>
                  <a:gd name="GluePoint50X" fmla="*/ 2820 w 3570"/>
                  <a:gd name="GluePoint50Y" fmla="*/ 228 h 546"/>
                  <a:gd name="GluePoint51X" fmla="*/ 2880 w 3570"/>
                  <a:gd name="GluePoint51Y" fmla="*/ 120 h 546"/>
                  <a:gd name="GluePoint52X" fmla="*/ 2934 w 3570"/>
                  <a:gd name="GluePoint52Y" fmla="*/ 186 h 546"/>
                  <a:gd name="GluePoint53X" fmla="*/ 2994 w 3570"/>
                  <a:gd name="GluePoint53Y" fmla="*/ 294 h 546"/>
                  <a:gd name="GluePoint54X" fmla="*/ 3048 w 3570"/>
                  <a:gd name="GluePoint54Y" fmla="*/ 390 h 546"/>
                  <a:gd name="GluePoint55X" fmla="*/ 3102 w 3570"/>
                  <a:gd name="GluePoint55Y" fmla="*/ 462 h 546"/>
                  <a:gd name="GluePoint56X" fmla="*/ 3162 w 3570"/>
                  <a:gd name="GluePoint56Y" fmla="*/ 510 h 546"/>
                  <a:gd name="GluePoint57X" fmla="*/ 3216 w 3570"/>
                  <a:gd name="GluePoint57Y" fmla="*/ 540 h 546"/>
                  <a:gd name="GluePoint58X" fmla="*/ 3276 w 3570"/>
                  <a:gd name="GluePoint58Y" fmla="*/ 534 h 546"/>
                  <a:gd name="GluePoint59X" fmla="*/ 3330 w 3570"/>
                  <a:gd name="GluePoint59Y" fmla="*/ 492 h 546"/>
                  <a:gd name="GluePoint60X" fmla="*/ 3390 w 3570"/>
                  <a:gd name="GluePoint60Y" fmla="*/ 420 h 546"/>
                  <a:gd name="GluePoint61X" fmla="*/ 3444 w 3570"/>
                  <a:gd name="GluePoint61Y" fmla="*/ 324 h 546"/>
                  <a:gd name="GluePoint62X" fmla="*/ 3498 w 3570"/>
                  <a:gd name="GluePoint62Y" fmla="*/ 198 h 546"/>
                  <a:gd name="GluePoint63X" fmla="*/ 3558 w 3570"/>
                  <a:gd name="GluePoint63Y" fmla="*/ 42 h 546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3570" h="546">
                    <a:moveTo>
                      <a:pt x="0" y="132"/>
                    </a:moveTo>
                    <a:lnTo>
                      <a:pt x="0" y="132"/>
                    </a:lnTo>
                    <a:lnTo>
                      <a:pt x="0" y="126"/>
                    </a:lnTo>
                    <a:lnTo>
                      <a:pt x="0" y="120"/>
                    </a:lnTo>
                    <a:lnTo>
                      <a:pt x="6" y="120"/>
                    </a:lnTo>
                    <a:lnTo>
                      <a:pt x="6" y="114"/>
                    </a:lnTo>
                    <a:lnTo>
                      <a:pt x="6" y="108"/>
                    </a:lnTo>
                    <a:lnTo>
                      <a:pt x="12" y="108"/>
                    </a:lnTo>
                    <a:lnTo>
                      <a:pt x="12" y="102"/>
                    </a:lnTo>
                    <a:lnTo>
                      <a:pt x="12" y="96"/>
                    </a:lnTo>
                    <a:lnTo>
                      <a:pt x="18" y="96"/>
                    </a:lnTo>
                    <a:lnTo>
                      <a:pt x="18" y="90"/>
                    </a:lnTo>
                    <a:lnTo>
                      <a:pt x="24" y="90"/>
                    </a:lnTo>
                    <a:lnTo>
                      <a:pt x="30" y="90"/>
                    </a:lnTo>
                    <a:lnTo>
                      <a:pt x="36" y="90"/>
                    </a:lnTo>
                    <a:lnTo>
                      <a:pt x="42" y="90"/>
                    </a:lnTo>
                    <a:lnTo>
                      <a:pt x="42" y="96"/>
                    </a:lnTo>
                    <a:lnTo>
                      <a:pt x="48" y="96"/>
                    </a:lnTo>
                    <a:lnTo>
                      <a:pt x="48" y="102"/>
                    </a:lnTo>
                    <a:lnTo>
                      <a:pt x="48" y="108"/>
                    </a:lnTo>
                    <a:lnTo>
                      <a:pt x="54" y="108"/>
                    </a:lnTo>
                    <a:lnTo>
                      <a:pt x="54" y="114"/>
                    </a:lnTo>
                    <a:lnTo>
                      <a:pt x="60" y="120"/>
                    </a:lnTo>
                    <a:lnTo>
                      <a:pt x="60" y="126"/>
                    </a:lnTo>
                    <a:lnTo>
                      <a:pt x="60" y="132"/>
                    </a:lnTo>
                    <a:lnTo>
                      <a:pt x="66" y="132"/>
                    </a:lnTo>
                    <a:lnTo>
                      <a:pt x="66" y="138"/>
                    </a:lnTo>
                    <a:lnTo>
                      <a:pt x="66" y="144"/>
                    </a:lnTo>
                    <a:lnTo>
                      <a:pt x="72" y="144"/>
                    </a:lnTo>
                    <a:lnTo>
                      <a:pt x="72" y="150"/>
                    </a:lnTo>
                    <a:lnTo>
                      <a:pt x="72" y="156"/>
                    </a:lnTo>
                    <a:lnTo>
                      <a:pt x="78" y="156"/>
                    </a:lnTo>
                    <a:lnTo>
                      <a:pt x="78" y="162"/>
                    </a:lnTo>
                    <a:lnTo>
                      <a:pt x="78" y="168"/>
                    </a:lnTo>
                    <a:lnTo>
                      <a:pt x="84" y="168"/>
                    </a:lnTo>
                    <a:lnTo>
                      <a:pt x="84" y="174"/>
                    </a:lnTo>
                    <a:lnTo>
                      <a:pt x="84" y="180"/>
                    </a:lnTo>
                    <a:lnTo>
                      <a:pt x="90" y="180"/>
                    </a:lnTo>
                    <a:lnTo>
                      <a:pt x="90" y="186"/>
                    </a:lnTo>
                    <a:lnTo>
                      <a:pt x="90" y="192"/>
                    </a:lnTo>
                    <a:lnTo>
                      <a:pt x="96" y="192"/>
                    </a:lnTo>
                    <a:lnTo>
                      <a:pt x="96" y="198"/>
                    </a:lnTo>
                    <a:lnTo>
                      <a:pt x="96" y="204"/>
                    </a:lnTo>
                    <a:lnTo>
                      <a:pt x="102" y="204"/>
                    </a:lnTo>
                    <a:lnTo>
                      <a:pt x="102" y="210"/>
                    </a:lnTo>
                    <a:lnTo>
                      <a:pt x="108" y="216"/>
                    </a:lnTo>
                    <a:lnTo>
                      <a:pt x="108" y="222"/>
                    </a:lnTo>
                    <a:lnTo>
                      <a:pt x="114" y="222"/>
                    </a:lnTo>
                    <a:lnTo>
                      <a:pt x="114" y="228"/>
                    </a:lnTo>
                    <a:lnTo>
                      <a:pt x="114" y="234"/>
                    </a:lnTo>
                    <a:lnTo>
                      <a:pt x="120" y="234"/>
                    </a:lnTo>
                    <a:lnTo>
                      <a:pt x="120" y="240"/>
                    </a:lnTo>
                    <a:lnTo>
                      <a:pt x="120" y="246"/>
                    </a:lnTo>
                    <a:lnTo>
                      <a:pt x="126" y="246"/>
                    </a:lnTo>
                    <a:lnTo>
                      <a:pt x="126" y="252"/>
                    </a:lnTo>
                    <a:lnTo>
                      <a:pt x="126" y="258"/>
                    </a:lnTo>
                    <a:lnTo>
                      <a:pt x="132" y="258"/>
                    </a:lnTo>
                    <a:lnTo>
                      <a:pt x="132" y="264"/>
                    </a:lnTo>
                    <a:lnTo>
                      <a:pt x="138" y="264"/>
                    </a:lnTo>
                    <a:lnTo>
                      <a:pt x="138" y="270"/>
                    </a:lnTo>
                    <a:lnTo>
                      <a:pt x="138" y="276"/>
                    </a:lnTo>
                    <a:lnTo>
                      <a:pt x="144" y="276"/>
                    </a:lnTo>
                    <a:lnTo>
                      <a:pt x="144" y="282"/>
                    </a:lnTo>
                    <a:lnTo>
                      <a:pt x="144" y="288"/>
                    </a:lnTo>
                    <a:lnTo>
                      <a:pt x="150" y="288"/>
                    </a:lnTo>
                    <a:lnTo>
                      <a:pt x="150" y="294"/>
                    </a:lnTo>
                    <a:lnTo>
                      <a:pt x="150" y="300"/>
                    </a:lnTo>
                    <a:lnTo>
                      <a:pt x="156" y="300"/>
                    </a:lnTo>
                    <a:lnTo>
                      <a:pt x="156" y="306"/>
                    </a:lnTo>
                    <a:lnTo>
                      <a:pt x="162" y="306"/>
                    </a:lnTo>
                    <a:lnTo>
                      <a:pt x="162" y="312"/>
                    </a:lnTo>
                    <a:lnTo>
                      <a:pt x="162" y="318"/>
                    </a:lnTo>
                    <a:lnTo>
                      <a:pt x="168" y="318"/>
                    </a:lnTo>
                    <a:lnTo>
                      <a:pt x="168" y="324"/>
                    </a:lnTo>
                    <a:lnTo>
                      <a:pt x="168" y="330"/>
                    </a:lnTo>
                    <a:lnTo>
                      <a:pt x="174" y="330"/>
                    </a:lnTo>
                    <a:lnTo>
                      <a:pt x="174" y="336"/>
                    </a:lnTo>
                    <a:lnTo>
                      <a:pt x="180" y="336"/>
                    </a:lnTo>
                    <a:lnTo>
                      <a:pt x="180" y="342"/>
                    </a:lnTo>
                    <a:lnTo>
                      <a:pt x="180" y="348"/>
                    </a:lnTo>
                    <a:lnTo>
                      <a:pt x="186" y="348"/>
                    </a:lnTo>
                    <a:lnTo>
                      <a:pt x="186" y="354"/>
                    </a:lnTo>
                    <a:lnTo>
                      <a:pt x="192" y="354"/>
                    </a:lnTo>
                    <a:lnTo>
                      <a:pt x="192" y="360"/>
                    </a:lnTo>
                    <a:lnTo>
                      <a:pt x="192" y="366"/>
                    </a:lnTo>
                    <a:lnTo>
                      <a:pt x="198" y="366"/>
                    </a:lnTo>
                    <a:lnTo>
                      <a:pt x="198" y="372"/>
                    </a:lnTo>
                    <a:lnTo>
                      <a:pt x="204" y="372"/>
                    </a:lnTo>
                    <a:lnTo>
                      <a:pt x="204" y="378"/>
                    </a:lnTo>
                    <a:lnTo>
                      <a:pt x="204" y="384"/>
                    </a:lnTo>
                    <a:lnTo>
                      <a:pt x="210" y="384"/>
                    </a:lnTo>
                    <a:lnTo>
                      <a:pt x="210" y="390"/>
                    </a:lnTo>
                    <a:lnTo>
                      <a:pt x="216" y="390"/>
                    </a:lnTo>
                    <a:lnTo>
                      <a:pt x="216" y="396"/>
                    </a:lnTo>
                    <a:lnTo>
                      <a:pt x="222" y="402"/>
                    </a:lnTo>
                    <a:lnTo>
                      <a:pt x="222" y="408"/>
                    </a:lnTo>
                    <a:lnTo>
                      <a:pt x="228" y="408"/>
                    </a:lnTo>
                    <a:lnTo>
                      <a:pt x="228" y="414"/>
                    </a:lnTo>
                    <a:lnTo>
                      <a:pt x="234" y="414"/>
                    </a:lnTo>
                    <a:lnTo>
                      <a:pt x="234" y="420"/>
                    </a:lnTo>
                    <a:lnTo>
                      <a:pt x="240" y="420"/>
                    </a:lnTo>
                    <a:lnTo>
                      <a:pt x="240" y="426"/>
                    </a:lnTo>
                    <a:lnTo>
                      <a:pt x="246" y="432"/>
                    </a:lnTo>
                    <a:lnTo>
                      <a:pt x="246" y="438"/>
                    </a:lnTo>
                    <a:lnTo>
                      <a:pt x="252" y="438"/>
                    </a:lnTo>
                    <a:lnTo>
                      <a:pt x="252" y="444"/>
                    </a:lnTo>
                    <a:lnTo>
                      <a:pt x="258" y="444"/>
                    </a:lnTo>
                    <a:lnTo>
                      <a:pt x="258" y="450"/>
                    </a:lnTo>
                    <a:lnTo>
                      <a:pt x="264" y="450"/>
                    </a:lnTo>
                    <a:lnTo>
                      <a:pt x="264" y="456"/>
                    </a:lnTo>
                    <a:lnTo>
                      <a:pt x="270" y="456"/>
                    </a:lnTo>
                    <a:lnTo>
                      <a:pt x="270" y="462"/>
                    </a:lnTo>
                    <a:lnTo>
                      <a:pt x="276" y="462"/>
                    </a:lnTo>
                    <a:lnTo>
                      <a:pt x="276" y="468"/>
                    </a:lnTo>
                    <a:lnTo>
                      <a:pt x="282" y="468"/>
                    </a:lnTo>
                    <a:lnTo>
                      <a:pt x="282" y="474"/>
                    </a:lnTo>
                    <a:lnTo>
                      <a:pt x="288" y="474"/>
                    </a:lnTo>
                    <a:lnTo>
                      <a:pt x="288" y="480"/>
                    </a:lnTo>
                    <a:lnTo>
                      <a:pt x="294" y="480"/>
                    </a:lnTo>
                    <a:lnTo>
                      <a:pt x="294" y="486"/>
                    </a:lnTo>
                    <a:lnTo>
                      <a:pt x="300" y="486"/>
                    </a:lnTo>
                    <a:lnTo>
                      <a:pt x="300" y="492"/>
                    </a:lnTo>
                    <a:lnTo>
                      <a:pt x="306" y="492"/>
                    </a:lnTo>
                    <a:lnTo>
                      <a:pt x="312" y="498"/>
                    </a:lnTo>
                    <a:lnTo>
                      <a:pt x="318" y="498"/>
                    </a:lnTo>
                    <a:lnTo>
                      <a:pt x="318" y="504"/>
                    </a:lnTo>
                    <a:lnTo>
                      <a:pt x="324" y="504"/>
                    </a:lnTo>
                    <a:lnTo>
                      <a:pt x="324" y="510"/>
                    </a:lnTo>
                    <a:lnTo>
                      <a:pt x="330" y="510"/>
                    </a:lnTo>
                    <a:lnTo>
                      <a:pt x="336" y="510"/>
                    </a:lnTo>
                    <a:lnTo>
                      <a:pt x="336" y="516"/>
                    </a:lnTo>
                    <a:lnTo>
                      <a:pt x="342" y="516"/>
                    </a:lnTo>
                    <a:lnTo>
                      <a:pt x="342" y="522"/>
                    </a:lnTo>
                    <a:lnTo>
                      <a:pt x="348" y="522"/>
                    </a:lnTo>
                    <a:lnTo>
                      <a:pt x="354" y="522"/>
                    </a:lnTo>
                    <a:lnTo>
                      <a:pt x="354" y="528"/>
                    </a:lnTo>
                    <a:lnTo>
                      <a:pt x="360" y="528"/>
                    </a:lnTo>
                    <a:lnTo>
                      <a:pt x="366" y="528"/>
                    </a:lnTo>
                    <a:lnTo>
                      <a:pt x="372" y="528"/>
                    </a:lnTo>
                    <a:lnTo>
                      <a:pt x="372" y="534"/>
                    </a:lnTo>
                    <a:lnTo>
                      <a:pt x="378" y="534"/>
                    </a:lnTo>
                    <a:lnTo>
                      <a:pt x="384" y="534"/>
                    </a:lnTo>
                    <a:lnTo>
                      <a:pt x="390" y="534"/>
                    </a:lnTo>
                    <a:lnTo>
                      <a:pt x="396" y="534"/>
                    </a:lnTo>
                    <a:lnTo>
                      <a:pt x="402" y="534"/>
                    </a:lnTo>
                    <a:lnTo>
                      <a:pt x="402" y="528"/>
                    </a:lnTo>
                    <a:lnTo>
                      <a:pt x="408" y="528"/>
                    </a:lnTo>
                    <a:lnTo>
                      <a:pt x="414" y="528"/>
                    </a:lnTo>
                    <a:lnTo>
                      <a:pt x="420" y="528"/>
                    </a:lnTo>
                    <a:lnTo>
                      <a:pt x="426" y="528"/>
                    </a:lnTo>
                    <a:lnTo>
                      <a:pt x="426" y="522"/>
                    </a:lnTo>
                    <a:lnTo>
                      <a:pt x="432" y="522"/>
                    </a:lnTo>
                    <a:lnTo>
                      <a:pt x="438" y="522"/>
                    </a:lnTo>
                    <a:lnTo>
                      <a:pt x="438" y="516"/>
                    </a:lnTo>
                    <a:lnTo>
                      <a:pt x="444" y="516"/>
                    </a:lnTo>
                    <a:lnTo>
                      <a:pt x="450" y="516"/>
                    </a:lnTo>
                    <a:lnTo>
                      <a:pt x="450" y="510"/>
                    </a:lnTo>
                    <a:lnTo>
                      <a:pt x="456" y="510"/>
                    </a:lnTo>
                    <a:lnTo>
                      <a:pt x="462" y="504"/>
                    </a:lnTo>
                    <a:lnTo>
                      <a:pt x="468" y="504"/>
                    </a:lnTo>
                    <a:lnTo>
                      <a:pt x="468" y="498"/>
                    </a:lnTo>
                    <a:lnTo>
                      <a:pt x="474" y="498"/>
                    </a:lnTo>
                    <a:lnTo>
                      <a:pt x="480" y="492"/>
                    </a:lnTo>
                    <a:lnTo>
                      <a:pt x="486" y="492"/>
                    </a:lnTo>
                    <a:lnTo>
                      <a:pt x="486" y="486"/>
                    </a:lnTo>
                    <a:lnTo>
                      <a:pt x="492" y="486"/>
                    </a:lnTo>
                    <a:lnTo>
                      <a:pt x="492" y="480"/>
                    </a:lnTo>
                    <a:lnTo>
                      <a:pt x="498" y="480"/>
                    </a:lnTo>
                    <a:lnTo>
                      <a:pt x="498" y="474"/>
                    </a:lnTo>
                    <a:lnTo>
                      <a:pt x="504" y="474"/>
                    </a:lnTo>
                    <a:lnTo>
                      <a:pt x="504" y="468"/>
                    </a:lnTo>
                    <a:lnTo>
                      <a:pt x="510" y="468"/>
                    </a:lnTo>
                    <a:lnTo>
                      <a:pt x="510" y="462"/>
                    </a:lnTo>
                    <a:lnTo>
                      <a:pt x="516" y="462"/>
                    </a:lnTo>
                    <a:lnTo>
                      <a:pt x="522" y="456"/>
                    </a:lnTo>
                    <a:lnTo>
                      <a:pt x="522" y="450"/>
                    </a:lnTo>
                    <a:lnTo>
                      <a:pt x="528" y="450"/>
                    </a:lnTo>
                    <a:lnTo>
                      <a:pt x="528" y="444"/>
                    </a:lnTo>
                    <a:lnTo>
                      <a:pt x="534" y="444"/>
                    </a:lnTo>
                    <a:lnTo>
                      <a:pt x="534" y="438"/>
                    </a:lnTo>
                    <a:lnTo>
                      <a:pt x="540" y="438"/>
                    </a:lnTo>
                    <a:lnTo>
                      <a:pt x="540" y="432"/>
                    </a:lnTo>
                    <a:lnTo>
                      <a:pt x="546" y="432"/>
                    </a:lnTo>
                    <a:lnTo>
                      <a:pt x="546" y="426"/>
                    </a:lnTo>
                    <a:lnTo>
                      <a:pt x="552" y="426"/>
                    </a:lnTo>
                    <a:lnTo>
                      <a:pt x="552" y="420"/>
                    </a:lnTo>
                    <a:lnTo>
                      <a:pt x="558" y="420"/>
                    </a:lnTo>
                    <a:lnTo>
                      <a:pt x="558" y="414"/>
                    </a:lnTo>
                    <a:lnTo>
                      <a:pt x="564" y="408"/>
                    </a:lnTo>
                    <a:lnTo>
                      <a:pt x="564" y="402"/>
                    </a:lnTo>
                    <a:lnTo>
                      <a:pt x="570" y="402"/>
                    </a:lnTo>
                    <a:lnTo>
                      <a:pt x="570" y="396"/>
                    </a:lnTo>
                    <a:lnTo>
                      <a:pt x="576" y="396"/>
                    </a:lnTo>
                    <a:lnTo>
                      <a:pt x="576" y="390"/>
                    </a:lnTo>
                    <a:lnTo>
                      <a:pt x="582" y="390"/>
                    </a:lnTo>
                    <a:lnTo>
                      <a:pt x="582" y="384"/>
                    </a:lnTo>
                    <a:lnTo>
                      <a:pt x="588" y="378"/>
                    </a:lnTo>
                    <a:lnTo>
                      <a:pt x="588" y="372"/>
                    </a:lnTo>
                    <a:lnTo>
                      <a:pt x="594" y="372"/>
                    </a:lnTo>
                    <a:lnTo>
                      <a:pt x="594" y="366"/>
                    </a:lnTo>
                    <a:lnTo>
                      <a:pt x="600" y="366"/>
                    </a:lnTo>
                    <a:lnTo>
                      <a:pt x="600" y="360"/>
                    </a:lnTo>
                    <a:lnTo>
                      <a:pt x="600" y="354"/>
                    </a:lnTo>
                    <a:lnTo>
                      <a:pt x="606" y="354"/>
                    </a:lnTo>
                    <a:lnTo>
                      <a:pt x="606" y="348"/>
                    </a:lnTo>
                    <a:lnTo>
                      <a:pt x="612" y="348"/>
                    </a:lnTo>
                    <a:lnTo>
                      <a:pt x="612" y="342"/>
                    </a:lnTo>
                    <a:lnTo>
                      <a:pt x="612" y="336"/>
                    </a:lnTo>
                    <a:lnTo>
                      <a:pt x="618" y="336"/>
                    </a:lnTo>
                    <a:lnTo>
                      <a:pt x="618" y="330"/>
                    </a:lnTo>
                    <a:lnTo>
                      <a:pt x="624" y="324"/>
                    </a:lnTo>
                    <a:lnTo>
                      <a:pt x="624" y="318"/>
                    </a:lnTo>
                    <a:lnTo>
                      <a:pt x="630" y="318"/>
                    </a:lnTo>
                    <a:lnTo>
                      <a:pt x="630" y="312"/>
                    </a:lnTo>
                    <a:lnTo>
                      <a:pt x="630" y="306"/>
                    </a:lnTo>
                    <a:lnTo>
                      <a:pt x="636" y="306"/>
                    </a:lnTo>
                    <a:lnTo>
                      <a:pt x="636" y="300"/>
                    </a:lnTo>
                    <a:lnTo>
                      <a:pt x="636" y="294"/>
                    </a:lnTo>
                    <a:lnTo>
                      <a:pt x="642" y="294"/>
                    </a:lnTo>
                    <a:lnTo>
                      <a:pt x="642" y="288"/>
                    </a:lnTo>
                    <a:lnTo>
                      <a:pt x="648" y="282"/>
                    </a:lnTo>
                    <a:lnTo>
                      <a:pt x="648" y="276"/>
                    </a:lnTo>
                    <a:lnTo>
                      <a:pt x="654" y="276"/>
                    </a:lnTo>
                    <a:lnTo>
                      <a:pt x="654" y="270"/>
                    </a:lnTo>
                    <a:lnTo>
                      <a:pt x="654" y="264"/>
                    </a:lnTo>
                    <a:lnTo>
                      <a:pt x="660" y="264"/>
                    </a:lnTo>
                    <a:lnTo>
                      <a:pt x="660" y="258"/>
                    </a:lnTo>
                    <a:lnTo>
                      <a:pt x="660" y="252"/>
                    </a:lnTo>
                    <a:lnTo>
                      <a:pt x="666" y="252"/>
                    </a:lnTo>
                    <a:lnTo>
                      <a:pt x="666" y="246"/>
                    </a:lnTo>
                    <a:lnTo>
                      <a:pt x="666" y="240"/>
                    </a:lnTo>
                    <a:lnTo>
                      <a:pt x="672" y="240"/>
                    </a:lnTo>
                    <a:lnTo>
                      <a:pt x="672" y="234"/>
                    </a:lnTo>
                    <a:lnTo>
                      <a:pt x="672" y="228"/>
                    </a:lnTo>
                    <a:lnTo>
                      <a:pt x="678" y="228"/>
                    </a:lnTo>
                    <a:lnTo>
                      <a:pt x="678" y="222"/>
                    </a:lnTo>
                    <a:lnTo>
                      <a:pt x="678" y="216"/>
                    </a:lnTo>
                    <a:lnTo>
                      <a:pt x="684" y="216"/>
                    </a:lnTo>
                    <a:lnTo>
                      <a:pt x="684" y="210"/>
                    </a:lnTo>
                    <a:lnTo>
                      <a:pt x="684" y="204"/>
                    </a:lnTo>
                    <a:lnTo>
                      <a:pt x="690" y="204"/>
                    </a:lnTo>
                    <a:lnTo>
                      <a:pt x="690" y="198"/>
                    </a:lnTo>
                    <a:lnTo>
                      <a:pt x="690" y="192"/>
                    </a:lnTo>
                    <a:lnTo>
                      <a:pt x="696" y="192"/>
                    </a:lnTo>
                    <a:lnTo>
                      <a:pt x="696" y="186"/>
                    </a:lnTo>
                    <a:lnTo>
                      <a:pt x="696" y="180"/>
                    </a:lnTo>
                    <a:lnTo>
                      <a:pt x="702" y="180"/>
                    </a:lnTo>
                    <a:lnTo>
                      <a:pt x="702" y="174"/>
                    </a:lnTo>
                    <a:lnTo>
                      <a:pt x="702" y="168"/>
                    </a:lnTo>
                    <a:lnTo>
                      <a:pt x="708" y="168"/>
                    </a:lnTo>
                    <a:lnTo>
                      <a:pt x="708" y="162"/>
                    </a:lnTo>
                    <a:lnTo>
                      <a:pt x="708" y="156"/>
                    </a:lnTo>
                    <a:lnTo>
                      <a:pt x="714" y="150"/>
                    </a:lnTo>
                    <a:lnTo>
                      <a:pt x="714" y="144"/>
                    </a:lnTo>
                    <a:lnTo>
                      <a:pt x="720" y="138"/>
                    </a:lnTo>
                    <a:lnTo>
                      <a:pt x="720" y="132"/>
                    </a:lnTo>
                    <a:lnTo>
                      <a:pt x="726" y="132"/>
                    </a:lnTo>
                    <a:lnTo>
                      <a:pt x="726" y="126"/>
                    </a:lnTo>
                    <a:lnTo>
                      <a:pt x="732" y="120"/>
                    </a:lnTo>
                    <a:lnTo>
                      <a:pt x="738" y="120"/>
                    </a:lnTo>
                    <a:lnTo>
                      <a:pt x="738" y="114"/>
                    </a:lnTo>
                    <a:lnTo>
                      <a:pt x="744" y="114"/>
                    </a:lnTo>
                    <a:lnTo>
                      <a:pt x="744" y="120"/>
                    </a:lnTo>
                    <a:lnTo>
                      <a:pt x="750" y="120"/>
                    </a:lnTo>
                    <a:lnTo>
                      <a:pt x="756" y="120"/>
                    </a:lnTo>
                    <a:lnTo>
                      <a:pt x="756" y="126"/>
                    </a:lnTo>
                    <a:lnTo>
                      <a:pt x="762" y="126"/>
                    </a:lnTo>
                    <a:lnTo>
                      <a:pt x="762" y="132"/>
                    </a:lnTo>
                    <a:lnTo>
                      <a:pt x="762" y="138"/>
                    </a:lnTo>
                    <a:lnTo>
                      <a:pt x="768" y="138"/>
                    </a:lnTo>
                    <a:lnTo>
                      <a:pt x="768" y="144"/>
                    </a:lnTo>
                    <a:lnTo>
                      <a:pt x="768" y="150"/>
                    </a:lnTo>
                    <a:lnTo>
                      <a:pt x="774" y="150"/>
                    </a:lnTo>
                    <a:lnTo>
                      <a:pt x="774" y="156"/>
                    </a:lnTo>
                    <a:lnTo>
                      <a:pt x="774" y="162"/>
                    </a:lnTo>
                    <a:lnTo>
                      <a:pt x="780" y="162"/>
                    </a:lnTo>
                    <a:lnTo>
                      <a:pt x="780" y="168"/>
                    </a:lnTo>
                    <a:lnTo>
                      <a:pt x="780" y="174"/>
                    </a:lnTo>
                    <a:lnTo>
                      <a:pt x="786" y="174"/>
                    </a:lnTo>
                    <a:lnTo>
                      <a:pt x="786" y="180"/>
                    </a:lnTo>
                    <a:lnTo>
                      <a:pt x="786" y="186"/>
                    </a:lnTo>
                    <a:lnTo>
                      <a:pt x="792" y="192"/>
                    </a:lnTo>
                    <a:lnTo>
                      <a:pt x="792" y="198"/>
                    </a:lnTo>
                    <a:lnTo>
                      <a:pt x="798" y="204"/>
                    </a:lnTo>
                    <a:lnTo>
                      <a:pt x="798" y="210"/>
                    </a:lnTo>
                    <a:lnTo>
                      <a:pt x="798" y="216"/>
                    </a:lnTo>
                    <a:lnTo>
                      <a:pt x="804" y="216"/>
                    </a:lnTo>
                    <a:lnTo>
                      <a:pt x="804" y="222"/>
                    </a:lnTo>
                    <a:lnTo>
                      <a:pt x="810" y="228"/>
                    </a:lnTo>
                    <a:lnTo>
                      <a:pt x="810" y="234"/>
                    </a:lnTo>
                    <a:lnTo>
                      <a:pt x="810" y="240"/>
                    </a:lnTo>
                    <a:lnTo>
                      <a:pt x="816" y="240"/>
                    </a:lnTo>
                    <a:lnTo>
                      <a:pt x="816" y="246"/>
                    </a:lnTo>
                    <a:lnTo>
                      <a:pt x="822" y="252"/>
                    </a:lnTo>
                    <a:lnTo>
                      <a:pt x="822" y="258"/>
                    </a:lnTo>
                    <a:lnTo>
                      <a:pt x="828" y="258"/>
                    </a:lnTo>
                    <a:lnTo>
                      <a:pt x="828" y="264"/>
                    </a:lnTo>
                    <a:lnTo>
                      <a:pt x="828" y="270"/>
                    </a:lnTo>
                    <a:lnTo>
                      <a:pt x="834" y="270"/>
                    </a:lnTo>
                    <a:lnTo>
                      <a:pt x="834" y="276"/>
                    </a:lnTo>
                    <a:lnTo>
                      <a:pt x="834" y="282"/>
                    </a:lnTo>
                    <a:lnTo>
                      <a:pt x="840" y="282"/>
                    </a:lnTo>
                    <a:lnTo>
                      <a:pt x="840" y="288"/>
                    </a:lnTo>
                    <a:lnTo>
                      <a:pt x="840" y="294"/>
                    </a:lnTo>
                    <a:lnTo>
                      <a:pt x="846" y="294"/>
                    </a:lnTo>
                    <a:lnTo>
                      <a:pt x="846" y="300"/>
                    </a:lnTo>
                    <a:lnTo>
                      <a:pt x="846" y="306"/>
                    </a:lnTo>
                    <a:lnTo>
                      <a:pt x="852" y="306"/>
                    </a:lnTo>
                    <a:lnTo>
                      <a:pt x="852" y="312"/>
                    </a:lnTo>
                    <a:lnTo>
                      <a:pt x="858" y="318"/>
                    </a:lnTo>
                    <a:lnTo>
                      <a:pt x="858" y="324"/>
                    </a:lnTo>
                    <a:lnTo>
                      <a:pt x="864" y="324"/>
                    </a:lnTo>
                    <a:lnTo>
                      <a:pt x="864" y="330"/>
                    </a:lnTo>
                    <a:lnTo>
                      <a:pt x="864" y="336"/>
                    </a:lnTo>
                    <a:lnTo>
                      <a:pt x="870" y="336"/>
                    </a:lnTo>
                    <a:lnTo>
                      <a:pt x="870" y="342"/>
                    </a:lnTo>
                    <a:lnTo>
                      <a:pt x="876" y="348"/>
                    </a:lnTo>
                    <a:lnTo>
                      <a:pt x="876" y="354"/>
                    </a:lnTo>
                    <a:lnTo>
                      <a:pt x="882" y="354"/>
                    </a:lnTo>
                    <a:lnTo>
                      <a:pt x="882" y="360"/>
                    </a:lnTo>
                    <a:lnTo>
                      <a:pt x="888" y="366"/>
                    </a:lnTo>
                    <a:lnTo>
                      <a:pt x="888" y="372"/>
                    </a:lnTo>
                    <a:lnTo>
                      <a:pt x="894" y="372"/>
                    </a:lnTo>
                    <a:lnTo>
                      <a:pt x="894" y="378"/>
                    </a:lnTo>
                    <a:lnTo>
                      <a:pt x="900" y="384"/>
                    </a:lnTo>
                    <a:lnTo>
                      <a:pt x="900" y="390"/>
                    </a:lnTo>
                    <a:lnTo>
                      <a:pt x="906" y="390"/>
                    </a:lnTo>
                    <a:lnTo>
                      <a:pt x="906" y="396"/>
                    </a:lnTo>
                    <a:lnTo>
                      <a:pt x="912" y="396"/>
                    </a:lnTo>
                    <a:lnTo>
                      <a:pt x="912" y="402"/>
                    </a:lnTo>
                    <a:lnTo>
                      <a:pt x="918" y="408"/>
                    </a:lnTo>
                    <a:lnTo>
                      <a:pt x="918" y="414"/>
                    </a:lnTo>
                    <a:lnTo>
                      <a:pt x="924" y="414"/>
                    </a:lnTo>
                    <a:lnTo>
                      <a:pt x="924" y="420"/>
                    </a:lnTo>
                    <a:lnTo>
                      <a:pt x="930" y="420"/>
                    </a:lnTo>
                    <a:lnTo>
                      <a:pt x="930" y="426"/>
                    </a:lnTo>
                    <a:lnTo>
                      <a:pt x="936" y="426"/>
                    </a:lnTo>
                    <a:lnTo>
                      <a:pt x="936" y="432"/>
                    </a:lnTo>
                    <a:lnTo>
                      <a:pt x="942" y="438"/>
                    </a:lnTo>
                    <a:lnTo>
                      <a:pt x="942" y="444"/>
                    </a:lnTo>
                    <a:lnTo>
                      <a:pt x="948" y="444"/>
                    </a:lnTo>
                    <a:lnTo>
                      <a:pt x="948" y="450"/>
                    </a:lnTo>
                    <a:lnTo>
                      <a:pt x="954" y="450"/>
                    </a:lnTo>
                    <a:lnTo>
                      <a:pt x="954" y="456"/>
                    </a:lnTo>
                    <a:lnTo>
                      <a:pt x="960" y="456"/>
                    </a:lnTo>
                    <a:lnTo>
                      <a:pt x="960" y="462"/>
                    </a:lnTo>
                    <a:lnTo>
                      <a:pt x="966" y="462"/>
                    </a:lnTo>
                    <a:lnTo>
                      <a:pt x="966" y="468"/>
                    </a:lnTo>
                    <a:lnTo>
                      <a:pt x="972" y="468"/>
                    </a:lnTo>
                    <a:lnTo>
                      <a:pt x="972" y="474"/>
                    </a:lnTo>
                    <a:lnTo>
                      <a:pt x="978" y="474"/>
                    </a:lnTo>
                    <a:lnTo>
                      <a:pt x="978" y="480"/>
                    </a:lnTo>
                    <a:lnTo>
                      <a:pt x="984" y="480"/>
                    </a:lnTo>
                    <a:lnTo>
                      <a:pt x="990" y="486"/>
                    </a:lnTo>
                    <a:lnTo>
                      <a:pt x="996" y="486"/>
                    </a:lnTo>
                    <a:lnTo>
                      <a:pt x="996" y="492"/>
                    </a:lnTo>
                    <a:lnTo>
                      <a:pt x="1002" y="492"/>
                    </a:lnTo>
                    <a:lnTo>
                      <a:pt x="1002" y="498"/>
                    </a:lnTo>
                    <a:lnTo>
                      <a:pt x="1008" y="498"/>
                    </a:lnTo>
                    <a:lnTo>
                      <a:pt x="1008" y="504"/>
                    </a:lnTo>
                    <a:lnTo>
                      <a:pt x="1014" y="504"/>
                    </a:lnTo>
                    <a:lnTo>
                      <a:pt x="1020" y="504"/>
                    </a:lnTo>
                    <a:lnTo>
                      <a:pt x="1020" y="510"/>
                    </a:lnTo>
                    <a:lnTo>
                      <a:pt x="1026" y="510"/>
                    </a:lnTo>
                    <a:lnTo>
                      <a:pt x="1026" y="516"/>
                    </a:lnTo>
                    <a:lnTo>
                      <a:pt x="1032" y="516"/>
                    </a:lnTo>
                    <a:lnTo>
                      <a:pt x="1038" y="516"/>
                    </a:lnTo>
                    <a:lnTo>
                      <a:pt x="1038" y="522"/>
                    </a:lnTo>
                    <a:lnTo>
                      <a:pt x="1044" y="522"/>
                    </a:lnTo>
                    <a:lnTo>
                      <a:pt x="1050" y="522"/>
                    </a:lnTo>
                    <a:lnTo>
                      <a:pt x="1050" y="528"/>
                    </a:lnTo>
                    <a:lnTo>
                      <a:pt x="1056" y="528"/>
                    </a:lnTo>
                    <a:lnTo>
                      <a:pt x="1062" y="528"/>
                    </a:lnTo>
                    <a:lnTo>
                      <a:pt x="1068" y="528"/>
                    </a:lnTo>
                    <a:lnTo>
                      <a:pt x="1068" y="534"/>
                    </a:lnTo>
                    <a:lnTo>
                      <a:pt x="1074" y="534"/>
                    </a:lnTo>
                    <a:lnTo>
                      <a:pt x="1080" y="534"/>
                    </a:lnTo>
                    <a:lnTo>
                      <a:pt x="1086" y="534"/>
                    </a:lnTo>
                    <a:lnTo>
                      <a:pt x="1092" y="534"/>
                    </a:lnTo>
                    <a:lnTo>
                      <a:pt x="1098" y="534"/>
                    </a:lnTo>
                    <a:lnTo>
                      <a:pt x="1104" y="534"/>
                    </a:lnTo>
                    <a:lnTo>
                      <a:pt x="1110" y="534"/>
                    </a:lnTo>
                    <a:lnTo>
                      <a:pt x="1116" y="534"/>
                    </a:lnTo>
                    <a:lnTo>
                      <a:pt x="1116" y="528"/>
                    </a:lnTo>
                    <a:lnTo>
                      <a:pt x="1122" y="528"/>
                    </a:lnTo>
                    <a:lnTo>
                      <a:pt x="1128" y="528"/>
                    </a:lnTo>
                    <a:lnTo>
                      <a:pt x="1134" y="522"/>
                    </a:lnTo>
                    <a:lnTo>
                      <a:pt x="1140" y="522"/>
                    </a:lnTo>
                    <a:lnTo>
                      <a:pt x="1140" y="516"/>
                    </a:lnTo>
                    <a:lnTo>
                      <a:pt x="1146" y="516"/>
                    </a:lnTo>
                    <a:lnTo>
                      <a:pt x="1152" y="516"/>
                    </a:lnTo>
                    <a:lnTo>
                      <a:pt x="1152" y="510"/>
                    </a:lnTo>
                    <a:lnTo>
                      <a:pt x="1158" y="510"/>
                    </a:lnTo>
                    <a:lnTo>
                      <a:pt x="1158" y="504"/>
                    </a:lnTo>
                    <a:lnTo>
                      <a:pt x="1164" y="504"/>
                    </a:lnTo>
                    <a:lnTo>
                      <a:pt x="1170" y="504"/>
                    </a:lnTo>
                    <a:lnTo>
                      <a:pt x="1170" y="498"/>
                    </a:lnTo>
                    <a:lnTo>
                      <a:pt x="1176" y="498"/>
                    </a:lnTo>
                    <a:lnTo>
                      <a:pt x="1176" y="492"/>
                    </a:lnTo>
                    <a:lnTo>
                      <a:pt x="1182" y="492"/>
                    </a:lnTo>
                    <a:lnTo>
                      <a:pt x="1182" y="486"/>
                    </a:lnTo>
                    <a:lnTo>
                      <a:pt x="1188" y="486"/>
                    </a:lnTo>
                    <a:lnTo>
                      <a:pt x="1188" y="480"/>
                    </a:lnTo>
                    <a:lnTo>
                      <a:pt x="1194" y="480"/>
                    </a:lnTo>
                    <a:lnTo>
                      <a:pt x="1194" y="474"/>
                    </a:lnTo>
                    <a:lnTo>
                      <a:pt x="1200" y="474"/>
                    </a:lnTo>
                    <a:lnTo>
                      <a:pt x="1200" y="468"/>
                    </a:lnTo>
                    <a:lnTo>
                      <a:pt x="1206" y="468"/>
                    </a:lnTo>
                    <a:lnTo>
                      <a:pt x="1206" y="462"/>
                    </a:lnTo>
                    <a:lnTo>
                      <a:pt x="1212" y="462"/>
                    </a:lnTo>
                    <a:lnTo>
                      <a:pt x="1212" y="456"/>
                    </a:lnTo>
                    <a:lnTo>
                      <a:pt x="1218" y="456"/>
                    </a:lnTo>
                    <a:lnTo>
                      <a:pt x="1218" y="450"/>
                    </a:lnTo>
                    <a:lnTo>
                      <a:pt x="1224" y="450"/>
                    </a:lnTo>
                    <a:lnTo>
                      <a:pt x="1224" y="444"/>
                    </a:lnTo>
                    <a:lnTo>
                      <a:pt x="1230" y="444"/>
                    </a:lnTo>
                    <a:lnTo>
                      <a:pt x="1230" y="438"/>
                    </a:lnTo>
                    <a:lnTo>
                      <a:pt x="1236" y="432"/>
                    </a:lnTo>
                    <a:lnTo>
                      <a:pt x="1236" y="426"/>
                    </a:lnTo>
                    <a:lnTo>
                      <a:pt x="1242" y="426"/>
                    </a:lnTo>
                    <a:lnTo>
                      <a:pt x="1242" y="420"/>
                    </a:lnTo>
                    <a:lnTo>
                      <a:pt x="1248" y="420"/>
                    </a:lnTo>
                    <a:lnTo>
                      <a:pt x="1248" y="414"/>
                    </a:lnTo>
                    <a:lnTo>
                      <a:pt x="1248" y="408"/>
                    </a:lnTo>
                    <a:lnTo>
                      <a:pt x="1254" y="408"/>
                    </a:lnTo>
                    <a:lnTo>
                      <a:pt x="1254" y="402"/>
                    </a:lnTo>
                    <a:lnTo>
                      <a:pt x="1260" y="402"/>
                    </a:lnTo>
                    <a:lnTo>
                      <a:pt x="1260" y="396"/>
                    </a:lnTo>
                    <a:lnTo>
                      <a:pt x="1266" y="396"/>
                    </a:lnTo>
                    <a:lnTo>
                      <a:pt x="1266" y="390"/>
                    </a:lnTo>
                    <a:lnTo>
                      <a:pt x="1266" y="384"/>
                    </a:lnTo>
                    <a:lnTo>
                      <a:pt x="1272" y="384"/>
                    </a:lnTo>
                    <a:lnTo>
                      <a:pt x="1272" y="378"/>
                    </a:lnTo>
                    <a:lnTo>
                      <a:pt x="1278" y="378"/>
                    </a:lnTo>
                    <a:lnTo>
                      <a:pt x="1278" y="372"/>
                    </a:lnTo>
                    <a:lnTo>
                      <a:pt x="1278" y="366"/>
                    </a:lnTo>
                    <a:lnTo>
                      <a:pt x="1284" y="366"/>
                    </a:lnTo>
                    <a:lnTo>
                      <a:pt x="1284" y="360"/>
                    </a:lnTo>
                    <a:lnTo>
                      <a:pt x="1284" y="354"/>
                    </a:lnTo>
                    <a:lnTo>
                      <a:pt x="1290" y="354"/>
                    </a:lnTo>
                    <a:lnTo>
                      <a:pt x="1290" y="348"/>
                    </a:lnTo>
                    <a:lnTo>
                      <a:pt x="1296" y="348"/>
                    </a:lnTo>
                    <a:lnTo>
                      <a:pt x="1296" y="342"/>
                    </a:lnTo>
                    <a:lnTo>
                      <a:pt x="1296" y="336"/>
                    </a:lnTo>
                    <a:lnTo>
                      <a:pt x="1302" y="336"/>
                    </a:lnTo>
                    <a:lnTo>
                      <a:pt x="1302" y="330"/>
                    </a:lnTo>
                    <a:lnTo>
                      <a:pt x="1302" y="324"/>
                    </a:lnTo>
                    <a:lnTo>
                      <a:pt x="1308" y="324"/>
                    </a:lnTo>
                    <a:lnTo>
                      <a:pt x="1308" y="318"/>
                    </a:lnTo>
                    <a:lnTo>
                      <a:pt x="1308" y="312"/>
                    </a:lnTo>
                    <a:lnTo>
                      <a:pt x="1314" y="312"/>
                    </a:lnTo>
                    <a:lnTo>
                      <a:pt x="1314" y="306"/>
                    </a:lnTo>
                    <a:lnTo>
                      <a:pt x="1320" y="300"/>
                    </a:lnTo>
                    <a:lnTo>
                      <a:pt x="1320" y="294"/>
                    </a:lnTo>
                    <a:lnTo>
                      <a:pt x="1326" y="288"/>
                    </a:lnTo>
                    <a:lnTo>
                      <a:pt x="1326" y="282"/>
                    </a:lnTo>
                    <a:lnTo>
                      <a:pt x="1332" y="282"/>
                    </a:lnTo>
                    <a:lnTo>
                      <a:pt x="1332" y="276"/>
                    </a:lnTo>
                    <a:lnTo>
                      <a:pt x="1332" y="270"/>
                    </a:lnTo>
                    <a:lnTo>
                      <a:pt x="1338" y="270"/>
                    </a:lnTo>
                    <a:lnTo>
                      <a:pt x="1338" y="264"/>
                    </a:lnTo>
                    <a:lnTo>
                      <a:pt x="1338" y="258"/>
                    </a:lnTo>
                    <a:lnTo>
                      <a:pt x="1344" y="258"/>
                    </a:lnTo>
                    <a:lnTo>
                      <a:pt x="1344" y="252"/>
                    </a:lnTo>
                    <a:lnTo>
                      <a:pt x="1344" y="246"/>
                    </a:lnTo>
                    <a:lnTo>
                      <a:pt x="1350" y="246"/>
                    </a:lnTo>
                    <a:lnTo>
                      <a:pt x="1350" y="240"/>
                    </a:lnTo>
                    <a:lnTo>
                      <a:pt x="1350" y="234"/>
                    </a:lnTo>
                    <a:lnTo>
                      <a:pt x="1356" y="228"/>
                    </a:lnTo>
                    <a:lnTo>
                      <a:pt x="1356" y="222"/>
                    </a:lnTo>
                    <a:lnTo>
                      <a:pt x="1362" y="216"/>
                    </a:lnTo>
                    <a:lnTo>
                      <a:pt x="1362" y="210"/>
                    </a:lnTo>
                    <a:lnTo>
                      <a:pt x="1362" y="204"/>
                    </a:lnTo>
                    <a:lnTo>
                      <a:pt x="1368" y="204"/>
                    </a:lnTo>
                    <a:lnTo>
                      <a:pt x="1368" y="198"/>
                    </a:lnTo>
                    <a:lnTo>
                      <a:pt x="1368" y="192"/>
                    </a:lnTo>
                    <a:lnTo>
                      <a:pt x="1374" y="192"/>
                    </a:lnTo>
                    <a:lnTo>
                      <a:pt x="1374" y="186"/>
                    </a:lnTo>
                    <a:lnTo>
                      <a:pt x="1374" y="180"/>
                    </a:lnTo>
                    <a:lnTo>
                      <a:pt x="1380" y="180"/>
                    </a:lnTo>
                    <a:lnTo>
                      <a:pt x="1380" y="174"/>
                    </a:lnTo>
                    <a:lnTo>
                      <a:pt x="1380" y="168"/>
                    </a:lnTo>
                    <a:lnTo>
                      <a:pt x="1386" y="162"/>
                    </a:lnTo>
                    <a:lnTo>
                      <a:pt x="1386" y="156"/>
                    </a:lnTo>
                    <a:lnTo>
                      <a:pt x="1386" y="150"/>
                    </a:lnTo>
                    <a:lnTo>
                      <a:pt x="1392" y="150"/>
                    </a:lnTo>
                    <a:lnTo>
                      <a:pt x="1392" y="144"/>
                    </a:lnTo>
                    <a:lnTo>
                      <a:pt x="1392" y="138"/>
                    </a:lnTo>
                    <a:lnTo>
                      <a:pt x="1398" y="132"/>
                    </a:lnTo>
                    <a:lnTo>
                      <a:pt x="1398" y="126"/>
                    </a:lnTo>
                    <a:lnTo>
                      <a:pt x="1398" y="120"/>
                    </a:lnTo>
                    <a:lnTo>
                      <a:pt x="1404" y="120"/>
                    </a:lnTo>
                    <a:lnTo>
                      <a:pt x="1404" y="114"/>
                    </a:lnTo>
                    <a:lnTo>
                      <a:pt x="1404" y="108"/>
                    </a:lnTo>
                    <a:lnTo>
                      <a:pt x="1410" y="102"/>
                    </a:lnTo>
                    <a:lnTo>
                      <a:pt x="1410" y="96"/>
                    </a:lnTo>
                    <a:lnTo>
                      <a:pt x="1410" y="90"/>
                    </a:lnTo>
                    <a:lnTo>
                      <a:pt x="1416" y="90"/>
                    </a:lnTo>
                    <a:lnTo>
                      <a:pt x="1416" y="84"/>
                    </a:lnTo>
                    <a:lnTo>
                      <a:pt x="1416" y="78"/>
                    </a:lnTo>
                    <a:lnTo>
                      <a:pt x="1422" y="72"/>
                    </a:lnTo>
                    <a:lnTo>
                      <a:pt x="1422" y="66"/>
                    </a:lnTo>
                    <a:lnTo>
                      <a:pt x="1422" y="60"/>
                    </a:lnTo>
                    <a:lnTo>
                      <a:pt x="1428" y="60"/>
                    </a:lnTo>
                    <a:lnTo>
                      <a:pt x="1428" y="54"/>
                    </a:lnTo>
                    <a:lnTo>
                      <a:pt x="1428" y="48"/>
                    </a:lnTo>
                    <a:lnTo>
                      <a:pt x="1428" y="42"/>
                    </a:lnTo>
                    <a:lnTo>
                      <a:pt x="1434" y="42"/>
                    </a:lnTo>
                    <a:lnTo>
                      <a:pt x="1434" y="36"/>
                    </a:lnTo>
                    <a:lnTo>
                      <a:pt x="1434" y="30"/>
                    </a:lnTo>
                    <a:lnTo>
                      <a:pt x="1440" y="30"/>
                    </a:lnTo>
                    <a:lnTo>
                      <a:pt x="1440" y="24"/>
                    </a:lnTo>
                    <a:lnTo>
                      <a:pt x="1446" y="24"/>
                    </a:lnTo>
                    <a:lnTo>
                      <a:pt x="1446" y="18"/>
                    </a:lnTo>
                    <a:lnTo>
                      <a:pt x="1452" y="18"/>
                    </a:lnTo>
                    <a:lnTo>
                      <a:pt x="1452" y="12"/>
                    </a:lnTo>
                    <a:lnTo>
                      <a:pt x="1458" y="12"/>
                    </a:lnTo>
                    <a:lnTo>
                      <a:pt x="1464" y="18"/>
                    </a:lnTo>
                    <a:lnTo>
                      <a:pt x="1470" y="18"/>
                    </a:lnTo>
                    <a:lnTo>
                      <a:pt x="1470" y="24"/>
                    </a:lnTo>
                    <a:lnTo>
                      <a:pt x="1476" y="30"/>
                    </a:lnTo>
                    <a:lnTo>
                      <a:pt x="1476" y="36"/>
                    </a:lnTo>
                    <a:lnTo>
                      <a:pt x="1482" y="36"/>
                    </a:lnTo>
                    <a:lnTo>
                      <a:pt x="1482" y="42"/>
                    </a:lnTo>
                    <a:lnTo>
                      <a:pt x="1482" y="48"/>
                    </a:lnTo>
                    <a:lnTo>
                      <a:pt x="1482" y="54"/>
                    </a:lnTo>
                    <a:lnTo>
                      <a:pt x="1488" y="54"/>
                    </a:lnTo>
                    <a:lnTo>
                      <a:pt x="1488" y="60"/>
                    </a:lnTo>
                    <a:lnTo>
                      <a:pt x="1488" y="66"/>
                    </a:lnTo>
                    <a:lnTo>
                      <a:pt x="1494" y="72"/>
                    </a:lnTo>
                    <a:lnTo>
                      <a:pt x="1494" y="78"/>
                    </a:lnTo>
                    <a:lnTo>
                      <a:pt x="1494" y="84"/>
                    </a:lnTo>
                    <a:lnTo>
                      <a:pt x="1500" y="90"/>
                    </a:lnTo>
                    <a:lnTo>
                      <a:pt x="1500" y="96"/>
                    </a:lnTo>
                    <a:lnTo>
                      <a:pt x="1500" y="102"/>
                    </a:lnTo>
                    <a:lnTo>
                      <a:pt x="1506" y="102"/>
                    </a:lnTo>
                    <a:lnTo>
                      <a:pt x="1506" y="108"/>
                    </a:lnTo>
                    <a:lnTo>
                      <a:pt x="1506" y="114"/>
                    </a:lnTo>
                    <a:lnTo>
                      <a:pt x="1506" y="120"/>
                    </a:lnTo>
                    <a:lnTo>
                      <a:pt x="1512" y="120"/>
                    </a:lnTo>
                    <a:lnTo>
                      <a:pt x="1512" y="126"/>
                    </a:lnTo>
                    <a:lnTo>
                      <a:pt x="1512" y="132"/>
                    </a:lnTo>
                    <a:lnTo>
                      <a:pt x="1518" y="132"/>
                    </a:lnTo>
                    <a:lnTo>
                      <a:pt x="1518" y="138"/>
                    </a:lnTo>
                    <a:lnTo>
                      <a:pt x="1518" y="144"/>
                    </a:lnTo>
                    <a:lnTo>
                      <a:pt x="1518" y="150"/>
                    </a:lnTo>
                    <a:lnTo>
                      <a:pt x="1524" y="150"/>
                    </a:lnTo>
                    <a:lnTo>
                      <a:pt x="1524" y="156"/>
                    </a:lnTo>
                    <a:lnTo>
                      <a:pt x="1524" y="162"/>
                    </a:lnTo>
                    <a:lnTo>
                      <a:pt x="1530" y="168"/>
                    </a:lnTo>
                    <a:lnTo>
                      <a:pt x="1530" y="174"/>
                    </a:lnTo>
                    <a:lnTo>
                      <a:pt x="1530" y="180"/>
                    </a:lnTo>
                    <a:lnTo>
                      <a:pt x="1536" y="180"/>
                    </a:lnTo>
                    <a:lnTo>
                      <a:pt x="1536" y="186"/>
                    </a:lnTo>
                    <a:lnTo>
                      <a:pt x="1536" y="192"/>
                    </a:lnTo>
                    <a:lnTo>
                      <a:pt x="1542" y="192"/>
                    </a:lnTo>
                    <a:lnTo>
                      <a:pt x="1542" y="198"/>
                    </a:lnTo>
                    <a:lnTo>
                      <a:pt x="1542" y="204"/>
                    </a:lnTo>
                    <a:lnTo>
                      <a:pt x="1548" y="210"/>
                    </a:lnTo>
                    <a:lnTo>
                      <a:pt x="1548" y="216"/>
                    </a:lnTo>
                    <a:lnTo>
                      <a:pt x="1548" y="222"/>
                    </a:lnTo>
                    <a:lnTo>
                      <a:pt x="1554" y="222"/>
                    </a:lnTo>
                    <a:lnTo>
                      <a:pt x="1554" y="228"/>
                    </a:lnTo>
                    <a:lnTo>
                      <a:pt x="1554" y="234"/>
                    </a:lnTo>
                    <a:lnTo>
                      <a:pt x="1560" y="234"/>
                    </a:lnTo>
                    <a:lnTo>
                      <a:pt x="1560" y="240"/>
                    </a:lnTo>
                    <a:lnTo>
                      <a:pt x="1560" y="246"/>
                    </a:lnTo>
                    <a:lnTo>
                      <a:pt x="1566" y="252"/>
                    </a:lnTo>
                    <a:lnTo>
                      <a:pt x="1566" y="258"/>
                    </a:lnTo>
                    <a:lnTo>
                      <a:pt x="1572" y="264"/>
                    </a:lnTo>
                    <a:lnTo>
                      <a:pt x="1572" y="270"/>
                    </a:lnTo>
                    <a:lnTo>
                      <a:pt x="1578" y="276"/>
                    </a:lnTo>
                    <a:lnTo>
                      <a:pt x="1578" y="282"/>
                    </a:lnTo>
                    <a:lnTo>
                      <a:pt x="1578" y="288"/>
                    </a:lnTo>
                    <a:lnTo>
                      <a:pt x="1584" y="288"/>
                    </a:lnTo>
                    <a:lnTo>
                      <a:pt x="1584" y="294"/>
                    </a:lnTo>
                    <a:lnTo>
                      <a:pt x="1590" y="300"/>
                    </a:lnTo>
                    <a:lnTo>
                      <a:pt x="1590" y="306"/>
                    </a:lnTo>
                    <a:lnTo>
                      <a:pt x="1590" y="312"/>
                    </a:lnTo>
                    <a:lnTo>
                      <a:pt x="1596" y="312"/>
                    </a:lnTo>
                    <a:lnTo>
                      <a:pt x="1596" y="318"/>
                    </a:lnTo>
                    <a:lnTo>
                      <a:pt x="1596" y="324"/>
                    </a:lnTo>
                    <a:lnTo>
                      <a:pt x="1602" y="324"/>
                    </a:lnTo>
                    <a:lnTo>
                      <a:pt x="1602" y="330"/>
                    </a:lnTo>
                    <a:lnTo>
                      <a:pt x="1608" y="336"/>
                    </a:lnTo>
                    <a:lnTo>
                      <a:pt x="1608" y="342"/>
                    </a:lnTo>
                    <a:lnTo>
                      <a:pt x="1614" y="348"/>
                    </a:lnTo>
                    <a:lnTo>
                      <a:pt x="1614" y="354"/>
                    </a:lnTo>
                    <a:lnTo>
                      <a:pt x="1620" y="354"/>
                    </a:lnTo>
                    <a:lnTo>
                      <a:pt x="1620" y="360"/>
                    </a:lnTo>
                    <a:lnTo>
                      <a:pt x="1620" y="366"/>
                    </a:lnTo>
                    <a:lnTo>
                      <a:pt x="1626" y="366"/>
                    </a:lnTo>
                    <a:lnTo>
                      <a:pt x="1626" y="372"/>
                    </a:lnTo>
                    <a:lnTo>
                      <a:pt x="1626" y="378"/>
                    </a:lnTo>
                    <a:lnTo>
                      <a:pt x="1632" y="378"/>
                    </a:lnTo>
                    <a:lnTo>
                      <a:pt x="1632" y="384"/>
                    </a:lnTo>
                    <a:lnTo>
                      <a:pt x="1638" y="384"/>
                    </a:lnTo>
                    <a:lnTo>
                      <a:pt x="1638" y="390"/>
                    </a:lnTo>
                    <a:lnTo>
                      <a:pt x="1638" y="396"/>
                    </a:lnTo>
                    <a:lnTo>
                      <a:pt x="1644" y="396"/>
                    </a:lnTo>
                    <a:lnTo>
                      <a:pt x="1644" y="402"/>
                    </a:lnTo>
                    <a:lnTo>
                      <a:pt x="1650" y="402"/>
                    </a:lnTo>
                    <a:lnTo>
                      <a:pt x="1650" y="408"/>
                    </a:lnTo>
                    <a:lnTo>
                      <a:pt x="1650" y="414"/>
                    </a:lnTo>
                    <a:lnTo>
                      <a:pt x="1656" y="414"/>
                    </a:lnTo>
                    <a:lnTo>
                      <a:pt x="1656" y="420"/>
                    </a:lnTo>
                    <a:lnTo>
                      <a:pt x="1662" y="420"/>
                    </a:lnTo>
                    <a:lnTo>
                      <a:pt x="1662" y="426"/>
                    </a:lnTo>
                    <a:lnTo>
                      <a:pt x="1662" y="432"/>
                    </a:lnTo>
                    <a:lnTo>
                      <a:pt x="1668" y="432"/>
                    </a:lnTo>
                    <a:lnTo>
                      <a:pt x="1668" y="438"/>
                    </a:lnTo>
                    <a:lnTo>
                      <a:pt x="1674" y="438"/>
                    </a:lnTo>
                    <a:lnTo>
                      <a:pt x="1674" y="444"/>
                    </a:lnTo>
                    <a:lnTo>
                      <a:pt x="1680" y="450"/>
                    </a:lnTo>
                    <a:lnTo>
                      <a:pt x="1680" y="456"/>
                    </a:lnTo>
                    <a:lnTo>
                      <a:pt x="1686" y="456"/>
                    </a:lnTo>
                    <a:lnTo>
                      <a:pt x="1686" y="462"/>
                    </a:lnTo>
                    <a:lnTo>
                      <a:pt x="1692" y="462"/>
                    </a:lnTo>
                    <a:lnTo>
                      <a:pt x="1692" y="468"/>
                    </a:lnTo>
                    <a:lnTo>
                      <a:pt x="1698" y="468"/>
                    </a:lnTo>
                    <a:lnTo>
                      <a:pt x="1698" y="474"/>
                    </a:lnTo>
                    <a:lnTo>
                      <a:pt x="1704" y="474"/>
                    </a:lnTo>
                    <a:lnTo>
                      <a:pt x="1704" y="480"/>
                    </a:lnTo>
                    <a:lnTo>
                      <a:pt x="1710" y="480"/>
                    </a:lnTo>
                    <a:lnTo>
                      <a:pt x="1710" y="486"/>
                    </a:lnTo>
                    <a:lnTo>
                      <a:pt x="1716" y="486"/>
                    </a:lnTo>
                    <a:lnTo>
                      <a:pt x="1716" y="492"/>
                    </a:lnTo>
                    <a:lnTo>
                      <a:pt x="1722" y="492"/>
                    </a:lnTo>
                    <a:lnTo>
                      <a:pt x="1722" y="498"/>
                    </a:lnTo>
                    <a:lnTo>
                      <a:pt x="1728" y="498"/>
                    </a:lnTo>
                    <a:lnTo>
                      <a:pt x="1728" y="504"/>
                    </a:lnTo>
                    <a:lnTo>
                      <a:pt x="1734" y="504"/>
                    </a:lnTo>
                    <a:lnTo>
                      <a:pt x="1734" y="510"/>
                    </a:lnTo>
                    <a:lnTo>
                      <a:pt x="1740" y="510"/>
                    </a:lnTo>
                    <a:lnTo>
                      <a:pt x="1740" y="516"/>
                    </a:lnTo>
                    <a:lnTo>
                      <a:pt x="1746" y="516"/>
                    </a:lnTo>
                    <a:lnTo>
                      <a:pt x="1752" y="516"/>
                    </a:lnTo>
                    <a:lnTo>
                      <a:pt x="1752" y="522"/>
                    </a:lnTo>
                    <a:lnTo>
                      <a:pt x="1758" y="522"/>
                    </a:lnTo>
                    <a:lnTo>
                      <a:pt x="1758" y="528"/>
                    </a:lnTo>
                    <a:lnTo>
                      <a:pt x="1764" y="528"/>
                    </a:lnTo>
                    <a:lnTo>
                      <a:pt x="1770" y="528"/>
                    </a:lnTo>
                    <a:lnTo>
                      <a:pt x="1770" y="534"/>
                    </a:lnTo>
                    <a:lnTo>
                      <a:pt x="1776" y="534"/>
                    </a:lnTo>
                    <a:lnTo>
                      <a:pt x="1782" y="534"/>
                    </a:lnTo>
                    <a:lnTo>
                      <a:pt x="1782" y="540"/>
                    </a:lnTo>
                    <a:lnTo>
                      <a:pt x="1788" y="540"/>
                    </a:lnTo>
                    <a:lnTo>
                      <a:pt x="1794" y="540"/>
                    </a:lnTo>
                    <a:lnTo>
                      <a:pt x="1800" y="540"/>
                    </a:lnTo>
                    <a:lnTo>
                      <a:pt x="1806" y="546"/>
                    </a:lnTo>
                    <a:lnTo>
                      <a:pt x="1812" y="546"/>
                    </a:lnTo>
                    <a:lnTo>
                      <a:pt x="1818" y="546"/>
                    </a:lnTo>
                    <a:lnTo>
                      <a:pt x="1824" y="546"/>
                    </a:lnTo>
                    <a:lnTo>
                      <a:pt x="1824" y="540"/>
                    </a:lnTo>
                    <a:lnTo>
                      <a:pt x="1830" y="540"/>
                    </a:lnTo>
                    <a:lnTo>
                      <a:pt x="1836" y="540"/>
                    </a:lnTo>
                    <a:lnTo>
                      <a:pt x="1842" y="540"/>
                    </a:lnTo>
                    <a:lnTo>
                      <a:pt x="1848" y="540"/>
                    </a:lnTo>
                    <a:lnTo>
                      <a:pt x="1848" y="534"/>
                    </a:lnTo>
                    <a:lnTo>
                      <a:pt x="1854" y="534"/>
                    </a:lnTo>
                    <a:lnTo>
                      <a:pt x="1860" y="534"/>
                    </a:lnTo>
                    <a:lnTo>
                      <a:pt x="1860" y="528"/>
                    </a:lnTo>
                    <a:lnTo>
                      <a:pt x="1866" y="528"/>
                    </a:lnTo>
                    <a:lnTo>
                      <a:pt x="1872" y="528"/>
                    </a:lnTo>
                    <a:lnTo>
                      <a:pt x="1872" y="522"/>
                    </a:lnTo>
                    <a:lnTo>
                      <a:pt x="1878" y="522"/>
                    </a:lnTo>
                    <a:lnTo>
                      <a:pt x="1878" y="516"/>
                    </a:lnTo>
                    <a:lnTo>
                      <a:pt x="1884" y="516"/>
                    </a:lnTo>
                    <a:lnTo>
                      <a:pt x="1890" y="516"/>
                    </a:lnTo>
                    <a:lnTo>
                      <a:pt x="1890" y="510"/>
                    </a:lnTo>
                    <a:lnTo>
                      <a:pt x="1896" y="510"/>
                    </a:lnTo>
                    <a:lnTo>
                      <a:pt x="1896" y="504"/>
                    </a:lnTo>
                    <a:lnTo>
                      <a:pt x="1902" y="504"/>
                    </a:lnTo>
                    <a:lnTo>
                      <a:pt x="1902" y="498"/>
                    </a:lnTo>
                    <a:lnTo>
                      <a:pt x="1908" y="498"/>
                    </a:lnTo>
                    <a:lnTo>
                      <a:pt x="1908" y="492"/>
                    </a:lnTo>
                    <a:lnTo>
                      <a:pt x="1914" y="492"/>
                    </a:lnTo>
                    <a:lnTo>
                      <a:pt x="1914" y="486"/>
                    </a:lnTo>
                    <a:lnTo>
                      <a:pt x="1920" y="486"/>
                    </a:lnTo>
                    <a:lnTo>
                      <a:pt x="1920" y="480"/>
                    </a:lnTo>
                    <a:lnTo>
                      <a:pt x="1926" y="480"/>
                    </a:lnTo>
                    <a:lnTo>
                      <a:pt x="1926" y="474"/>
                    </a:lnTo>
                    <a:lnTo>
                      <a:pt x="1932" y="474"/>
                    </a:lnTo>
                    <a:lnTo>
                      <a:pt x="1932" y="468"/>
                    </a:lnTo>
                    <a:lnTo>
                      <a:pt x="1938" y="468"/>
                    </a:lnTo>
                    <a:lnTo>
                      <a:pt x="1938" y="462"/>
                    </a:lnTo>
                    <a:lnTo>
                      <a:pt x="1944" y="462"/>
                    </a:lnTo>
                    <a:lnTo>
                      <a:pt x="1944" y="456"/>
                    </a:lnTo>
                    <a:lnTo>
                      <a:pt x="1950" y="450"/>
                    </a:lnTo>
                    <a:lnTo>
                      <a:pt x="1950" y="444"/>
                    </a:lnTo>
                    <a:lnTo>
                      <a:pt x="1956" y="444"/>
                    </a:lnTo>
                    <a:lnTo>
                      <a:pt x="1956" y="438"/>
                    </a:lnTo>
                    <a:lnTo>
                      <a:pt x="1962" y="438"/>
                    </a:lnTo>
                    <a:lnTo>
                      <a:pt x="1962" y="432"/>
                    </a:lnTo>
                    <a:lnTo>
                      <a:pt x="1968" y="432"/>
                    </a:lnTo>
                    <a:lnTo>
                      <a:pt x="1968" y="426"/>
                    </a:lnTo>
                    <a:lnTo>
                      <a:pt x="1968" y="420"/>
                    </a:lnTo>
                    <a:lnTo>
                      <a:pt x="1974" y="420"/>
                    </a:lnTo>
                    <a:lnTo>
                      <a:pt x="1974" y="414"/>
                    </a:lnTo>
                    <a:lnTo>
                      <a:pt x="1980" y="414"/>
                    </a:lnTo>
                    <a:lnTo>
                      <a:pt x="1980" y="408"/>
                    </a:lnTo>
                    <a:lnTo>
                      <a:pt x="1980" y="402"/>
                    </a:lnTo>
                    <a:lnTo>
                      <a:pt x="1986" y="402"/>
                    </a:lnTo>
                    <a:lnTo>
                      <a:pt x="1986" y="396"/>
                    </a:lnTo>
                    <a:lnTo>
                      <a:pt x="1992" y="396"/>
                    </a:lnTo>
                    <a:lnTo>
                      <a:pt x="1992" y="390"/>
                    </a:lnTo>
                    <a:lnTo>
                      <a:pt x="1992" y="384"/>
                    </a:lnTo>
                    <a:lnTo>
                      <a:pt x="1998" y="384"/>
                    </a:lnTo>
                    <a:lnTo>
                      <a:pt x="1998" y="378"/>
                    </a:lnTo>
                    <a:lnTo>
                      <a:pt x="2004" y="378"/>
                    </a:lnTo>
                    <a:lnTo>
                      <a:pt x="2004" y="372"/>
                    </a:lnTo>
                    <a:lnTo>
                      <a:pt x="2004" y="366"/>
                    </a:lnTo>
                    <a:lnTo>
                      <a:pt x="2010" y="366"/>
                    </a:lnTo>
                    <a:lnTo>
                      <a:pt x="2010" y="360"/>
                    </a:lnTo>
                    <a:lnTo>
                      <a:pt x="2010" y="354"/>
                    </a:lnTo>
                    <a:lnTo>
                      <a:pt x="2016" y="354"/>
                    </a:lnTo>
                    <a:lnTo>
                      <a:pt x="2016" y="348"/>
                    </a:lnTo>
                    <a:lnTo>
                      <a:pt x="2016" y="342"/>
                    </a:lnTo>
                    <a:lnTo>
                      <a:pt x="2022" y="342"/>
                    </a:lnTo>
                    <a:lnTo>
                      <a:pt x="2022" y="336"/>
                    </a:lnTo>
                    <a:lnTo>
                      <a:pt x="2028" y="330"/>
                    </a:lnTo>
                    <a:lnTo>
                      <a:pt x="2028" y="324"/>
                    </a:lnTo>
                    <a:lnTo>
                      <a:pt x="2034" y="318"/>
                    </a:lnTo>
                    <a:lnTo>
                      <a:pt x="2034" y="312"/>
                    </a:lnTo>
                    <a:lnTo>
                      <a:pt x="2040" y="312"/>
                    </a:lnTo>
                    <a:lnTo>
                      <a:pt x="2040" y="306"/>
                    </a:lnTo>
                    <a:lnTo>
                      <a:pt x="2040" y="300"/>
                    </a:lnTo>
                    <a:lnTo>
                      <a:pt x="2046" y="300"/>
                    </a:lnTo>
                    <a:lnTo>
                      <a:pt x="2046" y="294"/>
                    </a:lnTo>
                    <a:lnTo>
                      <a:pt x="2046" y="288"/>
                    </a:lnTo>
                    <a:lnTo>
                      <a:pt x="2052" y="288"/>
                    </a:lnTo>
                    <a:lnTo>
                      <a:pt x="2052" y="282"/>
                    </a:lnTo>
                    <a:lnTo>
                      <a:pt x="2052" y="276"/>
                    </a:lnTo>
                    <a:lnTo>
                      <a:pt x="2058" y="276"/>
                    </a:lnTo>
                    <a:lnTo>
                      <a:pt x="2058" y="270"/>
                    </a:lnTo>
                    <a:lnTo>
                      <a:pt x="2058" y="264"/>
                    </a:lnTo>
                    <a:lnTo>
                      <a:pt x="2064" y="258"/>
                    </a:lnTo>
                    <a:lnTo>
                      <a:pt x="2064" y="252"/>
                    </a:lnTo>
                    <a:lnTo>
                      <a:pt x="2064" y="246"/>
                    </a:lnTo>
                    <a:lnTo>
                      <a:pt x="2070" y="246"/>
                    </a:lnTo>
                    <a:lnTo>
                      <a:pt x="2070" y="240"/>
                    </a:lnTo>
                    <a:lnTo>
                      <a:pt x="2070" y="234"/>
                    </a:lnTo>
                    <a:lnTo>
                      <a:pt x="2076" y="234"/>
                    </a:lnTo>
                    <a:lnTo>
                      <a:pt x="2076" y="228"/>
                    </a:lnTo>
                    <a:lnTo>
                      <a:pt x="2076" y="222"/>
                    </a:lnTo>
                    <a:lnTo>
                      <a:pt x="2082" y="222"/>
                    </a:lnTo>
                    <a:lnTo>
                      <a:pt x="2082" y="216"/>
                    </a:lnTo>
                    <a:lnTo>
                      <a:pt x="2082" y="210"/>
                    </a:lnTo>
                    <a:lnTo>
                      <a:pt x="2088" y="204"/>
                    </a:lnTo>
                    <a:lnTo>
                      <a:pt x="2088" y="198"/>
                    </a:lnTo>
                    <a:lnTo>
                      <a:pt x="2088" y="192"/>
                    </a:lnTo>
                    <a:lnTo>
                      <a:pt x="2094" y="192"/>
                    </a:lnTo>
                    <a:lnTo>
                      <a:pt x="2094" y="186"/>
                    </a:lnTo>
                    <a:lnTo>
                      <a:pt x="2094" y="180"/>
                    </a:lnTo>
                    <a:lnTo>
                      <a:pt x="2100" y="180"/>
                    </a:lnTo>
                    <a:lnTo>
                      <a:pt x="2100" y="174"/>
                    </a:lnTo>
                    <a:lnTo>
                      <a:pt x="2100" y="168"/>
                    </a:lnTo>
                    <a:lnTo>
                      <a:pt x="2100" y="162"/>
                    </a:lnTo>
                    <a:lnTo>
                      <a:pt x="2106" y="162"/>
                    </a:lnTo>
                    <a:lnTo>
                      <a:pt x="2106" y="156"/>
                    </a:lnTo>
                    <a:lnTo>
                      <a:pt x="2106" y="150"/>
                    </a:lnTo>
                    <a:lnTo>
                      <a:pt x="2112" y="150"/>
                    </a:lnTo>
                    <a:lnTo>
                      <a:pt x="2112" y="144"/>
                    </a:lnTo>
                    <a:lnTo>
                      <a:pt x="2112" y="138"/>
                    </a:lnTo>
                    <a:lnTo>
                      <a:pt x="2112" y="132"/>
                    </a:lnTo>
                    <a:lnTo>
                      <a:pt x="2118" y="132"/>
                    </a:lnTo>
                    <a:lnTo>
                      <a:pt x="2118" y="126"/>
                    </a:lnTo>
                    <a:lnTo>
                      <a:pt x="2118" y="120"/>
                    </a:lnTo>
                    <a:lnTo>
                      <a:pt x="2124" y="114"/>
                    </a:lnTo>
                    <a:lnTo>
                      <a:pt x="2124" y="108"/>
                    </a:lnTo>
                    <a:lnTo>
                      <a:pt x="2124" y="102"/>
                    </a:lnTo>
                    <a:lnTo>
                      <a:pt x="2130" y="102"/>
                    </a:lnTo>
                    <a:lnTo>
                      <a:pt x="2130" y="96"/>
                    </a:lnTo>
                    <a:lnTo>
                      <a:pt x="2130" y="90"/>
                    </a:lnTo>
                    <a:lnTo>
                      <a:pt x="2130" y="84"/>
                    </a:lnTo>
                    <a:lnTo>
                      <a:pt x="2136" y="84"/>
                    </a:lnTo>
                    <a:lnTo>
                      <a:pt x="2136" y="78"/>
                    </a:lnTo>
                    <a:lnTo>
                      <a:pt x="2136" y="72"/>
                    </a:lnTo>
                    <a:lnTo>
                      <a:pt x="2142" y="66"/>
                    </a:lnTo>
                    <a:lnTo>
                      <a:pt x="2142" y="60"/>
                    </a:lnTo>
                    <a:lnTo>
                      <a:pt x="2142" y="54"/>
                    </a:lnTo>
                    <a:lnTo>
                      <a:pt x="2148" y="48"/>
                    </a:lnTo>
                    <a:lnTo>
                      <a:pt x="2148" y="42"/>
                    </a:lnTo>
                    <a:lnTo>
                      <a:pt x="2154" y="36"/>
                    </a:lnTo>
                    <a:lnTo>
                      <a:pt x="2154" y="30"/>
                    </a:lnTo>
                    <a:lnTo>
                      <a:pt x="2160" y="24"/>
                    </a:lnTo>
                    <a:lnTo>
                      <a:pt x="2160" y="18"/>
                    </a:lnTo>
                    <a:lnTo>
                      <a:pt x="2166" y="18"/>
                    </a:lnTo>
                    <a:lnTo>
                      <a:pt x="2172" y="12"/>
                    </a:lnTo>
                    <a:lnTo>
                      <a:pt x="2178" y="12"/>
                    </a:lnTo>
                    <a:lnTo>
                      <a:pt x="2178" y="18"/>
                    </a:lnTo>
                    <a:lnTo>
                      <a:pt x="2184" y="18"/>
                    </a:lnTo>
                    <a:lnTo>
                      <a:pt x="2184" y="24"/>
                    </a:lnTo>
                    <a:lnTo>
                      <a:pt x="2190" y="24"/>
                    </a:lnTo>
                    <a:lnTo>
                      <a:pt x="2190" y="30"/>
                    </a:lnTo>
                    <a:lnTo>
                      <a:pt x="2196" y="36"/>
                    </a:lnTo>
                    <a:lnTo>
                      <a:pt x="2196" y="42"/>
                    </a:lnTo>
                    <a:lnTo>
                      <a:pt x="2202" y="48"/>
                    </a:lnTo>
                    <a:lnTo>
                      <a:pt x="2202" y="54"/>
                    </a:lnTo>
                    <a:lnTo>
                      <a:pt x="2202" y="60"/>
                    </a:lnTo>
                    <a:lnTo>
                      <a:pt x="2208" y="60"/>
                    </a:lnTo>
                    <a:lnTo>
                      <a:pt x="2208" y="66"/>
                    </a:lnTo>
                    <a:lnTo>
                      <a:pt x="2208" y="72"/>
                    </a:lnTo>
                    <a:lnTo>
                      <a:pt x="2208" y="78"/>
                    </a:lnTo>
                    <a:lnTo>
                      <a:pt x="2214" y="78"/>
                    </a:lnTo>
                    <a:lnTo>
                      <a:pt x="2214" y="84"/>
                    </a:lnTo>
                    <a:lnTo>
                      <a:pt x="2214" y="90"/>
                    </a:lnTo>
                    <a:lnTo>
                      <a:pt x="2220" y="90"/>
                    </a:lnTo>
                    <a:lnTo>
                      <a:pt x="2220" y="96"/>
                    </a:lnTo>
                    <a:lnTo>
                      <a:pt x="2220" y="102"/>
                    </a:lnTo>
                    <a:lnTo>
                      <a:pt x="2220" y="108"/>
                    </a:lnTo>
                    <a:lnTo>
                      <a:pt x="2226" y="108"/>
                    </a:lnTo>
                    <a:lnTo>
                      <a:pt x="2226" y="114"/>
                    </a:lnTo>
                    <a:lnTo>
                      <a:pt x="2226" y="120"/>
                    </a:lnTo>
                    <a:lnTo>
                      <a:pt x="2232" y="120"/>
                    </a:lnTo>
                    <a:lnTo>
                      <a:pt x="2232" y="126"/>
                    </a:lnTo>
                    <a:lnTo>
                      <a:pt x="2232" y="132"/>
                    </a:lnTo>
                    <a:lnTo>
                      <a:pt x="2232" y="138"/>
                    </a:lnTo>
                    <a:lnTo>
                      <a:pt x="2238" y="138"/>
                    </a:lnTo>
                    <a:lnTo>
                      <a:pt x="2238" y="144"/>
                    </a:lnTo>
                    <a:lnTo>
                      <a:pt x="2238" y="150"/>
                    </a:lnTo>
                    <a:lnTo>
                      <a:pt x="2244" y="150"/>
                    </a:lnTo>
                    <a:lnTo>
                      <a:pt x="2244" y="156"/>
                    </a:lnTo>
                    <a:lnTo>
                      <a:pt x="2244" y="162"/>
                    </a:lnTo>
                    <a:lnTo>
                      <a:pt x="2244" y="168"/>
                    </a:lnTo>
                    <a:lnTo>
                      <a:pt x="2250" y="168"/>
                    </a:lnTo>
                    <a:lnTo>
                      <a:pt x="2250" y="174"/>
                    </a:lnTo>
                    <a:lnTo>
                      <a:pt x="2250" y="180"/>
                    </a:lnTo>
                    <a:lnTo>
                      <a:pt x="2256" y="180"/>
                    </a:lnTo>
                    <a:lnTo>
                      <a:pt x="2256" y="186"/>
                    </a:lnTo>
                    <a:lnTo>
                      <a:pt x="2256" y="192"/>
                    </a:lnTo>
                    <a:lnTo>
                      <a:pt x="2262" y="192"/>
                    </a:lnTo>
                    <a:lnTo>
                      <a:pt x="2262" y="198"/>
                    </a:lnTo>
                    <a:lnTo>
                      <a:pt x="2262" y="204"/>
                    </a:lnTo>
                    <a:lnTo>
                      <a:pt x="2268" y="210"/>
                    </a:lnTo>
                    <a:lnTo>
                      <a:pt x="2268" y="216"/>
                    </a:lnTo>
                    <a:lnTo>
                      <a:pt x="2274" y="222"/>
                    </a:lnTo>
                    <a:lnTo>
                      <a:pt x="2274" y="228"/>
                    </a:lnTo>
                    <a:lnTo>
                      <a:pt x="2274" y="234"/>
                    </a:lnTo>
                    <a:lnTo>
                      <a:pt x="2280" y="234"/>
                    </a:lnTo>
                    <a:lnTo>
                      <a:pt x="2280" y="240"/>
                    </a:lnTo>
                    <a:lnTo>
                      <a:pt x="2280" y="246"/>
                    </a:lnTo>
                    <a:lnTo>
                      <a:pt x="2286" y="246"/>
                    </a:lnTo>
                    <a:lnTo>
                      <a:pt x="2286" y="252"/>
                    </a:lnTo>
                    <a:lnTo>
                      <a:pt x="2286" y="258"/>
                    </a:lnTo>
                    <a:lnTo>
                      <a:pt x="2292" y="258"/>
                    </a:lnTo>
                    <a:lnTo>
                      <a:pt x="2292" y="264"/>
                    </a:lnTo>
                    <a:lnTo>
                      <a:pt x="2292" y="270"/>
                    </a:lnTo>
                    <a:lnTo>
                      <a:pt x="2298" y="270"/>
                    </a:lnTo>
                    <a:lnTo>
                      <a:pt x="2298" y="276"/>
                    </a:lnTo>
                    <a:lnTo>
                      <a:pt x="2298" y="282"/>
                    </a:lnTo>
                    <a:lnTo>
                      <a:pt x="2304" y="282"/>
                    </a:lnTo>
                    <a:lnTo>
                      <a:pt x="2304" y="288"/>
                    </a:lnTo>
                    <a:lnTo>
                      <a:pt x="2304" y="294"/>
                    </a:lnTo>
                    <a:lnTo>
                      <a:pt x="2310" y="294"/>
                    </a:lnTo>
                    <a:lnTo>
                      <a:pt x="2310" y="300"/>
                    </a:lnTo>
                    <a:lnTo>
                      <a:pt x="2310" y="306"/>
                    </a:lnTo>
                    <a:lnTo>
                      <a:pt x="2316" y="306"/>
                    </a:lnTo>
                    <a:lnTo>
                      <a:pt x="2316" y="312"/>
                    </a:lnTo>
                    <a:lnTo>
                      <a:pt x="2322" y="318"/>
                    </a:lnTo>
                    <a:lnTo>
                      <a:pt x="2322" y="324"/>
                    </a:lnTo>
                    <a:lnTo>
                      <a:pt x="2328" y="324"/>
                    </a:lnTo>
                    <a:lnTo>
                      <a:pt x="2328" y="330"/>
                    </a:lnTo>
                    <a:lnTo>
                      <a:pt x="2328" y="336"/>
                    </a:lnTo>
                    <a:lnTo>
                      <a:pt x="2334" y="336"/>
                    </a:lnTo>
                    <a:lnTo>
                      <a:pt x="2334" y="342"/>
                    </a:lnTo>
                    <a:lnTo>
                      <a:pt x="2334" y="348"/>
                    </a:lnTo>
                    <a:lnTo>
                      <a:pt x="2340" y="348"/>
                    </a:lnTo>
                    <a:lnTo>
                      <a:pt x="2340" y="354"/>
                    </a:lnTo>
                    <a:lnTo>
                      <a:pt x="2346" y="354"/>
                    </a:lnTo>
                    <a:lnTo>
                      <a:pt x="2346" y="360"/>
                    </a:lnTo>
                    <a:lnTo>
                      <a:pt x="2346" y="366"/>
                    </a:lnTo>
                    <a:lnTo>
                      <a:pt x="2352" y="366"/>
                    </a:lnTo>
                    <a:lnTo>
                      <a:pt x="2352" y="372"/>
                    </a:lnTo>
                    <a:lnTo>
                      <a:pt x="2352" y="378"/>
                    </a:lnTo>
                    <a:lnTo>
                      <a:pt x="2358" y="378"/>
                    </a:lnTo>
                    <a:lnTo>
                      <a:pt x="2358" y="384"/>
                    </a:lnTo>
                    <a:lnTo>
                      <a:pt x="2364" y="384"/>
                    </a:lnTo>
                    <a:lnTo>
                      <a:pt x="2364" y="390"/>
                    </a:lnTo>
                    <a:lnTo>
                      <a:pt x="2364" y="396"/>
                    </a:lnTo>
                    <a:lnTo>
                      <a:pt x="2370" y="396"/>
                    </a:lnTo>
                    <a:lnTo>
                      <a:pt x="2370" y="402"/>
                    </a:lnTo>
                    <a:lnTo>
                      <a:pt x="2376" y="402"/>
                    </a:lnTo>
                    <a:lnTo>
                      <a:pt x="2376" y="408"/>
                    </a:lnTo>
                    <a:lnTo>
                      <a:pt x="2382" y="414"/>
                    </a:lnTo>
                    <a:lnTo>
                      <a:pt x="2382" y="420"/>
                    </a:lnTo>
                    <a:lnTo>
                      <a:pt x="2388" y="420"/>
                    </a:lnTo>
                    <a:lnTo>
                      <a:pt x="2388" y="426"/>
                    </a:lnTo>
                    <a:lnTo>
                      <a:pt x="2394" y="426"/>
                    </a:lnTo>
                    <a:lnTo>
                      <a:pt x="2394" y="432"/>
                    </a:lnTo>
                    <a:lnTo>
                      <a:pt x="2400" y="438"/>
                    </a:lnTo>
                    <a:lnTo>
                      <a:pt x="2400" y="444"/>
                    </a:lnTo>
                    <a:lnTo>
                      <a:pt x="2406" y="444"/>
                    </a:lnTo>
                    <a:lnTo>
                      <a:pt x="2406" y="450"/>
                    </a:lnTo>
                    <a:lnTo>
                      <a:pt x="2412" y="450"/>
                    </a:lnTo>
                    <a:lnTo>
                      <a:pt x="2412" y="456"/>
                    </a:lnTo>
                    <a:lnTo>
                      <a:pt x="2418" y="456"/>
                    </a:lnTo>
                    <a:lnTo>
                      <a:pt x="2418" y="462"/>
                    </a:lnTo>
                    <a:lnTo>
                      <a:pt x="2424" y="462"/>
                    </a:lnTo>
                    <a:lnTo>
                      <a:pt x="2424" y="468"/>
                    </a:lnTo>
                    <a:lnTo>
                      <a:pt x="2430" y="468"/>
                    </a:lnTo>
                    <a:lnTo>
                      <a:pt x="2430" y="474"/>
                    </a:lnTo>
                    <a:lnTo>
                      <a:pt x="2436" y="474"/>
                    </a:lnTo>
                    <a:lnTo>
                      <a:pt x="2436" y="480"/>
                    </a:lnTo>
                    <a:lnTo>
                      <a:pt x="2442" y="480"/>
                    </a:lnTo>
                    <a:lnTo>
                      <a:pt x="2442" y="486"/>
                    </a:lnTo>
                    <a:lnTo>
                      <a:pt x="2448" y="486"/>
                    </a:lnTo>
                    <a:lnTo>
                      <a:pt x="2448" y="492"/>
                    </a:lnTo>
                    <a:lnTo>
                      <a:pt x="2454" y="492"/>
                    </a:lnTo>
                    <a:lnTo>
                      <a:pt x="2454" y="498"/>
                    </a:lnTo>
                    <a:lnTo>
                      <a:pt x="2460" y="498"/>
                    </a:lnTo>
                    <a:lnTo>
                      <a:pt x="2460" y="504"/>
                    </a:lnTo>
                    <a:lnTo>
                      <a:pt x="2466" y="504"/>
                    </a:lnTo>
                    <a:lnTo>
                      <a:pt x="2472" y="510"/>
                    </a:lnTo>
                    <a:lnTo>
                      <a:pt x="2478" y="510"/>
                    </a:lnTo>
                    <a:lnTo>
                      <a:pt x="2478" y="516"/>
                    </a:lnTo>
                    <a:lnTo>
                      <a:pt x="2484" y="516"/>
                    </a:lnTo>
                    <a:lnTo>
                      <a:pt x="2490" y="522"/>
                    </a:lnTo>
                    <a:lnTo>
                      <a:pt x="2496" y="522"/>
                    </a:lnTo>
                    <a:lnTo>
                      <a:pt x="2496" y="528"/>
                    </a:lnTo>
                    <a:lnTo>
                      <a:pt x="2502" y="528"/>
                    </a:lnTo>
                    <a:lnTo>
                      <a:pt x="2508" y="528"/>
                    </a:lnTo>
                    <a:lnTo>
                      <a:pt x="2514" y="528"/>
                    </a:lnTo>
                    <a:lnTo>
                      <a:pt x="2514" y="534"/>
                    </a:lnTo>
                    <a:lnTo>
                      <a:pt x="2520" y="534"/>
                    </a:lnTo>
                    <a:lnTo>
                      <a:pt x="2526" y="534"/>
                    </a:lnTo>
                    <a:lnTo>
                      <a:pt x="2532" y="534"/>
                    </a:lnTo>
                    <a:lnTo>
                      <a:pt x="2538" y="534"/>
                    </a:lnTo>
                    <a:lnTo>
                      <a:pt x="2544" y="534"/>
                    </a:lnTo>
                    <a:lnTo>
                      <a:pt x="2550" y="534"/>
                    </a:lnTo>
                    <a:lnTo>
                      <a:pt x="2556" y="534"/>
                    </a:lnTo>
                    <a:lnTo>
                      <a:pt x="2562" y="534"/>
                    </a:lnTo>
                    <a:lnTo>
                      <a:pt x="2562" y="528"/>
                    </a:lnTo>
                    <a:lnTo>
                      <a:pt x="2568" y="528"/>
                    </a:lnTo>
                    <a:lnTo>
                      <a:pt x="2574" y="528"/>
                    </a:lnTo>
                    <a:lnTo>
                      <a:pt x="2580" y="528"/>
                    </a:lnTo>
                    <a:lnTo>
                      <a:pt x="2580" y="522"/>
                    </a:lnTo>
                    <a:lnTo>
                      <a:pt x="2586" y="522"/>
                    </a:lnTo>
                    <a:lnTo>
                      <a:pt x="2592" y="522"/>
                    </a:lnTo>
                    <a:lnTo>
                      <a:pt x="2592" y="516"/>
                    </a:lnTo>
                    <a:lnTo>
                      <a:pt x="2598" y="516"/>
                    </a:lnTo>
                    <a:lnTo>
                      <a:pt x="2604" y="510"/>
                    </a:lnTo>
                    <a:lnTo>
                      <a:pt x="2610" y="510"/>
                    </a:lnTo>
                    <a:lnTo>
                      <a:pt x="2610" y="504"/>
                    </a:lnTo>
                    <a:lnTo>
                      <a:pt x="2616" y="504"/>
                    </a:lnTo>
                    <a:lnTo>
                      <a:pt x="2622" y="504"/>
                    </a:lnTo>
                    <a:lnTo>
                      <a:pt x="2622" y="498"/>
                    </a:lnTo>
                    <a:lnTo>
                      <a:pt x="2628" y="498"/>
                    </a:lnTo>
                    <a:lnTo>
                      <a:pt x="2628" y="492"/>
                    </a:lnTo>
                    <a:lnTo>
                      <a:pt x="2634" y="492"/>
                    </a:lnTo>
                    <a:lnTo>
                      <a:pt x="2634" y="486"/>
                    </a:lnTo>
                    <a:lnTo>
                      <a:pt x="2640" y="486"/>
                    </a:lnTo>
                    <a:lnTo>
                      <a:pt x="2646" y="480"/>
                    </a:lnTo>
                    <a:lnTo>
                      <a:pt x="2652" y="480"/>
                    </a:lnTo>
                    <a:lnTo>
                      <a:pt x="2652" y="474"/>
                    </a:lnTo>
                    <a:lnTo>
                      <a:pt x="2658" y="474"/>
                    </a:lnTo>
                    <a:lnTo>
                      <a:pt x="2658" y="468"/>
                    </a:lnTo>
                    <a:lnTo>
                      <a:pt x="2664" y="468"/>
                    </a:lnTo>
                    <a:lnTo>
                      <a:pt x="2664" y="462"/>
                    </a:lnTo>
                    <a:lnTo>
                      <a:pt x="2670" y="462"/>
                    </a:lnTo>
                    <a:lnTo>
                      <a:pt x="2670" y="456"/>
                    </a:lnTo>
                    <a:lnTo>
                      <a:pt x="2676" y="456"/>
                    </a:lnTo>
                    <a:lnTo>
                      <a:pt x="2676" y="450"/>
                    </a:lnTo>
                    <a:lnTo>
                      <a:pt x="2682" y="450"/>
                    </a:lnTo>
                    <a:lnTo>
                      <a:pt x="2682" y="444"/>
                    </a:lnTo>
                    <a:lnTo>
                      <a:pt x="2688" y="444"/>
                    </a:lnTo>
                    <a:lnTo>
                      <a:pt x="2688" y="438"/>
                    </a:lnTo>
                    <a:lnTo>
                      <a:pt x="2694" y="432"/>
                    </a:lnTo>
                    <a:lnTo>
                      <a:pt x="2694" y="426"/>
                    </a:lnTo>
                    <a:lnTo>
                      <a:pt x="2700" y="426"/>
                    </a:lnTo>
                    <a:lnTo>
                      <a:pt x="2700" y="420"/>
                    </a:lnTo>
                    <a:lnTo>
                      <a:pt x="2706" y="420"/>
                    </a:lnTo>
                    <a:lnTo>
                      <a:pt x="2706" y="414"/>
                    </a:lnTo>
                    <a:lnTo>
                      <a:pt x="2712" y="414"/>
                    </a:lnTo>
                    <a:lnTo>
                      <a:pt x="2712" y="408"/>
                    </a:lnTo>
                    <a:lnTo>
                      <a:pt x="2718" y="402"/>
                    </a:lnTo>
                    <a:lnTo>
                      <a:pt x="2718" y="396"/>
                    </a:lnTo>
                    <a:lnTo>
                      <a:pt x="2724" y="396"/>
                    </a:lnTo>
                    <a:lnTo>
                      <a:pt x="2724" y="390"/>
                    </a:lnTo>
                    <a:lnTo>
                      <a:pt x="2730" y="390"/>
                    </a:lnTo>
                    <a:lnTo>
                      <a:pt x="2730" y="384"/>
                    </a:lnTo>
                    <a:lnTo>
                      <a:pt x="2730" y="378"/>
                    </a:lnTo>
                    <a:lnTo>
                      <a:pt x="2736" y="378"/>
                    </a:lnTo>
                    <a:lnTo>
                      <a:pt x="2736" y="372"/>
                    </a:lnTo>
                    <a:lnTo>
                      <a:pt x="2742" y="372"/>
                    </a:lnTo>
                    <a:lnTo>
                      <a:pt x="2742" y="366"/>
                    </a:lnTo>
                    <a:lnTo>
                      <a:pt x="2742" y="360"/>
                    </a:lnTo>
                    <a:lnTo>
                      <a:pt x="2748" y="360"/>
                    </a:lnTo>
                    <a:lnTo>
                      <a:pt x="2748" y="354"/>
                    </a:lnTo>
                    <a:lnTo>
                      <a:pt x="2754" y="354"/>
                    </a:lnTo>
                    <a:lnTo>
                      <a:pt x="2754" y="348"/>
                    </a:lnTo>
                    <a:lnTo>
                      <a:pt x="2754" y="342"/>
                    </a:lnTo>
                    <a:lnTo>
                      <a:pt x="2760" y="342"/>
                    </a:lnTo>
                    <a:lnTo>
                      <a:pt x="2760" y="336"/>
                    </a:lnTo>
                    <a:lnTo>
                      <a:pt x="2766" y="330"/>
                    </a:lnTo>
                    <a:lnTo>
                      <a:pt x="2766" y="324"/>
                    </a:lnTo>
                    <a:lnTo>
                      <a:pt x="2772" y="324"/>
                    </a:lnTo>
                    <a:lnTo>
                      <a:pt x="2772" y="318"/>
                    </a:lnTo>
                    <a:lnTo>
                      <a:pt x="2772" y="312"/>
                    </a:lnTo>
                    <a:lnTo>
                      <a:pt x="2778" y="312"/>
                    </a:lnTo>
                    <a:lnTo>
                      <a:pt x="2778" y="306"/>
                    </a:lnTo>
                    <a:lnTo>
                      <a:pt x="2784" y="306"/>
                    </a:lnTo>
                    <a:lnTo>
                      <a:pt x="2784" y="300"/>
                    </a:lnTo>
                    <a:lnTo>
                      <a:pt x="2784" y="294"/>
                    </a:lnTo>
                    <a:lnTo>
                      <a:pt x="2790" y="294"/>
                    </a:lnTo>
                    <a:lnTo>
                      <a:pt x="2790" y="288"/>
                    </a:lnTo>
                    <a:lnTo>
                      <a:pt x="2790" y="282"/>
                    </a:lnTo>
                    <a:lnTo>
                      <a:pt x="2796" y="282"/>
                    </a:lnTo>
                    <a:lnTo>
                      <a:pt x="2796" y="276"/>
                    </a:lnTo>
                    <a:lnTo>
                      <a:pt x="2796" y="270"/>
                    </a:lnTo>
                    <a:lnTo>
                      <a:pt x="2802" y="270"/>
                    </a:lnTo>
                    <a:lnTo>
                      <a:pt x="2802" y="264"/>
                    </a:lnTo>
                    <a:lnTo>
                      <a:pt x="2802" y="258"/>
                    </a:lnTo>
                    <a:lnTo>
                      <a:pt x="2808" y="258"/>
                    </a:lnTo>
                    <a:lnTo>
                      <a:pt x="2808" y="252"/>
                    </a:lnTo>
                    <a:lnTo>
                      <a:pt x="2808" y="246"/>
                    </a:lnTo>
                    <a:lnTo>
                      <a:pt x="2814" y="246"/>
                    </a:lnTo>
                    <a:lnTo>
                      <a:pt x="2814" y="240"/>
                    </a:lnTo>
                    <a:lnTo>
                      <a:pt x="2820" y="234"/>
                    </a:lnTo>
                    <a:lnTo>
                      <a:pt x="2820" y="228"/>
                    </a:lnTo>
                    <a:lnTo>
                      <a:pt x="2826" y="222"/>
                    </a:lnTo>
                    <a:lnTo>
                      <a:pt x="2826" y="216"/>
                    </a:lnTo>
                    <a:lnTo>
                      <a:pt x="2832" y="210"/>
                    </a:lnTo>
                    <a:lnTo>
                      <a:pt x="2832" y="204"/>
                    </a:lnTo>
                    <a:lnTo>
                      <a:pt x="2838" y="198"/>
                    </a:lnTo>
                    <a:lnTo>
                      <a:pt x="2838" y="192"/>
                    </a:lnTo>
                    <a:lnTo>
                      <a:pt x="2838" y="186"/>
                    </a:lnTo>
                    <a:lnTo>
                      <a:pt x="2844" y="186"/>
                    </a:lnTo>
                    <a:lnTo>
                      <a:pt x="2844" y="180"/>
                    </a:lnTo>
                    <a:lnTo>
                      <a:pt x="2844" y="174"/>
                    </a:lnTo>
                    <a:lnTo>
                      <a:pt x="2850" y="174"/>
                    </a:lnTo>
                    <a:lnTo>
                      <a:pt x="2850" y="168"/>
                    </a:lnTo>
                    <a:lnTo>
                      <a:pt x="2850" y="162"/>
                    </a:lnTo>
                    <a:lnTo>
                      <a:pt x="2856" y="162"/>
                    </a:lnTo>
                    <a:lnTo>
                      <a:pt x="2856" y="156"/>
                    </a:lnTo>
                    <a:lnTo>
                      <a:pt x="2856" y="150"/>
                    </a:lnTo>
                    <a:lnTo>
                      <a:pt x="2862" y="150"/>
                    </a:lnTo>
                    <a:lnTo>
                      <a:pt x="2862" y="144"/>
                    </a:lnTo>
                    <a:lnTo>
                      <a:pt x="2862" y="138"/>
                    </a:lnTo>
                    <a:lnTo>
                      <a:pt x="2868" y="138"/>
                    </a:lnTo>
                    <a:lnTo>
                      <a:pt x="2868" y="132"/>
                    </a:lnTo>
                    <a:lnTo>
                      <a:pt x="2868" y="126"/>
                    </a:lnTo>
                    <a:lnTo>
                      <a:pt x="2874" y="126"/>
                    </a:lnTo>
                    <a:lnTo>
                      <a:pt x="2874" y="120"/>
                    </a:lnTo>
                    <a:lnTo>
                      <a:pt x="2880" y="120"/>
                    </a:lnTo>
                    <a:lnTo>
                      <a:pt x="2886" y="120"/>
                    </a:lnTo>
                    <a:lnTo>
                      <a:pt x="2892" y="120"/>
                    </a:lnTo>
                    <a:lnTo>
                      <a:pt x="2898" y="120"/>
                    </a:lnTo>
                    <a:lnTo>
                      <a:pt x="2898" y="126"/>
                    </a:lnTo>
                    <a:lnTo>
                      <a:pt x="2904" y="126"/>
                    </a:lnTo>
                    <a:lnTo>
                      <a:pt x="2904" y="132"/>
                    </a:lnTo>
                    <a:lnTo>
                      <a:pt x="2910" y="132"/>
                    </a:lnTo>
                    <a:lnTo>
                      <a:pt x="2910" y="138"/>
                    </a:lnTo>
                    <a:lnTo>
                      <a:pt x="2916" y="144"/>
                    </a:lnTo>
                    <a:lnTo>
                      <a:pt x="2916" y="150"/>
                    </a:lnTo>
                    <a:lnTo>
                      <a:pt x="2916" y="156"/>
                    </a:lnTo>
                    <a:lnTo>
                      <a:pt x="2922" y="156"/>
                    </a:lnTo>
                    <a:lnTo>
                      <a:pt x="2922" y="162"/>
                    </a:lnTo>
                    <a:lnTo>
                      <a:pt x="2922" y="168"/>
                    </a:lnTo>
                    <a:lnTo>
                      <a:pt x="2928" y="168"/>
                    </a:lnTo>
                    <a:lnTo>
                      <a:pt x="2928" y="174"/>
                    </a:lnTo>
                    <a:lnTo>
                      <a:pt x="2928" y="180"/>
                    </a:lnTo>
                    <a:lnTo>
                      <a:pt x="2934" y="180"/>
                    </a:lnTo>
                    <a:lnTo>
                      <a:pt x="2934" y="186"/>
                    </a:lnTo>
                    <a:lnTo>
                      <a:pt x="2934" y="192"/>
                    </a:lnTo>
                    <a:lnTo>
                      <a:pt x="2940" y="192"/>
                    </a:lnTo>
                    <a:lnTo>
                      <a:pt x="2940" y="198"/>
                    </a:lnTo>
                    <a:lnTo>
                      <a:pt x="2940" y="204"/>
                    </a:lnTo>
                    <a:lnTo>
                      <a:pt x="2946" y="204"/>
                    </a:lnTo>
                    <a:lnTo>
                      <a:pt x="2946" y="210"/>
                    </a:lnTo>
                    <a:lnTo>
                      <a:pt x="2946" y="216"/>
                    </a:lnTo>
                    <a:lnTo>
                      <a:pt x="2952" y="216"/>
                    </a:lnTo>
                    <a:lnTo>
                      <a:pt x="2952" y="222"/>
                    </a:lnTo>
                    <a:lnTo>
                      <a:pt x="2952" y="228"/>
                    </a:lnTo>
                    <a:lnTo>
                      <a:pt x="2958" y="228"/>
                    </a:lnTo>
                    <a:lnTo>
                      <a:pt x="2958" y="234"/>
                    </a:lnTo>
                    <a:lnTo>
                      <a:pt x="2958" y="240"/>
                    </a:lnTo>
                    <a:lnTo>
                      <a:pt x="2964" y="240"/>
                    </a:lnTo>
                    <a:lnTo>
                      <a:pt x="2964" y="246"/>
                    </a:lnTo>
                    <a:lnTo>
                      <a:pt x="2964" y="252"/>
                    </a:lnTo>
                    <a:lnTo>
                      <a:pt x="2970" y="252"/>
                    </a:lnTo>
                    <a:lnTo>
                      <a:pt x="2970" y="258"/>
                    </a:lnTo>
                    <a:lnTo>
                      <a:pt x="2970" y="264"/>
                    </a:lnTo>
                    <a:lnTo>
                      <a:pt x="2976" y="264"/>
                    </a:lnTo>
                    <a:lnTo>
                      <a:pt x="2976" y="270"/>
                    </a:lnTo>
                    <a:lnTo>
                      <a:pt x="2976" y="276"/>
                    </a:lnTo>
                    <a:lnTo>
                      <a:pt x="2982" y="276"/>
                    </a:lnTo>
                    <a:lnTo>
                      <a:pt x="2982" y="282"/>
                    </a:lnTo>
                    <a:lnTo>
                      <a:pt x="2988" y="288"/>
                    </a:lnTo>
                    <a:lnTo>
                      <a:pt x="2988" y="294"/>
                    </a:lnTo>
                    <a:lnTo>
                      <a:pt x="2994" y="294"/>
                    </a:lnTo>
                    <a:lnTo>
                      <a:pt x="2994" y="300"/>
                    </a:lnTo>
                    <a:lnTo>
                      <a:pt x="2994" y="306"/>
                    </a:lnTo>
                    <a:lnTo>
                      <a:pt x="3000" y="306"/>
                    </a:lnTo>
                    <a:lnTo>
                      <a:pt x="3000" y="312"/>
                    </a:lnTo>
                    <a:lnTo>
                      <a:pt x="3000" y="318"/>
                    </a:lnTo>
                    <a:lnTo>
                      <a:pt x="3006" y="318"/>
                    </a:lnTo>
                    <a:lnTo>
                      <a:pt x="3006" y="324"/>
                    </a:lnTo>
                    <a:lnTo>
                      <a:pt x="3012" y="330"/>
                    </a:lnTo>
                    <a:lnTo>
                      <a:pt x="3012" y="336"/>
                    </a:lnTo>
                    <a:lnTo>
                      <a:pt x="3018" y="336"/>
                    </a:lnTo>
                    <a:lnTo>
                      <a:pt x="3018" y="342"/>
                    </a:lnTo>
                    <a:lnTo>
                      <a:pt x="3018" y="348"/>
                    </a:lnTo>
                    <a:lnTo>
                      <a:pt x="3024" y="348"/>
                    </a:lnTo>
                    <a:lnTo>
                      <a:pt x="3024" y="354"/>
                    </a:lnTo>
                    <a:lnTo>
                      <a:pt x="3030" y="360"/>
                    </a:lnTo>
                    <a:lnTo>
                      <a:pt x="3030" y="366"/>
                    </a:lnTo>
                    <a:lnTo>
                      <a:pt x="3036" y="366"/>
                    </a:lnTo>
                    <a:lnTo>
                      <a:pt x="3036" y="372"/>
                    </a:lnTo>
                    <a:lnTo>
                      <a:pt x="3036" y="378"/>
                    </a:lnTo>
                    <a:lnTo>
                      <a:pt x="3042" y="378"/>
                    </a:lnTo>
                    <a:lnTo>
                      <a:pt x="3042" y="384"/>
                    </a:lnTo>
                    <a:lnTo>
                      <a:pt x="3048" y="384"/>
                    </a:lnTo>
                    <a:lnTo>
                      <a:pt x="3048" y="390"/>
                    </a:lnTo>
                    <a:lnTo>
                      <a:pt x="3048" y="396"/>
                    </a:lnTo>
                    <a:lnTo>
                      <a:pt x="3054" y="396"/>
                    </a:lnTo>
                    <a:lnTo>
                      <a:pt x="3054" y="402"/>
                    </a:lnTo>
                    <a:lnTo>
                      <a:pt x="3060" y="402"/>
                    </a:lnTo>
                    <a:lnTo>
                      <a:pt x="3060" y="408"/>
                    </a:lnTo>
                    <a:lnTo>
                      <a:pt x="3066" y="414"/>
                    </a:lnTo>
                    <a:lnTo>
                      <a:pt x="3066" y="420"/>
                    </a:lnTo>
                    <a:lnTo>
                      <a:pt x="3072" y="420"/>
                    </a:lnTo>
                    <a:lnTo>
                      <a:pt x="3072" y="426"/>
                    </a:lnTo>
                    <a:lnTo>
                      <a:pt x="3078" y="426"/>
                    </a:lnTo>
                    <a:lnTo>
                      <a:pt x="3078" y="432"/>
                    </a:lnTo>
                    <a:lnTo>
                      <a:pt x="3084" y="432"/>
                    </a:lnTo>
                    <a:lnTo>
                      <a:pt x="3084" y="438"/>
                    </a:lnTo>
                    <a:lnTo>
                      <a:pt x="3084" y="444"/>
                    </a:lnTo>
                    <a:lnTo>
                      <a:pt x="3090" y="444"/>
                    </a:lnTo>
                    <a:lnTo>
                      <a:pt x="3090" y="450"/>
                    </a:lnTo>
                    <a:lnTo>
                      <a:pt x="3096" y="450"/>
                    </a:lnTo>
                    <a:lnTo>
                      <a:pt x="3096" y="456"/>
                    </a:lnTo>
                    <a:lnTo>
                      <a:pt x="3102" y="456"/>
                    </a:lnTo>
                    <a:lnTo>
                      <a:pt x="3102" y="462"/>
                    </a:lnTo>
                    <a:lnTo>
                      <a:pt x="3108" y="462"/>
                    </a:lnTo>
                    <a:lnTo>
                      <a:pt x="3108" y="468"/>
                    </a:lnTo>
                    <a:lnTo>
                      <a:pt x="3114" y="468"/>
                    </a:lnTo>
                    <a:lnTo>
                      <a:pt x="3114" y="474"/>
                    </a:lnTo>
                    <a:lnTo>
                      <a:pt x="3120" y="474"/>
                    </a:lnTo>
                    <a:lnTo>
                      <a:pt x="3120" y="480"/>
                    </a:lnTo>
                    <a:lnTo>
                      <a:pt x="3126" y="480"/>
                    </a:lnTo>
                    <a:lnTo>
                      <a:pt x="3126" y="486"/>
                    </a:lnTo>
                    <a:lnTo>
                      <a:pt x="3132" y="486"/>
                    </a:lnTo>
                    <a:lnTo>
                      <a:pt x="3132" y="492"/>
                    </a:lnTo>
                    <a:lnTo>
                      <a:pt x="3138" y="492"/>
                    </a:lnTo>
                    <a:lnTo>
                      <a:pt x="3138" y="498"/>
                    </a:lnTo>
                    <a:lnTo>
                      <a:pt x="3144" y="498"/>
                    </a:lnTo>
                    <a:lnTo>
                      <a:pt x="3144" y="504"/>
                    </a:lnTo>
                    <a:lnTo>
                      <a:pt x="3150" y="504"/>
                    </a:lnTo>
                    <a:lnTo>
                      <a:pt x="3156" y="504"/>
                    </a:lnTo>
                    <a:lnTo>
                      <a:pt x="3156" y="510"/>
                    </a:lnTo>
                    <a:lnTo>
                      <a:pt x="3162" y="510"/>
                    </a:lnTo>
                    <a:lnTo>
                      <a:pt x="3162" y="516"/>
                    </a:lnTo>
                    <a:lnTo>
                      <a:pt x="3168" y="516"/>
                    </a:lnTo>
                    <a:lnTo>
                      <a:pt x="3168" y="522"/>
                    </a:lnTo>
                    <a:lnTo>
                      <a:pt x="3174" y="522"/>
                    </a:lnTo>
                    <a:lnTo>
                      <a:pt x="3180" y="522"/>
                    </a:lnTo>
                    <a:lnTo>
                      <a:pt x="3180" y="528"/>
                    </a:lnTo>
                    <a:lnTo>
                      <a:pt x="3186" y="528"/>
                    </a:lnTo>
                    <a:lnTo>
                      <a:pt x="3192" y="528"/>
                    </a:lnTo>
                    <a:lnTo>
                      <a:pt x="3192" y="534"/>
                    </a:lnTo>
                    <a:lnTo>
                      <a:pt x="3198" y="534"/>
                    </a:lnTo>
                    <a:lnTo>
                      <a:pt x="3204" y="534"/>
                    </a:lnTo>
                    <a:lnTo>
                      <a:pt x="3204" y="540"/>
                    </a:lnTo>
                    <a:lnTo>
                      <a:pt x="3210" y="540"/>
                    </a:lnTo>
                    <a:lnTo>
                      <a:pt x="3216" y="540"/>
                    </a:lnTo>
                    <a:lnTo>
                      <a:pt x="3222" y="540"/>
                    </a:lnTo>
                    <a:lnTo>
                      <a:pt x="3228" y="540"/>
                    </a:lnTo>
                    <a:lnTo>
                      <a:pt x="3234" y="540"/>
                    </a:lnTo>
                    <a:lnTo>
                      <a:pt x="3234" y="546"/>
                    </a:lnTo>
                    <a:lnTo>
                      <a:pt x="3240" y="546"/>
                    </a:lnTo>
                    <a:lnTo>
                      <a:pt x="3246" y="540"/>
                    </a:lnTo>
                    <a:lnTo>
                      <a:pt x="3252" y="540"/>
                    </a:lnTo>
                    <a:lnTo>
                      <a:pt x="3258" y="540"/>
                    </a:lnTo>
                    <a:lnTo>
                      <a:pt x="3264" y="540"/>
                    </a:lnTo>
                    <a:lnTo>
                      <a:pt x="3270" y="540"/>
                    </a:lnTo>
                    <a:lnTo>
                      <a:pt x="3270" y="534"/>
                    </a:lnTo>
                    <a:lnTo>
                      <a:pt x="3276" y="534"/>
                    </a:lnTo>
                    <a:lnTo>
                      <a:pt x="3282" y="534"/>
                    </a:lnTo>
                    <a:lnTo>
                      <a:pt x="3282" y="528"/>
                    </a:lnTo>
                    <a:lnTo>
                      <a:pt x="3288" y="528"/>
                    </a:lnTo>
                    <a:lnTo>
                      <a:pt x="3288" y="522"/>
                    </a:lnTo>
                    <a:lnTo>
                      <a:pt x="3294" y="522"/>
                    </a:lnTo>
                    <a:lnTo>
                      <a:pt x="3300" y="522"/>
                    </a:lnTo>
                    <a:lnTo>
                      <a:pt x="3300" y="516"/>
                    </a:lnTo>
                    <a:lnTo>
                      <a:pt x="3306" y="516"/>
                    </a:lnTo>
                    <a:lnTo>
                      <a:pt x="3306" y="510"/>
                    </a:lnTo>
                    <a:lnTo>
                      <a:pt x="3312" y="510"/>
                    </a:lnTo>
                    <a:lnTo>
                      <a:pt x="3312" y="504"/>
                    </a:lnTo>
                    <a:lnTo>
                      <a:pt x="3318" y="504"/>
                    </a:lnTo>
                    <a:lnTo>
                      <a:pt x="3318" y="498"/>
                    </a:lnTo>
                    <a:lnTo>
                      <a:pt x="3324" y="498"/>
                    </a:lnTo>
                    <a:lnTo>
                      <a:pt x="3324" y="492"/>
                    </a:lnTo>
                    <a:lnTo>
                      <a:pt x="3330" y="492"/>
                    </a:lnTo>
                    <a:lnTo>
                      <a:pt x="3330" y="486"/>
                    </a:lnTo>
                    <a:lnTo>
                      <a:pt x="3336" y="486"/>
                    </a:lnTo>
                    <a:lnTo>
                      <a:pt x="3336" y="480"/>
                    </a:lnTo>
                    <a:lnTo>
                      <a:pt x="3342" y="480"/>
                    </a:lnTo>
                    <a:lnTo>
                      <a:pt x="3342" y="474"/>
                    </a:lnTo>
                    <a:lnTo>
                      <a:pt x="3348" y="474"/>
                    </a:lnTo>
                    <a:lnTo>
                      <a:pt x="3348" y="468"/>
                    </a:lnTo>
                    <a:lnTo>
                      <a:pt x="3354" y="468"/>
                    </a:lnTo>
                    <a:lnTo>
                      <a:pt x="3354" y="462"/>
                    </a:lnTo>
                    <a:lnTo>
                      <a:pt x="3360" y="462"/>
                    </a:lnTo>
                    <a:lnTo>
                      <a:pt x="3360" y="456"/>
                    </a:lnTo>
                    <a:lnTo>
                      <a:pt x="3366" y="456"/>
                    </a:lnTo>
                    <a:lnTo>
                      <a:pt x="3366" y="450"/>
                    </a:lnTo>
                    <a:lnTo>
                      <a:pt x="3366" y="444"/>
                    </a:lnTo>
                    <a:lnTo>
                      <a:pt x="3372" y="444"/>
                    </a:lnTo>
                    <a:lnTo>
                      <a:pt x="3372" y="438"/>
                    </a:lnTo>
                    <a:lnTo>
                      <a:pt x="3378" y="438"/>
                    </a:lnTo>
                    <a:lnTo>
                      <a:pt x="3378" y="432"/>
                    </a:lnTo>
                    <a:lnTo>
                      <a:pt x="3378" y="426"/>
                    </a:lnTo>
                    <a:lnTo>
                      <a:pt x="3384" y="426"/>
                    </a:lnTo>
                    <a:lnTo>
                      <a:pt x="3384" y="420"/>
                    </a:lnTo>
                    <a:lnTo>
                      <a:pt x="3390" y="420"/>
                    </a:lnTo>
                    <a:lnTo>
                      <a:pt x="3390" y="414"/>
                    </a:lnTo>
                    <a:lnTo>
                      <a:pt x="3396" y="408"/>
                    </a:lnTo>
                    <a:lnTo>
                      <a:pt x="3396" y="402"/>
                    </a:lnTo>
                    <a:lnTo>
                      <a:pt x="3402" y="402"/>
                    </a:lnTo>
                    <a:lnTo>
                      <a:pt x="3402" y="396"/>
                    </a:lnTo>
                    <a:lnTo>
                      <a:pt x="3402" y="390"/>
                    </a:lnTo>
                    <a:lnTo>
                      <a:pt x="3408" y="390"/>
                    </a:lnTo>
                    <a:lnTo>
                      <a:pt x="3408" y="384"/>
                    </a:lnTo>
                    <a:lnTo>
                      <a:pt x="3414" y="378"/>
                    </a:lnTo>
                    <a:lnTo>
                      <a:pt x="3414" y="372"/>
                    </a:lnTo>
                    <a:lnTo>
                      <a:pt x="3420" y="372"/>
                    </a:lnTo>
                    <a:lnTo>
                      <a:pt x="3420" y="366"/>
                    </a:lnTo>
                    <a:lnTo>
                      <a:pt x="3420" y="360"/>
                    </a:lnTo>
                    <a:lnTo>
                      <a:pt x="3426" y="360"/>
                    </a:lnTo>
                    <a:lnTo>
                      <a:pt x="3426" y="354"/>
                    </a:lnTo>
                    <a:lnTo>
                      <a:pt x="3426" y="348"/>
                    </a:lnTo>
                    <a:lnTo>
                      <a:pt x="3432" y="348"/>
                    </a:lnTo>
                    <a:lnTo>
                      <a:pt x="3432" y="342"/>
                    </a:lnTo>
                    <a:lnTo>
                      <a:pt x="3438" y="336"/>
                    </a:lnTo>
                    <a:lnTo>
                      <a:pt x="3438" y="330"/>
                    </a:lnTo>
                    <a:lnTo>
                      <a:pt x="3444" y="324"/>
                    </a:lnTo>
                    <a:lnTo>
                      <a:pt x="3444" y="318"/>
                    </a:lnTo>
                    <a:lnTo>
                      <a:pt x="3450" y="312"/>
                    </a:lnTo>
                    <a:lnTo>
                      <a:pt x="3450" y="306"/>
                    </a:lnTo>
                    <a:lnTo>
                      <a:pt x="3456" y="300"/>
                    </a:lnTo>
                    <a:lnTo>
                      <a:pt x="3456" y="294"/>
                    </a:lnTo>
                    <a:lnTo>
                      <a:pt x="3462" y="288"/>
                    </a:lnTo>
                    <a:lnTo>
                      <a:pt x="3462" y="282"/>
                    </a:lnTo>
                    <a:lnTo>
                      <a:pt x="3462" y="276"/>
                    </a:lnTo>
                    <a:lnTo>
                      <a:pt x="3468" y="276"/>
                    </a:lnTo>
                    <a:lnTo>
                      <a:pt x="3468" y="270"/>
                    </a:lnTo>
                    <a:lnTo>
                      <a:pt x="3468" y="264"/>
                    </a:lnTo>
                    <a:lnTo>
                      <a:pt x="3474" y="264"/>
                    </a:lnTo>
                    <a:lnTo>
                      <a:pt x="3474" y="258"/>
                    </a:lnTo>
                    <a:lnTo>
                      <a:pt x="3474" y="252"/>
                    </a:lnTo>
                    <a:lnTo>
                      <a:pt x="3480" y="252"/>
                    </a:lnTo>
                    <a:lnTo>
                      <a:pt x="3480" y="246"/>
                    </a:lnTo>
                    <a:lnTo>
                      <a:pt x="3480" y="240"/>
                    </a:lnTo>
                    <a:lnTo>
                      <a:pt x="3486" y="234"/>
                    </a:lnTo>
                    <a:lnTo>
                      <a:pt x="3486" y="228"/>
                    </a:lnTo>
                    <a:lnTo>
                      <a:pt x="3492" y="222"/>
                    </a:lnTo>
                    <a:lnTo>
                      <a:pt x="3492" y="216"/>
                    </a:lnTo>
                    <a:lnTo>
                      <a:pt x="3492" y="210"/>
                    </a:lnTo>
                    <a:lnTo>
                      <a:pt x="3498" y="210"/>
                    </a:lnTo>
                    <a:lnTo>
                      <a:pt x="3498" y="204"/>
                    </a:lnTo>
                    <a:lnTo>
                      <a:pt x="3498" y="198"/>
                    </a:lnTo>
                    <a:lnTo>
                      <a:pt x="3504" y="192"/>
                    </a:lnTo>
                    <a:lnTo>
                      <a:pt x="3504" y="186"/>
                    </a:lnTo>
                    <a:lnTo>
                      <a:pt x="3504" y="180"/>
                    </a:lnTo>
                    <a:lnTo>
                      <a:pt x="3510" y="180"/>
                    </a:lnTo>
                    <a:lnTo>
                      <a:pt x="3510" y="174"/>
                    </a:lnTo>
                    <a:lnTo>
                      <a:pt x="3510" y="168"/>
                    </a:lnTo>
                    <a:lnTo>
                      <a:pt x="3516" y="162"/>
                    </a:lnTo>
                    <a:lnTo>
                      <a:pt x="3516" y="156"/>
                    </a:lnTo>
                    <a:lnTo>
                      <a:pt x="3516" y="150"/>
                    </a:lnTo>
                    <a:lnTo>
                      <a:pt x="3522" y="150"/>
                    </a:lnTo>
                    <a:lnTo>
                      <a:pt x="3522" y="144"/>
                    </a:lnTo>
                    <a:lnTo>
                      <a:pt x="3522" y="138"/>
                    </a:lnTo>
                    <a:lnTo>
                      <a:pt x="3522" y="132"/>
                    </a:lnTo>
                    <a:lnTo>
                      <a:pt x="3528" y="132"/>
                    </a:lnTo>
                    <a:lnTo>
                      <a:pt x="3528" y="126"/>
                    </a:lnTo>
                    <a:lnTo>
                      <a:pt x="3528" y="120"/>
                    </a:lnTo>
                    <a:lnTo>
                      <a:pt x="3534" y="114"/>
                    </a:lnTo>
                    <a:lnTo>
                      <a:pt x="3534" y="108"/>
                    </a:lnTo>
                    <a:lnTo>
                      <a:pt x="3534" y="102"/>
                    </a:lnTo>
                    <a:lnTo>
                      <a:pt x="3540" y="102"/>
                    </a:lnTo>
                    <a:lnTo>
                      <a:pt x="3540" y="96"/>
                    </a:lnTo>
                    <a:lnTo>
                      <a:pt x="3540" y="90"/>
                    </a:lnTo>
                    <a:lnTo>
                      <a:pt x="3540" y="84"/>
                    </a:lnTo>
                    <a:lnTo>
                      <a:pt x="3546" y="84"/>
                    </a:lnTo>
                    <a:lnTo>
                      <a:pt x="3546" y="78"/>
                    </a:lnTo>
                    <a:lnTo>
                      <a:pt x="3546" y="72"/>
                    </a:lnTo>
                    <a:lnTo>
                      <a:pt x="3546" y="66"/>
                    </a:lnTo>
                    <a:lnTo>
                      <a:pt x="3552" y="66"/>
                    </a:lnTo>
                    <a:lnTo>
                      <a:pt x="3552" y="60"/>
                    </a:lnTo>
                    <a:lnTo>
                      <a:pt x="3552" y="54"/>
                    </a:lnTo>
                    <a:lnTo>
                      <a:pt x="3552" y="48"/>
                    </a:lnTo>
                    <a:lnTo>
                      <a:pt x="3558" y="48"/>
                    </a:lnTo>
                    <a:lnTo>
                      <a:pt x="3558" y="42"/>
                    </a:lnTo>
                    <a:lnTo>
                      <a:pt x="3558" y="36"/>
                    </a:lnTo>
                    <a:lnTo>
                      <a:pt x="3558" y="30"/>
                    </a:lnTo>
                    <a:lnTo>
                      <a:pt x="3564" y="30"/>
                    </a:lnTo>
                    <a:lnTo>
                      <a:pt x="3564" y="24"/>
                    </a:lnTo>
                    <a:lnTo>
                      <a:pt x="3564" y="18"/>
                    </a:lnTo>
                    <a:lnTo>
                      <a:pt x="3570" y="12"/>
                    </a:lnTo>
                    <a:lnTo>
                      <a:pt x="3570" y="6"/>
                    </a:lnTo>
                    <a:lnTo>
                      <a:pt x="3570" y="0"/>
                    </a:lnTo>
                  </a:path>
                </a:pathLst>
              </a:custGeom>
              <a:noFill/>
              <a:ln w="15840">
                <a:solidFill>
                  <a:srgbClr val="00ff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19" name="Rectangle 199"/>
              <p:cNvSpPr/>
              <p:nvPr/>
            </p:nvSpPr>
            <p:spPr>
              <a:xfrm>
                <a:off x="2591280" y="5329080"/>
                <a:ext cx="4035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ff00"/>
                    </a:solidFill>
                    <a:effectLst/>
                    <a:uFillTx/>
                    <a:latin typeface="Arial"/>
                  </a:rPr>
                  <a:t>BETA_Y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0" name="Freeform 200"/>
              <p:cNvSpPr/>
              <p:nvPr/>
            </p:nvSpPr>
            <p:spPr>
              <a:xfrm>
                <a:off x="1562040" y="3490920"/>
                <a:ext cx="5667480" cy="1447200"/>
              </a:xfrm>
              <a:custGeom>
                <a:avLst/>
                <a:gdLst>
                  <a:gd name="textAreaLeft" fmla="*/ 0 w 5667480"/>
                  <a:gd name="textAreaRight" fmla="*/ 5667840 w 5667480"/>
                  <a:gd name="textAreaTop" fmla="*/ 0 h 1447200"/>
                  <a:gd name="textAreaBottom" fmla="*/ 1447560 h 1447200"/>
                  <a:gd name="GluePoint1X" fmla="*/ 54 w 3570"/>
                  <a:gd name="GluePoint1Y" fmla="*/ 450 h 912"/>
                  <a:gd name="GluePoint2X" fmla="*/ 108 w 3570"/>
                  <a:gd name="GluePoint2Y" fmla="*/ 444 h 912"/>
                  <a:gd name="GluePoint3X" fmla="*/ 168 w 3570"/>
                  <a:gd name="GluePoint3Y" fmla="*/ 402 h 912"/>
                  <a:gd name="GluePoint4X" fmla="*/ 222 w 3570"/>
                  <a:gd name="GluePoint4Y" fmla="*/ 354 h 912"/>
                  <a:gd name="GluePoint5X" fmla="*/ 276 w 3570"/>
                  <a:gd name="GluePoint5Y" fmla="*/ 306 h 912"/>
                  <a:gd name="GluePoint6X" fmla="*/ 336 w 3570"/>
                  <a:gd name="GluePoint6Y" fmla="*/ 282 h 912"/>
                  <a:gd name="GluePoint7X" fmla="*/ 390 w 3570"/>
                  <a:gd name="GluePoint7Y" fmla="*/ 288 h 912"/>
                  <a:gd name="GluePoint8X" fmla="*/ 450 w 3570"/>
                  <a:gd name="GluePoint8Y" fmla="*/ 324 h 912"/>
                  <a:gd name="GluePoint9X" fmla="*/ 504 w 3570"/>
                  <a:gd name="GluePoint9Y" fmla="*/ 366 h 912"/>
                  <a:gd name="GluePoint10X" fmla="*/ 564 w 3570"/>
                  <a:gd name="GluePoint10Y" fmla="*/ 402 h 912"/>
                  <a:gd name="GluePoint11X" fmla="*/ 618 w 3570"/>
                  <a:gd name="GluePoint11Y" fmla="*/ 444 h 912"/>
                  <a:gd name="GluePoint12X" fmla="*/ 672 w 3570"/>
                  <a:gd name="GluePoint12Y" fmla="*/ 486 h 912"/>
                  <a:gd name="GluePoint13X" fmla="*/ 732 w 3570"/>
                  <a:gd name="GluePoint13Y" fmla="*/ 522 h 912"/>
                  <a:gd name="GluePoint14X" fmla="*/ 786 w 3570"/>
                  <a:gd name="GluePoint14Y" fmla="*/ 582 h 912"/>
                  <a:gd name="GluePoint15X" fmla="*/ 846 w 3570"/>
                  <a:gd name="GluePoint15Y" fmla="*/ 642 h 912"/>
                  <a:gd name="GluePoint16X" fmla="*/ 900 w 3570"/>
                  <a:gd name="GluePoint16Y" fmla="*/ 702 h 912"/>
                  <a:gd name="GluePoint17X" fmla="*/ 960 w 3570"/>
                  <a:gd name="GluePoint17Y" fmla="*/ 768 h 912"/>
                  <a:gd name="GluePoint18X" fmla="*/ 1014 w 3570"/>
                  <a:gd name="GluePoint18Y" fmla="*/ 828 h 912"/>
                  <a:gd name="GluePoint19X" fmla="*/ 1068 w 3570"/>
                  <a:gd name="GluePoint19Y" fmla="*/ 894 h 912"/>
                  <a:gd name="GluePoint20X" fmla="*/ 1128 w 3570"/>
                  <a:gd name="GluePoint20Y" fmla="*/ 900 h 912"/>
                  <a:gd name="GluePoint21X" fmla="*/ 1182 w 3570"/>
                  <a:gd name="GluePoint21Y" fmla="*/ 852 h 912"/>
                  <a:gd name="GluePoint22X" fmla="*/ 1242 w 3570"/>
                  <a:gd name="GluePoint22Y" fmla="*/ 804 h 912"/>
                  <a:gd name="GluePoint23X" fmla="*/ 1296 w 3570"/>
                  <a:gd name="GluePoint23Y" fmla="*/ 756 h 912"/>
                  <a:gd name="GluePoint24X" fmla="*/ 1350 w 3570"/>
                  <a:gd name="GluePoint24Y" fmla="*/ 708 h 912"/>
                  <a:gd name="GluePoint25X" fmla="*/ 1410 w 3570"/>
                  <a:gd name="GluePoint25Y" fmla="*/ 660 h 912"/>
                  <a:gd name="GluePoint26X" fmla="*/ 1464 w 3570"/>
                  <a:gd name="GluePoint26Y" fmla="*/ 624 h 912"/>
                  <a:gd name="GluePoint27X" fmla="*/ 1524 w 3570"/>
                  <a:gd name="GluePoint27Y" fmla="*/ 624 h 912"/>
                  <a:gd name="GluePoint28X" fmla="*/ 1578 w 3570"/>
                  <a:gd name="GluePoint28Y" fmla="*/ 624 h 912"/>
                  <a:gd name="GluePoint29X" fmla="*/ 1638 w 3570"/>
                  <a:gd name="GluePoint29Y" fmla="*/ 630 h 912"/>
                  <a:gd name="GluePoint30X" fmla="*/ 1692 w 3570"/>
                  <a:gd name="GluePoint30Y" fmla="*/ 630 h 912"/>
                  <a:gd name="GluePoint31X" fmla="*/ 1746 w 3570"/>
                  <a:gd name="GluePoint31Y" fmla="*/ 630 h 912"/>
                  <a:gd name="GluePoint32X" fmla="*/ 1806 w 3570"/>
                  <a:gd name="GluePoint32Y" fmla="*/ 630 h 912"/>
                  <a:gd name="GluePoint33X" fmla="*/ 1860 w 3570"/>
                  <a:gd name="GluePoint33Y" fmla="*/ 600 h 912"/>
                  <a:gd name="GluePoint34X" fmla="*/ 1920 w 3570"/>
                  <a:gd name="GluePoint34Y" fmla="*/ 558 h 912"/>
                  <a:gd name="GluePoint35X" fmla="*/ 1974 w 3570"/>
                  <a:gd name="GluePoint35Y" fmla="*/ 522 h 912"/>
                  <a:gd name="GluePoint36X" fmla="*/ 2028 w 3570"/>
                  <a:gd name="GluePoint36Y" fmla="*/ 480 h 912"/>
                  <a:gd name="GluePoint37X" fmla="*/ 2088 w 3570"/>
                  <a:gd name="GluePoint37Y" fmla="*/ 444 h 912"/>
                  <a:gd name="GluePoint38X" fmla="*/ 2142 w 3570"/>
                  <a:gd name="GluePoint38Y" fmla="*/ 402 h 912"/>
                  <a:gd name="GluePoint39X" fmla="*/ 2202 w 3570"/>
                  <a:gd name="GluePoint39Y" fmla="*/ 354 h 912"/>
                  <a:gd name="GluePoint40X" fmla="*/ 2256 w 3570"/>
                  <a:gd name="GluePoint40Y" fmla="*/ 288 h 912"/>
                  <a:gd name="GluePoint41X" fmla="*/ 2316 w 3570"/>
                  <a:gd name="GluePoint41Y" fmla="*/ 228 h 912"/>
                  <a:gd name="GluePoint42X" fmla="*/ 2370 w 3570"/>
                  <a:gd name="GluePoint42Y" fmla="*/ 162 h 912"/>
                  <a:gd name="GluePoint43X" fmla="*/ 2424 w 3570"/>
                  <a:gd name="GluePoint43Y" fmla="*/ 102 h 912"/>
                  <a:gd name="GluePoint44X" fmla="*/ 2484 w 3570"/>
                  <a:gd name="GluePoint44Y" fmla="*/ 42 h 912"/>
                  <a:gd name="GluePoint45X" fmla="*/ 2538 w 3570"/>
                  <a:gd name="GluePoint45Y" fmla="*/ 0 h 912"/>
                  <a:gd name="GluePoint46X" fmla="*/ 2598 w 3570"/>
                  <a:gd name="GluePoint46Y" fmla="*/ 42 h 912"/>
                  <a:gd name="GluePoint47X" fmla="*/ 2652 w 3570"/>
                  <a:gd name="GluePoint47Y" fmla="*/ 90 h 912"/>
                  <a:gd name="GluePoint48X" fmla="*/ 2706 w 3570"/>
                  <a:gd name="GluePoint48Y" fmla="*/ 138 h 912"/>
                  <a:gd name="GluePoint49X" fmla="*/ 2766 w 3570"/>
                  <a:gd name="GluePoint49Y" fmla="*/ 186 h 912"/>
                  <a:gd name="GluePoint50X" fmla="*/ 2820 w 3570"/>
                  <a:gd name="GluePoint50Y" fmla="*/ 234 h 912"/>
                  <a:gd name="GluePoint51X" fmla="*/ 2880 w 3570"/>
                  <a:gd name="GluePoint51Y" fmla="*/ 282 h 912"/>
                  <a:gd name="GluePoint52X" fmla="*/ 2934 w 3570"/>
                  <a:gd name="GluePoint52Y" fmla="*/ 294 h 912"/>
                  <a:gd name="GluePoint53X" fmla="*/ 2994 w 3570"/>
                  <a:gd name="GluePoint53Y" fmla="*/ 312 h 912"/>
                  <a:gd name="GluePoint54X" fmla="*/ 3048 w 3570"/>
                  <a:gd name="GluePoint54Y" fmla="*/ 360 h 912"/>
                  <a:gd name="GluePoint55X" fmla="*/ 3102 w 3570"/>
                  <a:gd name="GluePoint55Y" fmla="*/ 402 h 912"/>
                  <a:gd name="GluePoint56X" fmla="*/ 3162 w 3570"/>
                  <a:gd name="GluePoint56Y" fmla="*/ 444 h 912"/>
                  <a:gd name="GluePoint57X" fmla="*/ 3216 w 3570"/>
                  <a:gd name="GluePoint57Y" fmla="*/ 450 h 912"/>
                  <a:gd name="GluePoint58X" fmla="*/ 3276 w 3570"/>
                  <a:gd name="GluePoint58Y" fmla="*/ 450 h 912"/>
                  <a:gd name="GluePoint59X" fmla="*/ 3330 w 3570"/>
                  <a:gd name="GluePoint59Y" fmla="*/ 450 h 912"/>
                  <a:gd name="GluePoint60X" fmla="*/ 3390 w 3570"/>
                  <a:gd name="GluePoint60Y" fmla="*/ 450 h 912"/>
                  <a:gd name="GluePoint61X" fmla="*/ 3444 w 3570"/>
                  <a:gd name="GluePoint61Y" fmla="*/ 450 h 912"/>
                  <a:gd name="GluePoint62X" fmla="*/ 3498 w 3570"/>
                  <a:gd name="GluePoint62Y" fmla="*/ 450 h 912"/>
                  <a:gd name="GluePoint63X" fmla="*/ 3558 w 3570"/>
                  <a:gd name="GluePoint63Y" fmla="*/ 450 h 91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3570" h="912">
                    <a:moveTo>
                      <a:pt x="0" y="450"/>
                    </a:moveTo>
                    <a:lnTo>
                      <a:pt x="0" y="450"/>
                    </a:lnTo>
                    <a:lnTo>
                      <a:pt x="6" y="450"/>
                    </a:lnTo>
                    <a:lnTo>
                      <a:pt x="12" y="450"/>
                    </a:lnTo>
                    <a:lnTo>
                      <a:pt x="18" y="450"/>
                    </a:lnTo>
                    <a:lnTo>
                      <a:pt x="24" y="450"/>
                    </a:lnTo>
                    <a:lnTo>
                      <a:pt x="30" y="450"/>
                    </a:lnTo>
                    <a:lnTo>
                      <a:pt x="36" y="450"/>
                    </a:lnTo>
                    <a:lnTo>
                      <a:pt x="42" y="450"/>
                    </a:lnTo>
                    <a:lnTo>
                      <a:pt x="48" y="450"/>
                    </a:lnTo>
                    <a:lnTo>
                      <a:pt x="54" y="450"/>
                    </a:lnTo>
                    <a:lnTo>
                      <a:pt x="60" y="450"/>
                    </a:lnTo>
                    <a:lnTo>
                      <a:pt x="66" y="450"/>
                    </a:lnTo>
                    <a:lnTo>
                      <a:pt x="72" y="450"/>
                    </a:lnTo>
                    <a:lnTo>
                      <a:pt x="78" y="450"/>
                    </a:lnTo>
                    <a:lnTo>
                      <a:pt x="84" y="450"/>
                    </a:lnTo>
                    <a:lnTo>
                      <a:pt x="90" y="450"/>
                    </a:lnTo>
                    <a:lnTo>
                      <a:pt x="96" y="450"/>
                    </a:lnTo>
                    <a:lnTo>
                      <a:pt x="96" y="444"/>
                    </a:lnTo>
                    <a:lnTo>
                      <a:pt x="102" y="444"/>
                    </a:lnTo>
                    <a:lnTo>
                      <a:pt x="108" y="444"/>
                    </a:lnTo>
                    <a:lnTo>
                      <a:pt x="108" y="438"/>
                    </a:lnTo>
                    <a:lnTo>
                      <a:pt x="114" y="438"/>
                    </a:lnTo>
                    <a:lnTo>
                      <a:pt x="120" y="438"/>
                    </a:lnTo>
                    <a:lnTo>
                      <a:pt x="120" y="432"/>
                    </a:lnTo>
                    <a:lnTo>
                      <a:pt x="126" y="432"/>
                    </a:lnTo>
                    <a:lnTo>
                      <a:pt x="132" y="432"/>
                    </a:lnTo>
                    <a:lnTo>
                      <a:pt x="132" y="426"/>
                    </a:lnTo>
                    <a:lnTo>
                      <a:pt x="138" y="426"/>
                    </a:lnTo>
                    <a:lnTo>
                      <a:pt x="138" y="420"/>
                    </a:lnTo>
                    <a:lnTo>
                      <a:pt x="144" y="420"/>
                    </a:lnTo>
                    <a:lnTo>
                      <a:pt x="144" y="414"/>
                    </a:lnTo>
                    <a:lnTo>
                      <a:pt x="150" y="414"/>
                    </a:lnTo>
                    <a:lnTo>
                      <a:pt x="150" y="408"/>
                    </a:lnTo>
                    <a:lnTo>
                      <a:pt x="156" y="408"/>
                    </a:lnTo>
                    <a:lnTo>
                      <a:pt x="162" y="408"/>
                    </a:lnTo>
                    <a:lnTo>
                      <a:pt x="162" y="402"/>
                    </a:lnTo>
                    <a:lnTo>
                      <a:pt x="168" y="402"/>
                    </a:lnTo>
                    <a:lnTo>
                      <a:pt x="168" y="396"/>
                    </a:lnTo>
                    <a:lnTo>
                      <a:pt x="174" y="396"/>
                    </a:lnTo>
                    <a:lnTo>
                      <a:pt x="174" y="390"/>
                    </a:lnTo>
                    <a:lnTo>
                      <a:pt x="180" y="390"/>
                    </a:lnTo>
                    <a:lnTo>
                      <a:pt x="180" y="384"/>
                    </a:lnTo>
                    <a:lnTo>
                      <a:pt x="186" y="384"/>
                    </a:lnTo>
                    <a:lnTo>
                      <a:pt x="192" y="378"/>
                    </a:lnTo>
                    <a:lnTo>
                      <a:pt x="198" y="378"/>
                    </a:lnTo>
                    <a:lnTo>
                      <a:pt x="198" y="372"/>
                    </a:lnTo>
                    <a:lnTo>
                      <a:pt x="204" y="372"/>
                    </a:lnTo>
                    <a:lnTo>
                      <a:pt x="204" y="366"/>
                    </a:lnTo>
                    <a:lnTo>
                      <a:pt x="210" y="366"/>
                    </a:lnTo>
                    <a:lnTo>
                      <a:pt x="210" y="360"/>
                    </a:lnTo>
                    <a:lnTo>
                      <a:pt x="216" y="360"/>
                    </a:lnTo>
                    <a:lnTo>
                      <a:pt x="216" y="354"/>
                    </a:lnTo>
                    <a:lnTo>
                      <a:pt x="222" y="354"/>
                    </a:lnTo>
                    <a:lnTo>
                      <a:pt x="222" y="348"/>
                    </a:lnTo>
                    <a:lnTo>
                      <a:pt x="228" y="348"/>
                    </a:lnTo>
                    <a:lnTo>
                      <a:pt x="234" y="348"/>
                    </a:lnTo>
                    <a:lnTo>
                      <a:pt x="234" y="342"/>
                    </a:lnTo>
                    <a:lnTo>
                      <a:pt x="240" y="342"/>
                    </a:lnTo>
                    <a:lnTo>
                      <a:pt x="240" y="336"/>
                    </a:lnTo>
                    <a:lnTo>
                      <a:pt x="246" y="336"/>
                    </a:lnTo>
                    <a:lnTo>
                      <a:pt x="246" y="330"/>
                    </a:lnTo>
                    <a:lnTo>
                      <a:pt x="252" y="330"/>
                    </a:lnTo>
                    <a:lnTo>
                      <a:pt x="252" y="324"/>
                    </a:lnTo>
                    <a:lnTo>
                      <a:pt x="258" y="324"/>
                    </a:lnTo>
                    <a:lnTo>
                      <a:pt x="264" y="318"/>
                    </a:lnTo>
                    <a:lnTo>
                      <a:pt x="270" y="318"/>
                    </a:lnTo>
                    <a:lnTo>
                      <a:pt x="270" y="312"/>
                    </a:lnTo>
                    <a:lnTo>
                      <a:pt x="276" y="312"/>
                    </a:lnTo>
                    <a:lnTo>
                      <a:pt x="276" y="306"/>
                    </a:lnTo>
                    <a:lnTo>
                      <a:pt x="282" y="306"/>
                    </a:lnTo>
                    <a:lnTo>
                      <a:pt x="282" y="300"/>
                    </a:lnTo>
                    <a:lnTo>
                      <a:pt x="288" y="300"/>
                    </a:lnTo>
                    <a:lnTo>
                      <a:pt x="294" y="294"/>
                    </a:lnTo>
                    <a:lnTo>
                      <a:pt x="300" y="294"/>
                    </a:lnTo>
                    <a:lnTo>
                      <a:pt x="300" y="288"/>
                    </a:lnTo>
                    <a:lnTo>
                      <a:pt x="306" y="288"/>
                    </a:lnTo>
                    <a:lnTo>
                      <a:pt x="312" y="288"/>
                    </a:lnTo>
                    <a:lnTo>
                      <a:pt x="318" y="288"/>
                    </a:lnTo>
                    <a:lnTo>
                      <a:pt x="318" y="282"/>
                    </a:lnTo>
                    <a:lnTo>
                      <a:pt x="324" y="282"/>
                    </a:lnTo>
                    <a:lnTo>
                      <a:pt x="330" y="282"/>
                    </a:lnTo>
                    <a:lnTo>
                      <a:pt x="336" y="282"/>
                    </a:lnTo>
                    <a:lnTo>
                      <a:pt x="342" y="282"/>
                    </a:lnTo>
                    <a:lnTo>
                      <a:pt x="348" y="282"/>
                    </a:lnTo>
                    <a:lnTo>
                      <a:pt x="354" y="282"/>
                    </a:lnTo>
                    <a:lnTo>
                      <a:pt x="360" y="282"/>
                    </a:lnTo>
                    <a:lnTo>
                      <a:pt x="366" y="282"/>
                    </a:lnTo>
                    <a:lnTo>
                      <a:pt x="372" y="282"/>
                    </a:lnTo>
                    <a:lnTo>
                      <a:pt x="378" y="282"/>
                    </a:lnTo>
                    <a:lnTo>
                      <a:pt x="384" y="282"/>
                    </a:lnTo>
                    <a:lnTo>
                      <a:pt x="384" y="288"/>
                    </a:lnTo>
                    <a:lnTo>
                      <a:pt x="390" y="288"/>
                    </a:lnTo>
                    <a:lnTo>
                      <a:pt x="396" y="288"/>
                    </a:lnTo>
                    <a:lnTo>
                      <a:pt x="402" y="294"/>
                    </a:lnTo>
                    <a:lnTo>
                      <a:pt x="408" y="294"/>
                    </a:lnTo>
                    <a:lnTo>
                      <a:pt x="408" y="300"/>
                    </a:lnTo>
                    <a:lnTo>
                      <a:pt x="414" y="300"/>
                    </a:lnTo>
                    <a:lnTo>
                      <a:pt x="420" y="300"/>
                    </a:lnTo>
                    <a:lnTo>
                      <a:pt x="420" y="306"/>
                    </a:lnTo>
                    <a:lnTo>
                      <a:pt x="426" y="306"/>
                    </a:lnTo>
                    <a:lnTo>
                      <a:pt x="426" y="312"/>
                    </a:lnTo>
                    <a:lnTo>
                      <a:pt x="432" y="312"/>
                    </a:lnTo>
                    <a:lnTo>
                      <a:pt x="438" y="318"/>
                    </a:lnTo>
                    <a:lnTo>
                      <a:pt x="444" y="318"/>
                    </a:lnTo>
                    <a:lnTo>
                      <a:pt x="444" y="324"/>
                    </a:lnTo>
                    <a:lnTo>
                      <a:pt x="450" y="324"/>
                    </a:lnTo>
                    <a:lnTo>
                      <a:pt x="450" y="330"/>
                    </a:lnTo>
                    <a:lnTo>
                      <a:pt x="456" y="330"/>
                    </a:lnTo>
                    <a:lnTo>
                      <a:pt x="462" y="330"/>
                    </a:lnTo>
                    <a:lnTo>
                      <a:pt x="462" y="336"/>
                    </a:lnTo>
                    <a:lnTo>
                      <a:pt x="468" y="336"/>
                    </a:lnTo>
                    <a:lnTo>
                      <a:pt x="468" y="342"/>
                    </a:lnTo>
                    <a:lnTo>
                      <a:pt x="474" y="342"/>
                    </a:lnTo>
                    <a:lnTo>
                      <a:pt x="480" y="342"/>
                    </a:lnTo>
                    <a:lnTo>
                      <a:pt x="480" y="348"/>
                    </a:lnTo>
                    <a:lnTo>
                      <a:pt x="486" y="348"/>
                    </a:lnTo>
                    <a:lnTo>
                      <a:pt x="486" y="354"/>
                    </a:lnTo>
                    <a:lnTo>
                      <a:pt x="492" y="354"/>
                    </a:lnTo>
                    <a:lnTo>
                      <a:pt x="498" y="360"/>
                    </a:lnTo>
                    <a:lnTo>
                      <a:pt x="504" y="360"/>
                    </a:lnTo>
                    <a:lnTo>
                      <a:pt x="504" y="366"/>
                    </a:lnTo>
                    <a:lnTo>
                      <a:pt x="510" y="366"/>
                    </a:lnTo>
                    <a:lnTo>
                      <a:pt x="510" y="372"/>
                    </a:lnTo>
                    <a:lnTo>
                      <a:pt x="516" y="372"/>
                    </a:lnTo>
                    <a:lnTo>
                      <a:pt x="522" y="372"/>
                    </a:lnTo>
                    <a:lnTo>
                      <a:pt x="522" y="378"/>
                    </a:lnTo>
                    <a:lnTo>
                      <a:pt x="528" y="378"/>
                    </a:lnTo>
                    <a:lnTo>
                      <a:pt x="528" y="384"/>
                    </a:lnTo>
                    <a:lnTo>
                      <a:pt x="534" y="384"/>
                    </a:lnTo>
                    <a:lnTo>
                      <a:pt x="540" y="390"/>
                    </a:lnTo>
                    <a:lnTo>
                      <a:pt x="546" y="390"/>
                    </a:lnTo>
                    <a:lnTo>
                      <a:pt x="546" y="396"/>
                    </a:lnTo>
                    <a:lnTo>
                      <a:pt x="552" y="396"/>
                    </a:lnTo>
                    <a:lnTo>
                      <a:pt x="552" y="402"/>
                    </a:lnTo>
                    <a:lnTo>
                      <a:pt x="558" y="402"/>
                    </a:lnTo>
                    <a:lnTo>
                      <a:pt x="564" y="402"/>
                    </a:lnTo>
                    <a:lnTo>
                      <a:pt x="564" y="408"/>
                    </a:lnTo>
                    <a:lnTo>
                      <a:pt x="570" y="408"/>
                    </a:lnTo>
                    <a:lnTo>
                      <a:pt x="570" y="414"/>
                    </a:lnTo>
                    <a:lnTo>
                      <a:pt x="576" y="414"/>
                    </a:lnTo>
                    <a:lnTo>
                      <a:pt x="582" y="414"/>
                    </a:lnTo>
                    <a:lnTo>
                      <a:pt x="582" y="420"/>
                    </a:lnTo>
                    <a:lnTo>
                      <a:pt x="588" y="420"/>
                    </a:lnTo>
                    <a:lnTo>
                      <a:pt x="588" y="426"/>
                    </a:lnTo>
                    <a:lnTo>
                      <a:pt x="594" y="426"/>
                    </a:lnTo>
                    <a:lnTo>
                      <a:pt x="600" y="426"/>
                    </a:lnTo>
                    <a:lnTo>
                      <a:pt x="600" y="432"/>
                    </a:lnTo>
                    <a:lnTo>
                      <a:pt x="606" y="432"/>
                    </a:lnTo>
                    <a:lnTo>
                      <a:pt x="606" y="438"/>
                    </a:lnTo>
                    <a:lnTo>
                      <a:pt x="612" y="438"/>
                    </a:lnTo>
                    <a:lnTo>
                      <a:pt x="612" y="444"/>
                    </a:lnTo>
                    <a:lnTo>
                      <a:pt x="618" y="444"/>
                    </a:lnTo>
                    <a:lnTo>
                      <a:pt x="624" y="444"/>
                    </a:lnTo>
                    <a:lnTo>
                      <a:pt x="624" y="450"/>
                    </a:lnTo>
                    <a:lnTo>
                      <a:pt x="630" y="450"/>
                    </a:lnTo>
                    <a:lnTo>
                      <a:pt x="630" y="456"/>
                    </a:lnTo>
                    <a:lnTo>
                      <a:pt x="636" y="456"/>
                    </a:lnTo>
                    <a:lnTo>
                      <a:pt x="642" y="456"/>
                    </a:lnTo>
                    <a:lnTo>
                      <a:pt x="642" y="462"/>
                    </a:lnTo>
                    <a:lnTo>
                      <a:pt x="648" y="462"/>
                    </a:lnTo>
                    <a:lnTo>
                      <a:pt x="648" y="468"/>
                    </a:lnTo>
                    <a:lnTo>
                      <a:pt x="654" y="468"/>
                    </a:lnTo>
                    <a:lnTo>
                      <a:pt x="654" y="474"/>
                    </a:lnTo>
                    <a:lnTo>
                      <a:pt x="660" y="474"/>
                    </a:lnTo>
                    <a:lnTo>
                      <a:pt x="666" y="474"/>
                    </a:lnTo>
                    <a:lnTo>
                      <a:pt x="666" y="480"/>
                    </a:lnTo>
                    <a:lnTo>
                      <a:pt x="672" y="480"/>
                    </a:lnTo>
                    <a:lnTo>
                      <a:pt x="672" y="486"/>
                    </a:lnTo>
                    <a:lnTo>
                      <a:pt x="678" y="486"/>
                    </a:lnTo>
                    <a:lnTo>
                      <a:pt x="684" y="486"/>
                    </a:lnTo>
                    <a:lnTo>
                      <a:pt x="684" y="492"/>
                    </a:lnTo>
                    <a:lnTo>
                      <a:pt x="690" y="492"/>
                    </a:lnTo>
                    <a:lnTo>
                      <a:pt x="690" y="498"/>
                    </a:lnTo>
                    <a:lnTo>
                      <a:pt x="696" y="498"/>
                    </a:lnTo>
                    <a:lnTo>
                      <a:pt x="702" y="504"/>
                    </a:lnTo>
                    <a:lnTo>
                      <a:pt x="708" y="504"/>
                    </a:lnTo>
                    <a:lnTo>
                      <a:pt x="708" y="510"/>
                    </a:lnTo>
                    <a:lnTo>
                      <a:pt x="714" y="510"/>
                    </a:lnTo>
                    <a:lnTo>
                      <a:pt x="714" y="516"/>
                    </a:lnTo>
                    <a:lnTo>
                      <a:pt x="720" y="516"/>
                    </a:lnTo>
                    <a:lnTo>
                      <a:pt x="726" y="516"/>
                    </a:lnTo>
                    <a:lnTo>
                      <a:pt x="726" y="522"/>
                    </a:lnTo>
                    <a:lnTo>
                      <a:pt x="732" y="522"/>
                    </a:lnTo>
                    <a:lnTo>
                      <a:pt x="732" y="528"/>
                    </a:lnTo>
                    <a:lnTo>
                      <a:pt x="738" y="528"/>
                    </a:lnTo>
                    <a:lnTo>
                      <a:pt x="738" y="534"/>
                    </a:lnTo>
                    <a:lnTo>
                      <a:pt x="744" y="534"/>
                    </a:lnTo>
                    <a:lnTo>
                      <a:pt x="744" y="540"/>
                    </a:lnTo>
                    <a:lnTo>
                      <a:pt x="750" y="540"/>
                    </a:lnTo>
                    <a:lnTo>
                      <a:pt x="750" y="546"/>
                    </a:lnTo>
                    <a:lnTo>
                      <a:pt x="756" y="546"/>
                    </a:lnTo>
                    <a:lnTo>
                      <a:pt x="762" y="552"/>
                    </a:lnTo>
                    <a:lnTo>
                      <a:pt x="762" y="558"/>
                    </a:lnTo>
                    <a:lnTo>
                      <a:pt x="768" y="558"/>
                    </a:lnTo>
                    <a:lnTo>
                      <a:pt x="768" y="564"/>
                    </a:lnTo>
                    <a:lnTo>
                      <a:pt x="774" y="564"/>
                    </a:lnTo>
                    <a:lnTo>
                      <a:pt x="774" y="570"/>
                    </a:lnTo>
                    <a:lnTo>
                      <a:pt x="780" y="570"/>
                    </a:lnTo>
                    <a:lnTo>
                      <a:pt x="780" y="576"/>
                    </a:lnTo>
                    <a:lnTo>
                      <a:pt x="786" y="576"/>
                    </a:lnTo>
                    <a:lnTo>
                      <a:pt x="786" y="582"/>
                    </a:lnTo>
                    <a:lnTo>
                      <a:pt x="792" y="582"/>
                    </a:lnTo>
                    <a:lnTo>
                      <a:pt x="792" y="588"/>
                    </a:lnTo>
                    <a:lnTo>
                      <a:pt x="798" y="588"/>
                    </a:lnTo>
                    <a:lnTo>
                      <a:pt x="798" y="594"/>
                    </a:lnTo>
                    <a:lnTo>
                      <a:pt x="804" y="594"/>
                    </a:lnTo>
                    <a:lnTo>
                      <a:pt x="804" y="600"/>
                    </a:lnTo>
                    <a:lnTo>
                      <a:pt x="810" y="600"/>
                    </a:lnTo>
                    <a:lnTo>
                      <a:pt x="810" y="606"/>
                    </a:lnTo>
                    <a:lnTo>
                      <a:pt x="816" y="606"/>
                    </a:lnTo>
                    <a:lnTo>
                      <a:pt x="816" y="612"/>
                    </a:lnTo>
                    <a:lnTo>
                      <a:pt x="822" y="618"/>
                    </a:lnTo>
                    <a:lnTo>
                      <a:pt x="828" y="624"/>
                    </a:lnTo>
                    <a:lnTo>
                      <a:pt x="828" y="630"/>
                    </a:lnTo>
                    <a:lnTo>
                      <a:pt x="834" y="630"/>
                    </a:lnTo>
                    <a:lnTo>
                      <a:pt x="834" y="636"/>
                    </a:lnTo>
                    <a:lnTo>
                      <a:pt x="840" y="636"/>
                    </a:lnTo>
                    <a:lnTo>
                      <a:pt x="840" y="642"/>
                    </a:lnTo>
                    <a:lnTo>
                      <a:pt x="846" y="642"/>
                    </a:lnTo>
                    <a:lnTo>
                      <a:pt x="846" y="648"/>
                    </a:lnTo>
                    <a:lnTo>
                      <a:pt x="852" y="648"/>
                    </a:lnTo>
                    <a:lnTo>
                      <a:pt x="852" y="654"/>
                    </a:lnTo>
                    <a:lnTo>
                      <a:pt x="858" y="654"/>
                    </a:lnTo>
                    <a:lnTo>
                      <a:pt x="858" y="660"/>
                    </a:lnTo>
                    <a:lnTo>
                      <a:pt x="864" y="660"/>
                    </a:lnTo>
                    <a:lnTo>
                      <a:pt x="864" y="666"/>
                    </a:lnTo>
                    <a:lnTo>
                      <a:pt x="870" y="666"/>
                    </a:lnTo>
                    <a:lnTo>
                      <a:pt x="870" y="672"/>
                    </a:lnTo>
                    <a:lnTo>
                      <a:pt x="876" y="672"/>
                    </a:lnTo>
                    <a:lnTo>
                      <a:pt x="876" y="678"/>
                    </a:lnTo>
                    <a:lnTo>
                      <a:pt x="882" y="678"/>
                    </a:lnTo>
                    <a:lnTo>
                      <a:pt x="882" y="684"/>
                    </a:lnTo>
                    <a:lnTo>
                      <a:pt x="882" y="690"/>
                    </a:lnTo>
                    <a:lnTo>
                      <a:pt x="888" y="690"/>
                    </a:lnTo>
                    <a:lnTo>
                      <a:pt x="888" y="696"/>
                    </a:lnTo>
                    <a:lnTo>
                      <a:pt x="894" y="696"/>
                    </a:lnTo>
                    <a:lnTo>
                      <a:pt x="894" y="702"/>
                    </a:lnTo>
                    <a:lnTo>
                      <a:pt x="900" y="702"/>
                    </a:lnTo>
                    <a:lnTo>
                      <a:pt x="900" y="708"/>
                    </a:lnTo>
                    <a:lnTo>
                      <a:pt x="906" y="708"/>
                    </a:lnTo>
                    <a:lnTo>
                      <a:pt x="906" y="714"/>
                    </a:lnTo>
                    <a:lnTo>
                      <a:pt x="912" y="714"/>
                    </a:lnTo>
                    <a:lnTo>
                      <a:pt x="912" y="720"/>
                    </a:lnTo>
                    <a:lnTo>
                      <a:pt x="918" y="720"/>
                    </a:lnTo>
                    <a:lnTo>
                      <a:pt x="918" y="726"/>
                    </a:lnTo>
                    <a:lnTo>
                      <a:pt x="924" y="726"/>
                    </a:lnTo>
                    <a:lnTo>
                      <a:pt x="924" y="732"/>
                    </a:lnTo>
                    <a:lnTo>
                      <a:pt x="930" y="732"/>
                    </a:lnTo>
                    <a:lnTo>
                      <a:pt x="930" y="738"/>
                    </a:lnTo>
                    <a:lnTo>
                      <a:pt x="936" y="738"/>
                    </a:lnTo>
                    <a:lnTo>
                      <a:pt x="936" y="744"/>
                    </a:lnTo>
                    <a:lnTo>
                      <a:pt x="942" y="750"/>
                    </a:lnTo>
                    <a:lnTo>
                      <a:pt x="942" y="756"/>
                    </a:lnTo>
                    <a:lnTo>
                      <a:pt x="948" y="756"/>
                    </a:lnTo>
                    <a:lnTo>
                      <a:pt x="948" y="762"/>
                    </a:lnTo>
                    <a:lnTo>
                      <a:pt x="954" y="762"/>
                    </a:lnTo>
                    <a:lnTo>
                      <a:pt x="954" y="768"/>
                    </a:lnTo>
                    <a:lnTo>
                      <a:pt x="960" y="768"/>
                    </a:lnTo>
                    <a:lnTo>
                      <a:pt x="960" y="774"/>
                    </a:lnTo>
                    <a:lnTo>
                      <a:pt x="966" y="774"/>
                    </a:lnTo>
                    <a:lnTo>
                      <a:pt x="966" y="780"/>
                    </a:lnTo>
                    <a:lnTo>
                      <a:pt x="972" y="780"/>
                    </a:lnTo>
                    <a:lnTo>
                      <a:pt x="972" y="786"/>
                    </a:lnTo>
                    <a:lnTo>
                      <a:pt x="978" y="786"/>
                    </a:lnTo>
                    <a:lnTo>
                      <a:pt x="978" y="792"/>
                    </a:lnTo>
                    <a:lnTo>
                      <a:pt x="984" y="792"/>
                    </a:lnTo>
                    <a:lnTo>
                      <a:pt x="984" y="798"/>
                    </a:lnTo>
                    <a:lnTo>
                      <a:pt x="990" y="798"/>
                    </a:lnTo>
                    <a:lnTo>
                      <a:pt x="990" y="804"/>
                    </a:lnTo>
                    <a:lnTo>
                      <a:pt x="996" y="804"/>
                    </a:lnTo>
                    <a:lnTo>
                      <a:pt x="996" y="810"/>
                    </a:lnTo>
                    <a:lnTo>
                      <a:pt x="1002" y="816"/>
                    </a:lnTo>
                    <a:lnTo>
                      <a:pt x="1002" y="822"/>
                    </a:lnTo>
                    <a:lnTo>
                      <a:pt x="1008" y="822"/>
                    </a:lnTo>
                    <a:lnTo>
                      <a:pt x="1008" y="828"/>
                    </a:lnTo>
                    <a:lnTo>
                      <a:pt x="1014" y="828"/>
                    </a:lnTo>
                    <a:lnTo>
                      <a:pt x="1014" y="834"/>
                    </a:lnTo>
                    <a:lnTo>
                      <a:pt x="1020" y="834"/>
                    </a:lnTo>
                    <a:lnTo>
                      <a:pt x="1020" y="840"/>
                    </a:lnTo>
                    <a:lnTo>
                      <a:pt x="1026" y="840"/>
                    </a:lnTo>
                    <a:lnTo>
                      <a:pt x="1026" y="846"/>
                    </a:lnTo>
                    <a:lnTo>
                      <a:pt x="1032" y="846"/>
                    </a:lnTo>
                    <a:lnTo>
                      <a:pt x="1032" y="852"/>
                    </a:lnTo>
                    <a:lnTo>
                      <a:pt x="1038" y="852"/>
                    </a:lnTo>
                    <a:lnTo>
                      <a:pt x="1038" y="858"/>
                    </a:lnTo>
                    <a:lnTo>
                      <a:pt x="1044" y="858"/>
                    </a:lnTo>
                    <a:lnTo>
                      <a:pt x="1044" y="864"/>
                    </a:lnTo>
                    <a:lnTo>
                      <a:pt x="1050" y="864"/>
                    </a:lnTo>
                    <a:lnTo>
                      <a:pt x="1050" y="870"/>
                    </a:lnTo>
                    <a:lnTo>
                      <a:pt x="1056" y="870"/>
                    </a:lnTo>
                    <a:lnTo>
                      <a:pt x="1056" y="876"/>
                    </a:lnTo>
                    <a:lnTo>
                      <a:pt x="1062" y="882"/>
                    </a:lnTo>
                    <a:lnTo>
                      <a:pt x="1062" y="888"/>
                    </a:lnTo>
                    <a:lnTo>
                      <a:pt x="1068" y="888"/>
                    </a:lnTo>
                    <a:lnTo>
                      <a:pt x="1068" y="894"/>
                    </a:lnTo>
                    <a:lnTo>
                      <a:pt x="1074" y="894"/>
                    </a:lnTo>
                    <a:lnTo>
                      <a:pt x="1074" y="900"/>
                    </a:lnTo>
                    <a:lnTo>
                      <a:pt x="1080" y="900"/>
                    </a:lnTo>
                    <a:lnTo>
                      <a:pt x="1086" y="900"/>
                    </a:lnTo>
                    <a:lnTo>
                      <a:pt x="1086" y="906"/>
                    </a:lnTo>
                    <a:lnTo>
                      <a:pt x="1092" y="906"/>
                    </a:lnTo>
                    <a:lnTo>
                      <a:pt x="1098" y="906"/>
                    </a:lnTo>
                    <a:lnTo>
                      <a:pt x="1098" y="912"/>
                    </a:lnTo>
                    <a:lnTo>
                      <a:pt x="1104" y="912"/>
                    </a:lnTo>
                    <a:lnTo>
                      <a:pt x="1110" y="912"/>
                    </a:lnTo>
                    <a:lnTo>
                      <a:pt x="1110" y="906"/>
                    </a:lnTo>
                    <a:lnTo>
                      <a:pt x="1116" y="906"/>
                    </a:lnTo>
                    <a:lnTo>
                      <a:pt x="1122" y="906"/>
                    </a:lnTo>
                    <a:lnTo>
                      <a:pt x="1122" y="900"/>
                    </a:lnTo>
                    <a:lnTo>
                      <a:pt x="1128" y="900"/>
                    </a:lnTo>
                    <a:lnTo>
                      <a:pt x="1134" y="894"/>
                    </a:lnTo>
                    <a:lnTo>
                      <a:pt x="1140" y="894"/>
                    </a:lnTo>
                    <a:lnTo>
                      <a:pt x="1140" y="888"/>
                    </a:lnTo>
                    <a:lnTo>
                      <a:pt x="1146" y="888"/>
                    </a:lnTo>
                    <a:lnTo>
                      <a:pt x="1146" y="882"/>
                    </a:lnTo>
                    <a:lnTo>
                      <a:pt x="1152" y="882"/>
                    </a:lnTo>
                    <a:lnTo>
                      <a:pt x="1152" y="876"/>
                    </a:lnTo>
                    <a:lnTo>
                      <a:pt x="1158" y="876"/>
                    </a:lnTo>
                    <a:lnTo>
                      <a:pt x="1158" y="870"/>
                    </a:lnTo>
                    <a:lnTo>
                      <a:pt x="1164" y="870"/>
                    </a:lnTo>
                    <a:lnTo>
                      <a:pt x="1170" y="864"/>
                    </a:lnTo>
                    <a:lnTo>
                      <a:pt x="1176" y="864"/>
                    </a:lnTo>
                    <a:lnTo>
                      <a:pt x="1176" y="858"/>
                    </a:lnTo>
                    <a:lnTo>
                      <a:pt x="1182" y="858"/>
                    </a:lnTo>
                    <a:lnTo>
                      <a:pt x="1182" y="852"/>
                    </a:lnTo>
                    <a:lnTo>
                      <a:pt x="1188" y="852"/>
                    </a:lnTo>
                    <a:lnTo>
                      <a:pt x="1188" y="846"/>
                    </a:lnTo>
                    <a:lnTo>
                      <a:pt x="1194" y="846"/>
                    </a:lnTo>
                    <a:lnTo>
                      <a:pt x="1194" y="840"/>
                    </a:lnTo>
                    <a:lnTo>
                      <a:pt x="1200" y="840"/>
                    </a:lnTo>
                    <a:lnTo>
                      <a:pt x="1200" y="834"/>
                    </a:lnTo>
                    <a:lnTo>
                      <a:pt x="1206" y="834"/>
                    </a:lnTo>
                    <a:lnTo>
                      <a:pt x="1212" y="828"/>
                    </a:lnTo>
                    <a:lnTo>
                      <a:pt x="1218" y="828"/>
                    </a:lnTo>
                    <a:lnTo>
                      <a:pt x="1218" y="822"/>
                    </a:lnTo>
                    <a:lnTo>
                      <a:pt x="1224" y="822"/>
                    </a:lnTo>
                    <a:lnTo>
                      <a:pt x="1224" y="816"/>
                    </a:lnTo>
                    <a:lnTo>
                      <a:pt x="1230" y="816"/>
                    </a:lnTo>
                    <a:lnTo>
                      <a:pt x="1230" y="810"/>
                    </a:lnTo>
                    <a:lnTo>
                      <a:pt x="1236" y="810"/>
                    </a:lnTo>
                    <a:lnTo>
                      <a:pt x="1236" y="804"/>
                    </a:lnTo>
                    <a:lnTo>
                      <a:pt x="1242" y="804"/>
                    </a:lnTo>
                    <a:lnTo>
                      <a:pt x="1248" y="798"/>
                    </a:lnTo>
                    <a:lnTo>
                      <a:pt x="1254" y="798"/>
                    </a:lnTo>
                    <a:lnTo>
                      <a:pt x="1254" y="792"/>
                    </a:lnTo>
                    <a:lnTo>
                      <a:pt x="1260" y="792"/>
                    </a:lnTo>
                    <a:lnTo>
                      <a:pt x="1260" y="786"/>
                    </a:lnTo>
                    <a:lnTo>
                      <a:pt x="1266" y="786"/>
                    </a:lnTo>
                    <a:lnTo>
                      <a:pt x="1266" y="780"/>
                    </a:lnTo>
                    <a:lnTo>
                      <a:pt x="1272" y="780"/>
                    </a:lnTo>
                    <a:lnTo>
                      <a:pt x="1272" y="774"/>
                    </a:lnTo>
                    <a:lnTo>
                      <a:pt x="1278" y="774"/>
                    </a:lnTo>
                    <a:lnTo>
                      <a:pt x="1278" y="768"/>
                    </a:lnTo>
                    <a:lnTo>
                      <a:pt x="1284" y="768"/>
                    </a:lnTo>
                    <a:lnTo>
                      <a:pt x="1290" y="762"/>
                    </a:lnTo>
                    <a:lnTo>
                      <a:pt x="1296" y="762"/>
                    </a:lnTo>
                    <a:lnTo>
                      <a:pt x="1296" y="756"/>
                    </a:lnTo>
                    <a:lnTo>
                      <a:pt x="1302" y="756"/>
                    </a:lnTo>
                    <a:lnTo>
                      <a:pt x="1302" y="750"/>
                    </a:lnTo>
                    <a:lnTo>
                      <a:pt x="1308" y="750"/>
                    </a:lnTo>
                    <a:lnTo>
                      <a:pt x="1308" y="744"/>
                    </a:lnTo>
                    <a:lnTo>
                      <a:pt x="1314" y="744"/>
                    </a:lnTo>
                    <a:lnTo>
                      <a:pt x="1314" y="738"/>
                    </a:lnTo>
                    <a:lnTo>
                      <a:pt x="1320" y="738"/>
                    </a:lnTo>
                    <a:lnTo>
                      <a:pt x="1320" y="732"/>
                    </a:lnTo>
                    <a:lnTo>
                      <a:pt x="1326" y="732"/>
                    </a:lnTo>
                    <a:lnTo>
                      <a:pt x="1332" y="732"/>
                    </a:lnTo>
                    <a:lnTo>
                      <a:pt x="1332" y="726"/>
                    </a:lnTo>
                    <a:lnTo>
                      <a:pt x="1338" y="726"/>
                    </a:lnTo>
                    <a:lnTo>
                      <a:pt x="1338" y="720"/>
                    </a:lnTo>
                    <a:lnTo>
                      <a:pt x="1344" y="720"/>
                    </a:lnTo>
                    <a:lnTo>
                      <a:pt x="1344" y="714"/>
                    </a:lnTo>
                    <a:lnTo>
                      <a:pt x="1350" y="714"/>
                    </a:lnTo>
                    <a:lnTo>
                      <a:pt x="1350" y="708"/>
                    </a:lnTo>
                    <a:lnTo>
                      <a:pt x="1356" y="708"/>
                    </a:lnTo>
                    <a:lnTo>
                      <a:pt x="1356" y="702"/>
                    </a:lnTo>
                    <a:lnTo>
                      <a:pt x="1362" y="702"/>
                    </a:lnTo>
                    <a:lnTo>
                      <a:pt x="1368" y="696"/>
                    </a:lnTo>
                    <a:lnTo>
                      <a:pt x="1374" y="696"/>
                    </a:lnTo>
                    <a:lnTo>
                      <a:pt x="1374" y="690"/>
                    </a:lnTo>
                    <a:lnTo>
                      <a:pt x="1380" y="690"/>
                    </a:lnTo>
                    <a:lnTo>
                      <a:pt x="1380" y="684"/>
                    </a:lnTo>
                    <a:lnTo>
                      <a:pt x="1386" y="684"/>
                    </a:lnTo>
                    <a:lnTo>
                      <a:pt x="1386" y="678"/>
                    </a:lnTo>
                    <a:lnTo>
                      <a:pt x="1392" y="678"/>
                    </a:lnTo>
                    <a:lnTo>
                      <a:pt x="1392" y="672"/>
                    </a:lnTo>
                    <a:lnTo>
                      <a:pt x="1398" y="672"/>
                    </a:lnTo>
                    <a:lnTo>
                      <a:pt x="1398" y="666"/>
                    </a:lnTo>
                    <a:lnTo>
                      <a:pt x="1404" y="666"/>
                    </a:lnTo>
                    <a:lnTo>
                      <a:pt x="1410" y="660"/>
                    </a:lnTo>
                    <a:lnTo>
                      <a:pt x="1416" y="660"/>
                    </a:lnTo>
                    <a:lnTo>
                      <a:pt x="1416" y="654"/>
                    </a:lnTo>
                    <a:lnTo>
                      <a:pt x="1422" y="654"/>
                    </a:lnTo>
                    <a:lnTo>
                      <a:pt x="1422" y="648"/>
                    </a:lnTo>
                    <a:lnTo>
                      <a:pt x="1428" y="648"/>
                    </a:lnTo>
                    <a:lnTo>
                      <a:pt x="1428" y="642"/>
                    </a:lnTo>
                    <a:lnTo>
                      <a:pt x="1434" y="642"/>
                    </a:lnTo>
                    <a:lnTo>
                      <a:pt x="1434" y="636"/>
                    </a:lnTo>
                    <a:lnTo>
                      <a:pt x="1440" y="636"/>
                    </a:lnTo>
                    <a:lnTo>
                      <a:pt x="1446" y="636"/>
                    </a:lnTo>
                    <a:lnTo>
                      <a:pt x="1446" y="630"/>
                    </a:lnTo>
                    <a:lnTo>
                      <a:pt x="1452" y="630"/>
                    </a:lnTo>
                    <a:lnTo>
                      <a:pt x="1458" y="630"/>
                    </a:lnTo>
                    <a:lnTo>
                      <a:pt x="1458" y="624"/>
                    </a:lnTo>
                    <a:lnTo>
                      <a:pt x="1464" y="624"/>
                    </a:lnTo>
                    <a:lnTo>
                      <a:pt x="1470" y="624"/>
                    </a:lnTo>
                    <a:lnTo>
                      <a:pt x="1476" y="624"/>
                    </a:lnTo>
                    <a:lnTo>
                      <a:pt x="1482" y="624"/>
                    </a:lnTo>
                    <a:lnTo>
                      <a:pt x="1488" y="624"/>
                    </a:lnTo>
                    <a:lnTo>
                      <a:pt x="1494" y="624"/>
                    </a:lnTo>
                    <a:lnTo>
                      <a:pt x="1500" y="624"/>
                    </a:lnTo>
                    <a:lnTo>
                      <a:pt x="1506" y="624"/>
                    </a:lnTo>
                    <a:lnTo>
                      <a:pt x="1512" y="624"/>
                    </a:lnTo>
                    <a:lnTo>
                      <a:pt x="1518" y="624"/>
                    </a:lnTo>
                    <a:lnTo>
                      <a:pt x="1524" y="624"/>
                    </a:lnTo>
                    <a:lnTo>
                      <a:pt x="1530" y="624"/>
                    </a:lnTo>
                    <a:lnTo>
                      <a:pt x="1536" y="624"/>
                    </a:lnTo>
                    <a:lnTo>
                      <a:pt x="1542" y="624"/>
                    </a:lnTo>
                    <a:lnTo>
                      <a:pt x="1548" y="624"/>
                    </a:lnTo>
                    <a:lnTo>
                      <a:pt x="1554" y="624"/>
                    </a:lnTo>
                    <a:lnTo>
                      <a:pt x="1560" y="624"/>
                    </a:lnTo>
                    <a:lnTo>
                      <a:pt x="1566" y="624"/>
                    </a:lnTo>
                    <a:lnTo>
                      <a:pt x="1572" y="624"/>
                    </a:lnTo>
                    <a:lnTo>
                      <a:pt x="1578" y="624"/>
                    </a:lnTo>
                    <a:lnTo>
                      <a:pt x="1584" y="624"/>
                    </a:lnTo>
                    <a:lnTo>
                      <a:pt x="1590" y="624"/>
                    </a:lnTo>
                    <a:lnTo>
                      <a:pt x="1596" y="624"/>
                    </a:lnTo>
                    <a:lnTo>
                      <a:pt x="1602" y="624"/>
                    </a:lnTo>
                    <a:lnTo>
                      <a:pt x="1608" y="624"/>
                    </a:lnTo>
                    <a:lnTo>
                      <a:pt x="1614" y="624"/>
                    </a:lnTo>
                    <a:lnTo>
                      <a:pt x="1620" y="624"/>
                    </a:lnTo>
                    <a:lnTo>
                      <a:pt x="1620" y="630"/>
                    </a:lnTo>
                    <a:lnTo>
                      <a:pt x="1626" y="630"/>
                    </a:lnTo>
                    <a:lnTo>
                      <a:pt x="1632" y="630"/>
                    </a:lnTo>
                    <a:lnTo>
                      <a:pt x="1638" y="630"/>
                    </a:lnTo>
                    <a:lnTo>
                      <a:pt x="1644" y="630"/>
                    </a:lnTo>
                    <a:lnTo>
                      <a:pt x="1650" y="630"/>
                    </a:lnTo>
                    <a:lnTo>
                      <a:pt x="1656" y="630"/>
                    </a:lnTo>
                    <a:lnTo>
                      <a:pt x="1662" y="630"/>
                    </a:lnTo>
                    <a:lnTo>
                      <a:pt x="1668" y="630"/>
                    </a:lnTo>
                    <a:lnTo>
                      <a:pt x="1674" y="630"/>
                    </a:lnTo>
                    <a:lnTo>
                      <a:pt x="1680" y="630"/>
                    </a:lnTo>
                    <a:lnTo>
                      <a:pt x="1686" y="630"/>
                    </a:lnTo>
                    <a:lnTo>
                      <a:pt x="1692" y="630"/>
                    </a:lnTo>
                    <a:lnTo>
                      <a:pt x="1698" y="630"/>
                    </a:lnTo>
                    <a:lnTo>
                      <a:pt x="1704" y="630"/>
                    </a:lnTo>
                    <a:lnTo>
                      <a:pt x="1710" y="630"/>
                    </a:lnTo>
                    <a:lnTo>
                      <a:pt x="1716" y="630"/>
                    </a:lnTo>
                    <a:lnTo>
                      <a:pt x="1722" y="630"/>
                    </a:lnTo>
                    <a:lnTo>
                      <a:pt x="1728" y="630"/>
                    </a:lnTo>
                    <a:lnTo>
                      <a:pt x="1734" y="630"/>
                    </a:lnTo>
                    <a:lnTo>
                      <a:pt x="1740" y="630"/>
                    </a:lnTo>
                    <a:lnTo>
                      <a:pt x="1746" y="630"/>
                    </a:lnTo>
                    <a:lnTo>
                      <a:pt x="1752" y="630"/>
                    </a:lnTo>
                    <a:lnTo>
                      <a:pt x="1758" y="630"/>
                    </a:lnTo>
                    <a:lnTo>
                      <a:pt x="1764" y="630"/>
                    </a:lnTo>
                    <a:lnTo>
                      <a:pt x="1770" y="630"/>
                    </a:lnTo>
                    <a:lnTo>
                      <a:pt x="1776" y="630"/>
                    </a:lnTo>
                    <a:lnTo>
                      <a:pt x="1782" y="630"/>
                    </a:lnTo>
                    <a:lnTo>
                      <a:pt x="1788" y="630"/>
                    </a:lnTo>
                    <a:lnTo>
                      <a:pt x="1794" y="630"/>
                    </a:lnTo>
                    <a:lnTo>
                      <a:pt x="1800" y="630"/>
                    </a:lnTo>
                    <a:lnTo>
                      <a:pt x="1806" y="630"/>
                    </a:lnTo>
                    <a:lnTo>
                      <a:pt x="1812" y="630"/>
                    </a:lnTo>
                    <a:lnTo>
                      <a:pt x="1818" y="630"/>
                    </a:lnTo>
                    <a:lnTo>
                      <a:pt x="1818" y="624"/>
                    </a:lnTo>
                    <a:lnTo>
                      <a:pt x="1824" y="624"/>
                    </a:lnTo>
                    <a:lnTo>
                      <a:pt x="1830" y="624"/>
                    </a:lnTo>
                    <a:lnTo>
                      <a:pt x="1830" y="618"/>
                    </a:lnTo>
                    <a:lnTo>
                      <a:pt x="1836" y="618"/>
                    </a:lnTo>
                    <a:lnTo>
                      <a:pt x="1842" y="618"/>
                    </a:lnTo>
                    <a:lnTo>
                      <a:pt x="1842" y="612"/>
                    </a:lnTo>
                    <a:lnTo>
                      <a:pt x="1848" y="612"/>
                    </a:lnTo>
                    <a:lnTo>
                      <a:pt x="1848" y="606"/>
                    </a:lnTo>
                    <a:lnTo>
                      <a:pt x="1854" y="606"/>
                    </a:lnTo>
                    <a:lnTo>
                      <a:pt x="1860" y="606"/>
                    </a:lnTo>
                    <a:lnTo>
                      <a:pt x="1860" y="600"/>
                    </a:lnTo>
                    <a:lnTo>
                      <a:pt x="1866" y="600"/>
                    </a:lnTo>
                    <a:lnTo>
                      <a:pt x="1866" y="594"/>
                    </a:lnTo>
                    <a:lnTo>
                      <a:pt x="1872" y="594"/>
                    </a:lnTo>
                    <a:lnTo>
                      <a:pt x="1878" y="588"/>
                    </a:lnTo>
                    <a:lnTo>
                      <a:pt x="1884" y="588"/>
                    </a:lnTo>
                    <a:lnTo>
                      <a:pt x="1884" y="582"/>
                    </a:lnTo>
                    <a:lnTo>
                      <a:pt x="1890" y="582"/>
                    </a:lnTo>
                    <a:lnTo>
                      <a:pt x="1890" y="576"/>
                    </a:lnTo>
                    <a:lnTo>
                      <a:pt x="1896" y="576"/>
                    </a:lnTo>
                    <a:lnTo>
                      <a:pt x="1902" y="576"/>
                    </a:lnTo>
                    <a:lnTo>
                      <a:pt x="1902" y="570"/>
                    </a:lnTo>
                    <a:lnTo>
                      <a:pt x="1908" y="570"/>
                    </a:lnTo>
                    <a:lnTo>
                      <a:pt x="1908" y="564"/>
                    </a:lnTo>
                    <a:lnTo>
                      <a:pt x="1914" y="564"/>
                    </a:lnTo>
                    <a:lnTo>
                      <a:pt x="1920" y="564"/>
                    </a:lnTo>
                    <a:lnTo>
                      <a:pt x="1920" y="558"/>
                    </a:lnTo>
                    <a:lnTo>
                      <a:pt x="1926" y="558"/>
                    </a:lnTo>
                    <a:lnTo>
                      <a:pt x="1926" y="552"/>
                    </a:lnTo>
                    <a:lnTo>
                      <a:pt x="1932" y="552"/>
                    </a:lnTo>
                    <a:lnTo>
                      <a:pt x="1932" y="546"/>
                    </a:lnTo>
                    <a:lnTo>
                      <a:pt x="1938" y="546"/>
                    </a:lnTo>
                    <a:lnTo>
                      <a:pt x="1944" y="546"/>
                    </a:lnTo>
                    <a:lnTo>
                      <a:pt x="1944" y="540"/>
                    </a:lnTo>
                    <a:lnTo>
                      <a:pt x="1950" y="540"/>
                    </a:lnTo>
                    <a:lnTo>
                      <a:pt x="1950" y="534"/>
                    </a:lnTo>
                    <a:lnTo>
                      <a:pt x="1956" y="534"/>
                    </a:lnTo>
                    <a:lnTo>
                      <a:pt x="1962" y="534"/>
                    </a:lnTo>
                    <a:lnTo>
                      <a:pt x="1962" y="528"/>
                    </a:lnTo>
                    <a:lnTo>
                      <a:pt x="1968" y="528"/>
                    </a:lnTo>
                    <a:lnTo>
                      <a:pt x="1968" y="522"/>
                    </a:lnTo>
                    <a:lnTo>
                      <a:pt x="1974" y="522"/>
                    </a:lnTo>
                    <a:lnTo>
                      <a:pt x="1974" y="516"/>
                    </a:lnTo>
                    <a:lnTo>
                      <a:pt x="1980" y="516"/>
                    </a:lnTo>
                    <a:lnTo>
                      <a:pt x="1986" y="516"/>
                    </a:lnTo>
                    <a:lnTo>
                      <a:pt x="1986" y="510"/>
                    </a:lnTo>
                    <a:lnTo>
                      <a:pt x="1992" y="510"/>
                    </a:lnTo>
                    <a:lnTo>
                      <a:pt x="1992" y="504"/>
                    </a:lnTo>
                    <a:lnTo>
                      <a:pt x="1998" y="504"/>
                    </a:lnTo>
                    <a:lnTo>
                      <a:pt x="2004" y="504"/>
                    </a:lnTo>
                    <a:lnTo>
                      <a:pt x="2004" y="498"/>
                    </a:lnTo>
                    <a:lnTo>
                      <a:pt x="2010" y="498"/>
                    </a:lnTo>
                    <a:lnTo>
                      <a:pt x="2010" y="492"/>
                    </a:lnTo>
                    <a:lnTo>
                      <a:pt x="2016" y="492"/>
                    </a:lnTo>
                    <a:lnTo>
                      <a:pt x="2022" y="486"/>
                    </a:lnTo>
                    <a:lnTo>
                      <a:pt x="2028" y="486"/>
                    </a:lnTo>
                    <a:lnTo>
                      <a:pt x="2028" y="480"/>
                    </a:lnTo>
                    <a:lnTo>
                      <a:pt x="2034" y="480"/>
                    </a:lnTo>
                    <a:lnTo>
                      <a:pt x="2034" y="474"/>
                    </a:lnTo>
                    <a:lnTo>
                      <a:pt x="2040" y="474"/>
                    </a:lnTo>
                    <a:lnTo>
                      <a:pt x="2046" y="474"/>
                    </a:lnTo>
                    <a:lnTo>
                      <a:pt x="2046" y="468"/>
                    </a:lnTo>
                    <a:lnTo>
                      <a:pt x="2052" y="468"/>
                    </a:lnTo>
                    <a:lnTo>
                      <a:pt x="2052" y="462"/>
                    </a:lnTo>
                    <a:lnTo>
                      <a:pt x="2058" y="462"/>
                    </a:lnTo>
                    <a:lnTo>
                      <a:pt x="2064" y="462"/>
                    </a:lnTo>
                    <a:lnTo>
                      <a:pt x="2064" y="456"/>
                    </a:lnTo>
                    <a:lnTo>
                      <a:pt x="2070" y="456"/>
                    </a:lnTo>
                    <a:lnTo>
                      <a:pt x="2070" y="450"/>
                    </a:lnTo>
                    <a:lnTo>
                      <a:pt x="2076" y="450"/>
                    </a:lnTo>
                    <a:lnTo>
                      <a:pt x="2082" y="444"/>
                    </a:lnTo>
                    <a:lnTo>
                      <a:pt x="2088" y="444"/>
                    </a:lnTo>
                    <a:lnTo>
                      <a:pt x="2088" y="438"/>
                    </a:lnTo>
                    <a:lnTo>
                      <a:pt x="2094" y="438"/>
                    </a:lnTo>
                    <a:lnTo>
                      <a:pt x="2094" y="432"/>
                    </a:lnTo>
                    <a:lnTo>
                      <a:pt x="2100" y="432"/>
                    </a:lnTo>
                    <a:lnTo>
                      <a:pt x="2106" y="432"/>
                    </a:lnTo>
                    <a:lnTo>
                      <a:pt x="2106" y="426"/>
                    </a:lnTo>
                    <a:lnTo>
                      <a:pt x="2112" y="426"/>
                    </a:lnTo>
                    <a:lnTo>
                      <a:pt x="2112" y="420"/>
                    </a:lnTo>
                    <a:lnTo>
                      <a:pt x="2118" y="420"/>
                    </a:lnTo>
                    <a:lnTo>
                      <a:pt x="2124" y="420"/>
                    </a:lnTo>
                    <a:lnTo>
                      <a:pt x="2124" y="414"/>
                    </a:lnTo>
                    <a:lnTo>
                      <a:pt x="2130" y="414"/>
                    </a:lnTo>
                    <a:lnTo>
                      <a:pt x="2130" y="408"/>
                    </a:lnTo>
                    <a:lnTo>
                      <a:pt x="2136" y="408"/>
                    </a:lnTo>
                    <a:lnTo>
                      <a:pt x="2142" y="402"/>
                    </a:lnTo>
                    <a:lnTo>
                      <a:pt x="2148" y="402"/>
                    </a:lnTo>
                    <a:lnTo>
                      <a:pt x="2148" y="396"/>
                    </a:lnTo>
                    <a:lnTo>
                      <a:pt x="2154" y="396"/>
                    </a:lnTo>
                    <a:lnTo>
                      <a:pt x="2154" y="390"/>
                    </a:lnTo>
                    <a:lnTo>
                      <a:pt x="2160" y="390"/>
                    </a:lnTo>
                    <a:lnTo>
                      <a:pt x="2166" y="384"/>
                    </a:lnTo>
                    <a:lnTo>
                      <a:pt x="2172" y="384"/>
                    </a:lnTo>
                    <a:lnTo>
                      <a:pt x="2172" y="378"/>
                    </a:lnTo>
                    <a:lnTo>
                      <a:pt x="2178" y="378"/>
                    </a:lnTo>
                    <a:lnTo>
                      <a:pt x="2178" y="372"/>
                    </a:lnTo>
                    <a:lnTo>
                      <a:pt x="2184" y="372"/>
                    </a:lnTo>
                    <a:lnTo>
                      <a:pt x="2184" y="366"/>
                    </a:lnTo>
                    <a:lnTo>
                      <a:pt x="2190" y="366"/>
                    </a:lnTo>
                    <a:lnTo>
                      <a:pt x="2190" y="360"/>
                    </a:lnTo>
                    <a:lnTo>
                      <a:pt x="2196" y="360"/>
                    </a:lnTo>
                    <a:lnTo>
                      <a:pt x="2196" y="354"/>
                    </a:lnTo>
                    <a:lnTo>
                      <a:pt x="2202" y="354"/>
                    </a:lnTo>
                    <a:lnTo>
                      <a:pt x="2202" y="348"/>
                    </a:lnTo>
                    <a:lnTo>
                      <a:pt x="2208" y="348"/>
                    </a:lnTo>
                    <a:lnTo>
                      <a:pt x="2208" y="342"/>
                    </a:lnTo>
                    <a:lnTo>
                      <a:pt x="2214" y="342"/>
                    </a:lnTo>
                    <a:lnTo>
                      <a:pt x="2214" y="336"/>
                    </a:lnTo>
                    <a:lnTo>
                      <a:pt x="2220" y="336"/>
                    </a:lnTo>
                    <a:lnTo>
                      <a:pt x="2220" y="330"/>
                    </a:lnTo>
                    <a:lnTo>
                      <a:pt x="2220" y="324"/>
                    </a:lnTo>
                    <a:lnTo>
                      <a:pt x="2226" y="324"/>
                    </a:lnTo>
                    <a:lnTo>
                      <a:pt x="2226" y="318"/>
                    </a:lnTo>
                    <a:lnTo>
                      <a:pt x="2232" y="318"/>
                    </a:lnTo>
                    <a:lnTo>
                      <a:pt x="2232" y="312"/>
                    </a:lnTo>
                    <a:lnTo>
                      <a:pt x="2238" y="312"/>
                    </a:lnTo>
                    <a:lnTo>
                      <a:pt x="2238" y="306"/>
                    </a:lnTo>
                    <a:lnTo>
                      <a:pt x="2244" y="306"/>
                    </a:lnTo>
                    <a:lnTo>
                      <a:pt x="2244" y="300"/>
                    </a:lnTo>
                    <a:lnTo>
                      <a:pt x="2250" y="300"/>
                    </a:lnTo>
                    <a:lnTo>
                      <a:pt x="2250" y="294"/>
                    </a:lnTo>
                    <a:lnTo>
                      <a:pt x="2256" y="294"/>
                    </a:lnTo>
                    <a:lnTo>
                      <a:pt x="2256" y="288"/>
                    </a:lnTo>
                    <a:lnTo>
                      <a:pt x="2262" y="288"/>
                    </a:lnTo>
                    <a:lnTo>
                      <a:pt x="2262" y="282"/>
                    </a:lnTo>
                    <a:lnTo>
                      <a:pt x="2268" y="282"/>
                    </a:lnTo>
                    <a:lnTo>
                      <a:pt x="2268" y="276"/>
                    </a:lnTo>
                    <a:lnTo>
                      <a:pt x="2274" y="276"/>
                    </a:lnTo>
                    <a:lnTo>
                      <a:pt x="2274" y="270"/>
                    </a:lnTo>
                    <a:lnTo>
                      <a:pt x="2280" y="264"/>
                    </a:lnTo>
                    <a:lnTo>
                      <a:pt x="2286" y="258"/>
                    </a:lnTo>
                    <a:lnTo>
                      <a:pt x="2286" y="252"/>
                    </a:lnTo>
                    <a:lnTo>
                      <a:pt x="2292" y="252"/>
                    </a:lnTo>
                    <a:lnTo>
                      <a:pt x="2292" y="246"/>
                    </a:lnTo>
                    <a:lnTo>
                      <a:pt x="2298" y="246"/>
                    </a:lnTo>
                    <a:lnTo>
                      <a:pt x="2298" y="240"/>
                    </a:lnTo>
                    <a:lnTo>
                      <a:pt x="2304" y="240"/>
                    </a:lnTo>
                    <a:lnTo>
                      <a:pt x="2304" y="234"/>
                    </a:lnTo>
                    <a:lnTo>
                      <a:pt x="2310" y="234"/>
                    </a:lnTo>
                    <a:lnTo>
                      <a:pt x="2310" y="228"/>
                    </a:lnTo>
                    <a:lnTo>
                      <a:pt x="2316" y="228"/>
                    </a:lnTo>
                    <a:lnTo>
                      <a:pt x="2316" y="222"/>
                    </a:lnTo>
                    <a:lnTo>
                      <a:pt x="2322" y="222"/>
                    </a:lnTo>
                    <a:lnTo>
                      <a:pt x="2322" y="216"/>
                    </a:lnTo>
                    <a:lnTo>
                      <a:pt x="2328" y="216"/>
                    </a:lnTo>
                    <a:lnTo>
                      <a:pt x="2328" y="210"/>
                    </a:lnTo>
                    <a:lnTo>
                      <a:pt x="2334" y="210"/>
                    </a:lnTo>
                    <a:lnTo>
                      <a:pt x="2334" y="204"/>
                    </a:lnTo>
                    <a:lnTo>
                      <a:pt x="2340" y="198"/>
                    </a:lnTo>
                    <a:lnTo>
                      <a:pt x="2346" y="192"/>
                    </a:lnTo>
                    <a:lnTo>
                      <a:pt x="2346" y="186"/>
                    </a:lnTo>
                    <a:lnTo>
                      <a:pt x="2352" y="186"/>
                    </a:lnTo>
                    <a:lnTo>
                      <a:pt x="2352" y="180"/>
                    </a:lnTo>
                    <a:lnTo>
                      <a:pt x="2358" y="180"/>
                    </a:lnTo>
                    <a:lnTo>
                      <a:pt x="2358" y="174"/>
                    </a:lnTo>
                    <a:lnTo>
                      <a:pt x="2364" y="174"/>
                    </a:lnTo>
                    <a:lnTo>
                      <a:pt x="2364" y="168"/>
                    </a:lnTo>
                    <a:lnTo>
                      <a:pt x="2370" y="168"/>
                    </a:lnTo>
                    <a:lnTo>
                      <a:pt x="2370" y="162"/>
                    </a:lnTo>
                    <a:lnTo>
                      <a:pt x="2376" y="162"/>
                    </a:lnTo>
                    <a:lnTo>
                      <a:pt x="2376" y="156"/>
                    </a:lnTo>
                    <a:lnTo>
                      <a:pt x="2382" y="156"/>
                    </a:lnTo>
                    <a:lnTo>
                      <a:pt x="2382" y="150"/>
                    </a:lnTo>
                    <a:lnTo>
                      <a:pt x="2388" y="150"/>
                    </a:lnTo>
                    <a:lnTo>
                      <a:pt x="2388" y="144"/>
                    </a:lnTo>
                    <a:lnTo>
                      <a:pt x="2394" y="144"/>
                    </a:lnTo>
                    <a:lnTo>
                      <a:pt x="2394" y="138"/>
                    </a:lnTo>
                    <a:lnTo>
                      <a:pt x="2400" y="132"/>
                    </a:lnTo>
                    <a:lnTo>
                      <a:pt x="2400" y="126"/>
                    </a:lnTo>
                    <a:lnTo>
                      <a:pt x="2406" y="126"/>
                    </a:lnTo>
                    <a:lnTo>
                      <a:pt x="2406" y="120"/>
                    </a:lnTo>
                    <a:lnTo>
                      <a:pt x="2412" y="120"/>
                    </a:lnTo>
                    <a:lnTo>
                      <a:pt x="2412" y="114"/>
                    </a:lnTo>
                    <a:lnTo>
                      <a:pt x="2418" y="114"/>
                    </a:lnTo>
                    <a:lnTo>
                      <a:pt x="2418" y="108"/>
                    </a:lnTo>
                    <a:lnTo>
                      <a:pt x="2424" y="108"/>
                    </a:lnTo>
                    <a:lnTo>
                      <a:pt x="2424" y="102"/>
                    </a:lnTo>
                    <a:lnTo>
                      <a:pt x="2430" y="102"/>
                    </a:lnTo>
                    <a:lnTo>
                      <a:pt x="2430" y="96"/>
                    </a:lnTo>
                    <a:lnTo>
                      <a:pt x="2436" y="96"/>
                    </a:lnTo>
                    <a:lnTo>
                      <a:pt x="2436" y="90"/>
                    </a:lnTo>
                    <a:lnTo>
                      <a:pt x="2442" y="90"/>
                    </a:lnTo>
                    <a:lnTo>
                      <a:pt x="2442" y="84"/>
                    </a:lnTo>
                    <a:lnTo>
                      <a:pt x="2448" y="84"/>
                    </a:lnTo>
                    <a:lnTo>
                      <a:pt x="2448" y="78"/>
                    </a:lnTo>
                    <a:lnTo>
                      <a:pt x="2454" y="78"/>
                    </a:lnTo>
                    <a:lnTo>
                      <a:pt x="2454" y="72"/>
                    </a:lnTo>
                    <a:lnTo>
                      <a:pt x="2460" y="66"/>
                    </a:lnTo>
                    <a:lnTo>
                      <a:pt x="2460" y="60"/>
                    </a:lnTo>
                    <a:lnTo>
                      <a:pt x="2466" y="60"/>
                    </a:lnTo>
                    <a:lnTo>
                      <a:pt x="2466" y="54"/>
                    </a:lnTo>
                    <a:lnTo>
                      <a:pt x="2472" y="54"/>
                    </a:lnTo>
                    <a:lnTo>
                      <a:pt x="2472" y="48"/>
                    </a:lnTo>
                    <a:lnTo>
                      <a:pt x="2478" y="48"/>
                    </a:lnTo>
                    <a:lnTo>
                      <a:pt x="2478" y="42"/>
                    </a:lnTo>
                    <a:lnTo>
                      <a:pt x="2484" y="42"/>
                    </a:lnTo>
                    <a:lnTo>
                      <a:pt x="2484" y="36"/>
                    </a:lnTo>
                    <a:lnTo>
                      <a:pt x="2490" y="36"/>
                    </a:lnTo>
                    <a:lnTo>
                      <a:pt x="2490" y="30"/>
                    </a:lnTo>
                    <a:lnTo>
                      <a:pt x="2496" y="30"/>
                    </a:lnTo>
                    <a:lnTo>
                      <a:pt x="2496" y="24"/>
                    </a:lnTo>
                    <a:lnTo>
                      <a:pt x="2502" y="24"/>
                    </a:lnTo>
                    <a:lnTo>
                      <a:pt x="2502" y="18"/>
                    </a:lnTo>
                    <a:lnTo>
                      <a:pt x="2508" y="18"/>
                    </a:lnTo>
                    <a:lnTo>
                      <a:pt x="2508" y="12"/>
                    </a:lnTo>
                    <a:lnTo>
                      <a:pt x="2514" y="12"/>
                    </a:lnTo>
                    <a:lnTo>
                      <a:pt x="2514" y="6"/>
                    </a:lnTo>
                    <a:lnTo>
                      <a:pt x="2520" y="6"/>
                    </a:lnTo>
                    <a:lnTo>
                      <a:pt x="2526" y="6"/>
                    </a:lnTo>
                    <a:lnTo>
                      <a:pt x="2526" y="0"/>
                    </a:lnTo>
                    <a:lnTo>
                      <a:pt x="2532" y="0"/>
                    </a:lnTo>
                    <a:lnTo>
                      <a:pt x="2538" y="0"/>
                    </a:lnTo>
                    <a:lnTo>
                      <a:pt x="2538" y="6"/>
                    </a:lnTo>
                    <a:lnTo>
                      <a:pt x="2544" y="6"/>
                    </a:lnTo>
                    <a:lnTo>
                      <a:pt x="2550" y="6"/>
                    </a:lnTo>
                    <a:lnTo>
                      <a:pt x="2556" y="6"/>
                    </a:lnTo>
                    <a:lnTo>
                      <a:pt x="2556" y="12"/>
                    </a:lnTo>
                    <a:lnTo>
                      <a:pt x="2562" y="12"/>
                    </a:lnTo>
                    <a:lnTo>
                      <a:pt x="2562" y="18"/>
                    </a:lnTo>
                    <a:lnTo>
                      <a:pt x="2568" y="18"/>
                    </a:lnTo>
                    <a:lnTo>
                      <a:pt x="2568" y="24"/>
                    </a:lnTo>
                    <a:lnTo>
                      <a:pt x="2574" y="24"/>
                    </a:lnTo>
                    <a:lnTo>
                      <a:pt x="2574" y="30"/>
                    </a:lnTo>
                    <a:lnTo>
                      <a:pt x="2580" y="30"/>
                    </a:lnTo>
                    <a:lnTo>
                      <a:pt x="2586" y="30"/>
                    </a:lnTo>
                    <a:lnTo>
                      <a:pt x="2586" y="36"/>
                    </a:lnTo>
                    <a:lnTo>
                      <a:pt x="2592" y="36"/>
                    </a:lnTo>
                    <a:lnTo>
                      <a:pt x="2592" y="42"/>
                    </a:lnTo>
                    <a:lnTo>
                      <a:pt x="2598" y="42"/>
                    </a:lnTo>
                    <a:lnTo>
                      <a:pt x="2598" y="48"/>
                    </a:lnTo>
                    <a:lnTo>
                      <a:pt x="2604" y="48"/>
                    </a:lnTo>
                    <a:lnTo>
                      <a:pt x="2604" y="54"/>
                    </a:lnTo>
                    <a:lnTo>
                      <a:pt x="2610" y="54"/>
                    </a:lnTo>
                    <a:lnTo>
                      <a:pt x="2616" y="60"/>
                    </a:lnTo>
                    <a:lnTo>
                      <a:pt x="2622" y="60"/>
                    </a:lnTo>
                    <a:lnTo>
                      <a:pt x="2622" y="66"/>
                    </a:lnTo>
                    <a:lnTo>
                      <a:pt x="2628" y="66"/>
                    </a:lnTo>
                    <a:lnTo>
                      <a:pt x="2628" y="72"/>
                    </a:lnTo>
                    <a:lnTo>
                      <a:pt x="2634" y="72"/>
                    </a:lnTo>
                    <a:lnTo>
                      <a:pt x="2634" y="78"/>
                    </a:lnTo>
                    <a:lnTo>
                      <a:pt x="2640" y="78"/>
                    </a:lnTo>
                    <a:lnTo>
                      <a:pt x="2640" y="84"/>
                    </a:lnTo>
                    <a:lnTo>
                      <a:pt x="2646" y="84"/>
                    </a:lnTo>
                    <a:lnTo>
                      <a:pt x="2652" y="90"/>
                    </a:lnTo>
                    <a:lnTo>
                      <a:pt x="2658" y="90"/>
                    </a:lnTo>
                    <a:lnTo>
                      <a:pt x="2658" y="96"/>
                    </a:lnTo>
                    <a:lnTo>
                      <a:pt x="2664" y="96"/>
                    </a:lnTo>
                    <a:lnTo>
                      <a:pt x="2664" y="102"/>
                    </a:lnTo>
                    <a:lnTo>
                      <a:pt x="2670" y="102"/>
                    </a:lnTo>
                    <a:lnTo>
                      <a:pt x="2670" y="108"/>
                    </a:lnTo>
                    <a:lnTo>
                      <a:pt x="2676" y="108"/>
                    </a:lnTo>
                    <a:lnTo>
                      <a:pt x="2676" y="114"/>
                    </a:lnTo>
                    <a:lnTo>
                      <a:pt x="2682" y="114"/>
                    </a:lnTo>
                    <a:lnTo>
                      <a:pt x="2688" y="120"/>
                    </a:lnTo>
                    <a:lnTo>
                      <a:pt x="2694" y="120"/>
                    </a:lnTo>
                    <a:lnTo>
                      <a:pt x="2694" y="126"/>
                    </a:lnTo>
                    <a:lnTo>
                      <a:pt x="2700" y="126"/>
                    </a:lnTo>
                    <a:lnTo>
                      <a:pt x="2700" y="132"/>
                    </a:lnTo>
                    <a:lnTo>
                      <a:pt x="2706" y="132"/>
                    </a:lnTo>
                    <a:lnTo>
                      <a:pt x="2706" y="138"/>
                    </a:lnTo>
                    <a:lnTo>
                      <a:pt x="2712" y="138"/>
                    </a:lnTo>
                    <a:lnTo>
                      <a:pt x="2712" y="144"/>
                    </a:lnTo>
                    <a:lnTo>
                      <a:pt x="2718" y="144"/>
                    </a:lnTo>
                    <a:lnTo>
                      <a:pt x="2718" y="150"/>
                    </a:lnTo>
                    <a:lnTo>
                      <a:pt x="2724" y="150"/>
                    </a:lnTo>
                    <a:lnTo>
                      <a:pt x="2724" y="156"/>
                    </a:lnTo>
                    <a:lnTo>
                      <a:pt x="2730" y="156"/>
                    </a:lnTo>
                    <a:lnTo>
                      <a:pt x="2736" y="156"/>
                    </a:lnTo>
                    <a:lnTo>
                      <a:pt x="2736" y="162"/>
                    </a:lnTo>
                    <a:lnTo>
                      <a:pt x="2742" y="162"/>
                    </a:lnTo>
                    <a:lnTo>
                      <a:pt x="2742" y="168"/>
                    </a:lnTo>
                    <a:lnTo>
                      <a:pt x="2748" y="168"/>
                    </a:lnTo>
                    <a:lnTo>
                      <a:pt x="2748" y="174"/>
                    </a:lnTo>
                    <a:lnTo>
                      <a:pt x="2754" y="174"/>
                    </a:lnTo>
                    <a:lnTo>
                      <a:pt x="2754" y="180"/>
                    </a:lnTo>
                    <a:lnTo>
                      <a:pt x="2760" y="180"/>
                    </a:lnTo>
                    <a:lnTo>
                      <a:pt x="2760" y="186"/>
                    </a:lnTo>
                    <a:lnTo>
                      <a:pt x="2766" y="186"/>
                    </a:lnTo>
                    <a:lnTo>
                      <a:pt x="2766" y="192"/>
                    </a:lnTo>
                    <a:lnTo>
                      <a:pt x="2772" y="192"/>
                    </a:lnTo>
                    <a:lnTo>
                      <a:pt x="2778" y="198"/>
                    </a:lnTo>
                    <a:lnTo>
                      <a:pt x="2784" y="198"/>
                    </a:lnTo>
                    <a:lnTo>
                      <a:pt x="2784" y="204"/>
                    </a:lnTo>
                    <a:lnTo>
                      <a:pt x="2790" y="204"/>
                    </a:lnTo>
                    <a:lnTo>
                      <a:pt x="2790" y="210"/>
                    </a:lnTo>
                    <a:lnTo>
                      <a:pt x="2796" y="210"/>
                    </a:lnTo>
                    <a:lnTo>
                      <a:pt x="2796" y="216"/>
                    </a:lnTo>
                    <a:lnTo>
                      <a:pt x="2802" y="216"/>
                    </a:lnTo>
                    <a:lnTo>
                      <a:pt x="2802" y="222"/>
                    </a:lnTo>
                    <a:lnTo>
                      <a:pt x="2808" y="222"/>
                    </a:lnTo>
                    <a:lnTo>
                      <a:pt x="2808" y="228"/>
                    </a:lnTo>
                    <a:lnTo>
                      <a:pt x="2814" y="228"/>
                    </a:lnTo>
                    <a:lnTo>
                      <a:pt x="2820" y="234"/>
                    </a:lnTo>
                    <a:lnTo>
                      <a:pt x="2826" y="234"/>
                    </a:lnTo>
                    <a:lnTo>
                      <a:pt x="2826" y="240"/>
                    </a:lnTo>
                    <a:lnTo>
                      <a:pt x="2832" y="240"/>
                    </a:lnTo>
                    <a:lnTo>
                      <a:pt x="2832" y="246"/>
                    </a:lnTo>
                    <a:lnTo>
                      <a:pt x="2838" y="246"/>
                    </a:lnTo>
                    <a:lnTo>
                      <a:pt x="2838" y="252"/>
                    </a:lnTo>
                    <a:lnTo>
                      <a:pt x="2844" y="252"/>
                    </a:lnTo>
                    <a:lnTo>
                      <a:pt x="2844" y="258"/>
                    </a:lnTo>
                    <a:lnTo>
                      <a:pt x="2850" y="258"/>
                    </a:lnTo>
                    <a:lnTo>
                      <a:pt x="2850" y="264"/>
                    </a:lnTo>
                    <a:lnTo>
                      <a:pt x="2856" y="264"/>
                    </a:lnTo>
                    <a:lnTo>
                      <a:pt x="2856" y="270"/>
                    </a:lnTo>
                    <a:lnTo>
                      <a:pt x="2862" y="270"/>
                    </a:lnTo>
                    <a:lnTo>
                      <a:pt x="2868" y="270"/>
                    </a:lnTo>
                    <a:lnTo>
                      <a:pt x="2868" y="276"/>
                    </a:lnTo>
                    <a:lnTo>
                      <a:pt x="2874" y="276"/>
                    </a:lnTo>
                    <a:lnTo>
                      <a:pt x="2874" y="282"/>
                    </a:lnTo>
                    <a:lnTo>
                      <a:pt x="2880" y="282"/>
                    </a:lnTo>
                    <a:lnTo>
                      <a:pt x="2886" y="282"/>
                    </a:lnTo>
                    <a:lnTo>
                      <a:pt x="2886" y="288"/>
                    </a:lnTo>
                    <a:lnTo>
                      <a:pt x="2892" y="288"/>
                    </a:lnTo>
                    <a:lnTo>
                      <a:pt x="2898" y="288"/>
                    </a:lnTo>
                    <a:lnTo>
                      <a:pt x="2904" y="288"/>
                    </a:lnTo>
                    <a:lnTo>
                      <a:pt x="2910" y="288"/>
                    </a:lnTo>
                    <a:lnTo>
                      <a:pt x="2910" y="294"/>
                    </a:lnTo>
                    <a:lnTo>
                      <a:pt x="2916" y="294"/>
                    </a:lnTo>
                    <a:lnTo>
                      <a:pt x="2922" y="294"/>
                    </a:lnTo>
                    <a:lnTo>
                      <a:pt x="2928" y="294"/>
                    </a:lnTo>
                    <a:lnTo>
                      <a:pt x="2934" y="294"/>
                    </a:lnTo>
                    <a:lnTo>
                      <a:pt x="2940" y="294"/>
                    </a:lnTo>
                    <a:lnTo>
                      <a:pt x="2946" y="294"/>
                    </a:lnTo>
                    <a:lnTo>
                      <a:pt x="2952" y="294"/>
                    </a:lnTo>
                    <a:lnTo>
                      <a:pt x="2958" y="294"/>
                    </a:lnTo>
                    <a:lnTo>
                      <a:pt x="2964" y="294"/>
                    </a:lnTo>
                    <a:lnTo>
                      <a:pt x="2964" y="300"/>
                    </a:lnTo>
                    <a:lnTo>
                      <a:pt x="2970" y="300"/>
                    </a:lnTo>
                    <a:lnTo>
                      <a:pt x="2976" y="300"/>
                    </a:lnTo>
                    <a:lnTo>
                      <a:pt x="2976" y="306"/>
                    </a:lnTo>
                    <a:lnTo>
                      <a:pt x="2982" y="306"/>
                    </a:lnTo>
                    <a:lnTo>
                      <a:pt x="2988" y="312"/>
                    </a:lnTo>
                    <a:lnTo>
                      <a:pt x="2994" y="312"/>
                    </a:lnTo>
                    <a:lnTo>
                      <a:pt x="2994" y="318"/>
                    </a:lnTo>
                    <a:lnTo>
                      <a:pt x="3000" y="318"/>
                    </a:lnTo>
                    <a:lnTo>
                      <a:pt x="3000" y="324"/>
                    </a:lnTo>
                    <a:lnTo>
                      <a:pt x="3006" y="324"/>
                    </a:lnTo>
                    <a:lnTo>
                      <a:pt x="3006" y="330"/>
                    </a:lnTo>
                    <a:lnTo>
                      <a:pt x="3012" y="330"/>
                    </a:lnTo>
                    <a:lnTo>
                      <a:pt x="3018" y="330"/>
                    </a:lnTo>
                    <a:lnTo>
                      <a:pt x="3018" y="336"/>
                    </a:lnTo>
                    <a:lnTo>
                      <a:pt x="3024" y="336"/>
                    </a:lnTo>
                    <a:lnTo>
                      <a:pt x="3024" y="342"/>
                    </a:lnTo>
                    <a:lnTo>
                      <a:pt x="3030" y="342"/>
                    </a:lnTo>
                    <a:lnTo>
                      <a:pt x="3030" y="348"/>
                    </a:lnTo>
                    <a:lnTo>
                      <a:pt x="3036" y="348"/>
                    </a:lnTo>
                    <a:lnTo>
                      <a:pt x="3042" y="354"/>
                    </a:lnTo>
                    <a:lnTo>
                      <a:pt x="3048" y="354"/>
                    </a:lnTo>
                    <a:lnTo>
                      <a:pt x="3048" y="360"/>
                    </a:lnTo>
                    <a:lnTo>
                      <a:pt x="3054" y="360"/>
                    </a:lnTo>
                    <a:lnTo>
                      <a:pt x="3054" y="366"/>
                    </a:lnTo>
                    <a:lnTo>
                      <a:pt x="3060" y="366"/>
                    </a:lnTo>
                    <a:lnTo>
                      <a:pt x="3060" y="372"/>
                    </a:lnTo>
                    <a:lnTo>
                      <a:pt x="3066" y="372"/>
                    </a:lnTo>
                    <a:lnTo>
                      <a:pt x="3072" y="378"/>
                    </a:lnTo>
                    <a:lnTo>
                      <a:pt x="3078" y="378"/>
                    </a:lnTo>
                    <a:lnTo>
                      <a:pt x="3078" y="384"/>
                    </a:lnTo>
                    <a:lnTo>
                      <a:pt x="3084" y="384"/>
                    </a:lnTo>
                    <a:lnTo>
                      <a:pt x="3084" y="390"/>
                    </a:lnTo>
                    <a:lnTo>
                      <a:pt x="3090" y="390"/>
                    </a:lnTo>
                    <a:lnTo>
                      <a:pt x="3090" y="396"/>
                    </a:lnTo>
                    <a:lnTo>
                      <a:pt x="3096" y="396"/>
                    </a:lnTo>
                    <a:lnTo>
                      <a:pt x="3102" y="402"/>
                    </a:lnTo>
                    <a:lnTo>
                      <a:pt x="3108" y="402"/>
                    </a:lnTo>
                    <a:lnTo>
                      <a:pt x="3108" y="408"/>
                    </a:lnTo>
                    <a:lnTo>
                      <a:pt x="3114" y="408"/>
                    </a:lnTo>
                    <a:lnTo>
                      <a:pt x="3114" y="414"/>
                    </a:lnTo>
                    <a:lnTo>
                      <a:pt x="3120" y="414"/>
                    </a:lnTo>
                    <a:lnTo>
                      <a:pt x="3120" y="420"/>
                    </a:lnTo>
                    <a:lnTo>
                      <a:pt x="3126" y="420"/>
                    </a:lnTo>
                    <a:lnTo>
                      <a:pt x="3132" y="426"/>
                    </a:lnTo>
                    <a:lnTo>
                      <a:pt x="3138" y="426"/>
                    </a:lnTo>
                    <a:lnTo>
                      <a:pt x="3138" y="432"/>
                    </a:lnTo>
                    <a:lnTo>
                      <a:pt x="3144" y="432"/>
                    </a:lnTo>
                    <a:lnTo>
                      <a:pt x="3144" y="438"/>
                    </a:lnTo>
                    <a:lnTo>
                      <a:pt x="3150" y="438"/>
                    </a:lnTo>
                    <a:lnTo>
                      <a:pt x="3156" y="438"/>
                    </a:lnTo>
                    <a:lnTo>
                      <a:pt x="3156" y="444"/>
                    </a:lnTo>
                    <a:lnTo>
                      <a:pt x="3162" y="444"/>
                    </a:lnTo>
                    <a:lnTo>
                      <a:pt x="3168" y="444"/>
                    </a:lnTo>
                    <a:lnTo>
                      <a:pt x="3168" y="450"/>
                    </a:lnTo>
                    <a:lnTo>
                      <a:pt x="3174" y="450"/>
                    </a:lnTo>
                    <a:lnTo>
                      <a:pt x="3180" y="450"/>
                    </a:lnTo>
                    <a:lnTo>
                      <a:pt x="3186" y="450"/>
                    </a:lnTo>
                    <a:lnTo>
                      <a:pt x="3192" y="450"/>
                    </a:lnTo>
                    <a:lnTo>
                      <a:pt x="3198" y="450"/>
                    </a:lnTo>
                    <a:lnTo>
                      <a:pt x="3198" y="456"/>
                    </a:lnTo>
                    <a:lnTo>
                      <a:pt x="3204" y="456"/>
                    </a:lnTo>
                    <a:lnTo>
                      <a:pt x="3204" y="450"/>
                    </a:lnTo>
                    <a:lnTo>
                      <a:pt x="3210" y="450"/>
                    </a:lnTo>
                    <a:lnTo>
                      <a:pt x="3216" y="450"/>
                    </a:lnTo>
                    <a:lnTo>
                      <a:pt x="3222" y="450"/>
                    </a:lnTo>
                    <a:lnTo>
                      <a:pt x="3228" y="450"/>
                    </a:lnTo>
                    <a:lnTo>
                      <a:pt x="3234" y="450"/>
                    </a:lnTo>
                    <a:lnTo>
                      <a:pt x="3240" y="450"/>
                    </a:lnTo>
                    <a:lnTo>
                      <a:pt x="3246" y="450"/>
                    </a:lnTo>
                    <a:lnTo>
                      <a:pt x="3252" y="450"/>
                    </a:lnTo>
                    <a:lnTo>
                      <a:pt x="3258" y="450"/>
                    </a:lnTo>
                    <a:lnTo>
                      <a:pt x="3264" y="450"/>
                    </a:lnTo>
                    <a:lnTo>
                      <a:pt x="3270" y="450"/>
                    </a:lnTo>
                    <a:lnTo>
                      <a:pt x="3276" y="450"/>
                    </a:lnTo>
                    <a:lnTo>
                      <a:pt x="3282" y="450"/>
                    </a:lnTo>
                    <a:lnTo>
                      <a:pt x="3288" y="450"/>
                    </a:lnTo>
                    <a:lnTo>
                      <a:pt x="3294" y="450"/>
                    </a:lnTo>
                    <a:lnTo>
                      <a:pt x="3300" y="450"/>
                    </a:lnTo>
                    <a:lnTo>
                      <a:pt x="3306" y="450"/>
                    </a:lnTo>
                    <a:lnTo>
                      <a:pt x="3312" y="450"/>
                    </a:lnTo>
                    <a:lnTo>
                      <a:pt x="3318" y="450"/>
                    </a:lnTo>
                    <a:lnTo>
                      <a:pt x="3324" y="450"/>
                    </a:lnTo>
                    <a:lnTo>
                      <a:pt x="3330" y="450"/>
                    </a:lnTo>
                    <a:lnTo>
                      <a:pt x="3336" y="450"/>
                    </a:lnTo>
                    <a:lnTo>
                      <a:pt x="3342" y="450"/>
                    </a:lnTo>
                    <a:lnTo>
                      <a:pt x="3348" y="450"/>
                    </a:lnTo>
                    <a:lnTo>
                      <a:pt x="3354" y="450"/>
                    </a:lnTo>
                    <a:lnTo>
                      <a:pt x="3360" y="450"/>
                    </a:lnTo>
                    <a:lnTo>
                      <a:pt x="3366" y="450"/>
                    </a:lnTo>
                    <a:lnTo>
                      <a:pt x="3372" y="450"/>
                    </a:lnTo>
                    <a:lnTo>
                      <a:pt x="3378" y="450"/>
                    </a:lnTo>
                    <a:lnTo>
                      <a:pt x="3384" y="450"/>
                    </a:lnTo>
                    <a:lnTo>
                      <a:pt x="3390" y="450"/>
                    </a:lnTo>
                    <a:lnTo>
                      <a:pt x="3396" y="450"/>
                    </a:lnTo>
                    <a:lnTo>
                      <a:pt x="3402" y="450"/>
                    </a:lnTo>
                    <a:lnTo>
                      <a:pt x="3408" y="450"/>
                    </a:lnTo>
                    <a:lnTo>
                      <a:pt x="3414" y="450"/>
                    </a:lnTo>
                    <a:lnTo>
                      <a:pt x="3420" y="450"/>
                    </a:lnTo>
                    <a:lnTo>
                      <a:pt x="3426" y="450"/>
                    </a:lnTo>
                    <a:lnTo>
                      <a:pt x="3432" y="450"/>
                    </a:lnTo>
                    <a:lnTo>
                      <a:pt x="3438" y="450"/>
                    </a:lnTo>
                    <a:lnTo>
                      <a:pt x="3444" y="450"/>
                    </a:lnTo>
                    <a:lnTo>
                      <a:pt x="3450" y="450"/>
                    </a:lnTo>
                    <a:lnTo>
                      <a:pt x="3456" y="450"/>
                    </a:lnTo>
                    <a:lnTo>
                      <a:pt x="3462" y="450"/>
                    </a:lnTo>
                    <a:lnTo>
                      <a:pt x="3468" y="450"/>
                    </a:lnTo>
                    <a:lnTo>
                      <a:pt x="3474" y="450"/>
                    </a:lnTo>
                    <a:lnTo>
                      <a:pt x="3480" y="450"/>
                    </a:lnTo>
                    <a:lnTo>
                      <a:pt x="3486" y="450"/>
                    </a:lnTo>
                    <a:lnTo>
                      <a:pt x="3492" y="450"/>
                    </a:lnTo>
                    <a:lnTo>
                      <a:pt x="3498" y="450"/>
                    </a:lnTo>
                    <a:lnTo>
                      <a:pt x="3504" y="450"/>
                    </a:lnTo>
                    <a:lnTo>
                      <a:pt x="3510" y="450"/>
                    </a:lnTo>
                    <a:lnTo>
                      <a:pt x="3516" y="450"/>
                    </a:lnTo>
                    <a:lnTo>
                      <a:pt x="3522" y="450"/>
                    </a:lnTo>
                    <a:lnTo>
                      <a:pt x="3528" y="450"/>
                    </a:lnTo>
                    <a:lnTo>
                      <a:pt x="3534" y="450"/>
                    </a:lnTo>
                    <a:lnTo>
                      <a:pt x="3540" y="450"/>
                    </a:lnTo>
                    <a:lnTo>
                      <a:pt x="3546" y="450"/>
                    </a:lnTo>
                    <a:lnTo>
                      <a:pt x="3552" y="450"/>
                    </a:lnTo>
                    <a:lnTo>
                      <a:pt x="3558" y="450"/>
                    </a:lnTo>
                    <a:lnTo>
                      <a:pt x="3564" y="450"/>
                    </a:lnTo>
                    <a:lnTo>
                      <a:pt x="3570" y="450"/>
                    </a:lnTo>
                  </a:path>
                </a:pathLst>
              </a:custGeom>
              <a:noFill/>
              <a:ln w="1584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1" name="Rectangle 201"/>
              <p:cNvSpPr/>
              <p:nvPr/>
            </p:nvSpPr>
            <p:spPr>
              <a:xfrm>
                <a:off x="3258720" y="5329080"/>
                <a:ext cx="3639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ff"/>
                    </a:solidFill>
                    <a:effectLst/>
                    <a:uFillTx/>
                    <a:latin typeface="Arial"/>
                  </a:rPr>
                  <a:t>DISP_X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2" name="Freeform 202"/>
              <p:cNvSpPr/>
              <p:nvPr/>
            </p:nvSpPr>
            <p:spPr>
              <a:xfrm>
                <a:off x="1562040" y="3538440"/>
                <a:ext cx="5667480" cy="1209240"/>
              </a:xfrm>
              <a:custGeom>
                <a:avLst/>
                <a:gdLst>
                  <a:gd name="textAreaLeft" fmla="*/ 0 w 5667480"/>
                  <a:gd name="textAreaRight" fmla="*/ 5667840 w 5667480"/>
                  <a:gd name="textAreaTop" fmla="*/ 0 h 1209240"/>
                  <a:gd name="textAreaBottom" fmla="*/ 1209600 h 1209240"/>
                  <a:gd name="GluePoint1X" fmla="*/ 54 w 3570"/>
                  <a:gd name="GluePoint1Y" fmla="*/ 426 h 762"/>
                  <a:gd name="GluePoint2X" fmla="*/ 108 w 3570"/>
                  <a:gd name="GluePoint2Y" fmla="*/ 426 h 762"/>
                  <a:gd name="GluePoint3X" fmla="*/ 168 w 3570"/>
                  <a:gd name="GluePoint3Y" fmla="*/ 426 h 762"/>
                  <a:gd name="GluePoint4X" fmla="*/ 222 w 3570"/>
                  <a:gd name="GluePoint4Y" fmla="*/ 426 h 762"/>
                  <a:gd name="GluePoint5X" fmla="*/ 276 w 3570"/>
                  <a:gd name="GluePoint5Y" fmla="*/ 426 h 762"/>
                  <a:gd name="GluePoint6X" fmla="*/ 336 w 3570"/>
                  <a:gd name="GluePoint6Y" fmla="*/ 426 h 762"/>
                  <a:gd name="GluePoint7X" fmla="*/ 390 w 3570"/>
                  <a:gd name="GluePoint7Y" fmla="*/ 426 h 762"/>
                  <a:gd name="GluePoint8X" fmla="*/ 450 w 3570"/>
                  <a:gd name="GluePoint8Y" fmla="*/ 426 h 762"/>
                  <a:gd name="GluePoint9X" fmla="*/ 504 w 3570"/>
                  <a:gd name="GluePoint9Y" fmla="*/ 426 h 762"/>
                  <a:gd name="GluePoint10X" fmla="*/ 564 w 3570"/>
                  <a:gd name="GluePoint10Y" fmla="*/ 432 h 762"/>
                  <a:gd name="GluePoint11X" fmla="*/ 618 w 3570"/>
                  <a:gd name="GluePoint11Y" fmla="*/ 456 h 762"/>
                  <a:gd name="GluePoint12X" fmla="*/ 672 w 3570"/>
                  <a:gd name="GluePoint12Y" fmla="*/ 486 h 762"/>
                  <a:gd name="GluePoint13X" fmla="*/ 732 w 3570"/>
                  <a:gd name="GluePoint13Y" fmla="*/ 516 h 762"/>
                  <a:gd name="GluePoint14X" fmla="*/ 786 w 3570"/>
                  <a:gd name="GluePoint14Y" fmla="*/ 528 h 762"/>
                  <a:gd name="GluePoint15X" fmla="*/ 846 w 3570"/>
                  <a:gd name="GluePoint15Y" fmla="*/ 528 h 762"/>
                  <a:gd name="GluePoint16X" fmla="*/ 900 w 3570"/>
                  <a:gd name="GluePoint16Y" fmla="*/ 534 h 762"/>
                  <a:gd name="GluePoint17X" fmla="*/ 960 w 3570"/>
                  <a:gd name="GluePoint17Y" fmla="*/ 540 h 762"/>
                  <a:gd name="GluePoint18X" fmla="*/ 1014 w 3570"/>
                  <a:gd name="GluePoint18Y" fmla="*/ 540 h 762"/>
                  <a:gd name="GluePoint19X" fmla="*/ 1068 w 3570"/>
                  <a:gd name="GluePoint19Y" fmla="*/ 546 h 762"/>
                  <a:gd name="GluePoint20X" fmla="*/ 1128 w 3570"/>
                  <a:gd name="GluePoint20Y" fmla="*/ 564 h 762"/>
                  <a:gd name="GluePoint21X" fmla="*/ 1182 w 3570"/>
                  <a:gd name="GluePoint21Y" fmla="*/ 600 h 762"/>
                  <a:gd name="GluePoint22X" fmla="*/ 1242 w 3570"/>
                  <a:gd name="GluePoint22Y" fmla="*/ 636 h 762"/>
                  <a:gd name="GluePoint23X" fmla="*/ 1296 w 3570"/>
                  <a:gd name="GluePoint23Y" fmla="*/ 672 h 762"/>
                  <a:gd name="GluePoint24X" fmla="*/ 1350 w 3570"/>
                  <a:gd name="GluePoint24Y" fmla="*/ 708 h 762"/>
                  <a:gd name="GluePoint25X" fmla="*/ 1410 w 3570"/>
                  <a:gd name="GluePoint25Y" fmla="*/ 744 h 762"/>
                  <a:gd name="GluePoint26X" fmla="*/ 1464 w 3570"/>
                  <a:gd name="GluePoint26Y" fmla="*/ 762 h 762"/>
                  <a:gd name="GluePoint27X" fmla="*/ 1524 w 3570"/>
                  <a:gd name="GluePoint27Y" fmla="*/ 708 h 762"/>
                  <a:gd name="GluePoint28X" fmla="*/ 1578 w 3570"/>
                  <a:gd name="GluePoint28Y" fmla="*/ 648 h 762"/>
                  <a:gd name="GluePoint29X" fmla="*/ 1638 w 3570"/>
                  <a:gd name="GluePoint29Y" fmla="*/ 588 h 762"/>
                  <a:gd name="GluePoint30X" fmla="*/ 1692 w 3570"/>
                  <a:gd name="GluePoint30Y" fmla="*/ 528 h 762"/>
                  <a:gd name="GluePoint31X" fmla="*/ 1746 w 3570"/>
                  <a:gd name="GluePoint31Y" fmla="*/ 468 h 762"/>
                  <a:gd name="GluePoint32X" fmla="*/ 1806 w 3570"/>
                  <a:gd name="GluePoint32Y" fmla="*/ 408 h 762"/>
                  <a:gd name="GluePoint33X" fmla="*/ 1860 w 3570"/>
                  <a:gd name="GluePoint33Y" fmla="*/ 348 h 762"/>
                  <a:gd name="GluePoint34X" fmla="*/ 1920 w 3570"/>
                  <a:gd name="GluePoint34Y" fmla="*/ 282 h 762"/>
                  <a:gd name="GluePoint35X" fmla="*/ 1974 w 3570"/>
                  <a:gd name="GluePoint35Y" fmla="*/ 210 h 762"/>
                  <a:gd name="GluePoint36X" fmla="*/ 2028 w 3570"/>
                  <a:gd name="GluePoint36Y" fmla="*/ 150 h 762"/>
                  <a:gd name="GluePoint37X" fmla="*/ 2088 w 3570"/>
                  <a:gd name="GluePoint37Y" fmla="*/ 84 h 762"/>
                  <a:gd name="GluePoint38X" fmla="*/ 2142 w 3570"/>
                  <a:gd name="GluePoint38Y" fmla="*/ 12 h 762"/>
                  <a:gd name="GluePoint39X" fmla="*/ 2202 w 3570"/>
                  <a:gd name="GluePoint39Y" fmla="*/ 6 h 762"/>
                  <a:gd name="GluePoint40X" fmla="*/ 2256 w 3570"/>
                  <a:gd name="GluePoint40Y" fmla="*/ 66 h 762"/>
                  <a:gd name="GluePoint41X" fmla="*/ 2316 w 3570"/>
                  <a:gd name="GluePoint41Y" fmla="*/ 120 h 762"/>
                  <a:gd name="GluePoint42X" fmla="*/ 2370 w 3570"/>
                  <a:gd name="GluePoint42Y" fmla="*/ 174 h 762"/>
                  <a:gd name="GluePoint43X" fmla="*/ 2424 w 3570"/>
                  <a:gd name="GluePoint43Y" fmla="*/ 228 h 762"/>
                  <a:gd name="GluePoint44X" fmla="*/ 2484 w 3570"/>
                  <a:gd name="GluePoint44Y" fmla="*/ 282 h 762"/>
                  <a:gd name="GluePoint45X" fmla="*/ 2538 w 3570"/>
                  <a:gd name="GluePoint45Y" fmla="*/ 336 h 762"/>
                  <a:gd name="GluePoint46X" fmla="*/ 2598 w 3570"/>
                  <a:gd name="GluePoint46Y" fmla="*/ 366 h 762"/>
                  <a:gd name="GluePoint47X" fmla="*/ 2652 w 3570"/>
                  <a:gd name="GluePoint47Y" fmla="*/ 396 h 762"/>
                  <a:gd name="GluePoint48X" fmla="*/ 2706 w 3570"/>
                  <a:gd name="GluePoint48Y" fmla="*/ 420 h 762"/>
                  <a:gd name="GluePoint49X" fmla="*/ 2766 w 3570"/>
                  <a:gd name="GluePoint49Y" fmla="*/ 426 h 762"/>
                  <a:gd name="GluePoint50X" fmla="*/ 2820 w 3570"/>
                  <a:gd name="GluePoint50Y" fmla="*/ 426 h 762"/>
                  <a:gd name="GluePoint51X" fmla="*/ 2880 w 3570"/>
                  <a:gd name="GluePoint51Y" fmla="*/ 426 h 762"/>
                  <a:gd name="GluePoint52X" fmla="*/ 2934 w 3570"/>
                  <a:gd name="GluePoint52Y" fmla="*/ 426 h 762"/>
                  <a:gd name="GluePoint53X" fmla="*/ 2994 w 3570"/>
                  <a:gd name="GluePoint53Y" fmla="*/ 426 h 762"/>
                  <a:gd name="GluePoint54X" fmla="*/ 3048 w 3570"/>
                  <a:gd name="GluePoint54Y" fmla="*/ 426 h 762"/>
                  <a:gd name="GluePoint55X" fmla="*/ 3102 w 3570"/>
                  <a:gd name="GluePoint55Y" fmla="*/ 426 h 762"/>
                  <a:gd name="GluePoint56X" fmla="*/ 3162 w 3570"/>
                  <a:gd name="GluePoint56Y" fmla="*/ 426 h 762"/>
                  <a:gd name="GluePoint57X" fmla="*/ 3216 w 3570"/>
                  <a:gd name="GluePoint57Y" fmla="*/ 426 h 762"/>
                  <a:gd name="GluePoint58X" fmla="*/ 3276 w 3570"/>
                  <a:gd name="GluePoint58Y" fmla="*/ 426 h 762"/>
                  <a:gd name="GluePoint59X" fmla="*/ 3330 w 3570"/>
                  <a:gd name="GluePoint59Y" fmla="*/ 426 h 762"/>
                  <a:gd name="GluePoint60X" fmla="*/ 3390 w 3570"/>
                  <a:gd name="GluePoint60Y" fmla="*/ 426 h 762"/>
                  <a:gd name="GluePoint61X" fmla="*/ 3444 w 3570"/>
                  <a:gd name="GluePoint61Y" fmla="*/ 426 h 762"/>
                  <a:gd name="GluePoint62X" fmla="*/ 3498 w 3570"/>
                  <a:gd name="GluePoint62Y" fmla="*/ 426 h 762"/>
                  <a:gd name="GluePoint63X" fmla="*/ 3558 w 3570"/>
                  <a:gd name="GluePoint63Y" fmla="*/ 426 h 76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</a:cxnLst>
                <a:rect l="textAreaLeft" t="textAreaTop" r="textAreaRight" b="textAreaBottom"/>
                <a:pathLst>
                  <a:path w="3570" h="762">
                    <a:moveTo>
                      <a:pt x="0" y="426"/>
                    </a:moveTo>
                    <a:lnTo>
                      <a:pt x="0" y="426"/>
                    </a:lnTo>
                    <a:lnTo>
                      <a:pt x="6" y="426"/>
                    </a:lnTo>
                    <a:lnTo>
                      <a:pt x="12" y="426"/>
                    </a:lnTo>
                    <a:lnTo>
                      <a:pt x="18" y="426"/>
                    </a:lnTo>
                    <a:lnTo>
                      <a:pt x="24" y="426"/>
                    </a:lnTo>
                    <a:lnTo>
                      <a:pt x="30" y="426"/>
                    </a:lnTo>
                    <a:lnTo>
                      <a:pt x="36" y="426"/>
                    </a:lnTo>
                    <a:lnTo>
                      <a:pt x="42" y="426"/>
                    </a:lnTo>
                    <a:lnTo>
                      <a:pt x="48" y="426"/>
                    </a:lnTo>
                    <a:lnTo>
                      <a:pt x="54" y="426"/>
                    </a:lnTo>
                    <a:lnTo>
                      <a:pt x="60" y="426"/>
                    </a:lnTo>
                    <a:lnTo>
                      <a:pt x="66" y="426"/>
                    </a:lnTo>
                    <a:lnTo>
                      <a:pt x="72" y="426"/>
                    </a:lnTo>
                    <a:lnTo>
                      <a:pt x="78" y="426"/>
                    </a:lnTo>
                    <a:lnTo>
                      <a:pt x="84" y="426"/>
                    </a:lnTo>
                    <a:lnTo>
                      <a:pt x="90" y="426"/>
                    </a:lnTo>
                    <a:lnTo>
                      <a:pt x="96" y="426"/>
                    </a:lnTo>
                    <a:lnTo>
                      <a:pt x="102" y="426"/>
                    </a:lnTo>
                    <a:lnTo>
                      <a:pt x="108" y="426"/>
                    </a:lnTo>
                    <a:lnTo>
                      <a:pt x="114" y="426"/>
                    </a:lnTo>
                    <a:lnTo>
                      <a:pt x="120" y="426"/>
                    </a:lnTo>
                    <a:lnTo>
                      <a:pt x="126" y="426"/>
                    </a:lnTo>
                    <a:lnTo>
                      <a:pt x="132" y="426"/>
                    </a:lnTo>
                    <a:lnTo>
                      <a:pt x="138" y="426"/>
                    </a:lnTo>
                    <a:lnTo>
                      <a:pt x="144" y="426"/>
                    </a:lnTo>
                    <a:lnTo>
                      <a:pt x="150" y="426"/>
                    </a:lnTo>
                    <a:lnTo>
                      <a:pt x="156" y="426"/>
                    </a:lnTo>
                    <a:lnTo>
                      <a:pt x="162" y="426"/>
                    </a:lnTo>
                    <a:lnTo>
                      <a:pt x="168" y="426"/>
                    </a:lnTo>
                    <a:lnTo>
                      <a:pt x="174" y="426"/>
                    </a:lnTo>
                    <a:lnTo>
                      <a:pt x="180" y="426"/>
                    </a:lnTo>
                    <a:lnTo>
                      <a:pt x="186" y="426"/>
                    </a:lnTo>
                    <a:lnTo>
                      <a:pt x="192" y="426"/>
                    </a:lnTo>
                    <a:lnTo>
                      <a:pt x="198" y="426"/>
                    </a:lnTo>
                    <a:lnTo>
                      <a:pt x="204" y="426"/>
                    </a:lnTo>
                    <a:lnTo>
                      <a:pt x="210" y="426"/>
                    </a:lnTo>
                    <a:lnTo>
                      <a:pt x="216" y="426"/>
                    </a:lnTo>
                    <a:lnTo>
                      <a:pt x="222" y="426"/>
                    </a:lnTo>
                    <a:lnTo>
                      <a:pt x="228" y="426"/>
                    </a:lnTo>
                    <a:lnTo>
                      <a:pt x="234" y="426"/>
                    </a:lnTo>
                    <a:lnTo>
                      <a:pt x="240" y="426"/>
                    </a:lnTo>
                    <a:lnTo>
                      <a:pt x="246" y="426"/>
                    </a:lnTo>
                    <a:lnTo>
                      <a:pt x="252" y="426"/>
                    </a:lnTo>
                    <a:lnTo>
                      <a:pt x="258" y="426"/>
                    </a:lnTo>
                    <a:lnTo>
                      <a:pt x="264" y="426"/>
                    </a:lnTo>
                    <a:lnTo>
                      <a:pt x="270" y="426"/>
                    </a:lnTo>
                    <a:lnTo>
                      <a:pt x="276" y="426"/>
                    </a:lnTo>
                    <a:lnTo>
                      <a:pt x="282" y="426"/>
                    </a:lnTo>
                    <a:lnTo>
                      <a:pt x="288" y="426"/>
                    </a:lnTo>
                    <a:lnTo>
                      <a:pt x="294" y="426"/>
                    </a:lnTo>
                    <a:lnTo>
                      <a:pt x="300" y="426"/>
                    </a:lnTo>
                    <a:lnTo>
                      <a:pt x="306" y="426"/>
                    </a:lnTo>
                    <a:lnTo>
                      <a:pt x="312" y="426"/>
                    </a:lnTo>
                    <a:lnTo>
                      <a:pt x="318" y="426"/>
                    </a:lnTo>
                    <a:lnTo>
                      <a:pt x="324" y="426"/>
                    </a:lnTo>
                    <a:lnTo>
                      <a:pt x="330" y="426"/>
                    </a:lnTo>
                    <a:lnTo>
                      <a:pt x="336" y="426"/>
                    </a:lnTo>
                    <a:lnTo>
                      <a:pt x="342" y="426"/>
                    </a:lnTo>
                    <a:lnTo>
                      <a:pt x="348" y="426"/>
                    </a:lnTo>
                    <a:lnTo>
                      <a:pt x="354" y="426"/>
                    </a:lnTo>
                    <a:lnTo>
                      <a:pt x="360" y="426"/>
                    </a:lnTo>
                    <a:lnTo>
                      <a:pt x="366" y="426"/>
                    </a:lnTo>
                    <a:lnTo>
                      <a:pt x="372" y="426"/>
                    </a:lnTo>
                    <a:lnTo>
                      <a:pt x="378" y="426"/>
                    </a:lnTo>
                    <a:lnTo>
                      <a:pt x="384" y="426"/>
                    </a:lnTo>
                    <a:lnTo>
                      <a:pt x="390" y="426"/>
                    </a:lnTo>
                    <a:lnTo>
                      <a:pt x="396" y="426"/>
                    </a:lnTo>
                    <a:lnTo>
                      <a:pt x="402" y="426"/>
                    </a:lnTo>
                    <a:lnTo>
                      <a:pt x="408" y="426"/>
                    </a:lnTo>
                    <a:lnTo>
                      <a:pt x="414" y="426"/>
                    </a:lnTo>
                    <a:lnTo>
                      <a:pt x="420" y="426"/>
                    </a:lnTo>
                    <a:lnTo>
                      <a:pt x="426" y="426"/>
                    </a:lnTo>
                    <a:lnTo>
                      <a:pt x="432" y="426"/>
                    </a:lnTo>
                    <a:lnTo>
                      <a:pt x="438" y="426"/>
                    </a:lnTo>
                    <a:lnTo>
                      <a:pt x="444" y="426"/>
                    </a:lnTo>
                    <a:lnTo>
                      <a:pt x="450" y="426"/>
                    </a:lnTo>
                    <a:lnTo>
                      <a:pt x="456" y="426"/>
                    </a:lnTo>
                    <a:lnTo>
                      <a:pt x="462" y="426"/>
                    </a:lnTo>
                    <a:lnTo>
                      <a:pt x="468" y="426"/>
                    </a:lnTo>
                    <a:lnTo>
                      <a:pt x="474" y="426"/>
                    </a:lnTo>
                    <a:lnTo>
                      <a:pt x="480" y="426"/>
                    </a:lnTo>
                    <a:lnTo>
                      <a:pt x="486" y="426"/>
                    </a:lnTo>
                    <a:lnTo>
                      <a:pt x="492" y="426"/>
                    </a:lnTo>
                    <a:lnTo>
                      <a:pt x="498" y="426"/>
                    </a:lnTo>
                    <a:lnTo>
                      <a:pt x="504" y="426"/>
                    </a:lnTo>
                    <a:lnTo>
                      <a:pt x="510" y="426"/>
                    </a:lnTo>
                    <a:lnTo>
                      <a:pt x="516" y="426"/>
                    </a:lnTo>
                    <a:lnTo>
                      <a:pt x="522" y="426"/>
                    </a:lnTo>
                    <a:lnTo>
                      <a:pt x="528" y="426"/>
                    </a:lnTo>
                    <a:lnTo>
                      <a:pt x="534" y="426"/>
                    </a:lnTo>
                    <a:lnTo>
                      <a:pt x="540" y="426"/>
                    </a:lnTo>
                    <a:lnTo>
                      <a:pt x="546" y="426"/>
                    </a:lnTo>
                    <a:lnTo>
                      <a:pt x="552" y="426"/>
                    </a:lnTo>
                    <a:lnTo>
                      <a:pt x="558" y="426"/>
                    </a:lnTo>
                    <a:lnTo>
                      <a:pt x="558" y="432"/>
                    </a:lnTo>
                    <a:lnTo>
                      <a:pt x="564" y="432"/>
                    </a:lnTo>
                    <a:lnTo>
                      <a:pt x="570" y="432"/>
                    </a:lnTo>
                    <a:lnTo>
                      <a:pt x="576" y="432"/>
                    </a:lnTo>
                    <a:lnTo>
                      <a:pt x="576" y="438"/>
                    </a:lnTo>
                    <a:lnTo>
                      <a:pt x="582" y="438"/>
                    </a:lnTo>
                    <a:lnTo>
                      <a:pt x="588" y="438"/>
                    </a:lnTo>
                    <a:lnTo>
                      <a:pt x="588" y="444"/>
                    </a:lnTo>
                    <a:lnTo>
                      <a:pt x="594" y="444"/>
                    </a:lnTo>
                    <a:lnTo>
                      <a:pt x="600" y="444"/>
                    </a:lnTo>
                    <a:lnTo>
                      <a:pt x="600" y="450"/>
                    </a:lnTo>
                    <a:lnTo>
                      <a:pt x="606" y="450"/>
                    </a:lnTo>
                    <a:lnTo>
                      <a:pt x="612" y="450"/>
                    </a:lnTo>
                    <a:lnTo>
                      <a:pt x="612" y="456"/>
                    </a:lnTo>
                    <a:lnTo>
                      <a:pt x="618" y="456"/>
                    </a:lnTo>
                    <a:lnTo>
                      <a:pt x="624" y="456"/>
                    </a:lnTo>
                    <a:lnTo>
                      <a:pt x="624" y="462"/>
                    </a:lnTo>
                    <a:lnTo>
                      <a:pt x="630" y="462"/>
                    </a:lnTo>
                    <a:lnTo>
                      <a:pt x="636" y="462"/>
                    </a:lnTo>
                    <a:lnTo>
                      <a:pt x="636" y="468"/>
                    </a:lnTo>
                    <a:lnTo>
                      <a:pt x="642" y="468"/>
                    </a:lnTo>
                    <a:lnTo>
                      <a:pt x="648" y="468"/>
                    </a:lnTo>
                    <a:lnTo>
                      <a:pt x="648" y="474"/>
                    </a:lnTo>
                    <a:lnTo>
                      <a:pt x="654" y="474"/>
                    </a:lnTo>
                    <a:lnTo>
                      <a:pt x="660" y="474"/>
                    </a:lnTo>
                    <a:lnTo>
                      <a:pt x="660" y="480"/>
                    </a:lnTo>
                    <a:lnTo>
                      <a:pt x="666" y="480"/>
                    </a:lnTo>
                    <a:lnTo>
                      <a:pt x="672" y="486"/>
                    </a:lnTo>
                    <a:lnTo>
                      <a:pt x="678" y="486"/>
                    </a:lnTo>
                    <a:lnTo>
                      <a:pt x="678" y="492"/>
                    </a:lnTo>
                    <a:lnTo>
                      <a:pt x="684" y="492"/>
                    </a:lnTo>
                    <a:lnTo>
                      <a:pt x="690" y="492"/>
                    </a:lnTo>
                    <a:lnTo>
                      <a:pt x="690" y="498"/>
                    </a:lnTo>
                    <a:lnTo>
                      <a:pt x="696" y="498"/>
                    </a:lnTo>
                    <a:lnTo>
                      <a:pt x="702" y="498"/>
                    </a:lnTo>
                    <a:lnTo>
                      <a:pt x="702" y="504"/>
                    </a:lnTo>
                    <a:lnTo>
                      <a:pt x="708" y="504"/>
                    </a:lnTo>
                    <a:lnTo>
                      <a:pt x="714" y="504"/>
                    </a:lnTo>
                    <a:lnTo>
                      <a:pt x="714" y="510"/>
                    </a:lnTo>
                    <a:lnTo>
                      <a:pt x="720" y="510"/>
                    </a:lnTo>
                    <a:lnTo>
                      <a:pt x="726" y="510"/>
                    </a:lnTo>
                    <a:lnTo>
                      <a:pt x="726" y="516"/>
                    </a:lnTo>
                    <a:lnTo>
                      <a:pt x="732" y="516"/>
                    </a:lnTo>
                    <a:lnTo>
                      <a:pt x="738" y="516"/>
                    </a:lnTo>
                    <a:lnTo>
                      <a:pt x="744" y="516"/>
                    </a:lnTo>
                    <a:lnTo>
                      <a:pt x="744" y="522"/>
                    </a:lnTo>
                    <a:lnTo>
                      <a:pt x="750" y="522"/>
                    </a:lnTo>
                    <a:lnTo>
                      <a:pt x="756" y="522"/>
                    </a:lnTo>
                    <a:lnTo>
                      <a:pt x="762" y="522"/>
                    </a:lnTo>
                    <a:lnTo>
                      <a:pt x="768" y="522"/>
                    </a:lnTo>
                    <a:lnTo>
                      <a:pt x="774" y="522"/>
                    </a:lnTo>
                    <a:lnTo>
                      <a:pt x="774" y="528"/>
                    </a:lnTo>
                    <a:lnTo>
                      <a:pt x="780" y="528"/>
                    </a:lnTo>
                    <a:lnTo>
                      <a:pt x="786" y="528"/>
                    </a:lnTo>
                    <a:lnTo>
                      <a:pt x="792" y="528"/>
                    </a:lnTo>
                    <a:lnTo>
                      <a:pt x="798" y="528"/>
                    </a:lnTo>
                    <a:lnTo>
                      <a:pt x="804" y="528"/>
                    </a:lnTo>
                    <a:lnTo>
                      <a:pt x="810" y="528"/>
                    </a:lnTo>
                    <a:lnTo>
                      <a:pt x="816" y="528"/>
                    </a:lnTo>
                    <a:lnTo>
                      <a:pt x="822" y="528"/>
                    </a:lnTo>
                    <a:lnTo>
                      <a:pt x="828" y="528"/>
                    </a:lnTo>
                    <a:lnTo>
                      <a:pt x="834" y="528"/>
                    </a:lnTo>
                    <a:lnTo>
                      <a:pt x="840" y="528"/>
                    </a:lnTo>
                    <a:lnTo>
                      <a:pt x="846" y="528"/>
                    </a:lnTo>
                    <a:lnTo>
                      <a:pt x="852" y="528"/>
                    </a:lnTo>
                    <a:lnTo>
                      <a:pt x="852" y="534"/>
                    </a:lnTo>
                    <a:lnTo>
                      <a:pt x="858" y="534"/>
                    </a:lnTo>
                    <a:lnTo>
                      <a:pt x="864" y="534"/>
                    </a:lnTo>
                    <a:lnTo>
                      <a:pt x="870" y="534"/>
                    </a:lnTo>
                    <a:lnTo>
                      <a:pt x="876" y="534"/>
                    </a:lnTo>
                    <a:lnTo>
                      <a:pt x="882" y="534"/>
                    </a:lnTo>
                    <a:lnTo>
                      <a:pt x="888" y="534"/>
                    </a:lnTo>
                    <a:lnTo>
                      <a:pt x="894" y="534"/>
                    </a:lnTo>
                    <a:lnTo>
                      <a:pt x="900" y="534"/>
                    </a:lnTo>
                    <a:lnTo>
                      <a:pt x="906" y="534"/>
                    </a:lnTo>
                    <a:lnTo>
                      <a:pt x="912" y="534"/>
                    </a:lnTo>
                    <a:lnTo>
                      <a:pt x="918" y="534"/>
                    </a:lnTo>
                    <a:lnTo>
                      <a:pt x="924" y="534"/>
                    </a:lnTo>
                    <a:lnTo>
                      <a:pt x="930" y="534"/>
                    </a:lnTo>
                    <a:lnTo>
                      <a:pt x="936" y="534"/>
                    </a:lnTo>
                    <a:lnTo>
                      <a:pt x="936" y="540"/>
                    </a:lnTo>
                    <a:lnTo>
                      <a:pt x="942" y="540"/>
                    </a:lnTo>
                    <a:lnTo>
                      <a:pt x="948" y="540"/>
                    </a:lnTo>
                    <a:lnTo>
                      <a:pt x="954" y="540"/>
                    </a:lnTo>
                    <a:lnTo>
                      <a:pt x="960" y="540"/>
                    </a:lnTo>
                    <a:lnTo>
                      <a:pt x="966" y="540"/>
                    </a:lnTo>
                    <a:lnTo>
                      <a:pt x="972" y="540"/>
                    </a:lnTo>
                    <a:lnTo>
                      <a:pt x="978" y="540"/>
                    </a:lnTo>
                    <a:lnTo>
                      <a:pt x="984" y="540"/>
                    </a:lnTo>
                    <a:lnTo>
                      <a:pt x="990" y="540"/>
                    </a:lnTo>
                    <a:lnTo>
                      <a:pt x="996" y="540"/>
                    </a:lnTo>
                    <a:lnTo>
                      <a:pt x="1002" y="540"/>
                    </a:lnTo>
                    <a:lnTo>
                      <a:pt x="1008" y="540"/>
                    </a:lnTo>
                    <a:lnTo>
                      <a:pt x="1014" y="540"/>
                    </a:lnTo>
                    <a:lnTo>
                      <a:pt x="1014" y="546"/>
                    </a:lnTo>
                    <a:lnTo>
                      <a:pt x="1020" y="546"/>
                    </a:lnTo>
                    <a:lnTo>
                      <a:pt x="1026" y="546"/>
                    </a:lnTo>
                    <a:lnTo>
                      <a:pt x="1032" y="546"/>
                    </a:lnTo>
                    <a:lnTo>
                      <a:pt x="1038" y="546"/>
                    </a:lnTo>
                    <a:lnTo>
                      <a:pt x="1044" y="546"/>
                    </a:lnTo>
                    <a:lnTo>
                      <a:pt x="1050" y="546"/>
                    </a:lnTo>
                    <a:lnTo>
                      <a:pt x="1056" y="546"/>
                    </a:lnTo>
                    <a:lnTo>
                      <a:pt x="1062" y="546"/>
                    </a:lnTo>
                    <a:lnTo>
                      <a:pt x="1068" y="546"/>
                    </a:lnTo>
                    <a:lnTo>
                      <a:pt x="1074" y="546"/>
                    </a:lnTo>
                    <a:lnTo>
                      <a:pt x="1080" y="546"/>
                    </a:lnTo>
                    <a:lnTo>
                      <a:pt x="1086" y="546"/>
                    </a:lnTo>
                    <a:lnTo>
                      <a:pt x="1086" y="552"/>
                    </a:lnTo>
                    <a:lnTo>
                      <a:pt x="1092" y="552"/>
                    </a:lnTo>
                    <a:lnTo>
                      <a:pt x="1098" y="552"/>
                    </a:lnTo>
                    <a:lnTo>
                      <a:pt x="1104" y="552"/>
                    </a:lnTo>
                    <a:lnTo>
                      <a:pt x="1104" y="558"/>
                    </a:lnTo>
                    <a:lnTo>
                      <a:pt x="1110" y="558"/>
                    </a:lnTo>
                    <a:lnTo>
                      <a:pt x="1116" y="558"/>
                    </a:lnTo>
                    <a:lnTo>
                      <a:pt x="1116" y="564"/>
                    </a:lnTo>
                    <a:lnTo>
                      <a:pt x="1122" y="564"/>
                    </a:lnTo>
                    <a:lnTo>
                      <a:pt x="1128" y="564"/>
                    </a:lnTo>
                    <a:lnTo>
                      <a:pt x="1128" y="570"/>
                    </a:lnTo>
                    <a:lnTo>
                      <a:pt x="1134" y="570"/>
                    </a:lnTo>
                    <a:lnTo>
                      <a:pt x="1140" y="570"/>
                    </a:lnTo>
                    <a:lnTo>
                      <a:pt x="1140" y="576"/>
                    </a:lnTo>
                    <a:lnTo>
                      <a:pt x="1146" y="576"/>
                    </a:lnTo>
                    <a:lnTo>
                      <a:pt x="1146" y="582"/>
                    </a:lnTo>
                    <a:lnTo>
                      <a:pt x="1152" y="582"/>
                    </a:lnTo>
                    <a:lnTo>
                      <a:pt x="1158" y="582"/>
                    </a:lnTo>
                    <a:lnTo>
                      <a:pt x="1158" y="588"/>
                    </a:lnTo>
                    <a:lnTo>
                      <a:pt x="1164" y="588"/>
                    </a:lnTo>
                    <a:lnTo>
                      <a:pt x="1170" y="594"/>
                    </a:lnTo>
                    <a:lnTo>
                      <a:pt x="1176" y="594"/>
                    </a:lnTo>
                    <a:lnTo>
                      <a:pt x="1176" y="600"/>
                    </a:lnTo>
                    <a:lnTo>
                      <a:pt x="1182" y="600"/>
                    </a:lnTo>
                    <a:lnTo>
                      <a:pt x="1188" y="606"/>
                    </a:lnTo>
                    <a:lnTo>
                      <a:pt x="1194" y="606"/>
                    </a:lnTo>
                    <a:lnTo>
                      <a:pt x="1194" y="612"/>
                    </a:lnTo>
                    <a:lnTo>
                      <a:pt x="1200" y="612"/>
                    </a:lnTo>
                    <a:lnTo>
                      <a:pt x="1206" y="612"/>
                    </a:lnTo>
                    <a:lnTo>
                      <a:pt x="1206" y="618"/>
                    </a:lnTo>
                    <a:lnTo>
                      <a:pt x="1212" y="618"/>
                    </a:lnTo>
                    <a:lnTo>
                      <a:pt x="1212" y="624"/>
                    </a:lnTo>
                    <a:lnTo>
                      <a:pt x="1218" y="624"/>
                    </a:lnTo>
                    <a:lnTo>
                      <a:pt x="1224" y="624"/>
                    </a:lnTo>
                    <a:lnTo>
                      <a:pt x="1224" y="630"/>
                    </a:lnTo>
                    <a:lnTo>
                      <a:pt x="1230" y="630"/>
                    </a:lnTo>
                    <a:lnTo>
                      <a:pt x="1236" y="636"/>
                    </a:lnTo>
                    <a:lnTo>
                      <a:pt x="1242" y="636"/>
                    </a:lnTo>
                    <a:lnTo>
                      <a:pt x="1242" y="642"/>
                    </a:lnTo>
                    <a:lnTo>
                      <a:pt x="1248" y="642"/>
                    </a:lnTo>
                    <a:lnTo>
                      <a:pt x="1254" y="648"/>
                    </a:lnTo>
                    <a:lnTo>
                      <a:pt x="1260" y="648"/>
                    </a:lnTo>
                    <a:lnTo>
                      <a:pt x="1260" y="654"/>
                    </a:lnTo>
                    <a:lnTo>
                      <a:pt x="1266" y="654"/>
                    </a:lnTo>
                    <a:lnTo>
                      <a:pt x="1272" y="654"/>
                    </a:lnTo>
                    <a:lnTo>
                      <a:pt x="1272" y="660"/>
                    </a:lnTo>
                    <a:lnTo>
                      <a:pt x="1278" y="660"/>
                    </a:lnTo>
                    <a:lnTo>
                      <a:pt x="1278" y="666"/>
                    </a:lnTo>
                    <a:lnTo>
                      <a:pt x="1284" y="666"/>
                    </a:lnTo>
                    <a:lnTo>
                      <a:pt x="1290" y="666"/>
                    </a:lnTo>
                    <a:lnTo>
                      <a:pt x="1290" y="672"/>
                    </a:lnTo>
                    <a:lnTo>
                      <a:pt x="1296" y="672"/>
                    </a:lnTo>
                    <a:lnTo>
                      <a:pt x="1302" y="678"/>
                    </a:lnTo>
                    <a:lnTo>
                      <a:pt x="1308" y="678"/>
                    </a:lnTo>
                    <a:lnTo>
                      <a:pt x="1308" y="684"/>
                    </a:lnTo>
                    <a:lnTo>
                      <a:pt x="1314" y="684"/>
                    </a:lnTo>
                    <a:lnTo>
                      <a:pt x="1320" y="684"/>
                    </a:lnTo>
                    <a:lnTo>
                      <a:pt x="1320" y="690"/>
                    </a:lnTo>
                    <a:lnTo>
                      <a:pt x="1326" y="690"/>
                    </a:lnTo>
                    <a:lnTo>
                      <a:pt x="1326" y="696"/>
                    </a:lnTo>
                    <a:lnTo>
                      <a:pt x="1332" y="696"/>
                    </a:lnTo>
                    <a:lnTo>
                      <a:pt x="1338" y="696"/>
                    </a:lnTo>
                    <a:lnTo>
                      <a:pt x="1338" y="702"/>
                    </a:lnTo>
                    <a:lnTo>
                      <a:pt x="1344" y="702"/>
                    </a:lnTo>
                    <a:lnTo>
                      <a:pt x="1350" y="708"/>
                    </a:lnTo>
                    <a:lnTo>
                      <a:pt x="1356" y="708"/>
                    </a:lnTo>
                    <a:lnTo>
                      <a:pt x="1356" y="714"/>
                    </a:lnTo>
                    <a:lnTo>
                      <a:pt x="1362" y="714"/>
                    </a:lnTo>
                    <a:lnTo>
                      <a:pt x="1368" y="720"/>
                    </a:lnTo>
                    <a:lnTo>
                      <a:pt x="1374" y="720"/>
                    </a:lnTo>
                    <a:lnTo>
                      <a:pt x="1374" y="726"/>
                    </a:lnTo>
                    <a:lnTo>
                      <a:pt x="1380" y="726"/>
                    </a:lnTo>
                    <a:lnTo>
                      <a:pt x="1386" y="726"/>
                    </a:lnTo>
                    <a:lnTo>
                      <a:pt x="1386" y="732"/>
                    </a:lnTo>
                    <a:lnTo>
                      <a:pt x="1392" y="732"/>
                    </a:lnTo>
                    <a:lnTo>
                      <a:pt x="1392" y="738"/>
                    </a:lnTo>
                    <a:lnTo>
                      <a:pt x="1398" y="738"/>
                    </a:lnTo>
                    <a:lnTo>
                      <a:pt x="1404" y="738"/>
                    </a:lnTo>
                    <a:lnTo>
                      <a:pt x="1404" y="744"/>
                    </a:lnTo>
                    <a:lnTo>
                      <a:pt x="1410" y="744"/>
                    </a:lnTo>
                    <a:lnTo>
                      <a:pt x="1416" y="750"/>
                    </a:lnTo>
                    <a:lnTo>
                      <a:pt x="1422" y="750"/>
                    </a:lnTo>
                    <a:lnTo>
                      <a:pt x="1422" y="756"/>
                    </a:lnTo>
                    <a:lnTo>
                      <a:pt x="1428" y="756"/>
                    </a:lnTo>
                    <a:lnTo>
                      <a:pt x="1434" y="756"/>
                    </a:lnTo>
                    <a:lnTo>
                      <a:pt x="1434" y="762"/>
                    </a:lnTo>
                    <a:lnTo>
                      <a:pt x="1440" y="762"/>
                    </a:lnTo>
                    <a:lnTo>
                      <a:pt x="1446" y="762"/>
                    </a:lnTo>
                    <a:lnTo>
                      <a:pt x="1452" y="762"/>
                    </a:lnTo>
                    <a:lnTo>
                      <a:pt x="1458" y="762"/>
                    </a:lnTo>
                    <a:lnTo>
                      <a:pt x="1464" y="762"/>
                    </a:lnTo>
                    <a:lnTo>
                      <a:pt x="1470" y="756"/>
                    </a:lnTo>
                    <a:lnTo>
                      <a:pt x="1476" y="756"/>
                    </a:lnTo>
                    <a:lnTo>
                      <a:pt x="1476" y="750"/>
                    </a:lnTo>
                    <a:lnTo>
                      <a:pt x="1482" y="750"/>
                    </a:lnTo>
                    <a:lnTo>
                      <a:pt x="1482" y="744"/>
                    </a:lnTo>
                    <a:lnTo>
                      <a:pt x="1488" y="744"/>
                    </a:lnTo>
                    <a:lnTo>
                      <a:pt x="1488" y="738"/>
                    </a:lnTo>
                    <a:lnTo>
                      <a:pt x="1494" y="738"/>
                    </a:lnTo>
                    <a:lnTo>
                      <a:pt x="1494" y="732"/>
                    </a:lnTo>
                    <a:lnTo>
                      <a:pt x="1500" y="732"/>
                    </a:lnTo>
                    <a:lnTo>
                      <a:pt x="1500" y="726"/>
                    </a:lnTo>
                    <a:lnTo>
                      <a:pt x="1506" y="726"/>
                    </a:lnTo>
                    <a:lnTo>
                      <a:pt x="1506" y="720"/>
                    </a:lnTo>
                    <a:lnTo>
                      <a:pt x="1512" y="720"/>
                    </a:lnTo>
                    <a:lnTo>
                      <a:pt x="1512" y="714"/>
                    </a:lnTo>
                    <a:lnTo>
                      <a:pt x="1518" y="714"/>
                    </a:lnTo>
                    <a:lnTo>
                      <a:pt x="1518" y="708"/>
                    </a:lnTo>
                    <a:lnTo>
                      <a:pt x="1524" y="708"/>
                    </a:lnTo>
                    <a:lnTo>
                      <a:pt x="1524" y="702"/>
                    </a:lnTo>
                    <a:lnTo>
                      <a:pt x="1530" y="702"/>
                    </a:lnTo>
                    <a:lnTo>
                      <a:pt x="1530" y="696"/>
                    </a:lnTo>
                    <a:lnTo>
                      <a:pt x="1536" y="696"/>
                    </a:lnTo>
                    <a:lnTo>
                      <a:pt x="1536" y="690"/>
                    </a:lnTo>
                    <a:lnTo>
                      <a:pt x="1542" y="690"/>
                    </a:lnTo>
                    <a:lnTo>
                      <a:pt x="1542" y="684"/>
                    </a:lnTo>
                    <a:lnTo>
                      <a:pt x="1548" y="684"/>
                    </a:lnTo>
                    <a:lnTo>
                      <a:pt x="1548" y="678"/>
                    </a:lnTo>
                    <a:lnTo>
                      <a:pt x="1554" y="678"/>
                    </a:lnTo>
                    <a:lnTo>
                      <a:pt x="1554" y="672"/>
                    </a:lnTo>
                    <a:lnTo>
                      <a:pt x="1560" y="672"/>
                    </a:lnTo>
                    <a:lnTo>
                      <a:pt x="1560" y="666"/>
                    </a:lnTo>
                    <a:lnTo>
                      <a:pt x="1566" y="660"/>
                    </a:lnTo>
                    <a:lnTo>
                      <a:pt x="1572" y="654"/>
                    </a:lnTo>
                    <a:lnTo>
                      <a:pt x="1578" y="648"/>
                    </a:lnTo>
                    <a:lnTo>
                      <a:pt x="1578" y="642"/>
                    </a:lnTo>
                    <a:lnTo>
                      <a:pt x="1584" y="642"/>
                    </a:lnTo>
                    <a:lnTo>
                      <a:pt x="1590" y="636"/>
                    </a:lnTo>
                    <a:lnTo>
                      <a:pt x="1590" y="630"/>
                    </a:lnTo>
                    <a:lnTo>
                      <a:pt x="1596" y="630"/>
                    </a:lnTo>
                    <a:lnTo>
                      <a:pt x="1596" y="624"/>
                    </a:lnTo>
                    <a:lnTo>
                      <a:pt x="1602" y="624"/>
                    </a:lnTo>
                    <a:lnTo>
                      <a:pt x="1602" y="618"/>
                    </a:lnTo>
                    <a:lnTo>
                      <a:pt x="1608" y="618"/>
                    </a:lnTo>
                    <a:lnTo>
                      <a:pt x="1608" y="612"/>
                    </a:lnTo>
                    <a:lnTo>
                      <a:pt x="1614" y="612"/>
                    </a:lnTo>
                    <a:lnTo>
                      <a:pt x="1614" y="606"/>
                    </a:lnTo>
                    <a:lnTo>
                      <a:pt x="1620" y="606"/>
                    </a:lnTo>
                    <a:lnTo>
                      <a:pt x="1620" y="600"/>
                    </a:lnTo>
                    <a:lnTo>
                      <a:pt x="1626" y="600"/>
                    </a:lnTo>
                    <a:lnTo>
                      <a:pt x="1626" y="594"/>
                    </a:lnTo>
                    <a:lnTo>
                      <a:pt x="1632" y="594"/>
                    </a:lnTo>
                    <a:lnTo>
                      <a:pt x="1632" y="588"/>
                    </a:lnTo>
                    <a:lnTo>
                      <a:pt x="1638" y="588"/>
                    </a:lnTo>
                    <a:lnTo>
                      <a:pt x="1638" y="582"/>
                    </a:lnTo>
                    <a:lnTo>
                      <a:pt x="1644" y="582"/>
                    </a:lnTo>
                    <a:lnTo>
                      <a:pt x="1644" y="576"/>
                    </a:lnTo>
                    <a:lnTo>
                      <a:pt x="1650" y="576"/>
                    </a:lnTo>
                    <a:lnTo>
                      <a:pt x="1650" y="570"/>
                    </a:lnTo>
                    <a:lnTo>
                      <a:pt x="1656" y="570"/>
                    </a:lnTo>
                    <a:lnTo>
                      <a:pt x="1656" y="564"/>
                    </a:lnTo>
                    <a:lnTo>
                      <a:pt x="1662" y="564"/>
                    </a:lnTo>
                    <a:lnTo>
                      <a:pt x="1662" y="558"/>
                    </a:lnTo>
                    <a:lnTo>
                      <a:pt x="1668" y="558"/>
                    </a:lnTo>
                    <a:lnTo>
                      <a:pt x="1668" y="552"/>
                    </a:lnTo>
                    <a:lnTo>
                      <a:pt x="1674" y="552"/>
                    </a:lnTo>
                    <a:lnTo>
                      <a:pt x="1674" y="546"/>
                    </a:lnTo>
                    <a:lnTo>
                      <a:pt x="1680" y="540"/>
                    </a:lnTo>
                    <a:lnTo>
                      <a:pt x="1686" y="534"/>
                    </a:lnTo>
                    <a:lnTo>
                      <a:pt x="1692" y="534"/>
                    </a:lnTo>
                    <a:lnTo>
                      <a:pt x="1692" y="528"/>
                    </a:lnTo>
                    <a:lnTo>
                      <a:pt x="1698" y="522"/>
                    </a:lnTo>
                    <a:lnTo>
                      <a:pt x="1704" y="516"/>
                    </a:lnTo>
                    <a:lnTo>
                      <a:pt x="1704" y="510"/>
                    </a:lnTo>
                    <a:lnTo>
                      <a:pt x="1710" y="510"/>
                    </a:lnTo>
                    <a:lnTo>
                      <a:pt x="1710" y="504"/>
                    </a:lnTo>
                    <a:lnTo>
                      <a:pt x="1716" y="504"/>
                    </a:lnTo>
                    <a:lnTo>
                      <a:pt x="1716" y="498"/>
                    </a:lnTo>
                    <a:lnTo>
                      <a:pt x="1722" y="498"/>
                    </a:lnTo>
                    <a:lnTo>
                      <a:pt x="1722" y="492"/>
                    </a:lnTo>
                    <a:lnTo>
                      <a:pt x="1728" y="492"/>
                    </a:lnTo>
                    <a:lnTo>
                      <a:pt x="1728" y="486"/>
                    </a:lnTo>
                    <a:lnTo>
                      <a:pt x="1734" y="486"/>
                    </a:lnTo>
                    <a:lnTo>
                      <a:pt x="1734" y="480"/>
                    </a:lnTo>
                    <a:lnTo>
                      <a:pt x="1740" y="480"/>
                    </a:lnTo>
                    <a:lnTo>
                      <a:pt x="1740" y="474"/>
                    </a:lnTo>
                    <a:lnTo>
                      <a:pt x="1746" y="474"/>
                    </a:lnTo>
                    <a:lnTo>
                      <a:pt x="1746" y="468"/>
                    </a:lnTo>
                    <a:lnTo>
                      <a:pt x="1752" y="468"/>
                    </a:lnTo>
                    <a:lnTo>
                      <a:pt x="1752" y="462"/>
                    </a:lnTo>
                    <a:lnTo>
                      <a:pt x="1758" y="462"/>
                    </a:lnTo>
                    <a:lnTo>
                      <a:pt x="1758" y="456"/>
                    </a:lnTo>
                    <a:lnTo>
                      <a:pt x="1764" y="456"/>
                    </a:lnTo>
                    <a:lnTo>
                      <a:pt x="1764" y="450"/>
                    </a:lnTo>
                    <a:lnTo>
                      <a:pt x="1770" y="450"/>
                    </a:lnTo>
                    <a:lnTo>
                      <a:pt x="1770" y="444"/>
                    </a:lnTo>
                    <a:lnTo>
                      <a:pt x="1776" y="444"/>
                    </a:lnTo>
                    <a:lnTo>
                      <a:pt x="1776" y="438"/>
                    </a:lnTo>
                    <a:lnTo>
                      <a:pt x="1782" y="438"/>
                    </a:lnTo>
                    <a:lnTo>
                      <a:pt x="1782" y="432"/>
                    </a:lnTo>
                    <a:lnTo>
                      <a:pt x="1788" y="432"/>
                    </a:lnTo>
                    <a:lnTo>
                      <a:pt x="1788" y="426"/>
                    </a:lnTo>
                    <a:lnTo>
                      <a:pt x="1794" y="426"/>
                    </a:lnTo>
                    <a:lnTo>
                      <a:pt x="1794" y="420"/>
                    </a:lnTo>
                    <a:lnTo>
                      <a:pt x="1800" y="420"/>
                    </a:lnTo>
                    <a:lnTo>
                      <a:pt x="1800" y="414"/>
                    </a:lnTo>
                    <a:lnTo>
                      <a:pt x="1806" y="408"/>
                    </a:lnTo>
                    <a:lnTo>
                      <a:pt x="1812" y="402"/>
                    </a:lnTo>
                    <a:lnTo>
                      <a:pt x="1812" y="396"/>
                    </a:lnTo>
                    <a:lnTo>
                      <a:pt x="1818" y="396"/>
                    </a:lnTo>
                    <a:lnTo>
                      <a:pt x="1818" y="390"/>
                    </a:lnTo>
                    <a:lnTo>
                      <a:pt x="1824" y="390"/>
                    </a:lnTo>
                    <a:lnTo>
                      <a:pt x="1824" y="384"/>
                    </a:lnTo>
                    <a:lnTo>
                      <a:pt x="1830" y="384"/>
                    </a:lnTo>
                    <a:lnTo>
                      <a:pt x="1830" y="378"/>
                    </a:lnTo>
                    <a:lnTo>
                      <a:pt x="1836" y="378"/>
                    </a:lnTo>
                    <a:lnTo>
                      <a:pt x="1836" y="372"/>
                    </a:lnTo>
                    <a:lnTo>
                      <a:pt x="1842" y="372"/>
                    </a:lnTo>
                    <a:lnTo>
                      <a:pt x="1842" y="366"/>
                    </a:lnTo>
                    <a:lnTo>
                      <a:pt x="1848" y="366"/>
                    </a:lnTo>
                    <a:lnTo>
                      <a:pt x="1848" y="360"/>
                    </a:lnTo>
                    <a:lnTo>
                      <a:pt x="1854" y="360"/>
                    </a:lnTo>
                    <a:lnTo>
                      <a:pt x="1854" y="354"/>
                    </a:lnTo>
                    <a:lnTo>
                      <a:pt x="1860" y="348"/>
                    </a:lnTo>
                    <a:lnTo>
                      <a:pt x="1860" y="342"/>
                    </a:lnTo>
                    <a:lnTo>
                      <a:pt x="1866" y="342"/>
                    </a:lnTo>
                    <a:lnTo>
                      <a:pt x="1866" y="336"/>
                    </a:lnTo>
                    <a:lnTo>
                      <a:pt x="1872" y="336"/>
                    </a:lnTo>
                    <a:lnTo>
                      <a:pt x="1872" y="330"/>
                    </a:lnTo>
                    <a:lnTo>
                      <a:pt x="1878" y="330"/>
                    </a:lnTo>
                    <a:lnTo>
                      <a:pt x="1878" y="324"/>
                    </a:lnTo>
                    <a:lnTo>
                      <a:pt x="1884" y="324"/>
                    </a:lnTo>
                    <a:lnTo>
                      <a:pt x="1884" y="318"/>
                    </a:lnTo>
                    <a:lnTo>
                      <a:pt x="1890" y="318"/>
                    </a:lnTo>
                    <a:lnTo>
                      <a:pt x="1890" y="312"/>
                    </a:lnTo>
                    <a:lnTo>
                      <a:pt x="1890" y="306"/>
                    </a:lnTo>
                    <a:lnTo>
                      <a:pt x="1896" y="306"/>
                    </a:lnTo>
                    <a:lnTo>
                      <a:pt x="1896" y="300"/>
                    </a:lnTo>
                    <a:lnTo>
                      <a:pt x="1902" y="300"/>
                    </a:lnTo>
                    <a:lnTo>
                      <a:pt x="1902" y="294"/>
                    </a:lnTo>
                    <a:lnTo>
                      <a:pt x="1908" y="294"/>
                    </a:lnTo>
                    <a:lnTo>
                      <a:pt x="1908" y="288"/>
                    </a:lnTo>
                    <a:lnTo>
                      <a:pt x="1914" y="288"/>
                    </a:lnTo>
                    <a:lnTo>
                      <a:pt x="1914" y="282"/>
                    </a:lnTo>
                    <a:lnTo>
                      <a:pt x="1920" y="282"/>
                    </a:lnTo>
                    <a:lnTo>
                      <a:pt x="1920" y="276"/>
                    </a:lnTo>
                    <a:lnTo>
                      <a:pt x="1926" y="276"/>
                    </a:lnTo>
                    <a:lnTo>
                      <a:pt x="1926" y="270"/>
                    </a:lnTo>
                    <a:lnTo>
                      <a:pt x="1932" y="264"/>
                    </a:lnTo>
                    <a:lnTo>
                      <a:pt x="1932" y="258"/>
                    </a:lnTo>
                    <a:lnTo>
                      <a:pt x="1938" y="258"/>
                    </a:lnTo>
                    <a:lnTo>
                      <a:pt x="1938" y="252"/>
                    </a:lnTo>
                    <a:lnTo>
                      <a:pt x="1944" y="252"/>
                    </a:lnTo>
                    <a:lnTo>
                      <a:pt x="1944" y="246"/>
                    </a:lnTo>
                    <a:lnTo>
                      <a:pt x="1950" y="246"/>
                    </a:lnTo>
                    <a:lnTo>
                      <a:pt x="1950" y="240"/>
                    </a:lnTo>
                    <a:lnTo>
                      <a:pt x="1956" y="240"/>
                    </a:lnTo>
                    <a:lnTo>
                      <a:pt x="1956" y="234"/>
                    </a:lnTo>
                    <a:lnTo>
                      <a:pt x="1962" y="234"/>
                    </a:lnTo>
                    <a:lnTo>
                      <a:pt x="1962" y="228"/>
                    </a:lnTo>
                    <a:lnTo>
                      <a:pt x="1962" y="222"/>
                    </a:lnTo>
                    <a:lnTo>
                      <a:pt x="1968" y="222"/>
                    </a:lnTo>
                    <a:lnTo>
                      <a:pt x="1968" y="216"/>
                    </a:lnTo>
                    <a:lnTo>
                      <a:pt x="1974" y="216"/>
                    </a:lnTo>
                    <a:lnTo>
                      <a:pt x="1974" y="210"/>
                    </a:lnTo>
                    <a:lnTo>
                      <a:pt x="1980" y="210"/>
                    </a:lnTo>
                    <a:lnTo>
                      <a:pt x="1980" y="204"/>
                    </a:lnTo>
                    <a:lnTo>
                      <a:pt x="1986" y="204"/>
                    </a:lnTo>
                    <a:lnTo>
                      <a:pt x="1986" y="198"/>
                    </a:lnTo>
                    <a:lnTo>
                      <a:pt x="1992" y="198"/>
                    </a:lnTo>
                    <a:lnTo>
                      <a:pt x="1992" y="192"/>
                    </a:lnTo>
                    <a:lnTo>
                      <a:pt x="1998" y="186"/>
                    </a:lnTo>
                    <a:lnTo>
                      <a:pt x="1998" y="180"/>
                    </a:lnTo>
                    <a:lnTo>
                      <a:pt x="2004" y="180"/>
                    </a:lnTo>
                    <a:lnTo>
                      <a:pt x="2004" y="174"/>
                    </a:lnTo>
                    <a:lnTo>
                      <a:pt x="2010" y="174"/>
                    </a:lnTo>
                    <a:lnTo>
                      <a:pt x="2010" y="168"/>
                    </a:lnTo>
                    <a:lnTo>
                      <a:pt x="2016" y="168"/>
                    </a:lnTo>
                    <a:lnTo>
                      <a:pt x="2016" y="162"/>
                    </a:lnTo>
                    <a:lnTo>
                      <a:pt x="2022" y="162"/>
                    </a:lnTo>
                    <a:lnTo>
                      <a:pt x="2022" y="156"/>
                    </a:lnTo>
                    <a:lnTo>
                      <a:pt x="2028" y="156"/>
                    </a:lnTo>
                    <a:lnTo>
                      <a:pt x="2028" y="150"/>
                    </a:lnTo>
                    <a:lnTo>
                      <a:pt x="2034" y="144"/>
                    </a:lnTo>
                    <a:lnTo>
                      <a:pt x="2034" y="138"/>
                    </a:lnTo>
                    <a:lnTo>
                      <a:pt x="2040" y="138"/>
                    </a:lnTo>
                    <a:lnTo>
                      <a:pt x="2040" y="132"/>
                    </a:lnTo>
                    <a:lnTo>
                      <a:pt x="2046" y="132"/>
                    </a:lnTo>
                    <a:lnTo>
                      <a:pt x="2046" y="126"/>
                    </a:lnTo>
                    <a:lnTo>
                      <a:pt x="2052" y="126"/>
                    </a:lnTo>
                    <a:lnTo>
                      <a:pt x="2052" y="120"/>
                    </a:lnTo>
                    <a:lnTo>
                      <a:pt x="2058" y="120"/>
                    </a:lnTo>
                    <a:lnTo>
                      <a:pt x="2058" y="114"/>
                    </a:lnTo>
                    <a:lnTo>
                      <a:pt x="2064" y="114"/>
                    </a:lnTo>
                    <a:lnTo>
                      <a:pt x="2064" y="108"/>
                    </a:lnTo>
                    <a:lnTo>
                      <a:pt x="2070" y="102"/>
                    </a:lnTo>
                    <a:lnTo>
                      <a:pt x="2070" y="96"/>
                    </a:lnTo>
                    <a:lnTo>
                      <a:pt x="2076" y="96"/>
                    </a:lnTo>
                    <a:lnTo>
                      <a:pt x="2076" y="90"/>
                    </a:lnTo>
                    <a:lnTo>
                      <a:pt x="2082" y="90"/>
                    </a:lnTo>
                    <a:lnTo>
                      <a:pt x="2082" y="84"/>
                    </a:lnTo>
                    <a:lnTo>
                      <a:pt x="2088" y="84"/>
                    </a:lnTo>
                    <a:lnTo>
                      <a:pt x="2088" y="78"/>
                    </a:lnTo>
                    <a:lnTo>
                      <a:pt x="2094" y="78"/>
                    </a:lnTo>
                    <a:lnTo>
                      <a:pt x="2094" y="72"/>
                    </a:lnTo>
                    <a:lnTo>
                      <a:pt x="2100" y="72"/>
                    </a:lnTo>
                    <a:lnTo>
                      <a:pt x="2100" y="66"/>
                    </a:lnTo>
                    <a:lnTo>
                      <a:pt x="2100" y="60"/>
                    </a:lnTo>
                    <a:lnTo>
                      <a:pt x="2106" y="60"/>
                    </a:lnTo>
                    <a:lnTo>
                      <a:pt x="2106" y="54"/>
                    </a:lnTo>
                    <a:lnTo>
                      <a:pt x="2112" y="54"/>
                    </a:lnTo>
                    <a:lnTo>
                      <a:pt x="2112" y="48"/>
                    </a:lnTo>
                    <a:lnTo>
                      <a:pt x="2118" y="48"/>
                    </a:lnTo>
                    <a:lnTo>
                      <a:pt x="2118" y="42"/>
                    </a:lnTo>
                    <a:lnTo>
                      <a:pt x="2124" y="42"/>
                    </a:lnTo>
                    <a:lnTo>
                      <a:pt x="2124" y="36"/>
                    </a:lnTo>
                    <a:lnTo>
                      <a:pt x="2130" y="36"/>
                    </a:lnTo>
                    <a:lnTo>
                      <a:pt x="2130" y="30"/>
                    </a:lnTo>
                    <a:lnTo>
                      <a:pt x="2136" y="30"/>
                    </a:lnTo>
                    <a:lnTo>
                      <a:pt x="2136" y="24"/>
                    </a:lnTo>
                    <a:lnTo>
                      <a:pt x="2142" y="18"/>
                    </a:lnTo>
                    <a:lnTo>
                      <a:pt x="2142" y="12"/>
                    </a:lnTo>
                    <a:lnTo>
                      <a:pt x="2148" y="12"/>
                    </a:lnTo>
                    <a:lnTo>
                      <a:pt x="2148" y="6"/>
                    </a:lnTo>
                    <a:lnTo>
                      <a:pt x="2154" y="6"/>
                    </a:lnTo>
                    <a:lnTo>
                      <a:pt x="2160" y="0"/>
                    </a:lnTo>
                    <a:lnTo>
                      <a:pt x="2166" y="0"/>
                    </a:lnTo>
                    <a:lnTo>
                      <a:pt x="2172" y="0"/>
                    </a:lnTo>
                    <a:lnTo>
                      <a:pt x="2178" y="0"/>
                    </a:lnTo>
                    <a:lnTo>
                      <a:pt x="2184" y="0"/>
                    </a:lnTo>
                    <a:lnTo>
                      <a:pt x="2190" y="0"/>
                    </a:lnTo>
                    <a:lnTo>
                      <a:pt x="2196" y="6"/>
                    </a:lnTo>
                    <a:lnTo>
                      <a:pt x="2202" y="6"/>
                    </a:lnTo>
                    <a:lnTo>
                      <a:pt x="2202" y="12"/>
                    </a:lnTo>
                    <a:lnTo>
                      <a:pt x="2208" y="12"/>
                    </a:lnTo>
                    <a:lnTo>
                      <a:pt x="2208" y="18"/>
                    </a:lnTo>
                    <a:lnTo>
                      <a:pt x="2214" y="18"/>
                    </a:lnTo>
                    <a:lnTo>
                      <a:pt x="2214" y="24"/>
                    </a:lnTo>
                    <a:lnTo>
                      <a:pt x="2220" y="24"/>
                    </a:lnTo>
                    <a:lnTo>
                      <a:pt x="2220" y="30"/>
                    </a:lnTo>
                    <a:lnTo>
                      <a:pt x="2226" y="30"/>
                    </a:lnTo>
                    <a:lnTo>
                      <a:pt x="2226" y="36"/>
                    </a:lnTo>
                    <a:lnTo>
                      <a:pt x="2232" y="36"/>
                    </a:lnTo>
                    <a:lnTo>
                      <a:pt x="2232" y="42"/>
                    </a:lnTo>
                    <a:lnTo>
                      <a:pt x="2238" y="42"/>
                    </a:lnTo>
                    <a:lnTo>
                      <a:pt x="2238" y="48"/>
                    </a:lnTo>
                    <a:lnTo>
                      <a:pt x="2244" y="48"/>
                    </a:lnTo>
                    <a:lnTo>
                      <a:pt x="2244" y="54"/>
                    </a:lnTo>
                    <a:lnTo>
                      <a:pt x="2250" y="54"/>
                    </a:lnTo>
                    <a:lnTo>
                      <a:pt x="2250" y="60"/>
                    </a:lnTo>
                    <a:lnTo>
                      <a:pt x="2256" y="60"/>
                    </a:lnTo>
                    <a:lnTo>
                      <a:pt x="2256" y="66"/>
                    </a:lnTo>
                    <a:lnTo>
                      <a:pt x="2262" y="66"/>
                    </a:lnTo>
                    <a:lnTo>
                      <a:pt x="2262" y="72"/>
                    </a:lnTo>
                    <a:lnTo>
                      <a:pt x="2268" y="72"/>
                    </a:lnTo>
                    <a:lnTo>
                      <a:pt x="2268" y="78"/>
                    </a:lnTo>
                    <a:lnTo>
                      <a:pt x="2274" y="78"/>
                    </a:lnTo>
                    <a:lnTo>
                      <a:pt x="2274" y="84"/>
                    </a:lnTo>
                    <a:lnTo>
                      <a:pt x="2280" y="84"/>
                    </a:lnTo>
                    <a:lnTo>
                      <a:pt x="2280" y="90"/>
                    </a:lnTo>
                    <a:lnTo>
                      <a:pt x="2286" y="90"/>
                    </a:lnTo>
                    <a:lnTo>
                      <a:pt x="2286" y="96"/>
                    </a:lnTo>
                    <a:lnTo>
                      <a:pt x="2292" y="96"/>
                    </a:lnTo>
                    <a:lnTo>
                      <a:pt x="2292" y="102"/>
                    </a:lnTo>
                    <a:lnTo>
                      <a:pt x="2298" y="102"/>
                    </a:lnTo>
                    <a:lnTo>
                      <a:pt x="2298" y="108"/>
                    </a:lnTo>
                    <a:lnTo>
                      <a:pt x="2304" y="108"/>
                    </a:lnTo>
                    <a:lnTo>
                      <a:pt x="2304" y="114"/>
                    </a:lnTo>
                    <a:lnTo>
                      <a:pt x="2310" y="114"/>
                    </a:lnTo>
                    <a:lnTo>
                      <a:pt x="2310" y="120"/>
                    </a:lnTo>
                    <a:lnTo>
                      <a:pt x="2316" y="120"/>
                    </a:lnTo>
                    <a:lnTo>
                      <a:pt x="2316" y="126"/>
                    </a:lnTo>
                    <a:lnTo>
                      <a:pt x="2322" y="126"/>
                    </a:lnTo>
                    <a:lnTo>
                      <a:pt x="2322" y="132"/>
                    </a:lnTo>
                    <a:lnTo>
                      <a:pt x="2328" y="132"/>
                    </a:lnTo>
                    <a:lnTo>
                      <a:pt x="2328" y="138"/>
                    </a:lnTo>
                    <a:lnTo>
                      <a:pt x="2334" y="138"/>
                    </a:lnTo>
                    <a:lnTo>
                      <a:pt x="2334" y="144"/>
                    </a:lnTo>
                    <a:lnTo>
                      <a:pt x="2340" y="144"/>
                    </a:lnTo>
                    <a:lnTo>
                      <a:pt x="2346" y="150"/>
                    </a:lnTo>
                    <a:lnTo>
                      <a:pt x="2346" y="156"/>
                    </a:lnTo>
                    <a:lnTo>
                      <a:pt x="2352" y="156"/>
                    </a:lnTo>
                    <a:lnTo>
                      <a:pt x="2358" y="162"/>
                    </a:lnTo>
                    <a:lnTo>
                      <a:pt x="2364" y="168"/>
                    </a:lnTo>
                    <a:lnTo>
                      <a:pt x="2370" y="174"/>
                    </a:lnTo>
                    <a:lnTo>
                      <a:pt x="2376" y="180"/>
                    </a:lnTo>
                    <a:lnTo>
                      <a:pt x="2382" y="180"/>
                    </a:lnTo>
                    <a:lnTo>
                      <a:pt x="2382" y="186"/>
                    </a:lnTo>
                    <a:lnTo>
                      <a:pt x="2388" y="186"/>
                    </a:lnTo>
                    <a:lnTo>
                      <a:pt x="2388" y="192"/>
                    </a:lnTo>
                    <a:lnTo>
                      <a:pt x="2394" y="192"/>
                    </a:lnTo>
                    <a:lnTo>
                      <a:pt x="2394" y="198"/>
                    </a:lnTo>
                    <a:lnTo>
                      <a:pt x="2400" y="198"/>
                    </a:lnTo>
                    <a:lnTo>
                      <a:pt x="2400" y="204"/>
                    </a:lnTo>
                    <a:lnTo>
                      <a:pt x="2406" y="204"/>
                    </a:lnTo>
                    <a:lnTo>
                      <a:pt x="2406" y="210"/>
                    </a:lnTo>
                    <a:lnTo>
                      <a:pt x="2412" y="210"/>
                    </a:lnTo>
                    <a:lnTo>
                      <a:pt x="2412" y="216"/>
                    </a:lnTo>
                    <a:lnTo>
                      <a:pt x="2418" y="216"/>
                    </a:lnTo>
                    <a:lnTo>
                      <a:pt x="2418" y="222"/>
                    </a:lnTo>
                    <a:lnTo>
                      <a:pt x="2424" y="222"/>
                    </a:lnTo>
                    <a:lnTo>
                      <a:pt x="2424" y="228"/>
                    </a:lnTo>
                    <a:lnTo>
                      <a:pt x="2430" y="228"/>
                    </a:lnTo>
                    <a:lnTo>
                      <a:pt x="2430" y="234"/>
                    </a:lnTo>
                    <a:lnTo>
                      <a:pt x="2436" y="234"/>
                    </a:lnTo>
                    <a:lnTo>
                      <a:pt x="2436" y="240"/>
                    </a:lnTo>
                    <a:lnTo>
                      <a:pt x="2442" y="240"/>
                    </a:lnTo>
                    <a:lnTo>
                      <a:pt x="2442" y="246"/>
                    </a:lnTo>
                    <a:lnTo>
                      <a:pt x="2448" y="246"/>
                    </a:lnTo>
                    <a:lnTo>
                      <a:pt x="2448" y="252"/>
                    </a:lnTo>
                    <a:lnTo>
                      <a:pt x="2454" y="252"/>
                    </a:lnTo>
                    <a:lnTo>
                      <a:pt x="2454" y="258"/>
                    </a:lnTo>
                    <a:lnTo>
                      <a:pt x="2460" y="258"/>
                    </a:lnTo>
                    <a:lnTo>
                      <a:pt x="2460" y="264"/>
                    </a:lnTo>
                    <a:lnTo>
                      <a:pt x="2466" y="264"/>
                    </a:lnTo>
                    <a:lnTo>
                      <a:pt x="2466" y="270"/>
                    </a:lnTo>
                    <a:lnTo>
                      <a:pt x="2472" y="270"/>
                    </a:lnTo>
                    <a:lnTo>
                      <a:pt x="2472" y="276"/>
                    </a:lnTo>
                    <a:lnTo>
                      <a:pt x="2478" y="276"/>
                    </a:lnTo>
                    <a:lnTo>
                      <a:pt x="2478" y="282"/>
                    </a:lnTo>
                    <a:lnTo>
                      <a:pt x="2484" y="282"/>
                    </a:lnTo>
                    <a:lnTo>
                      <a:pt x="2484" y="288"/>
                    </a:lnTo>
                    <a:lnTo>
                      <a:pt x="2490" y="288"/>
                    </a:lnTo>
                    <a:lnTo>
                      <a:pt x="2490" y="294"/>
                    </a:lnTo>
                    <a:lnTo>
                      <a:pt x="2496" y="294"/>
                    </a:lnTo>
                    <a:lnTo>
                      <a:pt x="2496" y="300"/>
                    </a:lnTo>
                    <a:lnTo>
                      <a:pt x="2502" y="300"/>
                    </a:lnTo>
                    <a:lnTo>
                      <a:pt x="2502" y="306"/>
                    </a:lnTo>
                    <a:lnTo>
                      <a:pt x="2508" y="306"/>
                    </a:lnTo>
                    <a:lnTo>
                      <a:pt x="2508" y="312"/>
                    </a:lnTo>
                    <a:lnTo>
                      <a:pt x="2514" y="312"/>
                    </a:lnTo>
                    <a:lnTo>
                      <a:pt x="2514" y="318"/>
                    </a:lnTo>
                    <a:lnTo>
                      <a:pt x="2520" y="318"/>
                    </a:lnTo>
                    <a:lnTo>
                      <a:pt x="2526" y="324"/>
                    </a:lnTo>
                    <a:lnTo>
                      <a:pt x="2532" y="324"/>
                    </a:lnTo>
                    <a:lnTo>
                      <a:pt x="2532" y="330"/>
                    </a:lnTo>
                    <a:lnTo>
                      <a:pt x="2538" y="330"/>
                    </a:lnTo>
                    <a:lnTo>
                      <a:pt x="2538" y="336"/>
                    </a:lnTo>
                    <a:lnTo>
                      <a:pt x="2544" y="336"/>
                    </a:lnTo>
                    <a:lnTo>
                      <a:pt x="2550" y="336"/>
                    </a:lnTo>
                    <a:lnTo>
                      <a:pt x="2550" y="342"/>
                    </a:lnTo>
                    <a:lnTo>
                      <a:pt x="2556" y="342"/>
                    </a:lnTo>
                    <a:lnTo>
                      <a:pt x="2562" y="342"/>
                    </a:lnTo>
                    <a:lnTo>
                      <a:pt x="2562" y="348"/>
                    </a:lnTo>
                    <a:lnTo>
                      <a:pt x="2568" y="348"/>
                    </a:lnTo>
                    <a:lnTo>
                      <a:pt x="2574" y="354"/>
                    </a:lnTo>
                    <a:lnTo>
                      <a:pt x="2580" y="354"/>
                    </a:lnTo>
                    <a:lnTo>
                      <a:pt x="2580" y="360"/>
                    </a:lnTo>
                    <a:lnTo>
                      <a:pt x="2586" y="360"/>
                    </a:lnTo>
                    <a:lnTo>
                      <a:pt x="2592" y="360"/>
                    </a:lnTo>
                    <a:lnTo>
                      <a:pt x="2592" y="366"/>
                    </a:lnTo>
                    <a:lnTo>
                      <a:pt x="2598" y="366"/>
                    </a:lnTo>
                    <a:lnTo>
                      <a:pt x="2604" y="366"/>
                    </a:lnTo>
                    <a:lnTo>
                      <a:pt x="2604" y="372"/>
                    </a:lnTo>
                    <a:lnTo>
                      <a:pt x="2610" y="372"/>
                    </a:lnTo>
                    <a:lnTo>
                      <a:pt x="2616" y="372"/>
                    </a:lnTo>
                    <a:lnTo>
                      <a:pt x="2616" y="378"/>
                    </a:lnTo>
                    <a:lnTo>
                      <a:pt x="2622" y="378"/>
                    </a:lnTo>
                    <a:lnTo>
                      <a:pt x="2628" y="378"/>
                    </a:lnTo>
                    <a:lnTo>
                      <a:pt x="2628" y="384"/>
                    </a:lnTo>
                    <a:lnTo>
                      <a:pt x="2634" y="384"/>
                    </a:lnTo>
                    <a:lnTo>
                      <a:pt x="2640" y="384"/>
                    </a:lnTo>
                    <a:lnTo>
                      <a:pt x="2640" y="390"/>
                    </a:lnTo>
                    <a:lnTo>
                      <a:pt x="2646" y="390"/>
                    </a:lnTo>
                    <a:lnTo>
                      <a:pt x="2646" y="396"/>
                    </a:lnTo>
                    <a:lnTo>
                      <a:pt x="2652" y="396"/>
                    </a:lnTo>
                    <a:lnTo>
                      <a:pt x="2658" y="396"/>
                    </a:lnTo>
                    <a:lnTo>
                      <a:pt x="2658" y="402"/>
                    </a:lnTo>
                    <a:lnTo>
                      <a:pt x="2664" y="402"/>
                    </a:lnTo>
                    <a:lnTo>
                      <a:pt x="2670" y="402"/>
                    </a:lnTo>
                    <a:lnTo>
                      <a:pt x="2670" y="408"/>
                    </a:lnTo>
                    <a:lnTo>
                      <a:pt x="2676" y="408"/>
                    </a:lnTo>
                    <a:lnTo>
                      <a:pt x="2682" y="408"/>
                    </a:lnTo>
                    <a:lnTo>
                      <a:pt x="2682" y="414"/>
                    </a:lnTo>
                    <a:lnTo>
                      <a:pt x="2688" y="414"/>
                    </a:lnTo>
                    <a:lnTo>
                      <a:pt x="2694" y="414"/>
                    </a:lnTo>
                    <a:lnTo>
                      <a:pt x="2694" y="420"/>
                    </a:lnTo>
                    <a:lnTo>
                      <a:pt x="2700" y="420"/>
                    </a:lnTo>
                    <a:lnTo>
                      <a:pt x="2706" y="420"/>
                    </a:lnTo>
                    <a:lnTo>
                      <a:pt x="2712" y="420"/>
                    </a:lnTo>
                    <a:lnTo>
                      <a:pt x="2718" y="420"/>
                    </a:lnTo>
                    <a:lnTo>
                      <a:pt x="2718" y="426"/>
                    </a:lnTo>
                    <a:lnTo>
                      <a:pt x="2724" y="426"/>
                    </a:lnTo>
                    <a:lnTo>
                      <a:pt x="2730" y="426"/>
                    </a:lnTo>
                    <a:lnTo>
                      <a:pt x="2736" y="426"/>
                    </a:lnTo>
                    <a:lnTo>
                      <a:pt x="2742" y="426"/>
                    </a:lnTo>
                    <a:lnTo>
                      <a:pt x="2748" y="426"/>
                    </a:lnTo>
                    <a:lnTo>
                      <a:pt x="2754" y="426"/>
                    </a:lnTo>
                    <a:lnTo>
                      <a:pt x="2760" y="426"/>
                    </a:lnTo>
                    <a:lnTo>
                      <a:pt x="2766" y="426"/>
                    </a:lnTo>
                    <a:lnTo>
                      <a:pt x="2772" y="426"/>
                    </a:lnTo>
                    <a:lnTo>
                      <a:pt x="2778" y="426"/>
                    </a:lnTo>
                    <a:lnTo>
                      <a:pt x="2784" y="426"/>
                    </a:lnTo>
                    <a:lnTo>
                      <a:pt x="2790" y="426"/>
                    </a:lnTo>
                    <a:lnTo>
                      <a:pt x="2796" y="426"/>
                    </a:lnTo>
                    <a:lnTo>
                      <a:pt x="2802" y="426"/>
                    </a:lnTo>
                    <a:lnTo>
                      <a:pt x="2808" y="426"/>
                    </a:lnTo>
                    <a:lnTo>
                      <a:pt x="2814" y="426"/>
                    </a:lnTo>
                    <a:lnTo>
                      <a:pt x="2820" y="426"/>
                    </a:lnTo>
                    <a:lnTo>
                      <a:pt x="2826" y="426"/>
                    </a:lnTo>
                    <a:lnTo>
                      <a:pt x="2832" y="426"/>
                    </a:lnTo>
                    <a:lnTo>
                      <a:pt x="2838" y="426"/>
                    </a:lnTo>
                    <a:lnTo>
                      <a:pt x="2844" y="426"/>
                    </a:lnTo>
                    <a:lnTo>
                      <a:pt x="2850" y="426"/>
                    </a:lnTo>
                    <a:lnTo>
                      <a:pt x="2856" y="426"/>
                    </a:lnTo>
                    <a:lnTo>
                      <a:pt x="2862" y="426"/>
                    </a:lnTo>
                    <a:lnTo>
                      <a:pt x="2868" y="426"/>
                    </a:lnTo>
                    <a:lnTo>
                      <a:pt x="2874" y="426"/>
                    </a:lnTo>
                    <a:lnTo>
                      <a:pt x="2880" y="426"/>
                    </a:lnTo>
                    <a:lnTo>
                      <a:pt x="2886" y="426"/>
                    </a:lnTo>
                    <a:lnTo>
                      <a:pt x="2892" y="426"/>
                    </a:lnTo>
                    <a:lnTo>
                      <a:pt x="2898" y="426"/>
                    </a:lnTo>
                    <a:lnTo>
                      <a:pt x="2904" y="426"/>
                    </a:lnTo>
                    <a:lnTo>
                      <a:pt x="2910" y="426"/>
                    </a:lnTo>
                    <a:lnTo>
                      <a:pt x="2916" y="426"/>
                    </a:lnTo>
                    <a:lnTo>
                      <a:pt x="2922" y="426"/>
                    </a:lnTo>
                    <a:lnTo>
                      <a:pt x="2928" y="426"/>
                    </a:lnTo>
                    <a:lnTo>
                      <a:pt x="2934" y="426"/>
                    </a:lnTo>
                    <a:lnTo>
                      <a:pt x="2940" y="426"/>
                    </a:lnTo>
                    <a:lnTo>
                      <a:pt x="2946" y="426"/>
                    </a:lnTo>
                    <a:lnTo>
                      <a:pt x="2952" y="426"/>
                    </a:lnTo>
                    <a:lnTo>
                      <a:pt x="2958" y="426"/>
                    </a:lnTo>
                    <a:lnTo>
                      <a:pt x="2964" y="426"/>
                    </a:lnTo>
                    <a:lnTo>
                      <a:pt x="2970" y="426"/>
                    </a:lnTo>
                    <a:lnTo>
                      <a:pt x="2976" y="426"/>
                    </a:lnTo>
                    <a:lnTo>
                      <a:pt x="2982" y="426"/>
                    </a:lnTo>
                    <a:lnTo>
                      <a:pt x="2988" y="426"/>
                    </a:lnTo>
                    <a:lnTo>
                      <a:pt x="2994" y="426"/>
                    </a:lnTo>
                    <a:lnTo>
                      <a:pt x="3000" y="426"/>
                    </a:lnTo>
                    <a:lnTo>
                      <a:pt x="3006" y="426"/>
                    </a:lnTo>
                    <a:lnTo>
                      <a:pt x="3012" y="426"/>
                    </a:lnTo>
                    <a:lnTo>
                      <a:pt x="3018" y="426"/>
                    </a:lnTo>
                    <a:lnTo>
                      <a:pt x="3024" y="426"/>
                    </a:lnTo>
                    <a:lnTo>
                      <a:pt x="3030" y="426"/>
                    </a:lnTo>
                    <a:lnTo>
                      <a:pt x="3036" y="426"/>
                    </a:lnTo>
                    <a:lnTo>
                      <a:pt x="3042" y="426"/>
                    </a:lnTo>
                    <a:lnTo>
                      <a:pt x="3048" y="426"/>
                    </a:lnTo>
                    <a:lnTo>
                      <a:pt x="3054" y="426"/>
                    </a:lnTo>
                    <a:lnTo>
                      <a:pt x="3060" y="426"/>
                    </a:lnTo>
                    <a:lnTo>
                      <a:pt x="3066" y="426"/>
                    </a:lnTo>
                    <a:lnTo>
                      <a:pt x="3072" y="426"/>
                    </a:lnTo>
                    <a:lnTo>
                      <a:pt x="3078" y="426"/>
                    </a:lnTo>
                    <a:lnTo>
                      <a:pt x="3084" y="426"/>
                    </a:lnTo>
                    <a:lnTo>
                      <a:pt x="3090" y="426"/>
                    </a:lnTo>
                    <a:lnTo>
                      <a:pt x="3096" y="426"/>
                    </a:lnTo>
                    <a:lnTo>
                      <a:pt x="3102" y="426"/>
                    </a:lnTo>
                    <a:lnTo>
                      <a:pt x="3108" y="426"/>
                    </a:lnTo>
                    <a:lnTo>
                      <a:pt x="3114" y="426"/>
                    </a:lnTo>
                    <a:lnTo>
                      <a:pt x="3120" y="426"/>
                    </a:lnTo>
                    <a:lnTo>
                      <a:pt x="3126" y="426"/>
                    </a:lnTo>
                    <a:lnTo>
                      <a:pt x="3132" y="426"/>
                    </a:lnTo>
                    <a:lnTo>
                      <a:pt x="3138" y="426"/>
                    </a:lnTo>
                    <a:lnTo>
                      <a:pt x="3144" y="426"/>
                    </a:lnTo>
                    <a:lnTo>
                      <a:pt x="3150" y="426"/>
                    </a:lnTo>
                    <a:lnTo>
                      <a:pt x="3156" y="426"/>
                    </a:lnTo>
                    <a:lnTo>
                      <a:pt x="3162" y="426"/>
                    </a:lnTo>
                    <a:lnTo>
                      <a:pt x="3168" y="426"/>
                    </a:lnTo>
                    <a:lnTo>
                      <a:pt x="3174" y="426"/>
                    </a:lnTo>
                    <a:lnTo>
                      <a:pt x="3180" y="426"/>
                    </a:lnTo>
                    <a:lnTo>
                      <a:pt x="3186" y="426"/>
                    </a:lnTo>
                    <a:lnTo>
                      <a:pt x="3192" y="426"/>
                    </a:lnTo>
                    <a:lnTo>
                      <a:pt x="3198" y="426"/>
                    </a:lnTo>
                    <a:lnTo>
                      <a:pt x="3204" y="426"/>
                    </a:lnTo>
                    <a:lnTo>
                      <a:pt x="3210" y="426"/>
                    </a:lnTo>
                    <a:lnTo>
                      <a:pt x="3216" y="426"/>
                    </a:lnTo>
                    <a:lnTo>
                      <a:pt x="3222" y="426"/>
                    </a:lnTo>
                    <a:lnTo>
                      <a:pt x="3228" y="426"/>
                    </a:lnTo>
                    <a:lnTo>
                      <a:pt x="3234" y="426"/>
                    </a:lnTo>
                    <a:lnTo>
                      <a:pt x="3240" y="426"/>
                    </a:lnTo>
                    <a:lnTo>
                      <a:pt x="3246" y="426"/>
                    </a:lnTo>
                    <a:lnTo>
                      <a:pt x="3252" y="426"/>
                    </a:lnTo>
                    <a:lnTo>
                      <a:pt x="3258" y="426"/>
                    </a:lnTo>
                    <a:lnTo>
                      <a:pt x="3264" y="426"/>
                    </a:lnTo>
                    <a:lnTo>
                      <a:pt x="3270" y="426"/>
                    </a:lnTo>
                    <a:lnTo>
                      <a:pt x="3276" y="426"/>
                    </a:lnTo>
                    <a:lnTo>
                      <a:pt x="3282" y="426"/>
                    </a:lnTo>
                    <a:lnTo>
                      <a:pt x="3288" y="426"/>
                    </a:lnTo>
                    <a:lnTo>
                      <a:pt x="3294" y="426"/>
                    </a:lnTo>
                    <a:lnTo>
                      <a:pt x="3300" y="426"/>
                    </a:lnTo>
                    <a:lnTo>
                      <a:pt x="3306" y="426"/>
                    </a:lnTo>
                    <a:lnTo>
                      <a:pt x="3312" y="426"/>
                    </a:lnTo>
                    <a:lnTo>
                      <a:pt x="3318" y="426"/>
                    </a:lnTo>
                    <a:lnTo>
                      <a:pt x="3324" y="426"/>
                    </a:lnTo>
                    <a:lnTo>
                      <a:pt x="3330" y="426"/>
                    </a:lnTo>
                    <a:lnTo>
                      <a:pt x="3336" y="426"/>
                    </a:lnTo>
                    <a:lnTo>
                      <a:pt x="3342" y="426"/>
                    </a:lnTo>
                    <a:lnTo>
                      <a:pt x="3348" y="426"/>
                    </a:lnTo>
                    <a:lnTo>
                      <a:pt x="3354" y="426"/>
                    </a:lnTo>
                    <a:lnTo>
                      <a:pt x="3360" y="426"/>
                    </a:lnTo>
                    <a:lnTo>
                      <a:pt x="3366" y="426"/>
                    </a:lnTo>
                    <a:lnTo>
                      <a:pt x="3372" y="426"/>
                    </a:lnTo>
                    <a:lnTo>
                      <a:pt x="3378" y="426"/>
                    </a:lnTo>
                    <a:lnTo>
                      <a:pt x="3384" y="426"/>
                    </a:lnTo>
                    <a:lnTo>
                      <a:pt x="3390" y="426"/>
                    </a:lnTo>
                    <a:lnTo>
                      <a:pt x="3396" y="426"/>
                    </a:lnTo>
                    <a:lnTo>
                      <a:pt x="3402" y="426"/>
                    </a:lnTo>
                    <a:lnTo>
                      <a:pt x="3408" y="426"/>
                    </a:lnTo>
                    <a:lnTo>
                      <a:pt x="3414" y="426"/>
                    </a:lnTo>
                    <a:lnTo>
                      <a:pt x="3420" y="426"/>
                    </a:lnTo>
                    <a:lnTo>
                      <a:pt x="3426" y="426"/>
                    </a:lnTo>
                    <a:lnTo>
                      <a:pt x="3432" y="426"/>
                    </a:lnTo>
                    <a:lnTo>
                      <a:pt x="3438" y="426"/>
                    </a:lnTo>
                    <a:lnTo>
                      <a:pt x="3444" y="426"/>
                    </a:lnTo>
                    <a:lnTo>
                      <a:pt x="3450" y="426"/>
                    </a:lnTo>
                    <a:lnTo>
                      <a:pt x="3456" y="426"/>
                    </a:lnTo>
                    <a:lnTo>
                      <a:pt x="3462" y="426"/>
                    </a:lnTo>
                    <a:lnTo>
                      <a:pt x="3468" y="426"/>
                    </a:lnTo>
                    <a:lnTo>
                      <a:pt x="3474" y="426"/>
                    </a:lnTo>
                    <a:lnTo>
                      <a:pt x="3480" y="426"/>
                    </a:lnTo>
                    <a:lnTo>
                      <a:pt x="3486" y="426"/>
                    </a:lnTo>
                    <a:lnTo>
                      <a:pt x="3492" y="426"/>
                    </a:lnTo>
                    <a:lnTo>
                      <a:pt x="3498" y="426"/>
                    </a:lnTo>
                    <a:lnTo>
                      <a:pt x="3504" y="426"/>
                    </a:lnTo>
                    <a:lnTo>
                      <a:pt x="3510" y="426"/>
                    </a:lnTo>
                    <a:lnTo>
                      <a:pt x="3516" y="426"/>
                    </a:lnTo>
                    <a:lnTo>
                      <a:pt x="3522" y="426"/>
                    </a:lnTo>
                    <a:lnTo>
                      <a:pt x="3528" y="426"/>
                    </a:lnTo>
                    <a:lnTo>
                      <a:pt x="3534" y="426"/>
                    </a:lnTo>
                    <a:lnTo>
                      <a:pt x="3540" y="426"/>
                    </a:lnTo>
                    <a:lnTo>
                      <a:pt x="3546" y="426"/>
                    </a:lnTo>
                    <a:lnTo>
                      <a:pt x="3552" y="426"/>
                    </a:lnTo>
                    <a:lnTo>
                      <a:pt x="3558" y="426"/>
                    </a:lnTo>
                    <a:lnTo>
                      <a:pt x="3564" y="426"/>
                    </a:lnTo>
                    <a:lnTo>
                      <a:pt x="3570" y="426"/>
                    </a:lnTo>
                  </a:path>
                </a:pathLst>
              </a:custGeom>
              <a:noFill/>
              <a:ln w="15840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3" name="Rectangle 203"/>
              <p:cNvSpPr/>
              <p:nvPr/>
            </p:nvSpPr>
            <p:spPr>
              <a:xfrm>
                <a:off x="3925440" y="5329080"/>
                <a:ext cx="363960" cy="122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rIns="0" tIns="0" bIns="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1" lang="en-US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rPr>
                  <a:t>DISP_Y</a:t>
                </a:r>
                <a:endParaRPr b="0" lang="en-IN" sz="8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4" name="Rectangle 204"/>
              <p:cNvSpPr/>
              <p:nvPr/>
            </p:nvSpPr>
            <p:spPr>
              <a:xfrm>
                <a:off x="1562040" y="5472000"/>
                <a:ext cx="8568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5" name="Rectangle 205"/>
              <p:cNvSpPr/>
              <p:nvPr/>
            </p:nvSpPr>
            <p:spPr>
              <a:xfrm>
                <a:off x="1666800" y="5491080"/>
                <a:ext cx="114480" cy="47160"/>
              </a:xfrm>
              <a:prstGeom prst="rect">
                <a:avLst/>
              </a:prstGeom>
              <a:solidFill>
                <a:srgbClr val="0080ff"/>
              </a:solidFill>
              <a:ln w="0">
                <a:solidFill>
                  <a:srgbClr val="008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" bIns="3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6" name="Rectangle 206"/>
              <p:cNvSpPr/>
              <p:nvPr/>
            </p:nvSpPr>
            <p:spPr>
              <a:xfrm>
                <a:off x="1990800" y="5491080"/>
                <a:ext cx="114120" cy="47160"/>
              </a:xfrm>
              <a:prstGeom prst="rect">
                <a:avLst/>
              </a:prstGeom>
              <a:solidFill>
                <a:srgbClr val="0080ff"/>
              </a:solidFill>
              <a:ln w="0">
                <a:solidFill>
                  <a:srgbClr val="008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" bIns="3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7" name="Rectangle 207"/>
              <p:cNvSpPr/>
              <p:nvPr/>
            </p:nvSpPr>
            <p:spPr>
              <a:xfrm>
                <a:off x="2124000" y="5472000"/>
                <a:ext cx="9540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8" name="Rectangle 208"/>
              <p:cNvSpPr/>
              <p:nvPr/>
            </p:nvSpPr>
            <p:spPr>
              <a:xfrm>
                <a:off x="2400480" y="5491080"/>
                <a:ext cx="114120" cy="47160"/>
              </a:xfrm>
              <a:prstGeom prst="rect">
                <a:avLst/>
              </a:prstGeom>
              <a:solidFill>
                <a:srgbClr val="0080ff"/>
              </a:solidFill>
              <a:ln w="0">
                <a:solidFill>
                  <a:srgbClr val="008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" bIns="3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29" name="Rectangle 209"/>
              <p:cNvSpPr/>
              <p:nvPr/>
            </p:nvSpPr>
            <p:spPr>
              <a:xfrm>
                <a:off x="2695680" y="5472000"/>
                <a:ext cx="9504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0" name="Rectangle 210"/>
              <p:cNvSpPr/>
              <p:nvPr/>
            </p:nvSpPr>
            <p:spPr>
              <a:xfrm>
                <a:off x="3257640" y="5472000"/>
                <a:ext cx="9504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1" name="Rectangle 211"/>
              <p:cNvSpPr/>
              <p:nvPr/>
            </p:nvSpPr>
            <p:spPr>
              <a:xfrm>
                <a:off x="3828960" y="5472000"/>
                <a:ext cx="9540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2" name="Rectangle 212"/>
              <p:cNvSpPr/>
              <p:nvPr/>
            </p:nvSpPr>
            <p:spPr>
              <a:xfrm>
                <a:off x="4400640" y="5472000"/>
                <a:ext cx="8568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3" name="Rectangle 213"/>
              <p:cNvSpPr/>
              <p:nvPr/>
            </p:nvSpPr>
            <p:spPr>
              <a:xfrm>
                <a:off x="4962600" y="5472000"/>
                <a:ext cx="9504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4" name="Rectangle 214"/>
              <p:cNvSpPr/>
              <p:nvPr/>
            </p:nvSpPr>
            <p:spPr>
              <a:xfrm>
                <a:off x="5533920" y="5472000"/>
                <a:ext cx="9540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5" name="Rectangle 215"/>
              <p:cNvSpPr/>
              <p:nvPr/>
            </p:nvSpPr>
            <p:spPr>
              <a:xfrm>
                <a:off x="5810400" y="5491080"/>
                <a:ext cx="114120" cy="47160"/>
              </a:xfrm>
              <a:prstGeom prst="rect">
                <a:avLst/>
              </a:prstGeom>
              <a:solidFill>
                <a:srgbClr val="0080ff"/>
              </a:solidFill>
              <a:ln w="0">
                <a:solidFill>
                  <a:srgbClr val="008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" bIns="3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6" name="Rectangle 216"/>
              <p:cNvSpPr/>
              <p:nvPr/>
            </p:nvSpPr>
            <p:spPr>
              <a:xfrm>
                <a:off x="6095880" y="5472000"/>
                <a:ext cx="9540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7" name="Rectangle 217"/>
              <p:cNvSpPr/>
              <p:nvPr/>
            </p:nvSpPr>
            <p:spPr>
              <a:xfrm>
                <a:off x="6210360" y="5491080"/>
                <a:ext cx="114120" cy="47160"/>
              </a:xfrm>
              <a:prstGeom prst="rect">
                <a:avLst/>
              </a:prstGeom>
              <a:solidFill>
                <a:srgbClr val="0080ff"/>
              </a:solidFill>
              <a:ln w="0">
                <a:solidFill>
                  <a:srgbClr val="008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" bIns="3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8" name="Rectangle 218"/>
              <p:cNvSpPr/>
              <p:nvPr/>
            </p:nvSpPr>
            <p:spPr>
              <a:xfrm>
                <a:off x="6534000" y="5491080"/>
                <a:ext cx="114480" cy="47160"/>
              </a:xfrm>
              <a:prstGeom prst="rect">
                <a:avLst/>
              </a:prstGeom>
              <a:solidFill>
                <a:srgbClr val="0080ff"/>
              </a:solidFill>
              <a:ln w="0">
                <a:solidFill>
                  <a:srgbClr val="0080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" bIns="36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39" name="Rectangle 219"/>
              <p:cNvSpPr/>
              <p:nvPr/>
            </p:nvSpPr>
            <p:spPr>
              <a:xfrm>
                <a:off x="6667560" y="5472000"/>
                <a:ext cx="95040" cy="66240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2240" name="Text Box 5"/>
            <p:cNvSpPr/>
            <p:nvPr/>
          </p:nvSpPr>
          <p:spPr>
            <a:xfrm>
              <a:off x="7526160" y="3743640"/>
              <a:ext cx="1276560" cy="94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t">
              <a:spAutoFit/>
            </a:bodyPr>
            <a:p>
              <a:pPr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400" strike="noStrike" u="none">
                  <a:solidFill>
                    <a:srgbClr val="800080"/>
                  </a:solidFill>
                  <a:effectLst/>
                  <a:uFillTx/>
                  <a:latin typeface="Arial Unicode MS"/>
                </a:rPr>
                <a:t>FODO lattice:</a:t>
              </a:r>
              <a:endParaRPr b="0" lang="en-IN" sz="14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  <a:p>
              <a:pPr>
                <a:spcBef>
                  <a:spcPts val="75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200" strike="noStrike" u="none">
                  <a:solidFill>
                    <a:srgbClr val="800080"/>
                  </a:solidFill>
                  <a:effectLst/>
                  <a:uFillTx/>
                  <a:latin typeface="Arial Unicode MS"/>
                </a:rPr>
                <a:t> 90</a:t>
              </a:r>
              <a:r>
                <a:rPr b="0" lang="en-US" sz="1200" strike="noStrike" u="none" baseline="30000">
                  <a:solidFill>
                    <a:srgbClr val="800080"/>
                  </a:solidFill>
                  <a:effectLst/>
                  <a:uFillTx/>
                  <a:latin typeface="Arial Unicode MS"/>
                </a:rPr>
                <a:t>0</a:t>
              </a:r>
              <a:r>
                <a:rPr b="0" lang="en-US" sz="1200" strike="noStrike" u="none">
                  <a:solidFill>
                    <a:srgbClr val="800080"/>
                  </a:solidFill>
                  <a:effectLst/>
                  <a:uFillTx/>
                  <a:latin typeface="Arial Unicode MS"/>
                </a:rPr>
                <a:t>/120</a:t>
              </a:r>
              <a:r>
                <a:rPr b="0" lang="en-US" sz="1200" strike="noStrike" u="none" baseline="30000">
                  <a:solidFill>
                    <a:srgbClr val="800080"/>
                  </a:solidFill>
                  <a:effectLst/>
                  <a:uFillTx/>
                  <a:latin typeface="Arial Unicode MS"/>
                </a:rPr>
                <a:t>0</a:t>
              </a:r>
              <a:r>
                <a:rPr b="0" lang="en-US" sz="1200" strike="noStrike" u="none">
                  <a:solidFill>
                    <a:srgbClr val="800080"/>
                  </a:solidFill>
                  <a:effectLst/>
                  <a:uFillTx/>
                  <a:latin typeface="Arial Unicode MS"/>
                </a:rPr>
                <a:t> (h/v) betatron phase adv. per cell</a:t>
              </a:r>
              <a:endParaRPr b="0" lang="en-IN" sz="12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  <p:sp>
          <p:nvSpPr>
            <p:cNvPr id="2241" name="Text Box 5"/>
            <p:cNvSpPr/>
            <p:nvPr/>
          </p:nvSpPr>
          <p:spPr>
            <a:xfrm>
              <a:off x="1644120" y="3200040"/>
              <a:ext cx="2189880" cy="30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360" rIns="90360" tIns="44280" bIns="44280" anchor="t">
              <a:spAutoFit/>
            </a:bodyPr>
            <a:p>
              <a:pPr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400" strike="noStrike" u="none">
                  <a:solidFill>
                    <a:srgbClr val="002060"/>
                  </a:solidFill>
                  <a:effectLst/>
                  <a:uFillTx/>
                  <a:latin typeface="Arial Unicode MS"/>
                </a:rPr>
                <a:t>Double achromat Optics</a:t>
              </a:r>
              <a:endParaRPr b="0" lang="en-IN" sz="14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grpSp>
        <p:nvGrpSpPr>
          <p:cNvPr id="2242" name="Group 153"/>
          <p:cNvGrpSpPr/>
          <p:nvPr/>
        </p:nvGrpSpPr>
        <p:grpSpPr>
          <a:xfrm>
            <a:off x="108000" y="1225440"/>
            <a:ext cx="7914960" cy="1665360"/>
            <a:chOff x="108000" y="1225440"/>
            <a:chExt cx="7914960" cy="1665360"/>
          </a:xfrm>
        </p:grpSpPr>
        <p:grpSp>
          <p:nvGrpSpPr>
            <p:cNvPr id="2243" name="Group 66"/>
            <p:cNvGrpSpPr/>
            <p:nvPr/>
          </p:nvGrpSpPr>
          <p:grpSpPr>
            <a:xfrm>
              <a:off x="132120" y="1225440"/>
              <a:ext cx="7890840" cy="1665360"/>
              <a:chOff x="132120" y="1225440"/>
              <a:chExt cx="7890840" cy="1665360"/>
            </a:xfrm>
          </p:grpSpPr>
          <p:grpSp>
            <p:nvGrpSpPr>
              <p:cNvPr id="2244" name="Group 53"/>
              <p:cNvGrpSpPr/>
              <p:nvPr/>
            </p:nvGrpSpPr>
            <p:grpSpPr>
              <a:xfrm>
                <a:off x="280080" y="1225440"/>
                <a:ext cx="7742880" cy="1665360"/>
                <a:chOff x="280080" y="1225440"/>
                <a:chExt cx="7742880" cy="1665360"/>
              </a:xfrm>
            </p:grpSpPr>
            <p:sp>
              <p:nvSpPr>
                <p:cNvPr id="2245" name="Text Box 36"/>
                <p:cNvSpPr/>
                <p:nvPr/>
              </p:nvSpPr>
              <p:spPr>
                <a:xfrm>
                  <a:off x="2643480" y="1225440"/>
                  <a:ext cx="340920" cy="302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360" rIns="90360" tIns="44280" bIns="4428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US" sz="1400" strike="noStrike" u="none">
                      <a:solidFill>
                        <a:srgbClr val="660066"/>
                      </a:solidFill>
                      <a:effectLst/>
                      <a:uFillTx/>
                      <a:latin typeface="Symbol"/>
                      <a:ea typeface="Symbol"/>
                    </a:rPr>
                    <a:t></a:t>
                  </a:r>
                  <a:r>
                    <a:rPr b="1" lang="en-US" sz="1400" strike="noStrike" u="none" baseline="30000">
                      <a:solidFill>
                        <a:srgbClr val="660066"/>
                      </a:solidFill>
                      <a:effectLst/>
                      <a:uFillTx/>
                      <a:latin typeface="Symbol"/>
                      <a:ea typeface="Symbol"/>
                    </a:rPr>
                    <a:t></a:t>
                  </a:r>
                  <a:endParaRPr b="0" lang="en-IN" sz="1400" strike="noStrike" u="sng">
                    <a:solidFill>
                      <a:srgbClr val="000000"/>
                    </a:solidFill>
                    <a:effectLst/>
                    <a:uFillTx/>
                    <a:latin typeface="Arial Unicode MS"/>
                  </a:endParaRPr>
                </a:p>
              </p:txBody>
            </p:sp>
            <p:grpSp>
              <p:nvGrpSpPr>
                <p:cNvPr id="2246" name="Group 52"/>
                <p:cNvGrpSpPr/>
                <p:nvPr/>
              </p:nvGrpSpPr>
              <p:grpSpPr>
                <a:xfrm>
                  <a:off x="280080" y="1459800"/>
                  <a:ext cx="7742880" cy="1431000"/>
                  <a:chOff x="280080" y="1459800"/>
                  <a:chExt cx="7742880" cy="1431000"/>
                </a:xfrm>
              </p:grpSpPr>
              <p:sp>
                <p:nvSpPr>
                  <p:cNvPr id="2247" name="Rectangle 4"/>
                  <p:cNvSpPr/>
                  <p:nvPr/>
                </p:nvSpPr>
                <p:spPr>
                  <a:xfrm>
                    <a:off x="3285720" y="1515240"/>
                    <a:ext cx="183960" cy="323640"/>
                  </a:xfrm>
                  <a:prstGeom prst="rect">
                    <a:avLst/>
                  </a:prstGeom>
                  <a:solidFill>
                    <a:srgbClr val="339966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48" name="Rectangle 5"/>
                  <p:cNvSpPr/>
                  <p:nvPr/>
                </p:nvSpPr>
                <p:spPr>
                  <a:xfrm>
                    <a:off x="2937960" y="2032560"/>
                    <a:ext cx="183960" cy="323640"/>
                  </a:xfrm>
                  <a:prstGeom prst="rect">
                    <a:avLst/>
                  </a:prstGeom>
                  <a:solidFill>
                    <a:srgbClr val="339966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49" name="Rectangle 6"/>
                  <p:cNvSpPr/>
                  <p:nvPr/>
                </p:nvSpPr>
                <p:spPr>
                  <a:xfrm>
                    <a:off x="4925880" y="2056320"/>
                    <a:ext cx="183960" cy="323640"/>
                  </a:xfrm>
                  <a:prstGeom prst="rect">
                    <a:avLst/>
                  </a:prstGeom>
                  <a:solidFill>
                    <a:srgbClr val="339966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50" name="Rectangle 7"/>
                  <p:cNvSpPr/>
                  <p:nvPr/>
                </p:nvSpPr>
                <p:spPr>
                  <a:xfrm>
                    <a:off x="4625640" y="2567160"/>
                    <a:ext cx="183960" cy="323640"/>
                  </a:xfrm>
                  <a:prstGeom prst="rect">
                    <a:avLst/>
                  </a:prstGeom>
                  <a:solidFill>
                    <a:srgbClr val="339966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grpSp>
                <p:nvGrpSpPr>
                  <p:cNvPr id="2251" name="Group 8"/>
                  <p:cNvGrpSpPr/>
                  <p:nvPr/>
                </p:nvGrpSpPr>
                <p:grpSpPr>
                  <a:xfrm>
                    <a:off x="280080" y="1632600"/>
                    <a:ext cx="7742880" cy="1060920"/>
                    <a:chOff x="280080" y="1632600"/>
                    <a:chExt cx="7742880" cy="1060920"/>
                  </a:xfrm>
                </p:grpSpPr>
                <p:sp>
                  <p:nvSpPr>
                    <p:cNvPr id="2252" name="Line 13"/>
                    <p:cNvSpPr/>
                    <p:nvPr/>
                  </p:nvSpPr>
                  <p:spPr>
                    <a:xfrm>
                      <a:off x="2469960" y="1641240"/>
                      <a:ext cx="812520" cy="5040"/>
                    </a:xfrm>
                    <a:prstGeom prst="line">
                      <a:avLst/>
                    </a:prstGeom>
                    <a:ln w="38160">
                      <a:solidFill>
                        <a:srgbClr val="660066"/>
                      </a:solidFill>
                      <a:miter/>
                      <a:tailEnd len="med" type="triangle" w="med"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-39240" bIns="-3924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53" name="Line 9"/>
                    <p:cNvSpPr/>
                    <p:nvPr/>
                  </p:nvSpPr>
                  <p:spPr>
                    <a:xfrm>
                      <a:off x="3146760" y="2134800"/>
                      <a:ext cx="1514160" cy="519480"/>
                    </a:xfrm>
                    <a:prstGeom prst="line">
                      <a:avLst/>
                    </a:prstGeom>
                    <a:ln w="38160">
                      <a:solidFill>
                        <a:srgbClr val="660066"/>
                      </a:solidFill>
                      <a:miter/>
                      <a:tailEnd len="med" type="triangle" w="med"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44280" bIns="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54" name="Line 10"/>
                    <p:cNvSpPr/>
                    <p:nvPr/>
                  </p:nvSpPr>
                  <p:spPr>
                    <a:xfrm>
                      <a:off x="280080" y="1843920"/>
                      <a:ext cx="1189440" cy="0"/>
                    </a:xfrm>
                    <a:prstGeom prst="line">
                      <a:avLst/>
                    </a:prstGeom>
                    <a:ln w="38160">
                      <a:solidFill>
                        <a:srgbClr val="660066"/>
                      </a:solidFill>
                      <a:miter/>
                      <a:tailEnd len="med" type="triangle" w="med"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-44280" bIns="-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55" name="Freeform 11"/>
                    <p:cNvSpPr/>
                    <p:nvPr/>
                  </p:nvSpPr>
                  <p:spPr>
                    <a:xfrm>
                      <a:off x="1472760" y="1632600"/>
                      <a:ext cx="1343880" cy="209520"/>
                    </a:xfrm>
                    <a:custGeom>
                      <a:avLst/>
                      <a:gdLst>
                        <a:gd name="textAreaLeft" fmla="*/ 0 w 1343880"/>
                        <a:gd name="textAreaRight" fmla="*/ 1344240 w 1343880"/>
                        <a:gd name="textAreaTop" fmla="*/ 0 h 209520"/>
                        <a:gd name="textAreaBottom" fmla="*/ 209880 h 209520"/>
                        <a:gd name="GluePoint1X" fmla="*/ 0 w 817"/>
                        <a:gd name="GluePoint1Y" fmla="*/ 1 h 215"/>
                        <a:gd name="GluePoint2X" fmla="*/ 370 w 817"/>
                        <a:gd name="GluePoint2Y" fmla="*/ 1 h 215"/>
                        <a:gd name="GluePoint3X" fmla="*/ 817 w 817"/>
                        <a:gd name="GluePoint3Y" fmla="*/ 1 h 21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</a:cxnLst>
                      <a:rect l="textAreaLeft" t="textAreaTop" r="textAreaRight" b="textAreaBottom"/>
                      <a:pathLst>
                        <a:path w="817" h="215">
                          <a:moveTo>
                            <a:pt x="0" y="215"/>
                          </a:moveTo>
                          <a:cubicBezTo>
                            <a:pt x="117" y="141"/>
                            <a:pt x="234" y="68"/>
                            <a:pt x="370" y="34"/>
                          </a:cubicBezTo>
                          <a:cubicBezTo>
                            <a:pt x="506" y="0"/>
                            <a:pt x="661" y="4"/>
                            <a:pt x="817" y="8"/>
                          </a:cubicBezTo>
                        </a:path>
                      </a:pathLst>
                    </a:custGeom>
                    <a:noFill/>
                    <a:ln w="38160">
                      <a:solidFill>
                        <a:srgbClr val="660066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44280" bIns="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56" name="Freeform 12"/>
                    <p:cNvSpPr/>
                    <p:nvPr/>
                  </p:nvSpPr>
                  <p:spPr>
                    <a:xfrm flipV="1">
                      <a:off x="1467720" y="1845000"/>
                      <a:ext cx="1344240" cy="282600"/>
                    </a:xfrm>
                    <a:custGeom>
                      <a:avLst/>
                      <a:gdLst>
                        <a:gd name="textAreaLeft" fmla="*/ 0 w 1344240"/>
                        <a:gd name="textAreaRight" fmla="*/ 1344240 w 1344240"/>
                        <a:gd name="textAreaTop" fmla="*/ -360 h 282600"/>
                        <a:gd name="textAreaBottom" fmla="*/ 282600 h 282600"/>
                        <a:gd name="GluePoint1X" fmla="*/ 0 w 817"/>
                        <a:gd name="GluePoint1Y" fmla="*/ 2 h 215"/>
                        <a:gd name="GluePoint2X" fmla="*/ 370 w 817"/>
                        <a:gd name="GluePoint2Y" fmla="*/ 2 h 215"/>
                        <a:gd name="GluePoint3X" fmla="*/ 817 w 817"/>
                        <a:gd name="GluePoint3Y" fmla="*/ 2 h 21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</a:cxnLst>
                      <a:rect l="textAreaLeft" t="textAreaTop" r="textAreaRight" b="textAreaBottom"/>
                      <a:pathLst>
                        <a:path w="817" h="215">
                          <a:moveTo>
                            <a:pt x="0" y="215"/>
                          </a:moveTo>
                          <a:cubicBezTo>
                            <a:pt x="117" y="141"/>
                            <a:pt x="234" y="68"/>
                            <a:pt x="370" y="34"/>
                          </a:cubicBezTo>
                          <a:cubicBezTo>
                            <a:pt x="506" y="0"/>
                            <a:pt x="661" y="4"/>
                            <a:pt x="817" y="8"/>
                          </a:cubicBezTo>
                        </a:path>
                      </a:pathLst>
                    </a:custGeom>
                    <a:noFill/>
                    <a:ln w="38160">
                      <a:solidFill>
                        <a:srgbClr val="660066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44280" bIns="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57" name="Line 14"/>
                    <p:cNvSpPr/>
                    <p:nvPr/>
                  </p:nvSpPr>
                  <p:spPr>
                    <a:xfrm>
                      <a:off x="2400840" y="2114640"/>
                      <a:ext cx="537840" cy="0"/>
                    </a:xfrm>
                    <a:prstGeom prst="line">
                      <a:avLst/>
                    </a:prstGeom>
                    <a:ln w="38160">
                      <a:solidFill>
                        <a:srgbClr val="660066"/>
                      </a:solidFill>
                      <a:miter/>
                      <a:tailEnd len="med" type="triangle" w="med"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-44280" bIns="-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58" name="Line 15"/>
                    <p:cNvSpPr/>
                    <p:nvPr/>
                  </p:nvSpPr>
                  <p:spPr>
                    <a:xfrm>
                      <a:off x="6833160" y="2409120"/>
                      <a:ext cx="1189800" cy="0"/>
                    </a:xfrm>
                    <a:prstGeom prst="line">
                      <a:avLst/>
                    </a:prstGeom>
                    <a:ln w="38160">
                      <a:solidFill>
                        <a:srgbClr val="660066"/>
                      </a:solidFill>
                      <a:miter/>
                      <a:tailEnd len="med" type="triangle" w="med"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-44280" bIns="-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59" name="Freeform 16"/>
                    <p:cNvSpPr/>
                    <p:nvPr/>
                  </p:nvSpPr>
                  <p:spPr>
                    <a:xfrm flipH="1">
                      <a:off x="5485680" y="2197800"/>
                      <a:ext cx="1344240" cy="209880"/>
                    </a:xfrm>
                    <a:custGeom>
                      <a:avLst/>
                      <a:gdLst>
                        <a:gd name="textAreaLeft" fmla="*/ 0 w 1344240"/>
                        <a:gd name="textAreaRight" fmla="*/ 1344240 w 1344240"/>
                        <a:gd name="textAreaTop" fmla="*/ 0 h 209880"/>
                        <a:gd name="textAreaBottom" fmla="*/ 210240 h 209880"/>
                        <a:gd name="GluePoint1X" fmla="*/ 0 w 817"/>
                        <a:gd name="GluePoint1Y" fmla="*/ 1 h 215"/>
                        <a:gd name="GluePoint2X" fmla="*/ 370 w 817"/>
                        <a:gd name="GluePoint2Y" fmla="*/ 1 h 215"/>
                        <a:gd name="GluePoint3X" fmla="*/ 817 w 817"/>
                        <a:gd name="GluePoint3Y" fmla="*/ 1 h 21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</a:cxnLst>
                      <a:rect l="textAreaLeft" t="textAreaTop" r="textAreaRight" b="textAreaBottom"/>
                      <a:pathLst>
                        <a:path w="817" h="215">
                          <a:moveTo>
                            <a:pt x="0" y="215"/>
                          </a:moveTo>
                          <a:cubicBezTo>
                            <a:pt x="117" y="141"/>
                            <a:pt x="234" y="68"/>
                            <a:pt x="370" y="34"/>
                          </a:cubicBezTo>
                          <a:cubicBezTo>
                            <a:pt x="506" y="0"/>
                            <a:pt x="661" y="4"/>
                            <a:pt x="817" y="8"/>
                          </a:cubicBezTo>
                        </a:path>
                      </a:pathLst>
                    </a:custGeom>
                    <a:noFill/>
                    <a:ln w="38160">
                      <a:solidFill>
                        <a:srgbClr val="660066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44280" bIns="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60" name="Freeform 17"/>
                    <p:cNvSpPr/>
                    <p:nvPr/>
                  </p:nvSpPr>
                  <p:spPr>
                    <a:xfrm flipH="1" flipV="1">
                      <a:off x="5490720" y="2411280"/>
                      <a:ext cx="1344240" cy="282240"/>
                    </a:xfrm>
                    <a:custGeom>
                      <a:avLst/>
                      <a:gdLst>
                        <a:gd name="textAreaLeft" fmla="*/ 0 w 1344240"/>
                        <a:gd name="textAreaRight" fmla="*/ 1344240 w 1344240"/>
                        <a:gd name="textAreaTop" fmla="*/ 360 h 282240"/>
                        <a:gd name="textAreaBottom" fmla="*/ 282960 h 282240"/>
                        <a:gd name="GluePoint1X" fmla="*/ 0 w 817"/>
                        <a:gd name="GluePoint1Y" fmla="*/ 2 h 215"/>
                        <a:gd name="GluePoint2X" fmla="*/ 370 w 817"/>
                        <a:gd name="GluePoint2Y" fmla="*/ 2 h 215"/>
                        <a:gd name="GluePoint3X" fmla="*/ 817 w 817"/>
                        <a:gd name="GluePoint3Y" fmla="*/ 2 h 215"/>
                      </a:gdLst>
                      <a:ahLst/>
                      <a:cxnLst>
                        <a:cxn ang="0">
                          <a:pos x="GluePoint1X" y="GluePoint1Y"/>
                        </a:cxn>
                        <a:cxn ang="0">
                          <a:pos x="GluePoint2X" y="GluePoint2Y"/>
                        </a:cxn>
                        <a:cxn ang="0">
                          <a:pos x="GluePoint3X" y="GluePoint3Y"/>
                        </a:cxn>
                      </a:cxnLst>
                      <a:rect l="textAreaLeft" t="textAreaTop" r="textAreaRight" b="textAreaBottom"/>
                      <a:pathLst>
                        <a:path w="817" h="215">
                          <a:moveTo>
                            <a:pt x="0" y="215"/>
                          </a:moveTo>
                          <a:cubicBezTo>
                            <a:pt x="117" y="141"/>
                            <a:pt x="234" y="68"/>
                            <a:pt x="370" y="34"/>
                          </a:cubicBezTo>
                          <a:cubicBezTo>
                            <a:pt x="506" y="0"/>
                            <a:pt x="661" y="4"/>
                            <a:pt x="817" y="8"/>
                          </a:cubicBezTo>
                        </a:path>
                      </a:pathLst>
                    </a:custGeom>
                    <a:noFill/>
                    <a:ln w="38160">
                      <a:solidFill>
                        <a:srgbClr val="660066"/>
                      </a:solidFill>
                      <a:round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44280" bIns="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61" name="Line 18"/>
                    <p:cNvSpPr/>
                    <p:nvPr/>
                  </p:nvSpPr>
                  <p:spPr>
                    <a:xfrm>
                      <a:off x="5155200" y="2215080"/>
                      <a:ext cx="697320" cy="3240"/>
                    </a:xfrm>
                    <a:prstGeom prst="line">
                      <a:avLst/>
                    </a:prstGeom>
                    <a:ln w="38160">
                      <a:solidFill>
                        <a:srgbClr val="660066"/>
                      </a:solidFill>
                      <a:miter/>
                      <a:tailEnd len="med" type="triangle" w="med"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-41040" bIns="-4104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62" name="Line 19"/>
                    <p:cNvSpPr/>
                    <p:nvPr/>
                  </p:nvSpPr>
                  <p:spPr>
                    <a:xfrm>
                      <a:off x="4844160" y="2679840"/>
                      <a:ext cx="1071000" cy="13680"/>
                    </a:xfrm>
                    <a:prstGeom prst="line">
                      <a:avLst/>
                    </a:prstGeom>
                    <a:ln w="38160">
                      <a:solidFill>
                        <a:srgbClr val="660066"/>
                      </a:solidFill>
                      <a:miter/>
                      <a:tailEnd len="med" type="triangle" w="med"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-30600" bIns="-3060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63" name="Line 20"/>
                    <p:cNvSpPr/>
                    <p:nvPr/>
                  </p:nvSpPr>
                  <p:spPr>
                    <a:xfrm>
                      <a:off x="3503520" y="1664640"/>
                      <a:ext cx="1435320" cy="518400"/>
                    </a:xfrm>
                    <a:prstGeom prst="line">
                      <a:avLst/>
                    </a:prstGeom>
                    <a:ln w="38160">
                      <a:solidFill>
                        <a:srgbClr val="660066"/>
                      </a:solidFill>
                      <a:miter/>
                      <a:tailEnd len="med" type="triangle" w="med"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360" rIns="90360" tIns="44280" bIns="44280" anchor="ctr">
                      <a:noAutofit/>
                    </a:bodyPr>
                    <a:p>
                      <a:endParaRPr b="0" lang="en-IN" sz="10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</p:grpSp>
              <p:sp>
                <p:nvSpPr>
                  <p:cNvPr id="2264" name="Rectangle 21"/>
                  <p:cNvSpPr/>
                  <p:nvPr/>
                </p:nvSpPr>
                <p:spPr>
                  <a:xfrm flipV="1" rot="1800">
                    <a:off x="6178320" y="2279880"/>
                    <a:ext cx="266400" cy="95040"/>
                  </a:xfrm>
                  <a:prstGeom prst="rect">
                    <a:avLst/>
                  </a:prstGeom>
                  <a:solidFill>
                    <a:srgbClr val="00ccff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65" name="Rectangle 22"/>
                  <p:cNvSpPr/>
                  <p:nvPr/>
                </p:nvSpPr>
                <p:spPr>
                  <a:xfrm flipV="1" rot="1800">
                    <a:off x="1311840" y="1869120"/>
                    <a:ext cx="266400" cy="95040"/>
                  </a:xfrm>
                  <a:prstGeom prst="rect">
                    <a:avLst/>
                  </a:prstGeom>
                  <a:solidFill>
                    <a:srgbClr val="00ccff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66" name="Rectangle 23"/>
                  <p:cNvSpPr/>
                  <p:nvPr/>
                </p:nvSpPr>
                <p:spPr>
                  <a:xfrm flipV="1" rot="1800">
                    <a:off x="1726200" y="2046600"/>
                    <a:ext cx="266400" cy="95040"/>
                  </a:xfrm>
                  <a:prstGeom prst="rect">
                    <a:avLst/>
                  </a:prstGeom>
                  <a:solidFill>
                    <a:srgbClr val="00ccff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67" name="Rectangle 24"/>
                  <p:cNvSpPr/>
                  <p:nvPr/>
                </p:nvSpPr>
                <p:spPr>
                  <a:xfrm flipV="1" rot="1800">
                    <a:off x="1972440" y="1666080"/>
                    <a:ext cx="266400" cy="95040"/>
                  </a:xfrm>
                  <a:prstGeom prst="rect">
                    <a:avLst/>
                  </a:prstGeom>
                  <a:solidFill>
                    <a:srgbClr val="00ccff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68" name="Rectangle 25"/>
                  <p:cNvSpPr/>
                  <p:nvPr/>
                </p:nvSpPr>
                <p:spPr>
                  <a:xfrm flipV="1" rot="1800">
                    <a:off x="5902200" y="2691000"/>
                    <a:ext cx="266400" cy="95040"/>
                  </a:xfrm>
                  <a:prstGeom prst="rect">
                    <a:avLst/>
                  </a:prstGeom>
                  <a:solidFill>
                    <a:srgbClr val="00ccff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69" name="Line 29"/>
                  <p:cNvSpPr/>
                  <p:nvPr/>
                </p:nvSpPr>
                <p:spPr>
                  <a:xfrm>
                    <a:off x="2513880" y="2124360"/>
                    <a:ext cx="185760" cy="0"/>
                  </a:xfrm>
                  <a:prstGeom prst="line">
                    <a:avLst/>
                  </a:prstGeom>
                  <a:ln w="28440">
                    <a:solidFill>
                      <a:srgbClr val="ff0000"/>
                    </a:solidFill>
                    <a:miter/>
                    <a:tailEnd len="med" type="triangle" w="med"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360" rIns="90360" tIns="-44280" bIns="-44280" anchor="t">
                    <a:noAutofit/>
                  </a:bodyPr>
                  <a:p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70" name="Line 30"/>
                  <p:cNvSpPr/>
                  <p:nvPr/>
                </p:nvSpPr>
                <p:spPr>
                  <a:xfrm>
                    <a:off x="568800" y="1846800"/>
                    <a:ext cx="187200" cy="0"/>
                  </a:xfrm>
                  <a:prstGeom prst="line">
                    <a:avLst/>
                  </a:prstGeom>
                  <a:ln w="28440">
                    <a:solidFill>
                      <a:srgbClr val="ff0000"/>
                    </a:solidFill>
                    <a:miter/>
                    <a:tailEnd len="med" type="triangle" w="med"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360" rIns="90360" tIns="-44280" bIns="-44280" anchor="t">
                    <a:noAutofit/>
                  </a:bodyPr>
                  <a:p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71" name="Line 31"/>
                  <p:cNvSpPr/>
                  <p:nvPr/>
                </p:nvSpPr>
                <p:spPr>
                  <a:xfrm>
                    <a:off x="2682360" y="1639080"/>
                    <a:ext cx="185760" cy="0"/>
                  </a:xfrm>
                  <a:prstGeom prst="line">
                    <a:avLst/>
                  </a:prstGeom>
                  <a:ln w="28440">
                    <a:solidFill>
                      <a:srgbClr val="ff0000"/>
                    </a:solidFill>
                    <a:miter/>
                    <a:tailEnd len="med" type="triangle" w="med"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360" rIns="90360" tIns="-44280" bIns="-44280" anchor="t">
                    <a:noAutofit/>
                  </a:bodyPr>
                  <a:p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72" name="Text Box 33"/>
                  <p:cNvSpPr/>
                  <p:nvPr/>
                </p:nvSpPr>
                <p:spPr>
                  <a:xfrm>
                    <a:off x="430920" y="1459800"/>
                    <a:ext cx="526320" cy="515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t">
                    <a:sp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r>
                      <a:rPr b="1" lang="en-US" sz="1400" strike="noStrike" u="none">
                        <a:solidFill>
                          <a:srgbClr val="660066"/>
                        </a:solidFill>
                        <a:effectLst/>
                        <a:uFillTx/>
                        <a:latin typeface="Symbol"/>
                        <a:ea typeface="Symbol"/>
                      </a:rPr>
                      <a:t></a:t>
                    </a:r>
                    <a:r>
                      <a:rPr b="1" lang="en-US" sz="1400" strike="noStrike" u="none" baseline="30000">
                        <a:solidFill>
                          <a:srgbClr val="660066"/>
                        </a:solidFill>
                        <a:effectLst/>
                        <a:uFillTx/>
                        <a:latin typeface="Symbol"/>
                        <a:ea typeface="Symbol"/>
                      </a:rPr>
                      <a:t></a:t>
                    </a:r>
                    <a:r>
                      <a:rPr b="1" lang="en-US" sz="1400" strike="noStrike" u="none">
                        <a:solidFill>
                          <a:srgbClr val="660066"/>
                        </a:solidFill>
                        <a:effectLst/>
                        <a:uFillTx/>
                        <a:latin typeface="Symbol"/>
                        <a:ea typeface="Symbol"/>
                      </a:rPr>
                      <a:t></a:t>
                    </a:r>
                    <a:r>
                      <a:rPr b="1" lang="en-US" sz="1400" strike="noStrike" u="none" baseline="30000">
                        <a:solidFill>
                          <a:srgbClr val="660066"/>
                        </a:solidFill>
                        <a:effectLst/>
                        <a:uFillTx/>
                        <a:latin typeface="Symbol"/>
                        <a:ea typeface="Symbol"/>
                      </a:rPr>
                      <a:t></a:t>
                    </a:r>
                    <a:endParaRPr b="0" lang="en-IN" sz="14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4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73" name="Line 35"/>
                  <p:cNvSpPr/>
                  <p:nvPr/>
                </p:nvSpPr>
                <p:spPr>
                  <a:xfrm>
                    <a:off x="7367760" y="2403720"/>
                    <a:ext cx="185760" cy="0"/>
                  </a:xfrm>
                  <a:prstGeom prst="line">
                    <a:avLst/>
                  </a:prstGeom>
                  <a:ln w="28440">
                    <a:solidFill>
                      <a:srgbClr val="ff0000"/>
                    </a:solidFill>
                    <a:miter/>
                    <a:tailEnd len="med" type="triangle" w="med"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360" rIns="90360" tIns="-44280" bIns="-44280" anchor="t">
                    <a:noAutofit/>
                  </a:bodyPr>
                  <a:p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74" name="Text Box 37"/>
                  <p:cNvSpPr/>
                  <p:nvPr/>
                </p:nvSpPr>
                <p:spPr>
                  <a:xfrm>
                    <a:off x="2462400" y="2169000"/>
                    <a:ext cx="340920" cy="3024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t">
                    <a:sp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r>
                      <a:rPr b="1" lang="en-US" sz="1400" strike="noStrike" u="none">
                        <a:solidFill>
                          <a:srgbClr val="660066"/>
                        </a:solidFill>
                        <a:effectLst/>
                        <a:uFillTx/>
                        <a:latin typeface="Symbol"/>
                        <a:ea typeface="Symbol"/>
                      </a:rPr>
                      <a:t></a:t>
                    </a:r>
                    <a:r>
                      <a:rPr b="1" lang="en-US" sz="1400" strike="noStrike" u="none" baseline="30000">
                        <a:solidFill>
                          <a:srgbClr val="660066"/>
                        </a:solidFill>
                        <a:effectLst/>
                        <a:uFillTx/>
                        <a:latin typeface="Symbol"/>
                        <a:ea typeface="Symbol"/>
                      </a:rPr>
                      <a:t></a:t>
                    </a:r>
                    <a:endParaRPr b="0" lang="en-IN" sz="14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grpSp>
                <p:nvGrpSpPr>
                  <p:cNvPr id="2275" name="Group 38"/>
                  <p:cNvGrpSpPr/>
                  <p:nvPr/>
                </p:nvGrpSpPr>
                <p:grpSpPr>
                  <a:xfrm>
                    <a:off x="7277760" y="2034000"/>
                    <a:ext cx="528120" cy="313920"/>
                    <a:chOff x="7277760" y="2034000"/>
                    <a:chExt cx="528120" cy="313920"/>
                  </a:xfrm>
                </p:grpSpPr>
                <p:sp>
                  <p:nvSpPr>
                    <p:cNvPr id="2276" name="Text Box 39"/>
                    <p:cNvSpPr/>
                    <p:nvPr/>
                  </p:nvSpPr>
                  <p:spPr>
                    <a:xfrm>
                      <a:off x="7277760" y="2045520"/>
                      <a:ext cx="340920" cy="3024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360" rIns="90360" tIns="44280" bIns="44280" anchor="t">
                      <a:sp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6600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</a:t>
                      </a:r>
                      <a:r>
                        <a:rPr b="1" lang="en-US" sz="1400" strike="noStrike" u="none" baseline="30000">
                          <a:solidFill>
                            <a:srgbClr val="6600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</a:t>
                      </a:r>
                      <a:endParaRPr b="0" lang="en-IN" sz="14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  <p:sp>
                  <p:nvSpPr>
                    <p:cNvPr id="2277" name="Text Box 40"/>
                    <p:cNvSpPr/>
                    <p:nvPr/>
                  </p:nvSpPr>
                  <p:spPr>
                    <a:xfrm>
                      <a:off x="7464960" y="2034000"/>
                      <a:ext cx="340920" cy="3024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wrap="none" lIns="90360" rIns="90360" tIns="44280" bIns="44280" anchor="t">
                      <a:sp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1400" strike="noStrike" u="none">
                          <a:solidFill>
                            <a:srgbClr val="6600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</a:t>
                      </a:r>
                      <a:r>
                        <a:rPr b="1" lang="en-US" sz="1400" strike="noStrike" u="none" baseline="30000">
                          <a:solidFill>
                            <a:srgbClr val="660066"/>
                          </a:solidFill>
                          <a:effectLst/>
                          <a:uFillTx/>
                          <a:latin typeface="Symbol"/>
                          <a:ea typeface="Symbol"/>
                        </a:rPr>
                        <a:t></a:t>
                      </a:r>
                      <a:endParaRPr b="0" lang="en-IN" sz="1400" strike="noStrike" u="sng">
                        <a:solidFill>
                          <a:srgbClr val="000000"/>
                        </a:solidFill>
                        <a:effectLst/>
                        <a:uFillTx/>
                        <a:latin typeface="Arial Unicode MS"/>
                      </a:endParaRPr>
                    </a:p>
                  </p:txBody>
                </p:sp>
              </p:grpSp>
              <p:sp>
                <p:nvSpPr>
                  <p:cNvPr id="2278" name="Rectangle 87"/>
                  <p:cNvSpPr/>
                  <p:nvPr/>
                </p:nvSpPr>
                <p:spPr>
                  <a:xfrm>
                    <a:off x="3676320" y="2057760"/>
                    <a:ext cx="885960" cy="2138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t">
                    <a:sp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r>
                      <a:rPr b="1" lang="en-US" sz="1400" strike="noStrike" u="none">
                        <a:solidFill>
                          <a:srgbClr val="800080"/>
                        </a:solidFill>
                        <a:effectLst/>
                        <a:uFillTx/>
                        <a:latin typeface="Arial"/>
                      </a:rPr>
                      <a:t>0.9 GeV</a:t>
                    </a:r>
                    <a:endParaRPr b="0" lang="en-IN" sz="14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  <p:sp>
                <p:nvSpPr>
                  <p:cNvPr id="2279" name="Rectangle 26"/>
                  <p:cNvSpPr/>
                  <p:nvPr/>
                </p:nvSpPr>
                <p:spPr>
                  <a:xfrm flipV="1" rot="1800">
                    <a:off x="6662880" y="2427480"/>
                    <a:ext cx="266400" cy="95040"/>
                  </a:xfrm>
                  <a:prstGeom prst="rect">
                    <a:avLst/>
                  </a:prstGeom>
                  <a:solidFill>
                    <a:srgbClr val="00ccff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360" rIns="90360" tIns="44280" bIns="44280" anchor="ctr">
                    <a:noAutofit/>
                  </a:bodyPr>
                  <a:p>
                    <a:pPr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IN" sz="1000" strike="noStrike" u="sng">
                      <a:solidFill>
                        <a:srgbClr val="000000"/>
                      </a:solidFill>
                      <a:effectLst/>
                      <a:uFillTx/>
                      <a:latin typeface="Arial Unicode MS"/>
                    </a:endParaRPr>
                  </a:p>
                </p:txBody>
              </p:sp>
            </p:grpSp>
          </p:grpSp>
          <p:cxnSp>
            <p:nvCxnSpPr>
              <p:cNvPr id="2280" name="Straight Arrow Connector 63"/>
              <p:cNvCxnSpPr/>
              <p:nvPr/>
            </p:nvCxnSpPr>
            <p:spPr>
              <a:xfrm flipV="1">
                <a:off x="2328120" y="1628640"/>
                <a:ext cx="329760" cy="511920"/>
              </a:xfrm>
              <a:prstGeom prst="straightConnector1">
                <a:avLst/>
              </a:prstGeom>
              <a:ln w="12600">
                <a:solidFill>
                  <a:srgbClr val="000000"/>
                </a:solidFill>
                <a:miter/>
                <a:headEnd len="med" type="triangle" w="med"/>
                <a:tailEnd len="med" type="triangle" w="med"/>
              </a:ln>
            </p:spPr>
          </p:cxnSp>
          <p:sp>
            <p:nvSpPr>
              <p:cNvPr id="2281" name="TextBox 65"/>
              <p:cNvSpPr/>
              <p:nvPr/>
            </p:nvSpPr>
            <p:spPr>
              <a:xfrm>
                <a:off x="2328120" y="1738440"/>
                <a:ext cx="600840" cy="24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sp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000" strike="noStrike" u="none">
                    <a:solidFill>
                      <a:srgbClr val="000000"/>
                    </a:solidFill>
                    <a:effectLst/>
                    <a:uFillTx/>
                    <a:latin typeface="Arial Unicode MS"/>
                  </a:rPr>
                  <a:t>50 cm</a:t>
                </a: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  <p:sp>
            <p:nvSpPr>
              <p:cNvPr id="2282" name="TextBox 65"/>
              <p:cNvSpPr/>
              <p:nvPr/>
            </p:nvSpPr>
            <p:spPr>
              <a:xfrm>
                <a:off x="132120" y="2009520"/>
                <a:ext cx="600840" cy="24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sp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US" sz="1000" strike="noStrike" u="none">
                    <a:solidFill>
                      <a:srgbClr val="000000"/>
                    </a:solidFill>
                    <a:effectLst/>
                    <a:uFillTx/>
                    <a:latin typeface="Arial Unicode MS"/>
                  </a:rPr>
                  <a:t>1.7 m</a:t>
                </a:r>
                <a:endParaRPr b="0" lang="en-IN" sz="1000" strike="noStrike" u="sng">
                  <a:solidFill>
                    <a:srgbClr val="000000"/>
                  </a:solidFill>
                  <a:effectLst/>
                  <a:uFillTx/>
                  <a:latin typeface="Arial Unicode MS"/>
                </a:endParaRPr>
              </a:p>
            </p:txBody>
          </p:sp>
        </p:grpSp>
        <p:sp>
          <p:nvSpPr>
            <p:cNvPr id="2283" name="Straight Connector 151"/>
            <p:cNvSpPr/>
            <p:nvPr/>
          </p:nvSpPr>
          <p:spPr>
            <a:xfrm flipV="1">
              <a:off x="108000" y="2435040"/>
              <a:ext cx="6546240" cy="9000"/>
            </a:xfrm>
            <a:prstGeom prst="line">
              <a:avLst/>
            </a:prstGeom>
            <a:ln w="12600">
              <a:solidFill>
                <a:srgbClr val="000000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800" bIns="-37800" anchor="t">
              <a:noAutofit/>
            </a:bodyPr>
            <a:p>
              <a:endParaRPr b="0" lang="en-IN" sz="1000" strike="noStrike" u="sng">
                <a:solidFill>
                  <a:srgbClr val="000000"/>
                </a:solidFill>
                <a:effectLst/>
                <a:uFillTx/>
                <a:latin typeface="Arial Unicode MS"/>
              </a:endParaRPr>
            </a:p>
          </p:txBody>
        </p:sp>
      </p:grpSp>
      <p:sp>
        <p:nvSpPr>
          <p:cNvPr id="2284" name="Footer Placeholder 1"/>
          <p:cNvSpPr/>
          <p:nvPr/>
        </p:nvSpPr>
        <p:spPr>
          <a:xfrm>
            <a:off x="5765760" y="6613560"/>
            <a:ext cx="276084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trike="noStrike" u="none">
                <a:solidFill>
                  <a:srgbClr val="660066"/>
                </a:solidFill>
                <a:effectLst/>
                <a:uFillTx/>
                <a:latin typeface="Arial Unicode MS"/>
              </a:rPr>
              <a:t>Muon Collider 2011, Telluride, June 30, 2011</a:t>
            </a:r>
            <a:endParaRPr b="0" lang="en-IN" sz="9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  <p:sp>
        <p:nvSpPr>
          <p:cNvPr id="2285" name="Slide Number Placeholder 2"/>
          <p:cNvSpPr/>
          <p:nvPr/>
        </p:nvSpPr>
        <p:spPr>
          <a:xfrm>
            <a:off x="6980400" y="6462720"/>
            <a:ext cx="2133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306922-0AEF-41E9-A029-2B7D07CE93F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Arial Unicode MS"/>
              </a:rPr>
              <a:t>&lt;number&gt;</a:t>
            </a:fld>
            <a:endParaRPr b="0" lang="en-IN" sz="1200" strike="noStrike" u="sng">
              <a:solidFill>
                <a:srgbClr val="000000"/>
              </a:solidFill>
              <a:effectLst/>
              <a:uFillTx/>
              <a:latin typeface="Arial Unicode MS"/>
            </a:endParaRPr>
          </a:p>
        </p:txBody>
      </p:sp>
    </p:spTree>
  </p:cSld>
  <p:transition>
    <p:fade thruBlk="true"/>
  </p:transition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41780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2004-07-25T17:44:32Z</dcterms:created>
  <dc:creator>Alex Bogacz</dc:creator>
  <dc:description/>
  <cp:keywords>Presentation Generic</cp:keywords>
  <dc:language>en-IN</dc:language>
  <cp:lastModifiedBy>bogacz</cp:lastModifiedBy>
  <cp:lastPrinted>2000-12-01T09:23:09Z</cp:lastPrinted>
  <dcterms:modified xsi:type="dcterms:W3CDTF">2011-06-30T07:46:18Z</dcterms:modified>
  <cp:revision>505</cp:revision>
  <dc:subject>Berkeley Lab Generic Presentation</dc:subject>
  <dc:title>Slide 1</dc:title>
</cp:coreProperties>
</file>