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media/image1.png" ContentType="image/png"/>
  <Override PartName="/ppt/media/image7.jpeg" ContentType="image/jpeg"/>
  <Override PartName="/ppt/media/image2.wmf" ContentType="image/x-wmf"/>
  <Override PartName="/ppt/media/image3.jpeg" ContentType="image/jpeg"/>
  <Override PartName="/ppt/media/image5.png" ContentType="image/png"/>
  <Override PartName="/ppt/media/image4.jpeg" ContentType="image/jpeg"/>
  <Override PartName="/ppt/media/image6.jpeg" ContentType="image/jpeg"/>
  <Override PartName="/ppt/media/image8.jpeg" ContentType="image/jpe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ffffff"/>
              </a:solidFill>
              <a:effectLst/>
              <a:uFillTx/>
              <a:latin typeface="Arial"/>
            </a:endParaRPr>
          </a:p>
        </p:txBody>
      </p:sp>
      <p:sp>
        <p:nvSpPr>
          <p:cNvPr id="82"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&lt;header&gt;</a:t>
            </a:r>
            <a:endParaRPr b="0" lang="en-IN" sz="1200" strike="noStrike" u="none">
              <a:solidFill>
                <a:srgbClr val="000000"/>
              </a:solidFill>
              <a:effectLst/>
              <a:uFillTx/>
              <a:latin typeface="Arial"/>
            </a:endParaRPr>
          </a:p>
        </p:txBody>
      </p:sp>
      <p:sp>
        <p:nvSpPr>
          <p:cNvPr id="83" name="PlaceHolder 2"/>
          <p:cNvSpPr>
            <a:spLocks noGrp="1"/>
          </p:cNvSpPr>
          <p:nvPr>
            <p:ph type="dt" idx="4"/>
          </p:nvPr>
        </p:nvSpPr>
        <p:spPr>
          <a:xfrm>
            <a:off x="3884400" y="0"/>
            <a:ext cx="297180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&lt;date/time&gt;</a:t>
            </a:r>
            <a:endParaRPr b="0" lang="en-IN" sz="1200" strike="noStrike" u="none">
              <a:solidFill>
                <a:srgbClr val="000000"/>
              </a:solidFill>
              <a:effectLst/>
              <a:uFillTx/>
              <a:latin typeface="Arial"/>
            </a:endParaRPr>
          </a:p>
        </p:txBody>
      </p:sp>
      <p:sp>
        <p:nvSpPr>
          <p:cNvPr id="84" name="PlaceHolder 3"/>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ccecff"/>
                </a:solidFill>
                <a:effectLst/>
                <a:uFillTx/>
                <a:latin typeface="Arial"/>
              </a:rPr>
              <a:t>Click to move the slide</a:t>
            </a:r>
            <a:endParaRPr b="0" lang="en-IN" sz="4400" strike="noStrike" u="none">
              <a:solidFill>
                <a:srgbClr val="ccecff"/>
              </a:solidFill>
              <a:effectLst/>
              <a:uFillTx/>
              <a:latin typeface="Arial"/>
            </a:endParaRPr>
          </a:p>
        </p:txBody>
      </p:sp>
      <p:sp>
        <p:nvSpPr>
          <p:cNvPr id="85"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86" name="PlaceHolder 5"/>
          <p:cNvSpPr>
            <a:spLocks noGrp="1"/>
          </p:cNvSpPr>
          <p:nvPr>
            <p:ph type="ftr" idx="5"/>
          </p:nvPr>
        </p:nvSpPr>
        <p:spPr>
          <a:xfrm>
            <a:off x="-360" y="8685360"/>
            <a:ext cx="2971800" cy="45720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&lt;footer&gt;</a:t>
            </a:r>
            <a:endParaRPr b="0" lang="en-IN" sz="1200" strike="noStrike" u="none">
              <a:solidFill>
                <a:srgbClr val="000000"/>
              </a:solidFill>
              <a:effectLst/>
              <a:uFillTx/>
              <a:latin typeface="Arial"/>
            </a:endParaRPr>
          </a:p>
        </p:txBody>
      </p:sp>
      <p:sp>
        <p:nvSpPr>
          <p:cNvPr id="87" name="PlaceHolder 6"/>
          <p:cNvSpPr>
            <a:spLocks noGrp="1"/>
          </p:cNvSpPr>
          <p:nvPr>
            <p:ph type="sldNum" idx="6"/>
          </p:nvPr>
        </p:nvSpPr>
        <p:spPr>
          <a:xfrm>
            <a:off x="3884400" y="868536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AA063E-DAF8-4752-BB5C-047DE84223D8}"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1143000" y="685800"/>
            <a:ext cx="4572000" cy="3429000"/>
          </a:xfrm>
          <a:prstGeom prst="rect">
            <a:avLst/>
          </a:prstGeom>
          <a:ln w="0">
            <a:noFill/>
          </a:ln>
        </p:spPr>
      </p:sp>
      <p:sp>
        <p:nvSpPr>
          <p:cNvPr id="114"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Time:</a:t>
            </a:r>
            <a:r>
              <a:rPr b="0" lang="en-US" sz="1200" strike="noStrike" u="none">
                <a:solidFill>
                  <a:srgbClr val="000000"/>
                </a:solidFill>
                <a:effectLst/>
                <a:uFillTx/>
                <a:latin typeface="Arial"/>
              </a:rPr>
              <a:t>  10 minutes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Objective:</a:t>
            </a:r>
            <a:r>
              <a:rPr b="0" lang="en-US" sz="1200" strike="noStrike" u="none">
                <a:solidFill>
                  <a:srgbClr val="000000"/>
                </a:solidFill>
                <a:effectLst/>
                <a:uFillTx/>
                <a:latin typeface="Arial"/>
              </a:rPr>
              <a:t> Participants will learn and adopt alternative methods of vessel cleaning and maintenance.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Handout:</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Clean Boating Tip Sheet: Vessel Cleaning and Maintenance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Additional Resources;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Clean Boating Tip Card (available by calling DNR 410-260-8770)</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Maryland Clean Marina Initiative web page  www.dnr.maryland.gov/boating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Arial"/>
              </a:rPr>
              <a:t>“Your Boat and the Bay”</a:t>
            </a:r>
            <a:r>
              <a:rPr b="0" lang="en-US" sz="1200" strike="noStrike" u="none">
                <a:solidFill>
                  <a:srgbClr val="000000"/>
                </a:solidFill>
                <a:effectLst/>
                <a:uFillTx/>
                <a:latin typeface="Arial"/>
              </a:rPr>
              <a:t>  available from the Chesapeake Bay Foundation by calling 410-268-8816.</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“21 Steps” available from the Boat U.S. Foundation for Boating Safety and Clean Water by email: cleanwater@boatus.com</a:t>
            </a:r>
            <a:endParaRPr b="0" lang="en-IN"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1143000" y="685800"/>
            <a:ext cx="4572000" cy="3429000"/>
          </a:xfrm>
          <a:prstGeom prst="rect">
            <a:avLst/>
          </a:prstGeom>
          <a:ln w="0">
            <a:noFill/>
          </a:ln>
        </p:spPr>
      </p:sp>
      <p:sp>
        <p:nvSpPr>
          <p:cNvPr id="116"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000000"/>
                </a:solidFill>
                <a:effectLst/>
                <a:uFillTx/>
                <a:latin typeface="Arial"/>
              </a:rPr>
              <a:t>Environmental Concerns</a:t>
            </a:r>
            <a:r>
              <a:rPr b="0" lang="en-US" sz="1000" strike="noStrike" u="none">
                <a:solidFill>
                  <a:srgbClr val="000000"/>
                </a:solidFill>
                <a:effectLst/>
                <a:uFillTx/>
                <a:latin typeface="Arial"/>
              </a:rPr>
              <a:t>	</a:t>
            </a:r>
            <a:endParaRPr b="0" lang="en-IN" sz="1000" strike="noStrike" u="none">
              <a:solidFill>
                <a:srgbClr val="000000"/>
              </a:solidFill>
              <a:effectLst/>
              <a:uFillTx/>
              <a:latin typeface="Arial"/>
            </a:endParaRPr>
          </a:p>
          <a:p>
            <a:pPr>
              <a:spcBef>
                <a:spcPts val="37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Boaters are well aware of the care a vessel requires. In order to keep your boat safe, reliable, and attractive, you must clean and maintain it. As you do so, minimize environmental impacts by following the recommendations listed here.</a:t>
            </a:r>
            <a:endParaRPr b="0" lang="en-IN" sz="1000" strike="noStrike" u="none">
              <a:solidFill>
                <a:srgbClr val="000000"/>
              </a:solidFill>
              <a:effectLst/>
              <a:uFillTx/>
              <a:latin typeface="Arial"/>
            </a:endParaRPr>
          </a:p>
          <a:p>
            <a:pPr>
              <a:spcBef>
                <a:spcPts val="37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Sanding, blasting, and pressure washing are meant to remove paint and marine growth. In the process, toxic heavy metals such as copper and tin may be released. If heavy metals find their way into the water, they may be consumed by mussels, worms and other bottom-dwelling creatures and passed up the food chain to fish, birds and humans. Heavy metals that are not incorporated into living tissue will remain in the sediments where they will substantially increase the cost of dredge spoil disposal.</a:t>
            </a:r>
            <a:endParaRPr b="0" lang="en-IN" sz="1000" strike="noStrike" u="none">
              <a:solidFill>
                <a:srgbClr val="000000"/>
              </a:solidFill>
              <a:effectLst/>
              <a:uFillTx/>
              <a:latin typeface="Arial"/>
            </a:endParaRPr>
          </a:p>
          <a:p>
            <a:pPr>
              <a:spcBef>
                <a:spcPts val="37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Paints, solvents, thinners and brush cleaners generally are toxic and may cause cancer. If spilled, they may harm aquatic life and water quality. Additionally, the fumes–known as volatile organic compounds (VOCs)–released by some paints and solvents contribute to air pollution. Likewise, oil and grease from maintenance areas threaten aquatic life.</a:t>
            </a:r>
            <a:endParaRPr b="0" lang="en-IN" sz="1000" strike="noStrike" u="none">
              <a:solidFill>
                <a:srgbClr val="000000"/>
              </a:solidFill>
              <a:effectLst/>
              <a:uFillTx/>
              <a:latin typeface="Arial"/>
            </a:endParaRPr>
          </a:p>
          <a:p>
            <a:pPr>
              <a:spcBef>
                <a:spcPts val="37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Many of the cleaning products used on boats are also toxic. Many contain caustic or corrosive elements. They may also contain chlorine, phosphates, inorganic salts, and metals. Even non-toxic products are harmful to wildlife. For example, detergents found in many boat cleaning products will destroy the natural oils on fish gills, reducing their ability to breathe.</a:t>
            </a:r>
            <a:endParaRPr b="0" lang="en-IN" sz="1000" strike="noStrike" u="none">
              <a:solidFill>
                <a:srgbClr val="000000"/>
              </a:solidFill>
              <a:effectLst/>
              <a:uFillTx/>
              <a:latin typeface="Arial"/>
            </a:endParaRPr>
          </a:p>
          <a:p>
            <a:pPr>
              <a:spcBef>
                <a:spcPts val="37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Boaters can minimize environmental impacts by following the recommendations listed below:</a:t>
            </a:r>
            <a:endParaRPr b="0" lang="en-IN" sz="1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1143000" y="685800"/>
            <a:ext cx="4572000" cy="3429000"/>
          </a:xfrm>
          <a:prstGeom prst="rect">
            <a:avLst/>
          </a:prstGeom>
          <a:ln w="0">
            <a:noFill/>
          </a:ln>
        </p:spPr>
      </p:sp>
      <p:sp>
        <p:nvSpPr>
          <p:cNvPr id="118"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Cleaning Vessels Carefully</a:t>
            </a:r>
            <a:r>
              <a:rPr b="0" lang="en-IN" sz="1200" strike="noStrike" u="none">
                <a:solidFill>
                  <a:srgbClr val="000000"/>
                </a:solidFill>
                <a:effectLst/>
                <a:uFillTx/>
                <a:latin typeface="Arial"/>
              </a:rPr>
              <a:t>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Wash frequently with a sponge or nonabrasive pad and plain water. This approach is very effective at removing salt. Additional “elbow-grease” is required to remove stains.</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When detergents are necessary, use soaps that are phosphate-free, biodegradable, and non-toxic. Any soap should be used sparingly because even non-toxic products can be harmful to wildlife. For example, detergents will destroy the natural oils on fish gills, limiting their ability to breathe.</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Wax your boat, if appropriate. A good coat of wax prevents surface dirt from becoming ingrained.</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Avoid detergents that contain ammonia, sodium hypochlorite, chlorinated solvents (bleach), petroleum distillates and lye. </a:t>
            </a:r>
            <a:endParaRPr b="0" lang="en-IN"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1143000" y="685800"/>
            <a:ext cx="4572000" cy="3429000"/>
          </a:xfrm>
          <a:prstGeom prst="rect">
            <a:avLst/>
          </a:prstGeom>
          <a:ln w="0">
            <a:noFill/>
          </a:ln>
        </p:spPr>
      </p:sp>
      <p:sp>
        <p:nvSpPr>
          <p:cNvPr id="120"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Read product labels: Labels convey information about the degree of hazard associated with a particular product. For example,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DANGER equates to extremely flammable, corrosive or toxic;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WARNING indicates that the material is moderately hazardous; and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CAUTION signals a less hazardous product. Select products that contain no warnings or which merely CAUTION consumers.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Be wary of unqualified general claims of environmental benefit, </a:t>
            </a:r>
            <a:r>
              <a:rPr b="0" i="1" lang="en-US" sz="1200" strike="noStrike" u="none">
                <a:solidFill>
                  <a:srgbClr val="000000"/>
                </a:solidFill>
                <a:effectLst/>
                <a:uFillTx/>
                <a:latin typeface="Arial"/>
              </a:rPr>
              <a:t>e.g., “</a:t>
            </a:r>
            <a:r>
              <a:rPr b="0" lang="en-US" sz="1200" strike="noStrike" u="none">
                <a:solidFill>
                  <a:srgbClr val="000000"/>
                </a:solidFill>
                <a:effectLst/>
                <a:uFillTx/>
                <a:latin typeface="Arial"/>
              </a:rPr>
              <a:t>environmentally friendly” or “biodegradeable.” Instead, look for independent certification that the product is less harmful such as Green Seal or EPA’s Design for the Environment.</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For additional information about environmentally responsible products, contact Green Seal. Green Seal is an independent, nonprofit organization that sets environmental standards for consumer goods.  Products that meet their criteria are awarded a “Green Seal of Approval.”  You may search Green Seal’s database of Green Seal-certified, environmentally responsible products at </a:t>
            </a:r>
            <a:r>
              <a:rPr b="1" lang="en-US" sz="1200" strike="noStrike" u="none">
                <a:solidFill>
                  <a:srgbClr val="000000"/>
                </a:solidFill>
                <a:effectLst/>
                <a:uFillTx/>
                <a:latin typeface="Arial"/>
              </a:rPr>
              <a:t>www.greenseal.org </a:t>
            </a:r>
            <a:r>
              <a:rPr b="0" lang="en-US" sz="1200" strike="noStrike" u="none">
                <a:solidFill>
                  <a:srgbClr val="000000"/>
                </a:solidFill>
                <a:effectLst/>
                <a:uFillTx/>
                <a:latin typeface="Arial"/>
              </a:rPr>
              <a:t>or call (202) 588-8400.</a:t>
            </a:r>
            <a:endParaRPr b="0" lang="en-IN"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2000" cy="3429000"/>
          </a:xfrm>
          <a:prstGeom prst="rect">
            <a:avLst/>
          </a:prstGeom>
          <a:ln w="0">
            <a:noFill/>
          </a:ln>
        </p:spPr>
      </p:sp>
      <p:sp>
        <p:nvSpPr>
          <p:cNvPr id="122"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Give students copies of Clean Boating Tip Sheet: Vessel Cleaning and Maintenance to take home. </a:t>
            </a:r>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1143000" y="685800"/>
            <a:ext cx="4572000" cy="3429000"/>
          </a:xfrm>
          <a:prstGeom prst="rect">
            <a:avLst/>
          </a:prstGeom>
          <a:ln w="0">
            <a:noFill/>
          </a:ln>
        </p:spPr>
      </p:sp>
      <p:sp>
        <p:nvSpPr>
          <p:cNvPr id="124"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Maintaining Vessels Mindfully</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Collect all paint chips, dust, and residue. Vacuum sanders are excellent way to do this.  Many boatyards rent these to “do it yourselfers”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Respect and follow environmental rules at marinas and boatyards</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Use less toxic propylene glycol antifreeze if you winterize your boat yourself.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Select a bottom paint developed for the mid-Atlantic region as opposed to tropical waters. Talk to a professional to pick your paint Paints have varying strengths. The right paint depends on how fast your boat travels and how often it gets used. </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Collect used oil, antifreeze and lead acid batteries for recycling.  Go to www.menv.com to find oil and antifreeze recycling locations.</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Vendors selling new batteries and many marinas will usually accept old batteries for recycling. </a:t>
            </a:r>
            <a:endParaRPr b="0" lang="en-IN" sz="1200" strike="noStrike" u="none">
              <a:solidFill>
                <a:srgbClr val="000000"/>
              </a:solidFill>
              <a:effectLst/>
              <a:uFillTx/>
              <a:latin typeface="Arial"/>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1143000" y="685800"/>
            <a:ext cx="4572000" cy="3429000"/>
          </a:xfrm>
          <a:prstGeom prst="rect">
            <a:avLst/>
          </a:prstGeom>
          <a:ln w="0">
            <a:noFill/>
          </a:ln>
        </p:spPr>
      </p:sp>
      <p:sp>
        <p:nvSpPr>
          <p:cNvPr id="126"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Showing your peers that you care about clean water and air can be very influential.  Don’t hesitate to share what you have learned here with your boating friends.</a:t>
            </a: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ccecff"/>
              </a:solidFill>
              <a:effectLst/>
              <a:uFillTx/>
              <a:latin typeface="Arial"/>
            </a:endParaRPr>
          </a:p>
        </p:txBody>
      </p:sp>
      <p:sp>
        <p:nvSpPr>
          <p:cNvPr id="71" name="PlaceHolder 2"/>
          <p:cNvSpPr>
            <a:spLocks noGrp="1"/>
          </p:cNvSpPr>
          <p:nvPr>
            <p:ph type="subTitle"/>
          </p:nvPr>
        </p:nvSpPr>
        <p:spPr>
          <a:xfrm>
            <a:off x="457200" y="1600200"/>
            <a:ext cx="8229600" cy="4525920"/>
          </a:xfrm>
          <a:prstGeom prst="rect">
            <a:avLst/>
          </a:prstGeom>
          <a:noFill/>
          <a:ln w="0">
            <a:noFill/>
          </a:ln>
        </p:spPr>
        <p:txBody>
          <a:bodyPr lIns="0" rIns="0" tIns="0" bIns="0" anchor="ctr">
            <a:sp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C4BDE16-8C5E-442A-AA69-49BF6C17DFC3}"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Defaul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ccecff"/>
              </a:solidFill>
              <a:effectLst/>
              <a:uFillTx/>
              <a:latin typeface="Arial"/>
            </a:endParaRPr>
          </a:p>
        </p:txBody>
      </p:sp>
      <p:sp>
        <p:nvSpPr>
          <p:cNvPr id="7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74" name="PlaceHolder 3"/>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DF5C0BF-7CE5-4FA7-B208-938E0F1036DF}"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ccecff"/>
              </a:solidFill>
              <a:effectLst/>
              <a:uFillTx/>
              <a:latin typeface="Arial"/>
            </a:endParaRPr>
          </a:p>
        </p:txBody>
      </p:sp>
      <p:sp>
        <p:nvSpPr>
          <p:cNvPr id="76"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78"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AD5EFDB-6111-4E14-9F09-F985A52AECED}"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ccecff"/>
              </a:solidFill>
              <a:effectLst/>
              <a:uFillTx/>
              <a:latin typeface="Arial"/>
            </a:endParaRPr>
          </a:p>
        </p:txBody>
      </p:sp>
      <p:sp>
        <p:nvSpPr>
          <p:cNvPr id="80"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32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66C289B-11B6-45C1-B8A0-D9554E3956FF}"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0" name=""/>
          <p:cNvSpPr/>
          <p:nvPr/>
        </p:nvSpPr>
        <p:spPr>
          <a:xfrm>
            <a:off x="6627960" y="6429240"/>
            <a:ext cx="285480" cy="209520"/>
          </a:xfrm>
          <a:custGeom>
            <a:avLst/>
            <a:gdLst/>
            <a:ahLst/>
            <a:rect l="l" t="t"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rgbClr val="0077c7"/>
              </a:gs>
              <a:gs pos="100000">
                <a:srgbClr val="0088e4"/>
              </a:gs>
            </a:gsLst>
            <a:lin ang="81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grpSp>
        <p:nvGrpSpPr>
          <p:cNvPr id="1" name=""/>
          <p:cNvGrpSpPr/>
          <p:nvPr/>
        </p:nvGrpSpPr>
        <p:grpSpPr>
          <a:xfrm>
            <a:off x="3240" y="4267080"/>
            <a:ext cx="9140760" cy="2590920"/>
            <a:chOff x="3240" y="4267080"/>
            <a:chExt cx="9140760" cy="2590920"/>
          </a:xfrm>
        </p:grpSpPr>
        <p:sp>
          <p:nvSpPr>
            <p:cNvPr id="2" name=""/>
            <p:cNvSpPr/>
            <p:nvPr/>
          </p:nvSpPr>
          <p:spPr>
            <a:xfrm>
              <a:off x="3240" y="4267080"/>
              <a:ext cx="9140760" cy="2590920"/>
            </a:xfrm>
            <a:custGeom>
              <a:avLst/>
              <a:gdLst/>
              <a:ahLst/>
              <a:rect l="l" t="t" r="r" b="b"/>
              <a:pathLst>
                <a:path w="5740" h="4316">
                  <a:moveTo>
                    <a:pt x="5740" y="4316"/>
                  </a:moveTo>
                  <a:lnTo>
                    <a:pt x="0" y="4316"/>
                  </a:lnTo>
                  <a:lnTo>
                    <a:pt x="0" y="0"/>
                  </a:lnTo>
                  <a:lnTo>
                    <a:pt x="5740" y="0"/>
                  </a:lnTo>
                  <a:lnTo>
                    <a:pt x="5740" y="4316"/>
                  </a:lnTo>
                  <a:lnTo>
                    <a:pt x="5740" y="4316"/>
                  </a:lnTo>
                  <a:close/>
                </a:path>
              </a:pathLst>
            </a:custGeom>
            <a:gradFill rotWithShape="0">
              <a:gsLst>
                <a:gs pos="0">
                  <a:srgbClr val="0068a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grpSp>
          <p:nvGrpSpPr>
            <p:cNvPr id="3" name=""/>
            <p:cNvGrpSpPr/>
            <p:nvPr/>
          </p:nvGrpSpPr>
          <p:grpSpPr>
            <a:xfrm>
              <a:off x="5600880" y="5897520"/>
              <a:ext cx="1256760" cy="827280"/>
              <a:chOff x="5600880" y="5897520"/>
              <a:chExt cx="1256760" cy="827280"/>
            </a:xfrm>
          </p:grpSpPr>
          <p:sp>
            <p:nvSpPr>
              <p:cNvPr id="4" name=""/>
              <p:cNvSpPr/>
              <p:nvPr/>
            </p:nvSpPr>
            <p:spPr>
              <a:xfrm>
                <a:off x="5852880" y="6048360"/>
                <a:ext cx="844200" cy="519120"/>
              </a:xfrm>
              <a:prstGeom prst="ellipse">
                <a:avLst/>
              </a:prstGeom>
              <a:gradFill rotWithShape="0">
                <a:gsLst>
                  <a:gs pos="0">
                    <a:srgbClr val="0088e4"/>
                  </a:gs>
                  <a:gs pos="100000">
                    <a:srgbClr val="007bce"/>
                  </a:gs>
                </a:gsLst>
                <a:path path="rect">
                  <a:fillToRect l="50000" t="50000" r="50000" b="50000"/>
                </a:path>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 name=""/>
              <p:cNvSpPr/>
              <p:nvPr/>
            </p:nvSpPr>
            <p:spPr>
              <a:xfrm>
                <a:off x="5916600" y="6095880"/>
                <a:ext cx="717120" cy="436680"/>
              </a:xfrm>
              <a:prstGeom prst="ellipse">
                <a:avLst/>
              </a:prstGeom>
              <a:gradFill rotWithShape="0">
                <a:gsLst>
                  <a:gs pos="0">
                    <a:srgbClr val="007bc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6" name=""/>
              <p:cNvSpPr/>
              <p:nvPr/>
            </p:nvSpPr>
            <p:spPr>
              <a:xfrm>
                <a:off x="6005520" y="6146640"/>
                <a:ext cx="545760" cy="328680"/>
              </a:xfrm>
              <a:prstGeom prst="ellipse">
                <a:avLst/>
              </a:pr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7" name=""/>
              <p:cNvSpPr/>
              <p:nvPr/>
            </p:nvSpPr>
            <p:spPr>
              <a:xfrm>
                <a:off x="6068880" y="6184800"/>
                <a:ext cx="415440" cy="252360"/>
              </a:xfrm>
              <a:prstGeom prst="ellipse">
                <a:avLst/>
              </a:prstGeom>
              <a:gradFill rotWithShape="0">
                <a:gsLst>
                  <a:gs pos="0">
                    <a:srgbClr val="0083db"/>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8" name=""/>
              <p:cNvSpPr/>
              <p:nvPr/>
            </p:nvSpPr>
            <p:spPr>
              <a:xfrm>
                <a:off x="6122880" y="6226200"/>
                <a:ext cx="304560" cy="169920"/>
              </a:xfrm>
              <a:prstGeom prst="ellipse">
                <a:avLst/>
              </a:pr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9" name=""/>
              <p:cNvSpPr/>
              <p:nvPr/>
            </p:nvSpPr>
            <p:spPr>
              <a:xfrm>
                <a:off x="5676840" y="5897520"/>
                <a:ext cx="607680" cy="255600"/>
              </a:xfrm>
              <a:custGeom>
                <a:avLst/>
                <a:gdLst/>
                <a:ahLst/>
                <a:rect l="l" t="t"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rgbClr val="007fd5"/>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0" name=""/>
              <p:cNvSpPr/>
              <p:nvPr/>
            </p:nvSpPr>
            <p:spPr>
              <a:xfrm>
                <a:off x="5867280" y="6620040"/>
                <a:ext cx="704520" cy="104760"/>
              </a:xfrm>
              <a:custGeom>
                <a:avLst/>
                <a:gdLst/>
                <a:ahLst/>
                <a:rect l="l" t="t"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rgbClr val="0088e4"/>
                  </a:gs>
                  <a:gs pos="100000">
                    <a:srgbClr val="0072c0"/>
                  </a:gs>
                </a:gsLst>
                <a:lin ang="81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1" name=""/>
              <p:cNvSpPr/>
              <p:nvPr/>
            </p:nvSpPr>
            <p:spPr>
              <a:xfrm>
                <a:off x="5600880" y="6200640"/>
                <a:ext cx="141120" cy="343080"/>
              </a:xfrm>
              <a:custGeom>
                <a:avLst/>
                <a:gdLst/>
                <a:ahLst/>
                <a:rect l="l" t="t"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rgbClr val="0088e4"/>
                  </a:gs>
                  <a:gs pos="100000">
                    <a:srgbClr val="0077c7"/>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2" name=""/>
              <p:cNvSpPr/>
              <p:nvPr/>
            </p:nvSpPr>
            <p:spPr>
              <a:xfrm>
                <a:off x="5667120" y="5945040"/>
                <a:ext cx="1190520" cy="731880"/>
              </a:xfrm>
              <a:custGeom>
                <a:avLst/>
                <a:gdLst/>
                <a:ahLst/>
                <a:rect l="l" t="t"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rgbClr val="007bce"/>
                  </a:gs>
                  <a:gs pos="100000">
                    <a:srgbClr val="0088e4"/>
                  </a:gs>
                </a:gsLst>
                <a:path path="rect">
                  <a:fillToRect l="50000" t="50000" r="50000" b="50000"/>
                </a:path>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3" name=""/>
              <p:cNvSpPr/>
              <p:nvPr/>
            </p:nvSpPr>
            <p:spPr>
              <a:xfrm>
                <a:off x="6410160" y="5907240"/>
                <a:ext cx="151920" cy="47520"/>
              </a:xfrm>
              <a:custGeom>
                <a:avLst/>
                <a:gdLst/>
                <a:ahLst/>
                <a:rect l="l" t="t"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rgbClr val="0077c7"/>
                  </a:gs>
                  <a:gs pos="100000">
                    <a:srgbClr val="0088e4"/>
                  </a:gs>
                </a:gsLst>
                <a:lin ang="10800000"/>
              </a:gradFill>
              <a:ln w="0">
                <a:noFill/>
              </a:ln>
            </p:spPr>
            <p:style>
              <a:lnRef idx="0"/>
              <a:fillRef idx="0"/>
              <a:effectRef idx="0"/>
              <a:fontRef idx="minor"/>
            </p:style>
            <p:txBody>
              <a:bodyPr lIns="90000" rIns="90000" tIns="720" bIns="720" anchor="t">
                <a:noAutofit/>
              </a:bodyPr>
              <a:p>
                <a:endParaRPr b="0" lang="en-IN" sz="1800" strike="noStrike" u="none">
                  <a:solidFill>
                    <a:srgbClr val="ffffff"/>
                  </a:solidFill>
                  <a:effectLst/>
                  <a:uFillTx/>
                  <a:latin typeface="Arial"/>
                </a:endParaRPr>
              </a:p>
            </p:txBody>
          </p:sp>
          <p:sp>
            <p:nvSpPr>
              <p:cNvPr id="14" name=""/>
              <p:cNvSpPr/>
              <p:nvPr/>
            </p:nvSpPr>
            <p:spPr>
              <a:xfrm>
                <a:off x="6208560" y="6267600"/>
                <a:ext cx="132840" cy="83880"/>
              </a:xfrm>
              <a:prstGeom prst="ellipse">
                <a:avLst/>
              </a:prstGeom>
              <a:gradFill rotWithShape="0">
                <a:gsLst>
                  <a:gs pos="0">
                    <a:srgbClr val="007fd5"/>
                  </a:gs>
                  <a:gs pos="100000">
                    <a:srgbClr val="0088e4"/>
                  </a:gs>
                </a:gsLst>
                <a:lin ang="5400000"/>
              </a:gradFill>
              <a:ln w="0">
                <a:noFill/>
              </a:ln>
            </p:spPr>
            <p:style>
              <a:lnRef idx="0"/>
              <a:fillRef idx="0"/>
              <a:effectRef idx="0"/>
              <a:fontRef idx="minor"/>
            </p:style>
            <p:txBody>
              <a:bodyPr lIns="90000" rIns="90000" tIns="12600" bIns="12600" anchor="t">
                <a:noAutofit/>
              </a:bodyPr>
              <a:p>
                <a:endParaRPr b="0" lang="en-IN" sz="1800" strike="noStrike" u="none">
                  <a:solidFill>
                    <a:srgbClr val="ffffff"/>
                  </a:solidFill>
                  <a:effectLst/>
                  <a:uFillTx/>
                  <a:latin typeface="Arial"/>
                </a:endParaRPr>
              </a:p>
            </p:txBody>
          </p:sp>
        </p:grpSp>
        <p:grpSp>
          <p:nvGrpSpPr>
            <p:cNvPr id="15" name=""/>
            <p:cNvGrpSpPr/>
            <p:nvPr/>
          </p:nvGrpSpPr>
          <p:grpSpPr>
            <a:xfrm>
              <a:off x="2819520" y="5764320"/>
              <a:ext cx="2581200" cy="1084320"/>
              <a:chOff x="2819520" y="5764320"/>
              <a:chExt cx="2581200" cy="1084320"/>
            </a:xfrm>
          </p:grpSpPr>
          <p:sp>
            <p:nvSpPr>
              <p:cNvPr id="16" name=""/>
              <p:cNvSpPr/>
              <p:nvPr/>
            </p:nvSpPr>
            <p:spPr>
              <a:xfrm>
                <a:off x="3600360" y="6245280"/>
                <a:ext cx="1013040" cy="598320"/>
              </a:xfrm>
              <a:prstGeom prst="ellipse">
                <a:avLst/>
              </a:prstGeom>
              <a:gradFill rotWithShape="0">
                <a:gsLst>
                  <a:gs pos="0">
                    <a:srgbClr val="0088e4"/>
                  </a:gs>
                  <a:gs pos="100000">
                    <a:srgbClr val="0077c7"/>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7" name=""/>
              <p:cNvSpPr/>
              <p:nvPr/>
            </p:nvSpPr>
            <p:spPr>
              <a:xfrm>
                <a:off x="3673440" y="6283440"/>
                <a:ext cx="862200" cy="527040"/>
              </a:xfrm>
              <a:prstGeom prst="ellipse">
                <a:avLst/>
              </a:prstGeom>
              <a:gradFill rotWithShape="0">
                <a:gsLst>
                  <a:gs pos="0">
                    <a:srgbClr val="0077c7"/>
                  </a:gs>
                  <a:gs pos="100000">
                    <a:srgbClr val="0088e4"/>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8" name=""/>
              <p:cNvSpPr/>
              <p:nvPr/>
            </p:nvSpPr>
            <p:spPr>
              <a:xfrm>
                <a:off x="3716280" y="6316560"/>
                <a:ext cx="795240" cy="474840"/>
              </a:xfrm>
              <a:prstGeom prst="ellipse">
                <a:avLst/>
              </a:prstGeom>
              <a:gradFill rotWithShape="0">
                <a:gsLst>
                  <a:gs pos="0">
                    <a:srgbClr val="0088e4"/>
                  </a:gs>
                  <a:gs pos="100000">
                    <a:srgbClr val="007bce"/>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19" name=""/>
              <p:cNvSpPr/>
              <p:nvPr/>
            </p:nvSpPr>
            <p:spPr>
              <a:xfrm>
                <a:off x="3759120" y="6345360"/>
                <a:ext cx="704880" cy="409320"/>
              </a:xfrm>
              <a:prstGeom prst="ellipse">
                <a:avLst/>
              </a:prstGeom>
              <a:gradFill rotWithShape="0">
                <a:gsLst>
                  <a:gs pos="0">
                    <a:srgbClr val="0077c7"/>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0" name=""/>
              <p:cNvSpPr/>
              <p:nvPr/>
            </p:nvSpPr>
            <p:spPr>
              <a:xfrm>
                <a:off x="3786120" y="6357960"/>
                <a:ext cx="655560" cy="380880"/>
              </a:xfrm>
              <a:prstGeom prst="ellipse">
                <a:avLst/>
              </a:prstGeom>
              <a:gradFill rotWithShape="0">
                <a:gsLst>
                  <a:gs pos="0">
                    <a:srgbClr val="007fd5"/>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1" name=""/>
              <p:cNvSpPr/>
              <p:nvPr/>
            </p:nvSpPr>
            <p:spPr>
              <a:xfrm>
                <a:off x="3868560" y="6391440"/>
                <a:ext cx="486000" cy="304560"/>
              </a:xfrm>
              <a:prstGeom prst="ellipse">
                <a:avLst/>
              </a:prstGeom>
              <a:gradFill rotWithShape="0">
                <a:gsLst>
                  <a:gs pos="0">
                    <a:srgbClr val="0077c7"/>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2" name=""/>
              <p:cNvSpPr/>
              <p:nvPr/>
            </p:nvSpPr>
            <p:spPr>
              <a:xfrm>
                <a:off x="3930480" y="6438960"/>
                <a:ext cx="360360" cy="214200"/>
              </a:xfrm>
              <a:prstGeom prst="ellipse">
                <a:avLst/>
              </a:prstGeom>
              <a:gradFill rotWithShape="0">
                <a:gsLst>
                  <a:gs pos="0">
                    <a:srgbClr val="007bce"/>
                  </a:gs>
                  <a:gs pos="100000">
                    <a:srgbClr val="0088e4"/>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3" name=""/>
              <p:cNvSpPr/>
              <p:nvPr/>
            </p:nvSpPr>
            <p:spPr>
              <a:xfrm>
                <a:off x="4035600" y="6504120"/>
                <a:ext cx="142560" cy="95040"/>
              </a:xfrm>
              <a:prstGeom prst="ellipse">
                <a:avLst/>
              </a:prstGeom>
              <a:gradFill rotWithShape="0">
                <a:gsLst>
                  <a:gs pos="0">
                    <a:srgbClr val="007bce"/>
                  </a:gs>
                  <a:gs pos="100000">
                    <a:srgbClr val="0088e4"/>
                  </a:gs>
                </a:gsLst>
                <a:lin ang="10800000"/>
              </a:gradFill>
              <a:ln w="0">
                <a:noFill/>
              </a:ln>
            </p:spPr>
            <p:style>
              <a:lnRef idx="0"/>
              <a:fillRef idx="0"/>
              <a:effectRef idx="0"/>
              <a:fontRef idx="minor"/>
            </p:style>
            <p:txBody>
              <a:bodyPr lIns="90000" rIns="90000" tIns="20880" bIns="20880" anchor="t">
                <a:noAutofit/>
              </a:bodyPr>
              <a:p>
                <a:endParaRPr b="0" lang="en-IN" sz="1800" strike="noStrike" u="none">
                  <a:solidFill>
                    <a:srgbClr val="ffffff"/>
                  </a:solidFill>
                  <a:effectLst/>
                  <a:uFillTx/>
                  <a:latin typeface="Arial"/>
                </a:endParaRPr>
              </a:p>
            </p:txBody>
          </p:sp>
          <p:sp>
            <p:nvSpPr>
              <p:cNvPr id="24" name=""/>
              <p:cNvSpPr/>
              <p:nvPr/>
            </p:nvSpPr>
            <p:spPr>
              <a:xfrm>
                <a:off x="4103640" y="6067440"/>
                <a:ext cx="712800" cy="295200"/>
              </a:xfrm>
              <a:custGeom>
                <a:avLst/>
                <a:gdLst/>
                <a:ahLst/>
                <a:rect l="l" t="t"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rgbClr val="007bc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5" name=""/>
              <p:cNvSpPr/>
              <p:nvPr/>
            </p:nvSpPr>
            <p:spPr>
              <a:xfrm>
                <a:off x="3400560" y="6114960"/>
                <a:ext cx="1415880" cy="733680"/>
              </a:xfrm>
              <a:custGeom>
                <a:avLst/>
                <a:gdLst/>
                <a:ahLst/>
                <a:rect l="l" t="t"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rgbClr val="0072c0"/>
                  </a:gs>
                  <a:gs pos="100000">
                    <a:srgbClr val="0088e4"/>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6" name=""/>
              <p:cNvSpPr/>
              <p:nvPr/>
            </p:nvSpPr>
            <p:spPr>
              <a:xfrm>
                <a:off x="3305160" y="6076800"/>
                <a:ext cx="646200" cy="771840"/>
              </a:xfrm>
              <a:custGeom>
                <a:avLst/>
                <a:gdLst/>
                <a:ahLst/>
                <a:rect l="l" t="t"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rgbClr val="007bce"/>
                  </a:gs>
                  <a:gs pos="100000">
                    <a:srgbClr val="0088e4"/>
                  </a:gs>
                </a:gsLst>
                <a:lin ang="108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7" name=""/>
              <p:cNvSpPr/>
              <p:nvPr/>
            </p:nvSpPr>
            <p:spPr>
              <a:xfrm>
                <a:off x="4741920" y="6419880"/>
                <a:ext cx="171360" cy="399960"/>
              </a:xfrm>
              <a:custGeom>
                <a:avLst/>
                <a:gdLst/>
                <a:ahLst/>
                <a:rect l="l" t="t"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rgbClr val="0088e4"/>
                  </a:gs>
                  <a:gs pos="100000">
                    <a:srgbClr val="006fba"/>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8" name=""/>
              <p:cNvSpPr/>
              <p:nvPr/>
            </p:nvSpPr>
            <p:spPr>
              <a:xfrm>
                <a:off x="3282840" y="5850000"/>
                <a:ext cx="1325520" cy="237960"/>
              </a:xfrm>
              <a:custGeom>
                <a:avLst/>
                <a:gdLst/>
                <a:ahLst/>
                <a:rect l="l" t="t"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rgbClr val="0088e4"/>
              </a:soli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29" name=""/>
              <p:cNvSpPr/>
              <p:nvPr/>
            </p:nvSpPr>
            <p:spPr>
              <a:xfrm>
                <a:off x="2963880" y="6116760"/>
                <a:ext cx="271440" cy="731880"/>
              </a:xfrm>
              <a:custGeom>
                <a:avLst/>
                <a:gdLst/>
                <a:ahLst/>
                <a:rect l="l" t="t"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rgbClr val="0088e4"/>
              </a:soli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0" name=""/>
              <p:cNvSpPr/>
              <p:nvPr/>
            </p:nvSpPr>
            <p:spPr>
              <a:xfrm>
                <a:off x="4684680" y="5954760"/>
                <a:ext cx="571680" cy="893880"/>
              </a:xfrm>
              <a:custGeom>
                <a:avLst/>
                <a:gdLst/>
                <a:ahLst/>
                <a:rect l="l" t="t"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rgbClr val="0088e4"/>
                  </a:gs>
                  <a:gs pos="100000">
                    <a:srgbClr val="0077c7"/>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1" name=""/>
              <p:cNvSpPr/>
              <p:nvPr/>
            </p:nvSpPr>
            <p:spPr>
              <a:xfrm>
                <a:off x="3679920" y="5764320"/>
                <a:ext cx="1711080" cy="674640"/>
              </a:xfrm>
              <a:custGeom>
                <a:avLst/>
                <a:gdLst/>
                <a:ahLst/>
                <a:rect l="l" t="t"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rgbClr val="0088e4"/>
                  </a:gs>
                  <a:gs pos="100000">
                    <a:srgbClr val="0077c7"/>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2" name=""/>
              <p:cNvSpPr/>
              <p:nvPr/>
            </p:nvSpPr>
            <p:spPr>
              <a:xfrm>
                <a:off x="5245200" y="6477120"/>
                <a:ext cx="155520" cy="371520"/>
              </a:xfrm>
              <a:custGeom>
                <a:avLst/>
                <a:gdLst/>
                <a:ahLst/>
                <a:rect l="l" t="t"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rgbClr val="0088e4"/>
                  </a:gs>
                  <a:gs pos="100000">
                    <a:srgbClr val="0077c7"/>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3" name=""/>
              <p:cNvSpPr/>
              <p:nvPr/>
            </p:nvSpPr>
            <p:spPr>
              <a:xfrm>
                <a:off x="2819520" y="5830920"/>
                <a:ext cx="763560" cy="1017720"/>
              </a:xfrm>
              <a:custGeom>
                <a:avLst/>
                <a:gdLst/>
                <a:ahLst/>
                <a:rect l="l" t="t"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rgbClr val="0088e4"/>
              </a:soli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grpSp>
        <p:grpSp>
          <p:nvGrpSpPr>
            <p:cNvPr id="34" name=""/>
            <p:cNvGrpSpPr/>
            <p:nvPr/>
          </p:nvGrpSpPr>
          <p:grpSpPr>
            <a:xfrm>
              <a:off x="6553080" y="5334120"/>
              <a:ext cx="2144880" cy="1303200"/>
              <a:chOff x="6553080" y="5334120"/>
              <a:chExt cx="2144880" cy="1303200"/>
            </a:xfrm>
          </p:grpSpPr>
          <p:sp>
            <p:nvSpPr>
              <p:cNvPr id="35" name=""/>
              <p:cNvSpPr/>
              <p:nvPr/>
            </p:nvSpPr>
            <p:spPr>
              <a:xfrm>
                <a:off x="6667560" y="5400720"/>
                <a:ext cx="1906560" cy="1160280"/>
              </a:xfrm>
              <a:custGeom>
                <a:avLst/>
                <a:gdLst/>
                <a:ahLst/>
                <a:rect l="l" t="t"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rgbClr val="078be3"/>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6" name=""/>
              <p:cNvSpPr/>
              <p:nvPr/>
            </p:nvSpPr>
            <p:spPr>
              <a:xfrm>
                <a:off x="6553080" y="5343480"/>
                <a:ext cx="863640" cy="1170000"/>
              </a:xfrm>
              <a:custGeom>
                <a:avLst/>
                <a:gdLst/>
                <a:ahLst/>
                <a:rect l="l" t="t"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rgbClr val="078be3"/>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7" name=""/>
              <p:cNvSpPr/>
              <p:nvPr/>
            </p:nvSpPr>
            <p:spPr>
              <a:xfrm>
                <a:off x="7607160" y="5334120"/>
                <a:ext cx="966960" cy="399960"/>
              </a:xfrm>
              <a:custGeom>
                <a:avLst/>
                <a:gdLst/>
                <a:ahLst/>
                <a:rect l="l" t="t"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rgbClr val="0e8ee4"/>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38" name=""/>
              <p:cNvSpPr/>
              <p:nvPr/>
            </p:nvSpPr>
            <p:spPr>
              <a:xfrm>
                <a:off x="8327880" y="6361200"/>
                <a:ext cx="114480" cy="85680"/>
              </a:xfrm>
              <a:custGeom>
                <a:avLst/>
                <a:gdLst/>
                <a:ahLst/>
                <a:rect l="l" t="t"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rgbClr val="0088e4"/>
                  </a:gs>
                  <a:gs pos="100000">
                    <a:srgbClr val="007fd5"/>
                  </a:gs>
                </a:gsLst>
                <a:lin ang="5400000"/>
              </a:gradFill>
              <a:ln w="0">
                <a:noFill/>
              </a:ln>
            </p:spPr>
            <p:style>
              <a:lnRef idx="0"/>
              <a:fillRef idx="0"/>
              <a:effectRef idx="0"/>
              <a:fontRef idx="minor"/>
            </p:style>
            <p:txBody>
              <a:bodyPr lIns="90000" rIns="90000" tIns="38880" bIns="38880" anchor="t">
                <a:noAutofit/>
              </a:bodyPr>
              <a:p>
                <a:endParaRPr b="0" lang="en-IN" sz="1800" strike="noStrike" u="none">
                  <a:solidFill>
                    <a:srgbClr val="ffffff"/>
                  </a:solidFill>
                  <a:effectLst/>
                  <a:uFillTx/>
                  <a:latin typeface="Arial"/>
                </a:endParaRPr>
              </a:p>
            </p:txBody>
          </p:sp>
          <p:sp>
            <p:nvSpPr>
              <p:cNvPr id="39" name=""/>
              <p:cNvSpPr/>
              <p:nvPr/>
            </p:nvSpPr>
            <p:spPr>
              <a:xfrm>
                <a:off x="7151760" y="6465960"/>
                <a:ext cx="1119240" cy="171360"/>
              </a:xfrm>
              <a:custGeom>
                <a:avLst/>
                <a:gdLst/>
                <a:ahLst/>
                <a:rect l="l" t="t"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0" name=""/>
              <p:cNvSpPr/>
              <p:nvPr/>
            </p:nvSpPr>
            <p:spPr>
              <a:xfrm>
                <a:off x="8470800" y="5800680"/>
                <a:ext cx="227160" cy="541440"/>
              </a:xfrm>
              <a:custGeom>
                <a:avLst/>
                <a:gdLst/>
                <a:ahLst/>
                <a:rect l="l" t="t"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1" name=""/>
              <p:cNvSpPr/>
              <p:nvPr/>
            </p:nvSpPr>
            <p:spPr>
              <a:xfrm>
                <a:off x="8034480" y="5753160"/>
                <a:ext cx="131760" cy="142920"/>
              </a:xfrm>
              <a:custGeom>
                <a:avLst/>
                <a:gdLst/>
                <a:ahLst/>
                <a:rect l="l" t="t"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2" name=""/>
              <p:cNvSpPr/>
              <p:nvPr/>
            </p:nvSpPr>
            <p:spPr>
              <a:xfrm>
                <a:off x="7056360" y="5638680"/>
                <a:ext cx="1138320" cy="684360"/>
              </a:xfrm>
              <a:custGeom>
                <a:avLst/>
                <a:gdLst/>
                <a:ahLst/>
                <a:rect l="l" t="t"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solidFill>
                <a:srgbClr val="0088e4"/>
              </a:soli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3" name=""/>
              <p:cNvSpPr/>
              <p:nvPr/>
            </p:nvSpPr>
            <p:spPr>
              <a:xfrm>
                <a:off x="6904080" y="5572080"/>
                <a:ext cx="1442880" cy="846360"/>
              </a:xfrm>
              <a:custGeom>
                <a:avLst/>
                <a:gdLst/>
                <a:ahLst/>
                <a:rect l="l" t="t"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rgbClr val="0088e4"/>
                  </a:gs>
                  <a:gs pos="100000">
                    <a:srgbClr val="078be3"/>
                  </a:gs>
                </a:gsLst>
                <a:lin ang="108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4" name=""/>
              <p:cNvSpPr/>
              <p:nvPr/>
            </p:nvSpPr>
            <p:spPr>
              <a:xfrm>
                <a:off x="7245360" y="5543640"/>
                <a:ext cx="579600" cy="104760"/>
              </a:xfrm>
              <a:custGeom>
                <a:avLst/>
                <a:gdLst/>
                <a:ahLst/>
                <a:rect l="l" t="t"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rgbClr val="078be3"/>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5" name=""/>
              <p:cNvSpPr/>
              <p:nvPr/>
            </p:nvSpPr>
            <p:spPr>
              <a:xfrm>
                <a:off x="7085160" y="5648400"/>
                <a:ext cx="104760" cy="75960"/>
              </a:xfrm>
              <a:custGeom>
                <a:avLst/>
                <a:gdLst/>
                <a:ahLst/>
                <a:rect l="l" t="t"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rgbClr val="078be3"/>
                  </a:gs>
                  <a:gs pos="100000">
                    <a:srgbClr val="0088e4"/>
                  </a:gs>
                </a:gsLst>
                <a:lin ang="5400000"/>
              </a:gradFill>
              <a:ln w="0">
                <a:noFill/>
              </a:ln>
            </p:spPr>
            <p:style>
              <a:lnRef idx="0"/>
              <a:fillRef idx="0"/>
              <a:effectRef idx="0"/>
              <a:fontRef idx="minor"/>
            </p:style>
            <p:txBody>
              <a:bodyPr lIns="90000" rIns="90000" tIns="29160" bIns="29160" anchor="t">
                <a:noAutofit/>
              </a:bodyPr>
              <a:p>
                <a:endParaRPr b="0" lang="en-IN" sz="1800" strike="noStrike" u="none">
                  <a:solidFill>
                    <a:srgbClr val="ffffff"/>
                  </a:solidFill>
                  <a:effectLst/>
                  <a:uFillTx/>
                  <a:latin typeface="Arial"/>
                </a:endParaRPr>
              </a:p>
            </p:txBody>
          </p:sp>
          <p:sp>
            <p:nvSpPr>
              <p:cNvPr id="46" name=""/>
              <p:cNvSpPr/>
              <p:nvPr/>
            </p:nvSpPr>
            <p:spPr>
              <a:xfrm>
                <a:off x="7216920" y="5727600"/>
                <a:ext cx="822240" cy="506520"/>
              </a:xfrm>
              <a:prstGeom prst="ellipse">
                <a:avLst/>
              </a:prstGeom>
              <a:gradFill rotWithShape="0">
                <a:gsLst>
                  <a:gs pos="0">
                    <a:srgbClr val="0088e4"/>
                  </a:gs>
                  <a:gs pos="100000">
                    <a:srgbClr val="007fd5"/>
                  </a:gs>
                </a:gsLst>
                <a:lin ang="108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7" name=""/>
              <p:cNvSpPr/>
              <p:nvPr/>
            </p:nvSpPr>
            <p:spPr>
              <a:xfrm>
                <a:off x="7267680" y="5762520"/>
                <a:ext cx="707760" cy="430200"/>
              </a:xfrm>
              <a:prstGeom prst="ellipse">
                <a:avLst/>
              </a:prstGeom>
              <a:gradFill rotWithShape="0">
                <a:gsLst>
                  <a:gs pos="0">
                    <a:srgbClr val="078be3"/>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8" name=""/>
              <p:cNvSpPr/>
              <p:nvPr/>
            </p:nvSpPr>
            <p:spPr>
              <a:xfrm>
                <a:off x="7318440" y="5794200"/>
                <a:ext cx="612720" cy="370080"/>
              </a:xfrm>
              <a:prstGeom prst="ellipse">
                <a:avLst/>
              </a:pr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49" name=""/>
              <p:cNvSpPr/>
              <p:nvPr/>
            </p:nvSpPr>
            <p:spPr>
              <a:xfrm>
                <a:off x="7388280" y="5838840"/>
                <a:ext cx="473040" cy="280800"/>
              </a:xfrm>
              <a:prstGeom prst="ellipse">
                <a:avLst/>
              </a:prstGeom>
              <a:gradFill rotWithShape="0">
                <a:gsLst>
                  <a:gs pos="0">
                    <a:srgbClr val="007fd5"/>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0" name=""/>
              <p:cNvSpPr/>
              <p:nvPr/>
            </p:nvSpPr>
            <p:spPr>
              <a:xfrm>
                <a:off x="7445520" y="5870520"/>
                <a:ext cx="352440" cy="220680"/>
              </a:xfrm>
              <a:prstGeom prst="ellipse">
                <a:avLst/>
              </a:prstGeom>
              <a:gradFill rotWithShape="0">
                <a:gsLst>
                  <a:gs pos="0">
                    <a:srgbClr val="0088e4"/>
                  </a:gs>
                  <a:gs pos="100000">
                    <a:srgbClr val="007fd5"/>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1" name=""/>
              <p:cNvSpPr/>
              <p:nvPr/>
            </p:nvSpPr>
            <p:spPr>
              <a:xfrm>
                <a:off x="7521480" y="5918040"/>
                <a:ext cx="200160" cy="128880"/>
              </a:xfrm>
              <a:prstGeom prst="ellipse">
                <a:avLst/>
              </a:prstGeom>
              <a:gradFill rotWithShape="0">
                <a:gsLst>
                  <a:gs pos="0">
                    <a:srgbClr val="0083db"/>
                  </a:gs>
                  <a:gs pos="100000">
                    <a:srgbClr val="0088e4"/>
                  </a:gs>
                </a:gsLst>
                <a:lin ang="5400000"/>
              </a:gradFill>
              <a:ln w="0">
                <a:noFill/>
              </a:ln>
            </p:spPr>
            <p:style>
              <a:lnRef idx="0"/>
              <a:fillRef idx="0"/>
              <a:effectRef idx="0"/>
              <a:fontRef idx="minor"/>
            </p:style>
            <p:txBody>
              <a:bodyPr lIns="90000" rIns="90000" tIns="44640" bIns="44640" anchor="t">
                <a:noAutofit/>
              </a:bodyPr>
              <a:p>
                <a:endParaRPr b="0" lang="en-IN" sz="1800" strike="noStrike" u="none">
                  <a:solidFill>
                    <a:srgbClr val="ffffff"/>
                  </a:solidFill>
                  <a:effectLst/>
                  <a:uFillTx/>
                  <a:latin typeface="Arial"/>
                </a:endParaRPr>
              </a:p>
            </p:txBody>
          </p:sp>
        </p:grpSp>
        <p:grpSp>
          <p:nvGrpSpPr>
            <p:cNvPr id="52" name=""/>
            <p:cNvGrpSpPr/>
            <p:nvPr/>
          </p:nvGrpSpPr>
          <p:grpSpPr>
            <a:xfrm>
              <a:off x="8381880" y="4800600"/>
              <a:ext cx="674640" cy="409680"/>
              <a:chOff x="8381880" y="4800600"/>
              <a:chExt cx="674640" cy="409680"/>
            </a:xfrm>
          </p:grpSpPr>
          <p:sp>
            <p:nvSpPr>
              <p:cNvPr id="53" name=""/>
              <p:cNvSpPr/>
              <p:nvPr/>
            </p:nvSpPr>
            <p:spPr>
              <a:xfrm>
                <a:off x="8381880" y="5057640"/>
                <a:ext cx="608040" cy="152640"/>
              </a:xfrm>
              <a:custGeom>
                <a:avLst/>
                <a:gdLst/>
                <a:ahLst/>
                <a:rect l="l" t="t"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rgbClr val="0088e4"/>
                  </a:gs>
                  <a:gs pos="100000">
                    <a:srgbClr val="0068ae"/>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4" name=""/>
              <p:cNvSpPr/>
              <p:nvPr/>
            </p:nvSpPr>
            <p:spPr>
              <a:xfrm>
                <a:off x="8437680" y="4800600"/>
                <a:ext cx="409320" cy="85680"/>
              </a:xfrm>
              <a:custGeom>
                <a:avLst/>
                <a:gdLst/>
                <a:ahLst/>
                <a:rect l="l" t="t"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rgbClr val="0088e4"/>
                  </a:gs>
                  <a:gs pos="100000">
                    <a:srgbClr val="0068ae"/>
                  </a:gs>
                </a:gsLst>
                <a:lin ang="5400000"/>
              </a:gradFill>
              <a:ln w="0">
                <a:noFill/>
              </a:ln>
            </p:spPr>
            <p:style>
              <a:lnRef idx="0"/>
              <a:fillRef idx="0"/>
              <a:effectRef idx="0"/>
              <a:fontRef idx="minor"/>
            </p:style>
            <p:txBody>
              <a:bodyPr lIns="90000" rIns="90000" tIns="38880" bIns="38880" anchor="t">
                <a:noAutofit/>
              </a:bodyPr>
              <a:p>
                <a:endParaRPr b="0" lang="en-IN" sz="1800" strike="noStrike" u="none">
                  <a:solidFill>
                    <a:srgbClr val="ffffff"/>
                  </a:solidFill>
                  <a:effectLst/>
                  <a:uFillTx/>
                  <a:latin typeface="Arial"/>
                </a:endParaRPr>
              </a:p>
            </p:txBody>
          </p:sp>
          <p:sp>
            <p:nvSpPr>
              <p:cNvPr id="55" name=""/>
              <p:cNvSpPr/>
              <p:nvPr/>
            </p:nvSpPr>
            <p:spPr>
              <a:xfrm>
                <a:off x="8961480" y="4867200"/>
                <a:ext cx="95040" cy="247680"/>
              </a:xfrm>
              <a:custGeom>
                <a:avLst/>
                <a:gdLst/>
                <a:ahLst/>
                <a:rect l="l" t="t"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rgbClr val="0088e4"/>
                  </a:gs>
                  <a:gs pos="100000">
                    <a:srgbClr val="0068ae"/>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6" name=""/>
              <p:cNvSpPr/>
              <p:nvPr/>
            </p:nvSpPr>
            <p:spPr>
              <a:xfrm>
                <a:off x="8532720" y="5153040"/>
                <a:ext cx="304920" cy="28440"/>
              </a:xfrm>
              <a:custGeom>
                <a:avLst/>
                <a:gdLst/>
                <a:ahLst/>
                <a:rect l="l" t="t"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rgbClr val="0088e4"/>
                  </a:gs>
                  <a:gs pos="100000">
                    <a:srgbClr val="0068ae"/>
                  </a:gs>
                </a:gsLst>
                <a:lin ang="5400000"/>
              </a:gradFill>
              <a:ln w="0">
                <a:noFill/>
              </a:ln>
            </p:spPr>
            <p:style>
              <a:lnRef idx="0"/>
              <a:fillRef idx="0"/>
              <a:effectRef idx="0"/>
              <a:fontRef idx="minor"/>
            </p:style>
            <p:txBody>
              <a:bodyPr lIns="90000" rIns="90000" tIns="-18360" bIns="-18360" anchor="t">
                <a:noAutofit/>
              </a:bodyPr>
              <a:p>
                <a:endParaRPr b="0" lang="en-IN" sz="1800" strike="noStrike" u="none">
                  <a:solidFill>
                    <a:srgbClr val="ffffff"/>
                  </a:solidFill>
                  <a:effectLst/>
                  <a:uFillTx/>
                  <a:latin typeface="Arial"/>
                </a:endParaRPr>
              </a:p>
            </p:txBody>
          </p:sp>
          <p:sp>
            <p:nvSpPr>
              <p:cNvPr id="57" name=""/>
              <p:cNvSpPr/>
              <p:nvPr/>
            </p:nvSpPr>
            <p:spPr>
              <a:xfrm>
                <a:off x="8420040" y="4829040"/>
                <a:ext cx="255600" cy="295560"/>
              </a:xfrm>
              <a:custGeom>
                <a:avLst/>
                <a:gdLst/>
                <a:ahLst/>
                <a:rect l="l" t="t"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rgbClr val="0068a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8" name=""/>
              <p:cNvSpPr/>
              <p:nvPr/>
            </p:nvSpPr>
            <p:spPr>
              <a:xfrm>
                <a:off x="8713800" y="4829040"/>
                <a:ext cx="295200" cy="333360"/>
              </a:xfrm>
              <a:custGeom>
                <a:avLst/>
                <a:gdLst/>
                <a:ahLst/>
                <a:rect l="l" t="t"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rgbClr val="0068a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59" name=""/>
              <p:cNvSpPr/>
              <p:nvPr/>
            </p:nvSpPr>
            <p:spPr>
              <a:xfrm>
                <a:off x="8485200" y="4854600"/>
                <a:ext cx="474480" cy="295200"/>
              </a:xfrm>
              <a:custGeom>
                <a:avLst/>
                <a:gdLst/>
                <a:ahLst/>
                <a:rect l="l" t="t"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rgbClr val="0088e4"/>
                  </a:gs>
                  <a:gs pos="100000">
                    <a:srgbClr val="0068ae"/>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grpSp>
            <p:nvGrpSpPr>
              <p:cNvPr id="60" name=""/>
              <p:cNvGrpSpPr/>
              <p:nvPr/>
            </p:nvGrpSpPr>
            <p:grpSpPr>
              <a:xfrm>
                <a:off x="8542440" y="4897440"/>
                <a:ext cx="360360" cy="209520"/>
                <a:chOff x="8542440" y="4897440"/>
                <a:chExt cx="360360" cy="209520"/>
              </a:xfrm>
            </p:grpSpPr>
            <p:sp>
              <p:nvSpPr>
                <p:cNvPr id="61" name=""/>
                <p:cNvSpPr/>
                <p:nvPr/>
              </p:nvSpPr>
              <p:spPr>
                <a:xfrm>
                  <a:off x="8542440" y="4897440"/>
                  <a:ext cx="360360" cy="209520"/>
                </a:xfrm>
                <a:prstGeom prst="ellipse">
                  <a:avLst/>
                </a:prstGeom>
                <a:gradFill rotWithShape="0">
                  <a:gsLst>
                    <a:gs pos="0">
                      <a:srgbClr val="0068ae"/>
                    </a:gs>
                    <a:gs pos="100000">
                      <a:srgbClr val="0088e4"/>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62" name=""/>
                <p:cNvSpPr/>
                <p:nvPr/>
              </p:nvSpPr>
              <p:spPr>
                <a:xfrm>
                  <a:off x="8577360" y="4919760"/>
                  <a:ext cx="288720" cy="162000"/>
                </a:xfrm>
                <a:prstGeom prst="ellipse">
                  <a:avLst/>
                </a:prstGeom>
                <a:gradFill rotWithShape="0">
                  <a:gsLst>
                    <a:gs pos="0">
                      <a:srgbClr val="0088e4"/>
                    </a:gs>
                    <a:gs pos="100000">
                      <a:srgbClr val="0068ae"/>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ffffff"/>
                    </a:solidFill>
                    <a:effectLst/>
                    <a:uFillTx/>
                    <a:latin typeface="Arial"/>
                  </a:endParaRPr>
                </a:p>
              </p:txBody>
            </p:sp>
            <p:sp>
              <p:nvSpPr>
                <p:cNvPr id="63" name=""/>
                <p:cNvSpPr/>
                <p:nvPr/>
              </p:nvSpPr>
              <p:spPr>
                <a:xfrm>
                  <a:off x="8621640" y="4935600"/>
                  <a:ext cx="198360" cy="129960"/>
                </a:xfrm>
                <a:prstGeom prst="ellipse">
                  <a:avLst/>
                </a:prstGeom>
                <a:gradFill rotWithShape="0">
                  <a:gsLst>
                    <a:gs pos="0">
                      <a:srgbClr val="0068ae"/>
                    </a:gs>
                    <a:gs pos="100000">
                      <a:srgbClr val="0088e4"/>
                    </a:gs>
                  </a:gsLst>
                  <a:lin ang="5400000"/>
                </a:gra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64" name=""/>
                <p:cNvSpPr/>
                <p:nvPr/>
              </p:nvSpPr>
              <p:spPr>
                <a:xfrm>
                  <a:off x="8664480" y="4960800"/>
                  <a:ext cx="115920" cy="74880"/>
                </a:xfrm>
                <a:prstGeom prst="ellipse">
                  <a:avLst/>
                </a:prstGeom>
                <a:gradFill rotWithShape="0">
                  <a:gsLst>
                    <a:gs pos="0">
                      <a:srgbClr val="0088e4"/>
                    </a:gs>
                    <a:gs pos="100000">
                      <a:srgbClr val="0068ae"/>
                    </a:gs>
                  </a:gsLst>
                  <a:lin ang="5400000"/>
                </a:gradFill>
                <a:ln w="0">
                  <a:noFill/>
                </a:ln>
              </p:spPr>
              <p:style>
                <a:lnRef idx="0"/>
                <a:fillRef idx="0"/>
                <a:effectRef idx="0"/>
                <a:fontRef idx="minor"/>
              </p:style>
              <p:txBody>
                <a:bodyPr lIns="90000" rIns="90000" tIns="6480" bIns="6480" anchor="t">
                  <a:noAutofit/>
                </a:bodyPr>
                <a:p>
                  <a:endParaRPr b="0" lang="en-IN" sz="1800" strike="noStrike" u="none">
                    <a:solidFill>
                      <a:srgbClr val="ffffff"/>
                    </a:solidFill>
                    <a:effectLst/>
                    <a:uFillTx/>
                    <a:latin typeface="Arial"/>
                  </a:endParaRPr>
                </a:p>
              </p:txBody>
            </p:sp>
          </p:grpSp>
        </p:grpSp>
      </p:grpSp>
      <p:sp>
        <p:nvSpPr>
          <p:cNvPr id="65"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ccecff"/>
                </a:solidFill>
                <a:effectLst/>
                <a:uFillTx/>
                <a:latin typeface="Arial"/>
              </a:rPr>
              <a:t>Click to edit the title text format</a:t>
            </a:r>
            <a:endParaRPr b="0" lang="en-IN" sz="4400" strike="noStrike" u="none">
              <a:solidFill>
                <a:srgbClr val="ccecff"/>
              </a:solidFill>
              <a:effectLst/>
              <a:uFillTx/>
              <a:latin typeface="Arial"/>
            </a:endParaRPr>
          </a:p>
        </p:txBody>
      </p:sp>
      <p:sp>
        <p:nvSpPr>
          <p:cNvPr id="66"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Click to edit the outline text format</a:t>
            </a:r>
            <a:endParaRPr b="1" lang="en-IN" sz="3200" strike="noStrike" u="none">
              <a:solidFill>
                <a:srgbClr val="ffffff"/>
              </a:solidFill>
              <a:effectLst/>
              <a:uFillTx/>
              <a:latin typeface="Arial"/>
            </a:endParaRPr>
          </a:p>
          <a:p>
            <a:pPr lvl="1" marL="743040" indent="-285840">
              <a:spcBef>
                <a:spcPts val="799"/>
              </a:spcBef>
              <a:buClr>
                <a:srgbClr val="ccecff"/>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Second Outline Level</a:t>
            </a:r>
            <a:endParaRPr b="1" lang="en-IN" sz="3200" strike="noStrike" u="none">
              <a:solidFill>
                <a:srgbClr val="ffffff"/>
              </a:solidFill>
              <a:effectLst/>
              <a:uFillTx/>
              <a:latin typeface="Arial"/>
            </a:endParaRPr>
          </a:p>
          <a:p>
            <a:pPr lvl="2" marL="1143000" indent="-228600">
              <a:spcBef>
                <a:spcPts val="799"/>
              </a:spcBef>
              <a:buClr>
                <a:srgbClr val="0088e4"/>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Third Outline Level</a:t>
            </a:r>
            <a:endParaRPr b="1" lang="en-IN" sz="3200" strike="noStrike" u="none">
              <a:solidFill>
                <a:srgbClr val="ffffff"/>
              </a:solidFill>
              <a:effectLst/>
              <a:uFillTx/>
              <a:latin typeface="Arial"/>
            </a:endParaRPr>
          </a:p>
          <a:p>
            <a:pPr lvl="3" marL="1600200" indent="-228600">
              <a:spcBef>
                <a:spcPts val="799"/>
              </a:spcBef>
              <a:buClr>
                <a:srgbClr val="afe1ff"/>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Fourth Outline Level</a:t>
            </a:r>
            <a:endParaRPr b="1" lang="en-IN" sz="3200" strike="noStrike" u="none">
              <a:solidFill>
                <a:srgbClr val="ffffff"/>
              </a:solidFill>
              <a:effectLst/>
              <a:uFillTx/>
              <a:latin typeface="Arial"/>
            </a:endParaRPr>
          </a:p>
          <a:p>
            <a:pPr lvl="4" marL="2057400" indent="-228600">
              <a:spcBef>
                <a:spcPts val="799"/>
              </a:spcBef>
              <a:buClr>
                <a:srgbClr val="99ff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Fifth Outline Level</a:t>
            </a:r>
            <a:endParaRPr b="1" lang="en-IN" sz="3200" strike="noStrike" u="none">
              <a:solidFill>
                <a:srgbClr val="ffffff"/>
              </a:solidFill>
              <a:effectLst/>
              <a:uFillTx/>
              <a:latin typeface="Arial"/>
            </a:endParaRPr>
          </a:p>
          <a:p>
            <a:pPr lvl="5" marL="2057400" indent="-228600">
              <a:spcBef>
                <a:spcPts val="799"/>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Sixth Outline Level</a:t>
            </a:r>
            <a:endParaRPr b="1" lang="en-IN" sz="3200" strike="noStrike" u="none">
              <a:solidFill>
                <a:srgbClr val="ffffff"/>
              </a:solidFill>
              <a:effectLst/>
              <a:uFillTx/>
              <a:latin typeface="Arial"/>
            </a:endParaRPr>
          </a:p>
          <a:p>
            <a:pPr lvl="6" marL="2057400" indent="-228600">
              <a:spcBef>
                <a:spcPts val="799"/>
              </a:spcBef>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Seventh Outline Level</a:t>
            </a:r>
            <a:endParaRPr b="1" lang="en-IN" sz="3200" strike="noStrike" u="none">
              <a:solidFill>
                <a:srgbClr val="ffffff"/>
              </a:solidFill>
              <a:effectLst/>
              <a:uFillTx/>
              <a:latin typeface="Arial"/>
            </a:endParaRPr>
          </a:p>
        </p:txBody>
      </p:sp>
      <p:sp>
        <p:nvSpPr>
          <p:cNvPr id="67"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a:rPr>
              <a:t>&lt;date/time&gt;</a:t>
            </a:r>
            <a:endParaRPr b="0" lang="en-IN" sz="1400" strike="noStrike" u="none">
              <a:solidFill>
                <a:srgbClr val="000000"/>
              </a:solidFill>
              <a:effectLst/>
              <a:uFillTx/>
              <a:latin typeface="Arial"/>
            </a:endParaRPr>
          </a:p>
        </p:txBody>
      </p:sp>
      <p:sp>
        <p:nvSpPr>
          <p:cNvPr id="68"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a:rPr>
              <a:t>www.dnr.maryland.gov/boating</a:t>
            </a:r>
            <a:endParaRPr b="0" lang="en-IN" sz="1400" strike="noStrike" u="none">
              <a:solidFill>
                <a:srgbClr val="000000"/>
              </a:solidFill>
              <a:effectLst/>
              <a:uFillTx/>
              <a:latin typeface="Arial"/>
            </a:endParaRPr>
          </a:p>
        </p:txBody>
      </p:sp>
      <p:sp>
        <p:nvSpPr>
          <p:cNvPr id="69"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228583B-3143-4908-A41E-3234C5EA3BFE}" type="slidenum">
              <a:rPr b="0" lang="en-IN" sz="1400" strike="noStrike" u="none">
                <a:solidFill>
                  <a:srgbClr val="ffffff"/>
                </a:solidFill>
                <a:effectLst/>
                <a:uFillTx/>
                <a:latin typeface="Arial"/>
              </a:rPr>
              <a:t>&lt;number&gt;</a:t>
            </a:fld>
            <a:endParaRPr b="0" lang="en-IN" sz="14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wmf"/><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jpeg"/><Relationship Id="rId3" Type="http://schemas.openxmlformats.org/officeDocument/2006/relationships/slideLayout" Target="../slideLayouts/slideLayout3.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ccecff"/>
                </a:solidFill>
                <a:effectLst/>
                <a:uFillTx/>
                <a:latin typeface="Arial"/>
              </a:rPr>
              <a:t>Maryland Clean Boating Lesson Plan</a:t>
            </a:r>
            <a:endParaRPr b="0" lang="en-IN" sz="4400" strike="noStrike" u="none">
              <a:solidFill>
                <a:srgbClr val="ccecff"/>
              </a:solidFill>
              <a:effectLst/>
              <a:uFillTx/>
              <a:latin typeface="Arial"/>
            </a:endParaRPr>
          </a:p>
        </p:txBody>
      </p:sp>
      <p:sp>
        <p:nvSpPr>
          <p:cNvPr id="89"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Section 4</a:t>
            </a:r>
            <a:endParaRPr b="1" lang="en-IN" sz="3200" strike="noStrike" u="none">
              <a:solidFill>
                <a:srgbClr val="ffffff"/>
              </a:solidFill>
              <a:effectLst/>
              <a:uFillTx/>
              <a:latin typeface="Arial"/>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Vessel Cleaning and Maintenance</a:t>
            </a:r>
            <a:endParaRPr b="1" lang="en-IN" sz="3200" strike="noStrike" u="none">
              <a:solidFill>
                <a:srgbClr val="ffffff"/>
              </a:solidFill>
              <a:effectLst/>
              <a:uFillTx/>
              <a:latin typeface="Arial"/>
            </a:endParaRPr>
          </a:p>
        </p:txBody>
      </p:sp>
      <p:pic>
        <p:nvPicPr>
          <p:cNvPr id="90" name="" descr=""/>
          <p:cNvPicPr/>
          <p:nvPr/>
        </p:nvPicPr>
        <p:blipFill>
          <a:blip r:embed="rId1"/>
          <a:stretch/>
        </p:blipFill>
        <p:spPr>
          <a:xfrm>
            <a:off x="380880" y="304920"/>
            <a:ext cx="2711520" cy="1100160"/>
          </a:xfrm>
          <a:prstGeom prst="rect">
            <a:avLst/>
          </a:prstGeom>
          <a:noFill/>
          <a:ln w="0">
            <a:noFill/>
          </a:ln>
        </p:spPr>
      </p:pic>
      <p:pic>
        <p:nvPicPr>
          <p:cNvPr id="91" name="" descr=""/>
          <p:cNvPicPr/>
          <p:nvPr/>
        </p:nvPicPr>
        <p:blipFill>
          <a:blip r:embed="rId2"/>
          <a:stretch/>
        </p:blipFill>
        <p:spPr>
          <a:xfrm>
            <a:off x="7620120" y="304920"/>
            <a:ext cx="1274760" cy="12952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ccecff"/>
                </a:solidFill>
                <a:effectLst/>
                <a:uFillTx/>
                <a:latin typeface="Arial"/>
              </a:rPr>
              <a:t>Vessel Cleaning: </a:t>
            </a:r>
            <a:br>
              <a:rPr sz="4000"/>
            </a:br>
            <a:r>
              <a:rPr b="0" lang="en-IN" sz="4000" strike="noStrike" u="none">
                <a:solidFill>
                  <a:srgbClr val="ccecff"/>
                </a:solidFill>
                <a:effectLst/>
                <a:uFillTx/>
                <a:latin typeface="Arial"/>
              </a:rPr>
              <a:t>Environmental Concerns</a:t>
            </a:r>
            <a:endParaRPr b="0" lang="en-IN" sz="4000" strike="noStrike" u="none">
              <a:solidFill>
                <a:srgbClr val="ccecff"/>
              </a:solidFill>
              <a:effectLst/>
              <a:uFillTx/>
              <a:latin typeface="Arial"/>
            </a:endParaRPr>
          </a:p>
        </p:txBody>
      </p:sp>
      <p:sp>
        <p:nvSpPr>
          <p:cNvPr id="93" name="PlaceHolder 2"/>
          <p:cNvSpPr>
            <a:spLocks noGrp="1"/>
          </p:cNvSpPr>
          <p:nvPr>
            <p:ph/>
          </p:nvPr>
        </p:nvSpPr>
        <p:spPr>
          <a:xfrm>
            <a:off x="3733560" y="1828440"/>
            <a:ext cx="5105160" cy="4419720"/>
          </a:xfrm>
          <a:prstGeom prst="rect">
            <a:avLst/>
          </a:prstGeom>
          <a:noFill/>
          <a:ln w="0">
            <a:noFill/>
          </a:ln>
        </p:spPr>
        <p:txBody>
          <a:bodyPr lIns="90000" rIns="90000" tIns="46800" bIns="46800" anchor="t">
            <a:normAutofit/>
          </a:bodyPr>
          <a:p>
            <a:pPr marL="343080" indent="-343080">
              <a:lnSpc>
                <a:spcPct val="80000"/>
              </a:lnSpc>
              <a:spcBef>
                <a:spcPts val="60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Boats require maintenance and cleaning. </a:t>
            </a:r>
            <a:endParaRPr b="1" lang="en-IN" sz="2400" strike="noStrike" u="none">
              <a:solidFill>
                <a:srgbClr val="ffffff"/>
              </a:solidFill>
              <a:effectLst/>
              <a:uFillTx/>
              <a:latin typeface="Arial"/>
            </a:endParaRPr>
          </a:p>
          <a:p>
            <a:pPr marL="343080" indent="-343080">
              <a:lnSpc>
                <a:spcPct val="80000"/>
              </a:lnSpc>
              <a:spcBef>
                <a:spcPts val="60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Cleaners can run-off directly into the waters.</a:t>
            </a:r>
            <a:endParaRPr b="1" lang="en-IN" sz="2400" strike="noStrike" u="none">
              <a:solidFill>
                <a:srgbClr val="ffffff"/>
              </a:solidFill>
              <a:effectLst/>
              <a:uFillTx/>
              <a:latin typeface="Arial"/>
            </a:endParaRPr>
          </a:p>
          <a:p>
            <a:pPr marL="343080" indent="-343080">
              <a:lnSpc>
                <a:spcPct val="80000"/>
              </a:lnSpc>
              <a:spcBef>
                <a:spcPts val="60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Boat cleaners can strip oil from fish gills, reducing their ability to breathe.</a:t>
            </a:r>
            <a:endParaRPr b="1" lang="en-IN" sz="2400" strike="noStrike" u="none">
              <a:solidFill>
                <a:srgbClr val="ffffff"/>
              </a:solidFill>
              <a:effectLst/>
              <a:uFillTx/>
              <a:latin typeface="Arial"/>
            </a:endParaRPr>
          </a:p>
          <a:p>
            <a:pPr marL="343080" indent="-343080">
              <a:lnSpc>
                <a:spcPct val="80000"/>
              </a:lnSpc>
              <a:spcBef>
                <a:spcPts val="60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Paints and chemicals are typically hazardous.</a:t>
            </a:r>
            <a:endParaRPr b="1" lang="en-IN" sz="2400" strike="noStrike" u="none">
              <a:solidFill>
                <a:srgbClr val="ffffff"/>
              </a:solidFill>
              <a:effectLst/>
              <a:uFillTx/>
              <a:latin typeface="Arial"/>
            </a:endParaRPr>
          </a:p>
          <a:p>
            <a:pPr marL="343080" indent="-343080">
              <a:lnSpc>
                <a:spcPct val="80000"/>
              </a:lnSpc>
              <a:spcBef>
                <a:spcPts val="60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Paint chips containing heavy metals could enter the water, and the food web</a:t>
            </a:r>
            <a:endParaRPr b="1" lang="en-IN" sz="2400" strike="noStrike" u="none">
              <a:solidFill>
                <a:srgbClr val="ffffff"/>
              </a:solidFill>
              <a:effectLst/>
              <a:uFillTx/>
              <a:latin typeface="Arial"/>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 </a:t>
            </a:r>
            <a:endParaRPr b="1" lang="en-IN" sz="2400" strike="noStrike" u="none">
              <a:solidFill>
                <a:srgbClr val="ffffff"/>
              </a:solidFill>
              <a:effectLst/>
              <a:uFillTx/>
              <a:latin typeface="Arial"/>
            </a:endParaRPr>
          </a:p>
        </p:txBody>
      </p:sp>
      <p:pic>
        <p:nvPicPr>
          <p:cNvPr id="94" name="" descr=""/>
          <p:cNvPicPr/>
          <p:nvPr/>
        </p:nvPicPr>
        <p:blipFill>
          <a:blip r:embed="rId1"/>
          <a:stretch/>
        </p:blipFill>
        <p:spPr>
          <a:xfrm>
            <a:off x="228600" y="2286000"/>
            <a:ext cx="3048120" cy="27338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ccecff"/>
                </a:solidFill>
                <a:effectLst/>
                <a:uFillTx/>
                <a:latin typeface="Arial"/>
              </a:rPr>
              <a:t>Vessel Cleaning:</a:t>
            </a:r>
            <a:r>
              <a:rPr b="0" i="1" lang="en-IN" sz="4000" strike="noStrike" u="none">
                <a:solidFill>
                  <a:srgbClr val="ccecff"/>
                </a:solidFill>
                <a:effectLst/>
                <a:uFillTx/>
                <a:latin typeface="Arial"/>
              </a:rPr>
              <a:t>  </a:t>
            </a:r>
            <a:r>
              <a:rPr b="0" lang="en-IN" sz="4000" strike="noStrike" u="none">
                <a:solidFill>
                  <a:srgbClr val="ccecff"/>
                </a:solidFill>
                <a:effectLst/>
                <a:uFillTx/>
                <a:latin typeface="Arial"/>
              </a:rPr>
              <a:t>Clean Carefully </a:t>
            </a:r>
            <a:endParaRPr b="0" lang="en-IN" sz="4000" strike="noStrike" u="none">
              <a:solidFill>
                <a:srgbClr val="ccecff"/>
              </a:solidFill>
              <a:effectLst/>
              <a:uFillTx/>
              <a:latin typeface="Arial"/>
            </a:endParaRPr>
          </a:p>
        </p:txBody>
      </p:sp>
      <p:sp>
        <p:nvSpPr>
          <p:cNvPr id="96" name="PlaceHolder 2"/>
          <p:cNvSpPr>
            <a:spLocks noGrp="1"/>
          </p:cNvSpPr>
          <p:nvPr>
            <p:ph/>
          </p:nvPr>
        </p:nvSpPr>
        <p:spPr>
          <a:xfrm>
            <a:off x="456840" y="1600200"/>
            <a:ext cx="5181480" cy="4525920"/>
          </a:xfrm>
          <a:prstGeom prst="rect">
            <a:avLst/>
          </a:prstGeom>
          <a:noFill/>
          <a:ln w="0">
            <a:noFill/>
          </a:ln>
        </p:spPr>
        <p:txBody>
          <a:bodyPr lIns="90000" rIns="90000" tIns="46800" bIns="46800" anchor="t">
            <a:normAutofit/>
          </a:bodyPr>
          <a:p>
            <a:pPr marL="609480" indent="-609480">
              <a:spcBef>
                <a:spcPts val="601"/>
              </a:spcBef>
              <a:buClr>
                <a:srgbClr val="99ff99"/>
              </a:buClr>
              <a:buSzPct val="80000"/>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Rinse with fresh water after every trip.</a:t>
            </a:r>
            <a:endParaRPr b="1" lang="en-IN" sz="2400" strike="noStrike" u="none">
              <a:solidFill>
                <a:srgbClr val="ffffff"/>
              </a:solidFill>
              <a:effectLst/>
              <a:uFillTx/>
              <a:latin typeface="Arial"/>
            </a:endParaRPr>
          </a:p>
          <a:p>
            <a:pPr marL="609480" indent="-609480">
              <a:spcBef>
                <a:spcPts val="601"/>
              </a:spcBef>
              <a:buClr>
                <a:srgbClr val="99ff99"/>
              </a:buClr>
              <a:buSzPct val="80000"/>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When the boat is dirty, clean with fresh water and elbow grease first. Avoid soaps.</a:t>
            </a:r>
            <a:endParaRPr b="1" lang="en-IN" sz="2400" strike="noStrike" u="none">
              <a:solidFill>
                <a:srgbClr val="ffffff"/>
              </a:solidFill>
              <a:effectLst/>
              <a:uFillTx/>
              <a:latin typeface="Arial"/>
            </a:endParaRPr>
          </a:p>
          <a:p>
            <a:pPr marL="609480" indent="-609480">
              <a:spcBef>
                <a:spcPts val="601"/>
              </a:spcBef>
              <a:buClr>
                <a:srgbClr val="99ff99"/>
              </a:buClr>
              <a:buSzPct val="80000"/>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“Spot Clean” scuffs or stains and wipe up rather than hose soap into the water.</a:t>
            </a:r>
            <a:endParaRPr b="1" lang="en-IN" sz="2400" strike="noStrike" u="none">
              <a:solidFill>
                <a:srgbClr val="ffffff"/>
              </a:solidFill>
              <a:effectLst/>
              <a:uFillTx/>
              <a:latin typeface="Arial"/>
            </a:endParaRPr>
          </a:p>
          <a:p>
            <a:pPr marL="609480" indent="-609480">
              <a:spcBef>
                <a:spcPts val="601"/>
              </a:spcBef>
              <a:buClr>
                <a:srgbClr val="99ff99"/>
              </a:buClr>
              <a:buSzPct val="80000"/>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Wax the boat to prevent dirt from setting in.</a:t>
            </a:r>
            <a:endParaRPr b="1" lang="en-IN" sz="2400" strike="noStrike" u="none">
              <a:solidFill>
                <a:srgbClr val="ffffff"/>
              </a:solidFill>
              <a:effectLst/>
              <a:uFillTx/>
              <a:latin typeface="Arial"/>
            </a:endParaRPr>
          </a:p>
          <a:p>
            <a:pPr marL="609480" indent="-609480">
              <a:spcBef>
                <a:spcPts val="601"/>
              </a:spcBef>
              <a:buClr>
                <a:srgbClr val="99ff99"/>
              </a:buClr>
              <a:buSzPct val="80000"/>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Choose cleaners carefully.</a:t>
            </a:r>
            <a:endParaRPr b="1" lang="en-IN" sz="2400" strike="noStrike" u="none">
              <a:solidFill>
                <a:srgbClr val="ffffff"/>
              </a:solidFill>
              <a:effectLst/>
              <a:uFillTx/>
              <a:latin typeface="Arial"/>
            </a:endParaRPr>
          </a:p>
        </p:txBody>
      </p:sp>
      <p:pic>
        <p:nvPicPr>
          <p:cNvPr id="97" name="" descr=""/>
          <p:cNvPicPr/>
          <p:nvPr/>
        </p:nvPicPr>
        <p:blipFill>
          <a:blip r:embed="rId1"/>
          <a:stretch/>
        </p:blipFill>
        <p:spPr>
          <a:xfrm>
            <a:off x="5791320" y="2133720"/>
            <a:ext cx="2895480" cy="24127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ccecff"/>
                </a:solidFill>
                <a:effectLst/>
                <a:uFillTx/>
                <a:latin typeface="Arial"/>
              </a:rPr>
              <a:t>Vessel Cleaning: </a:t>
            </a:r>
            <a:br>
              <a:rPr sz="4000"/>
            </a:br>
            <a:r>
              <a:rPr b="0" lang="en-IN" sz="4000" strike="noStrike" u="none">
                <a:solidFill>
                  <a:srgbClr val="ccecff"/>
                </a:solidFill>
                <a:effectLst/>
                <a:uFillTx/>
                <a:latin typeface="Arial"/>
              </a:rPr>
              <a:t>Read Product Labels!</a:t>
            </a:r>
            <a:endParaRPr b="0" lang="en-IN" sz="4000" strike="noStrike" u="none">
              <a:solidFill>
                <a:srgbClr val="ccecff"/>
              </a:solidFill>
              <a:effectLst/>
              <a:uFillTx/>
              <a:latin typeface="Arial"/>
            </a:endParaRPr>
          </a:p>
        </p:txBody>
      </p:sp>
      <p:sp>
        <p:nvSpPr>
          <p:cNvPr id="99" name="PlaceHolder 2"/>
          <p:cNvSpPr>
            <a:spLocks noGrp="1"/>
          </p:cNvSpPr>
          <p:nvPr>
            <p:ph/>
          </p:nvPr>
        </p:nvSpPr>
        <p:spPr>
          <a:xfrm>
            <a:off x="456840" y="1600200"/>
            <a:ext cx="5715000" cy="4495680"/>
          </a:xfrm>
          <a:prstGeom prst="rect">
            <a:avLst/>
          </a:prstGeom>
          <a:noFill/>
          <a:ln w="0">
            <a:noFill/>
          </a:ln>
        </p:spPr>
        <p:txBody>
          <a:bodyPr lIns="90000" rIns="90000" tIns="46800" bIns="46800" anchor="t">
            <a:normAutofit/>
          </a:bodyPr>
          <a:p>
            <a:pPr marL="343080" indent="-343080">
              <a:spcBef>
                <a:spcPts val="75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ffffff"/>
                </a:solidFill>
                <a:effectLst/>
                <a:uFillTx/>
                <a:latin typeface="Arial"/>
              </a:rPr>
              <a:t>Read product labels.</a:t>
            </a:r>
            <a:endParaRPr b="1" lang="en-IN" sz="3000" strike="noStrike" u="none">
              <a:solidFill>
                <a:srgbClr val="ffffff"/>
              </a:solidFill>
              <a:effectLst/>
              <a:uFillTx/>
              <a:latin typeface="Arial"/>
            </a:endParaRPr>
          </a:p>
          <a:p>
            <a:pPr marL="343080" indent="-343080">
              <a:spcBef>
                <a:spcPts val="75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ffffff"/>
                </a:solidFill>
                <a:effectLst/>
                <a:uFillTx/>
                <a:latin typeface="Arial"/>
              </a:rPr>
              <a:t>Don’t believe general “environmental” claims.</a:t>
            </a:r>
            <a:endParaRPr b="1" lang="en-IN" sz="3000" strike="noStrike" u="none">
              <a:solidFill>
                <a:srgbClr val="ffffff"/>
              </a:solidFill>
              <a:effectLst/>
              <a:uFillTx/>
              <a:latin typeface="Arial"/>
            </a:endParaRPr>
          </a:p>
          <a:p>
            <a:pPr marL="343080" indent="-343080">
              <a:spcBef>
                <a:spcPts val="751"/>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ffffff"/>
                </a:solidFill>
                <a:effectLst/>
                <a:uFillTx/>
                <a:latin typeface="Arial"/>
              </a:rPr>
              <a:t>Look for independent certifications such as “Green Seal” or EPA “Design for the Environment.”</a:t>
            </a:r>
            <a:endParaRPr b="1" lang="en-IN" sz="3000" strike="noStrike" u="none">
              <a:solidFill>
                <a:srgbClr val="ffffff"/>
              </a:solidFill>
              <a:effectLst/>
              <a:uFillTx/>
              <a:latin typeface="Arial"/>
            </a:endParaRPr>
          </a:p>
        </p:txBody>
      </p:sp>
      <p:pic>
        <p:nvPicPr>
          <p:cNvPr id="100" name="" descr=""/>
          <p:cNvPicPr/>
          <p:nvPr/>
        </p:nvPicPr>
        <p:blipFill>
          <a:blip r:embed="rId1"/>
          <a:stretch/>
        </p:blipFill>
        <p:spPr>
          <a:xfrm>
            <a:off x="6553080" y="4038480"/>
            <a:ext cx="2190960" cy="1897200"/>
          </a:xfrm>
          <a:prstGeom prst="rect">
            <a:avLst/>
          </a:prstGeom>
          <a:noFill/>
          <a:ln w="0">
            <a:noFill/>
          </a:ln>
        </p:spPr>
      </p:pic>
      <p:pic>
        <p:nvPicPr>
          <p:cNvPr id="101" name="" descr=""/>
          <p:cNvPicPr/>
          <p:nvPr/>
        </p:nvPicPr>
        <p:blipFill>
          <a:blip r:embed="rId2"/>
          <a:stretch/>
        </p:blipFill>
        <p:spPr>
          <a:xfrm>
            <a:off x="6400800" y="1828800"/>
            <a:ext cx="2044800" cy="15238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76680"/>
            <a:ext cx="8305920" cy="114012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ccecff"/>
                </a:solidFill>
                <a:effectLst/>
                <a:uFillTx/>
                <a:latin typeface="Arial"/>
              </a:rPr>
              <a:t>Alternatives to Toxic Products</a:t>
            </a:r>
            <a:endParaRPr b="0" lang="en-IN" sz="4000" strike="noStrike" u="none">
              <a:solidFill>
                <a:srgbClr val="ccecff"/>
              </a:solidFill>
              <a:effectLst/>
              <a:uFillTx/>
              <a:latin typeface="Arial"/>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a:rPr>
              <a:t>	</a:t>
            </a:r>
            <a:endParaRPr b="1" lang="en-IN" sz="3200" strike="noStrike" u="none">
              <a:solidFill>
                <a:srgbClr val="ffffff"/>
              </a:solidFill>
              <a:effectLst/>
              <a:uFillTx/>
              <a:latin typeface="Arial"/>
            </a:endParaRPr>
          </a:p>
        </p:txBody>
      </p:sp>
      <p:sp>
        <p:nvSpPr>
          <p:cNvPr id="104" name=""/>
          <p:cNvSpPr/>
          <p:nvPr/>
        </p:nvSpPr>
        <p:spPr>
          <a:xfrm>
            <a:off x="990720" y="2057400"/>
            <a:ext cx="2895480" cy="5191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105" name=""/>
          <p:cNvSpPr/>
          <p:nvPr/>
        </p:nvSpPr>
        <p:spPr>
          <a:xfrm>
            <a:off x="380880" y="1295280"/>
            <a:ext cx="3632400" cy="484236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sng">
                <a:solidFill>
                  <a:srgbClr val="ffffff"/>
                </a:solidFill>
                <a:effectLst/>
                <a:uFillTx/>
                <a:latin typeface="Arial"/>
              </a:rPr>
              <a:t>Product</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Bleach</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Scouring powder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General Cleaner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Glass Cleaner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Head and Shower Cleaner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Chrome Cleaner</a:t>
            </a:r>
            <a:endParaRPr b="0" lang="en-IN" sz="2800" strike="noStrike" u="none">
              <a:solidFill>
                <a:srgbClr val="ffffff"/>
              </a:solidFill>
              <a:effectLst/>
              <a:uFillTx/>
              <a:latin typeface="Arial"/>
            </a:endParaRPr>
          </a:p>
        </p:txBody>
      </p:sp>
      <p:sp>
        <p:nvSpPr>
          <p:cNvPr id="106" name=""/>
          <p:cNvSpPr/>
          <p:nvPr/>
        </p:nvSpPr>
        <p:spPr>
          <a:xfrm>
            <a:off x="5257800" y="1066680"/>
            <a:ext cx="3733920" cy="52693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sng">
                <a:solidFill>
                  <a:srgbClr val="ffffff"/>
                </a:solidFill>
                <a:effectLst/>
                <a:uFillTx/>
                <a:latin typeface="Arial"/>
              </a:rPr>
              <a:t>Alternative</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Borax</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Baking soda</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Baking soda and vinegar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Vinegar and water</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Baking soda</a:t>
            </a:r>
            <a:endParaRPr b="0" lang="en-IN" sz="2800" strike="noStrike" u="none">
              <a:solidFill>
                <a:srgbClr val="ffffff"/>
              </a:solidFill>
              <a:effectLst/>
              <a:uFillTx/>
              <a:latin typeface="Arial"/>
            </a:endParaRPr>
          </a:p>
          <a:p>
            <a:pPr>
              <a:spcBef>
                <a:spcPts val="174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Apple cider vinegar</a:t>
            </a:r>
            <a:endParaRPr b="0" lang="en-IN"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0" y="0"/>
            <a:ext cx="5410080" cy="1139760"/>
          </a:xfrm>
          <a:prstGeom prst="rect">
            <a:avLst/>
          </a:prstGeom>
          <a:noFill/>
          <a:ln w="0">
            <a:noFill/>
          </a:ln>
        </p:spPr>
        <p:txBody>
          <a:bodyPr lIns="90000" rIns="90000" tIns="46800" bIns="46800" anchor="ctr" anchorCtr="1">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ccecff"/>
                </a:solidFill>
                <a:effectLst/>
                <a:uFillTx/>
                <a:latin typeface="Arial"/>
              </a:rPr>
              <a:t>Maintain Mindfully </a:t>
            </a:r>
            <a:endParaRPr b="0" lang="en-IN" sz="4400" strike="noStrike" u="none">
              <a:solidFill>
                <a:srgbClr val="ccecff"/>
              </a:solidFill>
              <a:effectLst/>
              <a:uFillTx/>
              <a:latin typeface="Arial"/>
            </a:endParaRPr>
          </a:p>
        </p:txBody>
      </p:sp>
      <p:sp>
        <p:nvSpPr>
          <p:cNvPr id="108" name="PlaceHolder 2"/>
          <p:cNvSpPr>
            <a:spLocks noGrp="1"/>
          </p:cNvSpPr>
          <p:nvPr>
            <p:ph/>
          </p:nvPr>
        </p:nvSpPr>
        <p:spPr>
          <a:xfrm>
            <a:off x="3124080" y="990360"/>
            <a:ext cx="6019920" cy="5105160"/>
          </a:xfrm>
          <a:prstGeom prst="rect">
            <a:avLst/>
          </a:prstGeom>
          <a:noFill/>
          <a:ln w="0">
            <a:noFill/>
          </a:ln>
        </p:spPr>
        <p:txBody>
          <a:bodyPr lIns="90000" rIns="90000" tIns="46800" bIns="46800" anchor="t">
            <a:normAutofit/>
          </a:bodyPr>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Collect paint dust and chips. </a:t>
            </a:r>
            <a:endParaRPr b="1" lang="en-IN" sz="2800" strike="noStrike" u="none">
              <a:solidFill>
                <a:srgbClr val="ffffff"/>
              </a:solidFill>
              <a:effectLst/>
              <a:uFillTx/>
              <a:latin typeface="Arial"/>
            </a:endParaRPr>
          </a:p>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Use dustless sanders/grinders.</a:t>
            </a:r>
            <a:endParaRPr b="1" lang="en-IN" sz="2800" strike="noStrike" u="none">
              <a:solidFill>
                <a:srgbClr val="ffffff"/>
              </a:solidFill>
              <a:effectLst/>
              <a:uFillTx/>
              <a:latin typeface="Arial"/>
            </a:endParaRPr>
          </a:p>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Follow marina rules.</a:t>
            </a:r>
            <a:endParaRPr b="1" lang="en-IN" sz="2800" strike="noStrike" u="none">
              <a:solidFill>
                <a:srgbClr val="ffffff"/>
              </a:solidFill>
              <a:effectLst/>
              <a:uFillTx/>
              <a:latin typeface="Arial"/>
            </a:endParaRPr>
          </a:p>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Use low-toxic antifreeze (usually pink in color).</a:t>
            </a:r>
            <a:endParaRPr b="1" lang="en-IN" sz="2800" strike="noStrike" u="none">
              <a:solidFill>
                <a:srgbClr val="ffffff"/>
              </a:solidFill>
              <a:effectLst/>
              <a:uFillTx/>
              <a:latin typeface="Arial"/>
            </a:endParaRPr>
          </a:p>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Consult a professional to pick your bottom paint.</a:t>
            </a:r>
            <a:endParaRPr b="1" lang="en-IN" sz="2800" strike="noStrike" u="none">
              <a:solidFill>
                <a:srgbClr val="ffffff"/>
              </a:solidFill>
              <a:effectLst/>
              <a:uFillTx/>
              <a:latin typeface="Arial"/>
            </a:endParaRPr>
          </a:p>
          <a:p>
            <a:pPr marL="343080" indent="-343080">
              <a:lnSpc>
                <a:spcPct val="90000"/>
              </a:lnSpc>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Dispose of solvents and waste gas properly–accepted at household hazardous waste collection days. </a:t>
            </a:r>
            <a:endParaRPr b="1" lang="en-IN" sz="2800" strike="noStrike" u="none">
              <a:solidFill>
                <a:srgbClr val="ffffff"/>
              </a:solidFill>
              <a:effectLst/>
              <a:uFillTx/>
              <a:latin typeface="Arial"/>
            </a:endParaRPr>
          </a:p>
        </p:txBody>
      </p:sp>
      <p:pic>
        <p:nvPicPr>
          <p:cNvPr id="109" name="" descr=""/>
          <p:cNvPicPr/>
          <p:nvPr/>
        </p:nvPicPr>
        <p:blipFill>
          <a:blip r:embed="rId1"/>
          <a:stretch/>
        </p:blipFill>
        <p:spPr>
          <a:xfrm>
            <a:off x="685800" y="2133720"/>
            <a:ext cx="2144880" cy="350496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ae"/>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ctr" anchorCtr="1">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ccecff"/>
                </a:solidFill>
                <a:effectLst/>
                <a:uFillTx/>
                <a:latin typeface="Arial"/>
              </a:rPr>
              <a:t>Pass it On.  “Pier Pressure”</a:t>
            </a:r>
            <a:endParaRPr b="0" lang="en-IN" sz="4400" strike="noStrike" u="none">
              <a:solidFill>
                <a:srgbClr val="ccecff"/>
              </a:solidFill>
              <a:effectLst/>
              <a:uFillTx/>
              <a:latin typeface="Arial"/>
            </a:endParaRPr>
          </a:p>
        </p:txBody>
      </p:sp>
      <p:sp>
        <p:nvSpPr>
          <p:cNvPr id="111" name="PlaceHolder 2"/>
          <p:cNvSpPr>
            <a:spLocks noGrp="1"/>
          </p:cNvSpPr>
          <p:nvPr>
            <p:ph/>
          </p:nvPr>
        </p:nvSpPr>
        <p:spPr>
          <a:xfrm>
            <a:off x="457200" y="1752480"/>
            <a:ext cx="4952880" cy="4525920"/>
          </a:xfrm>
          <a:prstGeom prst="rect">
            <a:avLst/>
          </a:prstGeom>
          <a:noFill/>
          <a:ln w="0">
            <a:noFill/>
          </a:ln>
        </p:spPr>
        <p:txBody>
          <a:bodyPr lIns="90000" rIns="90000" tIns="46800" bIns="46800" anchor="t">
            <a:normAutofit lnSpcReduction="9999"/>
          </a:bodyPr>
          <a:p>
            <a:pPr marL="343080" indent="-343080">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Let your friends know that your care about clean water and want to do your part.</a:t>
            </a:r>
            <a:endParaRPr b="1" lang="en-IN" sz="2800" strike="noStrike" u="none">
              <a:solidFill>
                <a:srgbClr val="ffffff"/>
              </a:solidFill>
              <a:effectLst/>
              <a:uFillTx/>
              <a:latin typeface="Arial"/>
            </a:endParaRPr>
          </a:p>
          <a:p>
            <a:pPr marL="343080" indent="-343080">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Share information you learn here with them.</a:t>
            </a:r>
            <a:endParaRPr b="1" lang="en-IN" sz="2800" strike="noStrike" u="none">
              <a:solidFill>
                <a:srgbClr val="ffffff"/>
              </a:solidFill>
              <a:effectLst/>
              <a:uFillTx/>
              <a:latin typeface="Arial"/>
            </a:endParaRPr>
          </a:p>
          <a:p>
            <a:pPr marL="343080" indent="-343080">
              <a:spcBef>
                <a:spcPts val="700"/>
              </a:spcBef>
              <a:buClr>
                <a:srgbClr val="99ff99"/>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In a friendly way, use “Pier Pressure” to get them to help protect our waterways too.</a:t>
            </a:r>
            <a:endParaRPr b="1" lang="en-IN" sz="2800" strike="noStrike" u="none">
              <a:solidFill>
                <a:srgbClr val="ffffff"/>
              </a:solidFill>
              <a:effectLst/>
              <a:uFillTx/>
              <a:latin typeface="Arial"/>
            </a:endParaRPr>
          </a:p>
        </p:txBody>
      </p:sp>
      <p:pic>
        <p:nvPicPr>
          <p:cNvPr id="112" name="" descr=""/>
          <p:cNvPicPr/>
          <p:nvPr/>
        </p:nvPicPr>
        <p:blipFill>
          <a:blip r:embed="rId1"/>
          <a:stretch/>
        </p:blipFill>
        <p:spPr>
          <a:xfrm>
            <a:off x="5562720" y="2438280"/>
            <a:ext cx="3074760" cy="30751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222</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2005-10-21T11:15:29Z</dcterms:created>
  <dc:creator>Donna Morrow</dc:creator>
  <dc:description/>
  <dc:language>en-IN</dc:language>
  <cp:lastModifiedBy>dmorrow</cp:lastModifiedBy>
  <dcterms:modified xsi:type="dcterms:W3CDTF">2010-03-19T07:44:10Z</dcterms:modified>
  <cp:revision>20</cp:revision>
  <dc:subject/>
  <dc:title>Maryland Clean Boating Lesson Plan</dc:title>
</cp:coreProperties>
</file>