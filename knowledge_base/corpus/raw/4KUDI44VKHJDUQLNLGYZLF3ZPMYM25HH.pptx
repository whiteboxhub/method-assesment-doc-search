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0D614-14B4-41F0-A9B3-673D0B9702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68189-3820-4B90-B2B6-9D7E88FC02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636ECF-80D6-46EE-8158-F8DC830EBD64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194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everyone needs to know about</a:t>
            </a:r>
            <a:br>
              <a:rPr sz="3200"/>
            </a:br>
            <a:br>
              <a:rPr sz="4000"/>
            </a:b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 4: Terrestrial and inland water systems</a:t>
            </a:r>
            <a:br>
              <a:rPr sz="4000"/>
            </a:b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403280" y="46530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 January 2011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WGII LAM1 Final Plenary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Novel features in relation to AR4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Core emphasis is on ecosystems rather than species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Dynamic view of ecosystems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 is to manage change, not prevent it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Emphasis on thresholds, limits, tipping points rather than equilibrium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Social-ecological systems view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People are part of ecosystems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Natural and transformed ecosystems are inextricably linked within living landscapes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Landuse/landcover change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for cross-chapter and cross-WG coordination to ensure that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Range of uncertainty in future LULC change is adequately specified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Suggest a fast-track synthesis and publishing exercise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Selection of ‘reference scenarios’ of LULC change for comparative purposes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Suggest interaction with the RCP/SSP gang to specify this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2011-01-13T02:18:26Z</dcterms:created>
  <dc:creator>User @</dc:creator>
  <dc:description/>
  <dc:language>en-IN</dc:language>
  <cp:lastModifiedBy>User @</cp:lastModifiedBy>
  <dcterms:modified xsi:type="dcterms:W3CDTF">2011-01-13T16:55:54Z</dcterms:modified>
  <cp:revision>1</cp:revision>
  <dc:subject/>
  <dc:title>What everyone needs to know about  Ch 4: Terrestrial and inland water systems </dc:title>
</cp:coreProperties>
</file>