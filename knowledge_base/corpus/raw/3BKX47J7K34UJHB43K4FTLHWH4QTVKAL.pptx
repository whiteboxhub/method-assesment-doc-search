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  <Override PartName="/ppt/media/image1.wmf" ContentType="image/x-wmf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58400" cy="77724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82400" y="482760"/>
            <a:ext cx="8700840" cy="145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82400" y="2147400"/>
            <a:ext cx="8700840" cy="461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960596-DD54-43D6-97CD-317664C659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82400" y="482760"/>
            <a:ext cx="8700840" cy="145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82400" y="2147400"/>
            <a:ext cx="8700840" cy="461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761760" y="7086600"/>
            <a:ext cx="2057400" cy="533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29000" y="7086600"/>
            <a:ext cx="3200400" cy="533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38520" y="7086600"/>
            <a:ext cx="2057400" cy="533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6AC0520-D65C-4786-8379-0A708FD96496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 flipH="1" rot="10800000">
            <a:off x="457200" y="1065960"/>
            <a:ext cx="9601200" cy="571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/>
          </p:nvPr>
        </p:nvSpPr>
        <p:spPr>
          <a:xfrm>
            <a:off x="1522080" y="990720"/>
            <a:ext cx="8535960" cy="3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482760"/>
                <a:tab algn="l" pos="965160"/>
                <a:tab algn="l" pos="1447920"/>
                <a:tab algn="l" pos="1930320"/>
                <a:tab algn="l" pos="2413080"/>
                <a:tab algn="l" pos="2895480"/>
                <a:tab algn="l" pos="3378240"/>
                <a:tab algn="l" pos="3860640"/>
                <a:tab algn="l" pos="4343400"/>
                <a:tab algn="l" pos="4826160"/>
                <a:tab algn="l" pos="5308560"/>
                <a:tab algn="l" pos="5791320"/>
                <a:tab algn="l" pos="6273720"/>
                <a:tab algn="l" pos="6756480"/>
                <a:tab algn="l" pos="7238880"/>
                <a:tab algn="l" pos="7721640"/>
                <a:tab algn="l" pos="8204040"/>
                <a:tab algn="l" pos="8686800"/>
                <a:tab algn="l" pos="9169560"/>
                <a:tab algn="l" pos="965196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Mississippi Prices Received by Farmers for Grain Sorghum, 1953-2003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2004-03-15T10:01:57Z</dcterms:created>
  <dc:creator>juanita nowell</dc:creator>
  <dc:description/>
  <dc:language>en-IN</dc:language>
  <cp:lastModifiedBy>juanita nowell</cp:lastModifiedBy>
  <dcterms:modified xsi:type="dcterms:W3CDTF">2004-03-15T10:08:32Z</dcterms:modified>
  <cp:revision>1</cp:revision>
  <dc:subject/>
  <dc:title>PowerPoint Presentation</dc:title>
</cp:coreProperties>
</file>