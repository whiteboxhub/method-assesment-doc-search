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9144000" cy="6858000"/>
  <p:notesSz cx="6858000" cy="9248775"/>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
          <p:cNvSpPr/>
          <p:nvPr/>
        </p:nvSpPr>
        <p:spPr>
          <a:xfrm>
            <a:off x="0" y="0"/>
            <a:ext cx="6858000" cy="9248400"/>
          </a:xfrm>
          <a:prstGeom prst="rect">
            <a:avLst/>
          </a:prstGeom>
          <a:solidFill>
            <a:srgbClr val="ffffff"/>
          </a:solidFill>
          <a:ln w="0">
            <a:noFill/>
          </a:ln>
        </p:spPr>
        <p:txBody>
          <a:bodyPr lIns="90000" rIns="90000" tIns="45000" bIns="45000" anchor="ctr" anchorCtr="1">
            <a:noAutofit/>
          </a:bodyPr>
          <a:p>
            <a:endParaRPr b="0" lang="en-IN" sz="2000" strike="noStrike" u="none">
              <a:solidFill>
                <a:srgbClr val="000000"/>
              </a:solidFill>
              <a:effectLst/>
              <a:uFillTx/>
              <a:latin typeface="Tahoma"/>
            </a:endParaRPr>
          </a:p>
        </p:txBody>
      </p:sp>
      <p:sp>
        <p:nvSpPr>
          <p:cNvPr id="49" name="PlaceHolder 1"/>
          <p:cNvSpPr>
            <a:spLocks noGrp="1"/>
          </p:cNvSpPr>
          <p:nvPr>
            <p:ph type="hdr"/>
          </p:nvPr>
        </p:nvSpPr>
        <p:spPr>
          <a:xfrm>
            <a:off x="-360" y="0"/>
            <a:ext cx="2971800" cy="463680"/>
          </a:xfrm>
          <a:prstGeom prst="rect">
            <a:avLst/>
          </a:prstGeom>
          <a:noFill/>
          <a:ln w="0">
            <a:noFill/>
          </a:ln>
        </p:spPr>
        <p:txBody>
          <a:bodyPr lIns="91080" rIns="91080" tIns="45360" bIns="4536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50" name="PlaceHolder 2"/>
          <p:cNvSpPr>
            <a:spLocks noGrp="1"/>
          </p:cNvSpPr>
          <p:nvPr>
            <p:ph type="dt" idx="16"/>
          </p:nvPr>
        </p:nvSpPr>
        <p:spPr>
          <a:xfrm>
            <a:off x="3884400" y="0"/>
            <a:ext cx="2971800" cy="463680"/>
          </a:xfrm>
          <a:prstGeom prst="rect">
            <a:avLst/>
          </a:prstGeom>
          <a:noFill/>
          <a:ln w="0">
            <a:noFill/>
          </a:ln>
        </p:spPr>
        <p:txBody>
          <a:bodyPr lIns="91080" rIns="91080" tIns="45360" bIns="4536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51" name="PlaceHolder 3"/>
          <p:cNvSpPr>
            <a:spLocks noGrp="1"/>
          </p:cNvSpPr>
          <p:nvPr>
            <p:ph type="sldImg"/>
          </p:nvPr>
        </p:nvSpPr>
        <p:spPr>
          <a:xfrm>
            <a:off x="1117440" y="691920"/>
            <a:ext cx="4624560" cy="3468600"/>
          </a:xfrm>
          <a:prstGeom prst="rect">
            <a:avLst/>
          </a:prstGeom>
          <a:noFill/>
          <a:ln w="9360">
            <a:solidFill>
              <a:srgbClr val="000000"/>
            </a:solidFill>
            <a:miter/>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99"/>
                </a:solidFill>
                <a:effectLst/>
                <a:uFillTx/>
                <a:latin typeface="Tahoma"/>
              </a:rPr>
              <a:t>Click to move the slide</a:t>
            </a:r>
            <a:endParaRPr b="0" lang="en-IN" sz="3600" strike="noStrike" u="none">
              <a:solidFill>
                <a:srgbClr val="006699"/>
              </a:solidFill>
              <a:effectLst/>
              <a:uFillTx/>
              <a:latin typeface="Tahoma"/>
            </a:endParaRPr>
          </a:p>
        </p:txBody>
      </p:sp>
      <p:sp>
        <p:nvSpPr>
          <p:cNvPr id="52" name="PlaceHolder 4"/>
          <p:cNvSpPr>
            <a:spLocks noGrp="1"/>
          </p:cNvSpPr>
          <p:nvPr>
            <p:ph type="body"/>
          </p:nvPr>
        </p:nvSpPr>
        <p:spPr>
          <a:xfrm>
            <a:off x="684360" y="4392720"/>
            <a:ext cx="5489280" cy="416232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Click to edit the notes format</a:t>
            </a:r>
            <a:endParaRPr b="0" lang="en-IN" sz="1200" strike="noStrike" u="none">
              <a:solidFill>
                <a:srgbClr val="000000"/>
              </a:solidFill>
              <a:effectLst/>
              <a:uFillTx/>
              <a:latin typeface="Arial"/>
            </a:endParaRPr>
          </a:p>
        </p:txBody>
      </p:sp>
      <p:sp>
        <p:nvSpPr>
          <p:cNvPr id="53" name="PlaceHolder 5"/>
          <p:cNvSpPr>
            <a:spLocks noGrp="1"/>
          </p:cNvSpPr>
          <p:nvPr>
            <p:ph type="ftr" idx="17"/>
          </p:nvPr>
        </p:nvSpPr>
        <p:spPr>
          <a:xfrm>
            <a:off x="-360" y="8781840"/>
            <a:ext cx="2971800" cy="463320"/>
          </a:xfrm>
          <a:prstGeom prst="rect">
            <a:avLst/>
          </a:prstGeom>
          <a:noFill/>
          <a:ln w="0">
            <a:noFill/>
          </a:ln>
        </p:spPr>
        <p:txBody>
          <a:bodyPr lIns="91080" rIns="91080" tIns="45360" bIns="4536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54" name="PlaceHolder 6"/>
          <p:cNvSpPr>
            <a:spLocks noGrp="1"/>
          </p:cNvSpPr>
          <p:nvPr>
            <p:ph type="sldNum" idx="18"/>
          </p:nvPr>
        </p:nvSpPr>
        <p:spPr>
          <a:xfrm>
            <a:off x="3884400" y="8781840"/>
            <a:ext cx="2971800" cy="463320"/>
          </a:xfrm>
          <a:prstGeom prst="rect">
            <a:avLst/>
          </a:prstGeom>
          <a:noFill/>
          <a:ln w="0">
            <a:noFill/>
          </a:ln>
        </p:spPr>
        <p:txBody>
          <a:bodyPr lIns="91080" rIns="91080" tIns="45360" bIns="45360" anchor="b">
            <a:noAutofit/>
          </a:bodyPr>
          <a:lstStyle>
            <a:lvl1pPr indent="0" algn="r">
              <a:lnSpc>
                <a:spcPct val="100000"/>
              </a:lnSpc>
              <a:buNone/>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defRPr b="0" lang="en-US" sz="1100" strike="noStrike" u="none">
                <a:solidFill>
                  <a:srgbClr val="000000"/>
                </a:solidFill>
                <a:effectLst/>
                <a:uFillTx/>
                <a:latin typeface="Arial"/>
              </a:defRPr>
            </a:lvl1pPr>
          </a:lstStyle>
          <a:p>
            <a:pPr indent="0" algn="r">
              <a:lnSpc>
                <a:spcPct val="100000"/>
              </a:lnSpc>
              <a:buNone/>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1DF1D76-A0D6-41A6-BB25-6AEDBD862AC6}" type="slidenum">
              <a:rPr b="0" lang="en-US" sz="1100" strike="noStrike" u="none">
                <a:solidFill>
                  <a:srgbClr val="000000"/>
                </a:solidFill>
                <a:effectLst/>
                <a:uFillTx/>
                <a:latin typeface="Arial"/>
              </a:rPr>
              <a:t>&lt;number&gt;</a:t>
            </a:fld>
            <a:endParaRPr b="0" lang="en-IN" sz="1100" strike="noStrike" u="none">
              <a:solidFill>
                <a:srgbClr val="000000"/>
              </a:solidFill>
              <a:effectLst/>
              <a:uFillTx/>
              <a:latin typeface="Tahoma"/>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Rectangle 7"/>
          <p:cNvSpPr/>
          <p:nvPr/>
        </p:nvSpPr>
        <p:spPr>
          <a:xfrm>
            <a:off x="3884760" y="8782200"/>
            <a:ext cx="2971800" cy="463320"/>
          </a:xfrm>
          <a:prstGeom prst="rect">
            <a:avLst/>
          </a:prstGeom>
          <a:noFill/>
          <a:ln w="0">
            <a:noFill/>
          </a:ln>
        </p:spPr>
        <p:style>
          <a:lnRef idx="0"/>
          <a:fillRef idx="0"/>
          <a:effectRef idx="0"/>
          <a:fontRef idx="minor"/>
        </p:style>
        <p:txBody>
          <a:bodyPr lIns="91080" rIns="91080" tIns="45360" bIns="4536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A1C963E-697C-46B6-80BE-7F16C7FD84BD}" type="slidenum">
              <a:rPr b="0" lang="en-IN" sz="1100" strike="noStrike" u="none">
                <a:solidFill>
                  <a:srgbClr val="000000"/>
                </a:solidFill>
                <a:effectLst/>
                <a:uFillTx/>
                <a:latin typeface="Arial"/>
              </a:rPr>
              <a:t>&lt;number&gt;</a:t>
            </a:fld>
            <a:endParaRPr b="0" lang="en-IN" sz="1100" strike="noStrike" u="none">
              <a:solidFill>
                <a:srgbClr val="000000"/>
              </a:solidFill>
              <a:effectLst/>
              <a:uFillTx/>
              <a:latin typeface="Tahoma"/>
            </a:endParaRPr>
          </a:p>
        </p:txBody>
      </p:sp>
      <p:sp>
        <p:nvSpPr>
          <p:cNvPr id="165" name="PlaceHolder 1"/>
          <p:cNvSpPr>
            <a:spLocks noGrp="1"/>
          </p:cNvSpPr>
          <p:nvPr>
            <p:ph type="sldImg"/>
          </p:nvPr>
        </p:nvSpPr>
        <p:spPr>
          <a:xfrm>
            <a:off x="1117440" y="692280"/>
            <a:ext cx="4624560" cy="3468600"/>
          </a:xfrm>
          <a:prstGeom prst="rect">
            <a:avLst/>
          </a:prstGeom>
          <a:ln w="0">
            <a:noFill/>
          </a:ln>
        </p:spPr>
      </p:sp>
      <p:sp>
        <p:nvSpPr>
          <p:cNvPr id="166" name="PlaceHolder 2"/>
          <p:cNvSpPr>
            <a:spLocks noGrp="1"/>
          </p:cNvSpPr>
          <p:nvPr>
            <p:ph type="body"/>
          </p:nvPr>
        </p:nvSpPr>
        <p:spPr>
          <a:xfrm>
            <a:off x="684360" y="4392720"/>
            <a:ext cx="5489280" cy="416232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Thanks for the opportunity to talk about the progress of the e-signature group</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Make sure to have your phone on mute with potentially 40 folks on the phone</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Desired outcomes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understanding of a model for an e-signature project approval consistent with Procedural Directive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understanding of the issues involved in e-signature projects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understanding of a model for distributed team coordination and communication</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Other outcomes for you?</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Open to questions along the way.  Might try use the tool to post questions or observations on chat and we can queue them up for the end of our presentation.  We plan to present for about 30 minutes to leave time for conversation.</a:t>
            </a:r>
            <a:endParaRPr b="0" lang="en-IN" sz="12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sldImg"/>
          </p:nvPr>
        </p:nvSpPr>
        <p:spPr>
          <a:xfrm>
            <a:off x="1117440" y="693720"/>
            <a:ext cx="4624560" cy="3468600"/>
          </a:xfrm>
          <a:prstGeom prst="rect">
            <a:avLst/>
          </a:prstGeom>
          <a:ln w="0">
            <a:noFill/>
          </a:ln>
        </p:spPr>
      </p:sp>
      <p:sp>
        <p:nvSpPr>
          <p:cNvPr id="168" name="PlaceHolder 2"/>
          <p:cNvSpPr>
            <a:spLocks noGrp="1"/>
          </p:cNvSpPr>
          <p:nvPr>
            <p:ph type="body"/>
          </p:nvPr>
        </p:nvSpPr>
        <p:spPr>
          <a:xfrm>
            <a:off x="915840" y="4392720"/>
            <a:ext cx="5026320" cy="416088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Anything else you are interested in </a:t>
            </a:r>
            <a:endParaRPr b="0" lang="en-IN" sz="12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sldImg"/>
          </p:nvPr>
        </p:nvSpPr>
        <p:spPr>
          <a:xfrm>
            <a:off x="1117440" y="692280"/>
            <a:ext cx="4624560" cy="3468600"/>
          </a:xfrm>
          <a:prstGeom prst="rect">
            <a:avLst/>
          </a:prstGeom>
          <a:ln w="0">
            <a:noFill/>
          </a:ln>
        </p:spPr>
      </p:sp>
      <p:sp>
        <p:nvSpPr>
          <p:cNvPr id="170" name="PlaceHolder 2"/>
          <p:cNvSpPr>
            <a:spLocks noGrp="1"/>
          </p:cNvSpPr>
          <p:nvPr>
            <p:ph type="body"/>
          </p:nvPr>
        </p:nvSpPr>
        <p:spPr>
          <a:xfrm>
            <a:off x="684360" y="4392720"/>
            <a:ext cx="5489280" cy="416232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Highlight drivers for change</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Policy</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Regulations—timeliness and quality of data for managing fisheries.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Public demand</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These drivers compel us to take a journey.  Our presentation will give you an overview of how we traversed this terrain.</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Enablers of success we will discuss “along the road” </a:t>
            </a:r>
            <a:endParaRPr b="0" lang="en-IN" sz="12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ldImg"/>
          </p:nvPr>
        </p:nvSpPr>
        <p:spPr>
          <a:xfrm>
            <a:off x="1117440" y="692280"/>
            <a:ext cx="4624560" cy="3468600"/>
          </a:xfrm>
          <a:prstGeom prst="rect">
            <a:avLst/>
          </a:prstGeom>
          <a:ln w="0">
            <a:noFill/>
          </a:ln>
        </p:spPr>
      </p:sp>
      <p:sp>
        <p:nvSpPr>
          <p:cNvPr id="172" name="PlaceHolder 2"/>
          <p:cNvSpPr>
            <a:spLocks noGrp="1"/>
          </p:cNvSpPr>
          <p:nvPr>
            <p:ph type="body"/>
          </p:nvPr>
        </p:nvSpPr>
        <p:spPr>
          <a:xfrm>
            <a:off x="684360" y="4392720"/>
            <a:ext cx="5489280" cy="416232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In initial project meetings we extracted charter statements from the ERPSG project proposal, and expanded that with some “what will success look like” detail to give us operational guidance</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Understand e-signature risks, opportunities, and design tradeoffs, in more than one context (similarities and differences will be instructive)</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One or more approved business plans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With sufficient detail to serve as basis for a software requirements specification</a:t>
            </a:r>
            <a:endParaRPr b="0" lang="en-IN" sz="1200" strike="noStrike" u="none">
              <a:solidFill>
                <a:srgbClr val="000000"/>
              </a:solidFill>
              <a:effectLst/>
              <a:uFillTx/>
              <a:latin typeface="Arial"/>
            </a:endParaRPr>
          </a:p>
          <a:p>
            <a:pPr lvl="1" marL="457200"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lvl="1" marL="457200"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sldImg"/>
          </p:nvPr>
        </p:nvSpPr>
        <p:spPr>
          <a:xfrm>
            <a:off x="1117440" y="692280"/>
            <a:ext cx="4624560" cy="3468600"/>
          </a:xfrm>
          <a:prstGeom prst="rect">
            <a:avLst/>
          </a:prstGeom>
          <a:ln w="0">
            <a:noFill/>
          </a:ln>
        </p:spPr>
      </p:sp>
      <p:sp>
        <p:nvSpPr>
          <p:cNvPr id="174" name="PlaceHolder 2"/>
          <p:cNvSpPr>
            <a:spLocks noGrp="1"/>
          </p:cNvSpPr>
          <p:nvPr>
            <p:ph type="body"/>
          </p:nvPr>
        </p:nvSpPr>
        <p:spPr>
          <a:xfrm>
            <a:off x="684360" y="4392720"/>
            <a:ext cx="5489280" cy="416232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On the left is the only page of the e-signature wiki that was static enough to print and tape up on my wall!</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lvl="1" marL="457200"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Fisheries people from multiple regions and centers </a:t>
            </a:r>
            <a:endParaRPr b="0" lang="en-IN" sz="1200" strike="noStrike" u="none">
              <a:solidFill>
                <a:srgbClr val="000000"/>
              </a:solidFill>
              <a:effectLst/>
              <a:uFillTx/>
              <a:latin typeface="Arial"/>
            </a:endParaRPr>
          </a:p>
          <a:p>
            <a:pPr lvl="1" marL="457200"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lvl="1" marL="457200"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IT</a:t>
            </a:r>
            <a:endParaRPr b="0" lang="en-IN" sz="1200" strike="noStrike" u="none">
              <a:solidFill>
                <a:srgbClr val="000000"/>
              </a:solidFill>
              <a:effectLst/>
              <a:uFillTx/>
              <a:latin typeface="Arial"/>
            </a:endParaRPr>
          </a:p>
          <a:p>
            <a:pPr lvl="1" marL="457200"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lvl="1" marL="457200"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Enforcement</a:t>
            </a:r>
            <a:endParaRPr b="0" lang="en-IN" sz="1200" strike="noStrike" u="none">
              <a:solidFill>
                <a:srgbClr val="000000"/>
              </a:solidFill>
              <a:effectLst/>
              <a:uFillTx/>
              <a:latin typeface="Arial"/>
            </a:endParaRPr>
          </a:p>
          <a:p>
            <a:pPr lvl="1" marL="457200"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lvl="1" marL="457200"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GCEL and GCF</a:t>
            </a:r>
            <a:endParaRPr b="0" lang="en-IN" sz="1200" strike="noStrike" u="none">
              <a:solidFill>
                <a:srgbClr val="000000"/>
              </a:solidFill>
              <a:effectLst/>
              <a:uFillTx/>
              <a:latin typeface="Arial"/>
            </a:endParaRPr>
          </a:p>
          <a:p>
            <a:pPr lvl="1" marL="457200"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lvl="1" marL="457200"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E-signature and organizational change subject-matter experts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Steve will speak to our team-building exercise on the right</a:t>
            </a:r>
            <a:endParaRPr b="0" lang="en-IN" sz="12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Rectangle 7"/>
          <p:cNvSpPr/>
          <p:nvPr/>
        </p:nvSpPr>
        <p:spPr>
          <a:xfrm>
            <a:off x="3884760" y="8782200"/>
            <a:ext cx="2971800" cy="463320"/>
          </a:xfrm>
          <a:prstGeom prst="rect">
            <a:avLst/>
          </a:prstGeom>
          <a:noFill/>
          <a:ln w="0">
            <a:noFill/>
          </a:ln>
        </p:spPr>
        <p:style>
          <a:lnRef idx="0"/>
          <a:fillRef idx="0"/>
          <a:effectRef idx="0"/>
          <a:fontRef idx="minor"/>
        </p:style>
        <p:txBody>
          <a:bodyPr lIns="91080" rIns="91080" tIns="45360" bIns="4536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55E410B-CDD4-4509-A44D-939FCA985EFB}" type="slidenum">
              <a:rPr b="0" lang="en-IN" sz="1100" strike="noStrike" u="none">
                <a:solidFill>
                  <a:srgbClr val="000000"/>
                </a:solidFill>
                <a:effectLst/>
                <a:uFillTx/>
                <a:latin typeface="Arial"/>
              </a:rPr>
              <a:t>&lt;number&gt;</a:t>
            </a:fld>
            <a:endParaRPr b="0" lang="en-IN" sz="1100" strike="noStrike" u="none">
              <a:solidFill>
                <a:srgbClr val="000000"/>
              </a:solidFill>
              <a:effectLst/>
              <a:uFillTx/>
              <a:latin typeface="Tahoma"/>
            </a:endParaRPr>
          </a:p>
        </p:txBody>
      </p:sp>
      <p:sp>
        <p:nvSpPr>
          <p:cNvPr id="176" name="PlaceHolder 1"/>
          <p:cNvSpPr>
            <a:spLocks noGrp="1"/>
          </p:cNvSpPr>
          <p:nvPr>
            <p:ph type="sldImg"/>
          </p:nvPr>
        </p:nvSpPr>
        <p:spPr>
          <a:xfrm>
            <a:off x="1117440" y="692280"/>
            <a:ext cx="4624560" cy="3468600"/>
          </a:xfrm>
          <a:prstGeom prst="rect">
            <a:avLst/>
          </a:prstGeom>
          <a:ln w="0">
            <a:noFill/>
          </a:ln>
        </p:spPr>
      </p:sp>
      <p:sp>
        <p:nvSpPr>
          <p:cNvPr id="177" name="PlaceHolder 2"/>
          <p:cNvSpPr>
            <a:spLocks noGrp="1"/>
          </p:cNvSpPr>
          <p:nvPr>
            <p:ph type="body"/>
          </p:nvPr>
        </p:nvSpPr>
        <p:spPr>
          <a:xfrm>
            <a:off x="684360" y="4392720"/>
            <a:ext cx="5489280" cy="416232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On the left is the original meeting schedule posted July 14</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We stuck pretty close to schedule, eventually falling behind a few weeks, but keeping our established meeting dates and times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After some initial “prep work” we settled into meetings every-other-week</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This consistency and predictability made it easier for participants to schedule this work, and we maintained a very good attendance record</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Note wiki idiom -- a schedule page turns into a chronological record of meetings and deliverables</a:t>
            </a:r>
            <a:endParaRPr b="0" lang="en-IN" sz="12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sldImg"/>
          </p:nvPr>
        </p:nvSpPr>
        <p:spPr>
          <a:xfrm>
            <a:off x="1117440" y="693720"/>
            <a:ext cx="4623120" cy="3467160"/>
          </a:xfrm>
          <a:prstGeom prst="rect">
            <a:avLst/>
          </a:prstGeom>
          <a:ln w="0">
            <a:noFill/>
          </a:ln>
        </p:spPr>
      </p:sp>
      <p:sp>
        <p:nvSpPr>
          <p:cNvPr id="179" name="PlaceHolder 2"/>
          <p:cNvSpPr>
            <a:spLocks noGrp="1"/>
          </p:cNvSpPr>
          <p:nvPr>
            <p:ph type="body"/>
          </p:nvPr>
        </p:nvSpPr>
        <p:spPr>
          <a:xfrm>
            <a:off x="685800" y="4392720"/>
            <a:ext cx="5486400" cy="416088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Realized that e-signatures are as much an organizational change effort as a technology and policy issue</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Making the transition from paper-based to electronic processes is hard.  Very tradition bound.</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More detailed analysis supporting this, but wanted you to see a summary of the analysis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Wiki was a big part of keeping interested parties informed.</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Group composition was a part of that.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Larry also created “in the loop” messages to highlight certain work to a group of folks who asked to be kept “in the loop.”</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sldImg"/>
          </p:nvPr>
        </p:nvSpPr>
        <p:spPr>
          <a:xfrm>
            <a:off x="1117440" y="693720"/>
            <a:ext cx="4624560" cy="3468600"/>
          </a:xfrm>
          <a:prstGeom prst="rect">
            <a:avLst/>
          </a:prstGeom>
          <a:ln w="0">
            <a:noFill/>
          </a:ln>
        </p:spPr>
      </p:sp>
      <p:sp>
        <p:nvSpPr>
          <p:cNvPr id="181" name="PlaceHolder 2"/>
          <p:cNvSpPr>
            <a:spLocks noGrp="1"/>
          </p:cNvSpPr>
          <p:nvPr>
            <p:ph type="body"/>
          </p:nvPr>
        </p:nvSpPr>
        <p:spPr>
          <a:xfrm>
            <a:off x="915840" y="4392720"/>
            <a:ext cx="5026320" cy="416088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For most agencies, including ITC, the focus right now is on steps 1 and 2 since NIST technical guidance is out in draft.  Public comment period just closed.</a:t>
            </a:r>
            <a:endParaRPr b="0" lang="en-IN" sz="12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sldImg"/>
          </p:nvPr>
        </p:nvSpPr>
        <p:spPr>
          <a:xfrm>
            <a:off x="1117440" y="693720"/>
            <a:ext cx="4624560" cy="3468600"/>
          </a:xfrm>
          <a:prstGeom prst="rect">
            <a:avLst/>
          </a:prstGeom>
          <a:ln w="0">
            <a:noFill/>
          </a:ln>
        </p:spPr>
      </p:sp>
      <p:sp>
        <p:nvSpPr>
          <p:cNvPr id="183" name="PlaceHolder 2"/>
          <p:cNvSpPr>
            <a:spLocks noGrp="1"/>
          </p:cNvSpPr>
          <p:nvPr>
            <p:ph type="body"/>
          </p:nvPr>
        </p:nvSpPr>
        <p:spPr>
          <a:xfrm>
            <a:off x="915840" y="4392720"/>
            <a:ext cx="5026320" cy="416088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One of the first steps in the OMB and NMFS procedural directive process is to understand the e-signature solutions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Note that e-signature solutions involve a trade-off between risk mitigation and usability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HMS (no-proofing, credit card)</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NPS (user name password, long-standing, multi-faceted relationships)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USDA (face to face proofing at USDA service centers, with multiple IDs with trained employees)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Worth noting that we did this work on-line using ThinkTank as a decision support tool.  Facilitation by Jared helped the team to reach consensus on our analysis and also resulted in this artifact to document the process and the results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1117440" y="692280"/>
            <a:ext cx="4624560" cy="3468600"/>
          </a:xfrm>
          <a:prstGeom prst="rect">
            <a:avLst/>
          </a:prstGeom>
          <a:ln w="0">
            <a:noFill/>
          </a:ln>
        </p:spPr>
      </p:sp>
      <p:sp>
        <p:nvSpPr>
          <p:cNvPr id="185" name="PlaceHolder 2"/>
          <p:cNvSpPr>
            <a:spLocks noGrp="1"/>
          </p:cNvSpPr>
          <p:nvPr>
            <p:ph type="body"/>
          </p:nvPr>
        </p:nvSpPr>
        <p:spPr>
          <a:xfrm>
            <a:off x="684360" y="4392720"/>
            <a:ext cx="5489280" cy="416232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Primary analytical step in policy framework from OMB and NMFS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Risk-based standard.  No all impacts are realized.</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Impersonation in e-logbook transactions Common criminal/identity thief Impersonation using stolen identity credentials, with fraudulent reporting of false data to incriminate or defame victim Inconvenience, distress or damage to standing or reputation Low: opportunity will be limited because the e-logbook is onboard the vessel at sea and protected by two layers of security controls (access controls on the vessel's computer, and access controls on the e-logbook software); also common criminals are unlikely to have subject-area expertise to discover an incrimination or defamation opportunity and there are probably easier attacks </a:t>
            </a:r>
            <a:br>
              <a:rPr sz="1200"/>
            </a:br>
            <a:r>
              <a:rPr b="0" lang="en-IN" sz="1200" strike="noStrike" u="none">
                <a:solidFill>
                  <a:srgbClr val="000000"/>
                </a:solidFill>
                <a:effectLst/>
                <a:uFillTx/>
                <a:latin typeface="Arial"/>
              </a:rPr>
              <a:t>Low: impersonated parties or agency staff would be likely to notice during dockside interview process and/or subsequent data review, and when detected, the impact could be effectively mitigated No net cost or benefit: e-reporting and e-signature provide two layers of security controls (access controls on the vessel's computer, and access controls on the e-logbook software); the traditional paper logbook may have been laying about on the bridge with no security control.  However, this may be balanced by the fact that it is easy to understand and mitigate the risk with the traditional paper logbook (the skipper will understand the risk and the potential solutions), while the risks associated with electronic solutions won't be well understood. </a:t>
            </a:r>
            <a:endParaRPr b="0" lang="en-IN" sz="12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1117440" y="693720"/>
            <a:ext cx="4624560" cy="3468600"/>
          </a:xfrm>
          <a:prstGeom prst="rect">
            <a:avLst/>
          </a:prstGeom>
          <a:ln w="0">
            <a:noFill/>
          </a:ln>
        </p:spPr>
      </p:sp>
      <p:sp>
        <p:nvSpPr>
          <p:cNvPr id="187" name="PlaceHolder 2"/>
          <p:cNvSpPr>
            <a:spLocks noGrp="1"/>
          </p:cNvSpPr>
          <p:nvPr>
            <p:ph type="body"/>
          </p:nvPr>
        </p:nvSpPr>
        <p:spPr>
          <a:xfrm>
            <a:off x="915840" y="4392720"/>
            <a:ext cx="5026320" cy="416088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NIST, OMB, and NMFS policy and procedure proscribe a specific approach</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OMB has established four assurance levels ranging from level 1, “John Doe” (no assurance of identity) to level 4, “DNA evidence” (only a slight exaggeration)</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OMB specifies what is essentially a formula, where you input your risk assessment, and the output is an assurance level</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But the OMB process has some flexibility</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So in practice the formula produces an initial assurance level, and then human judgment is applied to the total system, including mitigating controls, to arrive at an “appropriate” assurance level</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For the Hawaii Longline Logbook situation the formula generated level 3, a level which requires a complex technical token (much more than a complex password)</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However, given the mitigating controls, the team’s judgment was that level 2 would appropriately address the risks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Note that the proposed e-signature alternative is specified as “NPS-like”.  Hawaii may or may not decide to use NPS software components, but, this category allowed the team an efficient way to describe a general constellation of e-signature features, which include:</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Identity proofing with shared secrets from historical relationship</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Username and password as an identity credential</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E-signature validated by password, stored in encrypted PDF</a:t>
            </a:r>
            <a:endParaRPr b="0" lang="en-IN" sz="1200" strike="noStrike" u="none">
              <a:solidFill>
                <a:srgbClr val="000000"/>
              </a:solidFill>
              <a:effectLst/>
              <a:uFillTx/>
              <a:latin typeface="Arial"/>
            </a:endParaRPr>
          </a:p>
          <a:p>
            <a:pPr>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Implemented with due diligence but with ordinary technology</a:t>
            </a:r>
            <a:endParaRPr b="0" lang="en-IN" sz="12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sldImg"/>
          </p:nvPr>
        </p:nvSpPr>
        <p:spPr>
          <a:xfrm>
            <a:off x="1117440" y="693720"/>
            <a:ext cx="4624560" cy="3468600"/>
          </a:xfrm>
          <a:prstGeom prst="rect">
            <a:avLst/>
          </a:prstGeom>
          <a:ln w="0">
            <a:noFill/>
          </a:ln>
        </p:spPr>
      </p:sp>
      <p:sp>
        <p:nvSpPr>
          <p:cNvPr id="189" name="PlaceHolder 2"/>
          <p:cNvSpPr>
            <a:spLocks noGrp="1"/>
          </p:cNvSpPr>
          <p:nvPr>
            <p:ph type="body"/>
          </p:nvPr>
        </p:nvSpPr>
        <p:spPr>
          <a:xfrm>
            <a:off x="915840" y="4392720"/>
            <a:ext cx="5026320" cy="416088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In the proscribed process the risk assessment is an early step, to identify losers early so you can cut your losses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I won’t dwell on the risk assessment, but I wanted to give a brief glimpse</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This happens to be one of 17 vulnerability/threat combinations that we considered for Hawaii Longline Logbook</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The columns in the table and the category definitions come from NIST, OMB, and NMFS policy and procedure </a:t>
            </a:r>
            <a:endParaRPr b="0" lang="en-IN" sz="12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1117440" y="693720"/>
            <a:ext cx="4624560" cy="3468600"/>
          </a:xfrm>
          <a:prstGeom prst="rect">
            <a:avLst/>
          </a:prstGeom>
          <a:ln w="0">
            <a:noFill/>
          </a:ln>
        </p:spPr>
      </p:sp>
      <p:sp>
        <p:nvSpPr>
          <p:cNvPr id="191" name="PlaceHolder 2"/>
          <p:cNvSpPr>
            <a:spLocks noGrp="1"/>
          </p:cNvSpPr>
          <p:nvPr>
            <p:ph type="body"/>
          </p:nvPr>
        </p:nvSpPr>
        <p:spPr>
          <a:xfrm>
            <a:off x="915840" y="4392720"/>
            <a:ext cx="5026320" cy="416088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If the project still appears to be feasible after the risk assessment, it is time to draft other parts of the business plan.</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The sections of the business plan are specified in the procedure document.  We have already looked at the risk assessment, and I want to drill into just one more section.</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Being a programmer myself, I want to talk about the implementation details </a:t>
            </a:r>
            <a:endParaRPr b="0" lang="en-IN" sz="12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Img"/>
          </p:nvPr>
        </p:nvSpPr>
        <p:spPr>
          <a:xfrm>
            <a:off x="1117440" y="693720"/>
            <a:ext cx="4624560" cy="3468600"/>
          </a:xfrm>
          <a:prstGeom prst="rect">
            <a:avLst/>
          </a:prstGeom>
          <a:ln w="0">
            <a:noFill/>
          </a:ln>
        </p:spPr>
      </p:sp>
      <p:sp>
        <p:nvSpPr>
          <p:cNvPr id="193" name="PlaceHolder 2"/>
          <p:cNvSpPr>
            <a:spLocks noGrp="1"/>
          </p:cNvSpPr>
          <p:nvPr>
            <p:ph type="body"/>
          </p:nvPr>
        </p:nvSpPr>
        <p:spPr>
          <a:xfrm>
            <a:off x="915840" y="4392720"/>
            <a:ext cx="5026320" cy="416088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Luckily for you I won’t have time today to really get into this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I want to point out that again, there are specific requirements from the policy directive to address at this level</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The policy directive doesn’t mandate a particular level of detail</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Since this team was chaired by a programmer I would guess that the model documents coming out of our process probably have as much emphasis on implementation details as anyone could expect</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My target for this section was to provide enough detail to enable planning of a software requirements specification effort</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Rectangle 7"/>
          <p:cNvSpPr/>
          <p:nvPr/>
        </p:nvSpPr>
        <p:spPr>
          <a:xfrm>
            <a:off x="3884760" y="8782200"/>
            <a:ext cx="2971800" cy="463320"/>
          </a:xfrm>
          <a:prstGeom prst="rect">
            <a:avLst/>
          </a:prstGeom>
          <a:noFill/>
          <a:ln w="0">
            <a:noFill/>
          </a:ln>
        </p:spPr>
        <p:style>
          <a:lnRef idx="0"/>
          <a:fillRef idx="0"/>
          <a:effectRef idx="0"/>
          <a:fontRef idx="minor"/>
        </p:style>
        <p:txBody>
          <a:bodyPr lIns="91080" rIns="91080" tIns="45360" bIns="4536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B2AB1C43-3716-4906-A42D-FFE706F3FD49}" type="slidenum">
              <a:rPr b="0" lang="en-IN" sz="1100" strike="noStrike" u="none">
                <a:solidFill>
                  <a:srgbClr val="000000"/>
                </a:solidFill>
                <a:effectLst/>
                <a:uFillTx/>
                <a:latin typeface="Arial"/>
              </a:rPr>
              <a:t>&lt;number&gt;</a:t>
            </a:fld>
            <a:endParaRPr b="0" lang="en-IN" sz="1100" strike="noStrike" u="none">
              <a:solidFill>
                <a:srgbClr val="000000"/>
              </a:solidFill>
              <a:effectLst/>
              <a:uFillTx/>
              <a:latin typeface="Tahoma"/>
            </a:endParaRPr>
          </a:p>
        </p:txBody>
      </p:sp>
      <p:sp>
        <p:nvSpPr>
          <p:cNvPr id="195" name="PlaceHolder 1"/>
          <p:cNvSpPr>
            <a:spLocks noGrp="1"/>
          </p:cNvSpPr>
          <p:nvPr>
            <p:ph type="sldImg"/>
          </p:nvPr>
        </p:nvSpPr>
        <p:spPr>
          <a:xfrm>
            <a:off x="1117440" y="692280"/>
            <a:ext cx="4624560" cy="3468600"/>
          </a:xfrm>
          <a:prstGeom prst="rect">
            <a:avLst/>
          </a:prstGeom>
          <a:ln w="0">
            <a:noFill/>
          </a:ln>
        </p:spPr>
      </p:sp>
      <p:sp>
        <p:nvSpPr>
          <p:cNvPr id="196" name="PlaceHolder 2"/>
          <p:cNvSpPr>
            <a:spLocks noGrp="1"/>
          </p:cNvSpPr>
          <p:nvPr>
            <p:ph type="body"/>
          </p:nvPr>
        </p:nvSpPr>
        <p:spPr>
          <a:xfrm>
            <a:off x="684360" y="4392720"/>
            <a:ext cx="5489280" cy="41623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Rectangle 7"/>
          <p:cNvSpPr/>
          <p:nvPr/>
        </p:nvSpPr>
        <p:spPr>
          <a:xfrm>
            <a:off x="3884760" y="8782200"/>
            <a:ext cx="2971800" cy="463320"/>
          </a:xfrm>
          <a:prstGeom prst="rect">
            <a:avLst/>
          </a:prstGeom>
          <a:noFill/>
          <a:ln w="0">
            <a:noFill/>
          </a:ln>
        </p:spPr>
        <p:style>
          <a:lnRef idx="0"/>
          <a:fillRef idx="0"/>
          <a:effectRef idx="0"/>
          <a:fontRef idx="minor"/>
        </p:style>
        <p:txBody>
          <a:bodyPr lIns="91080" rIns="91080" tIns="45360" bIns="4536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767F0DD-D048-496C-A6DD-BDADFC071F69}" type="slidenum">
              <a:rPr b="0" lang="en-IN" sz="1100" strike="noStrike" u="none">
                <a:solidFill>
                  <a:srgbClr val="000000"/>
                </a:solidFill>
                <a:effectLst/>
                <a:uFillTx/>
                <a:latin typeface="Arial"/>
              </a:rPr>
              <a:t>&lt;number&gt;</a:t>
            </a:fld>
            <a:endParaRPr b="0" lang="en-IN" sz="1100" strike="noStrike" u="none">
              <a:solidFill>
                <a:srgbClr val="000000"/>
              </a:solidFill>
              <a:effectLst/>
              <a:uFillTx/>
              <a:latin typeface="Tahoma"/>
            </a:endParaRPr>
          </a:p>
        </p:txBody>
      </p:sp>
      <p:sp>
        <p:nvSpPr>
          <p:cNvPr id="198" name="PlaceHolder 1"/>
          <p:cNvSpPr>
            <a:spLocks noGrp="1"/>
          </p:cNvSpPr>
          <p:nvPr>
            <p:ph type="sldImg"/>
          </p:nvPr>
        </p:nvSpPr>
        <p:spPr>
          <a:xfrm>
            <a:off x="1117440" y="692280"/>
            <a:ext cx="4624560" cy="3468600"/>
          </a:xfrm>
          <a:prstGeom prst="rect">
            <a:avLst/>
          </a:prstGeom>
          <a:ln w="0">
            <a:noFill/>
          </a:ln>
        </p:spPr>
      </p:sp>
      <p:sp>
        <p:nvSpPr>
          <p:cNvPr id="199" name="PlaceHolder 2"/>
          <p:cNvSpPr>
            <a:spLocks noGrp="1"/>
          </p:cNvSpPr>
          <p:nvPr>
            <p:ph type="body"/>
          </p:nvPr>
        </p:nvSpPr>
        <p:spPr>
          <a:xfrm>
            <a:off x="684360" y="4392720"/>
            <a:ext cx="5489280" cy="416232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Some of you know that prior to this project I had developed an e-signature system for the State of Alaska.  When I volunteered to chair this team, I was aware of some of the challenges, and I knew from the beginning that I wanted to engage a consultant.  As I was doing some initial research on Google, I read a couple of Steve’s publications on e-signature in government, and I sent him an email asking for clarification of one of his slides.  Imagine my delight when he responded that he was no longer a professor in academia but was now a consultant!</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It got even better when I found that his consulting firm specializes in facilitating organizational change.</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I should also point out that using Thinktank for decision support can be so easy and natural that it can be taken for granted, but, while it is simple to use, I think there are some big benefits.  Obviously it is nice to have pretty documentation of how the decisions were made; but in our case Thinktank, or perhaps our Thinktank consultant, also helped by forcing us to structure and organize some of our decisions.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Finally, Steve and Jared’s attention to “purposeful meetings” contributed strongly to team success and satisfaction</a:t>
            </a:r>
            <a:endParaRPr b="0" lang="en-IN" sz="1200" strike="noStrike" u="non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1117440" y="692280"/>
            <a:ext cx="4624560" cy="3468600"/>
          </a:xfrm>
          <a:prstGeom prst="rect">
            <a:avLst/>
          </a:prstGeom>
          <a:ln w="0">
            <a:noFill/>
          </a:ln>
        </p:spPr>
      </p:sp>
      <p:sp>
        <p:nvSpPr>
          <p:cNvPr id="201" name="PlaceHolder 2"/>
          <p:cNvSpPr>
            <a:spLocks noGrp="1"/>
          </p:cNvSpPr>
          <p:nvPr>
            <p:ph type="body"/>
          </p:nvPr>
        </p:nvSpPr>
        <p:spPr>
          <a:xfrm>
            <a:off x="684360" y="4392720"/>
            <a:ext cx="5489280" cy="416232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This brings us back to the graphic of the journey to e-reporting.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Having traveled this road, we to know that we believe we have left if better than we found it by creating the model artifacts shown in the sign posts.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We were very fortunate that Susan Molina’s NPS team blazed this trail (tired of this metaphor yet?) and were able to abstract from the specifics to a more general model that others in NMFS can follow to comply with the procedural directive.  </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000000"/>
                </a:solidFill>
                <a:effectLst/>
                <a:uFillTx/>
                <a:latin typeface="Arial"/>
              </a:rPr>
              <a:t>We would like to think that Karen Sender and the folks in Hawaii have benefited by us creating a relatively polished business plan for Hawaii Longline Logbook in a relatively short amount of time using the NPS business plan as a shell and dropping in substance from the wiki from the group’s analysis.</a:t>
            </a:r>
            <a:endParaRPr b="0" lang="en-IN" sz="1200" strike="noStrike" u="non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1117440" y="693720"/>
            <a:ext cx="4624560" cy="3468600"/>
          </a:xfrm>
          <a:prstGeom prst="rect">
            <a:avLst/>
          </a:prstGeom>
          <a:ln w="0">
            <a:noFill/>
          </a:ln>
        </p:spPr>
      </p:sp>
      <p:sp>
        <p:nvSpPr>
          <p:cNvPr id="203" name="PlaceHolder 2"/>
          <p:cNvSpPr>
            <a:spLocks noGrp="1"/>
          </p:cNvSpPr>
          <p:nvPr>
            <p:ph type="body"/>
          </p:nvPr>
        </p:nvSpPr>
        <p:spPr>
          <a:xfrm>
            <a:off x="915840" y="4392720"/>
            <a:ext cx="5026320" cy="4160880"/>
          </a:xfrm>
          <a:prstGeom prst="rect">
            <a:avLst/>
          </a:prstGeom>
          <a:noFill/>
          <a:ln w="0">
            <a:noFill/>
          </a:ln>
        </p:spPr>
        <p:txBody>
          <a:bodyPr lIns="91080" rIns="91080" tIns="45360" bIns="4536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Business plans are still in draft and need to be finished</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We need to flesh out the wiki with the roadmap, signposts, and model documents to make it a better resource for future e-signature projects</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New e-signature projects still have to do the work to go through this process, but, it should be easier with this guide</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I suggest that as soon as we have two e-logbook projects with e-signature requirements, or two fish ticket projects, we then attempt to achieve economies of scale in this analysis and conceptual design phase</a:t>
            </a: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000000"/>
              </a:solidFill>
              <a:effectLst/>
              <a:uFillTx/>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But we may already have two or more projects that are ready to use “NPS-like” e-signature implementations, and it may make sense to develop shared software services soon</a:t>
            </a:r>
            <a:endParaRPr b="0" lang="en-IN" sz="12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2.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2.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body"/>
          </p:nvPr>
        </p:nvSpPr>
        <p:spPr>
          <a:xfrm>
            <a:off x="456840" y="1218960"/>
            <a:ext cx="8534520" cy="5181480"/>
          </a:xfrm>
          <a:prstGeom prst="rect">
            <a:avLst/>
          </a:prstGeom>
          <a:noFill/>
          <a:ln w="0">
            <a:noFill/>
          </a:ln>
        </p:spPr>
        <p:txBody>
          <a:bodyPr lIns="90000" rIns="90000" tIns="46800" bIns="46800" anchor="t">
            <a:normAutofit/>
          </a:bodyPr>
          <a:p>
            <a:pPr marL="343080" indent="-34308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Click to edit the outline text format</a:t>
            </a:r>
            <a:endParaRPr b="0" lang="en-IN" sz="2200" strike="noStrike" u="none">
              <a:solidFill>
                <a:srgbClr val="000000"/>
              </a:solidFill>
              <a:effectLst/>
              <a:uFillTx/>
              <a:latin typeface="Tahoma"/>
            </a:endParaRPr>
          </a:p>
          <a:p>
            <a:pPr lvl="1" marL="669960" indent="-32544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Second Outline Level</a:t>
            </a:r>
            <a:endParaRPr b="0" lang="en-IN" sz="2200" strike="noStrike" u="none">
              <a:solidFill>
                <a:srgbClr val="000000"/>
              </a:solidFill>
              <a:effectLst/>
              <a:uFillTx/>
              <a:latin typeface="Tahoma"/>
            </a:endParaRPr>
          </a:p>
          <a:p>
            <a:pPr lvl="2" marL="1022400" indent="-35100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Third Outline Level</a:t>
            </a:r>
            <a:endParaRPr b="0" lang="en-IN" sz="2200" strike="noStrike" u="none">
              <a:solidFill>
                <a:srgbClr val="000000"/>
              </a:solidFill>
              <a:effectLst/>
              <a:uFillTx/>
              <a:latin typeface="Tahoma"/>
            </a:endParaRPr>
          </a:p>
          <a:p>
            <a:pPr lvl="3" marL="1339920" indent="-31608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Fourth Outline Level</a:t>
            </a:r>
            <a:endParaRPr b="0" lang="en-IN" sz="2200" strike="noStrike" u="none">
              <a:solidFill>
                <a:srgbClr val="000000"/>
              </a:solidFill>
              <a:effectLst/>
              <a:uFillTx/>
              <a:latin typeface="Tahoma"/>
            </a:endParaRPr>
          </a:p>
          <a:p>
            <a:pPr lvl="4" marL="1681200" indent="-33984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Fifth Outline Level</a:t>
            </a:r>
            <a:endParaRPr b="0" lang="en-IN" sz="2200" strike="noStrike" u="none">
              <a:solidFill>
                <a:srgbClr val="000000"/>
              </a:solidFill>
              <a:effectLst/>
              <a:uFillTx/>
              <a:latin typeface="Tahoma"/>
            </a:endParaRPr>
          </a:p>
          <a:p>
            <a:pPr lvl="5" marL="1681200" indent="-339840">
              <a:spcBef>
                <a:spcPts val="550"/>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Sixth Outline Level</a:t>
            </a:r>
            <a:endParaRPr b="0" lang="en-IN" sz="2200" strike="noStrike" u="none">
              <a:solidFill>
                <a:srgbClr val="000000"/>
              </a:solidFill>
              <a:effectLst/>
              <a:uFillTx/>
              <a:latin typeface="Tahoma"/>
            </a:endParaRPr>
          </a:p>
          <a:p>
            <a:pPr lvl="6" marL="1681200" indent="-339840">
              <a:spcBef>
                <a:spcPts val="550"/>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Seventh Outline Level</a:t>
            </a:r>
            <a:endParaRPr b="0" lang="en-IN" sz="2200" strike="noStrike" u="none">
              <a:solidFill>
                <a:srgbClr val="000000"/>
              </a:solidFill>
              <a:effectLst/>
              <a:uFillTx/>
              <a:latin typeface="Tahoma"/>
            </a:endParaRPr>
          </a:p>
        </p:txBody>
      </p:sp>
      <p:sp>
        <p:nvSpPr>
          <p:cNvPr id="1" name="PlaceHolder 2"/>
          <p:cNvSpPr>
            <a:spLocks noGrp="1"/>
          </p:cNvSpPr>
          <p:nvPr>
            <p:ph type="dt" idx="1"/>
          </p:nvPr>
        </p:nvSpPr>
        <p:spPr>
          <a:xfrm>
            <a:off x="456840" y="6476760"/>
            <a:ext cx="2133720" cy="223560"/>
          </a:xfrm>
          <a:prstGeom prst="rect">
            <a:avLst/>
          </a:prstGeom>
          <a:noFill/>
          <a:ln w="0">
            <a:noFill/>
          </a:ln>
        </p:spPr>
        <p:txBody>
          <a:bodyPr lIns="90000" rIns="90000" tIns="46800" bIns="46800" anchor="b">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800" strike="noStrike" u="none">
                <a:solidFill>
                  <a:srgbClr val="000000"/>
                </a:solidFill>
                <a:effectLst/>
                <a:uFillTx/>
                <a:latin typeface="Tahoma"/>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E244123-A615-46D1-BAF6-B9E003782DFD}" type="datetime">
              <a:rPr b="0" lang="en-US" sz="800" strike="noStrike" u="none">
                <a:solidFill>
                  <a:srgbClr val="000000"/>
                </a:solidFill>
                <a:effectLst/>
                <a:uFillTx/>
                <a:latin typeface="Tahoma"/>
              </a:rPr>
              <a:t>06/03/25</a:t>
            </a:fld>
            <a:endParaRPr b="0" lang="en-IN" sz="800" strike="noStrike" u="none">
              <a:solidFill>
                <a:srgbClr val="000000"/>
              </a:solidFill>
              <a:effectLst/>
              <a:uFillTx/>
              <a:latin typeface="Tahoma"/>
            </a:endParaRPr>
          </a:p>
        </p:txBody>
      </p:sp>
      <p:sp>
        <p:nvSpPr>
          <p:cNvPr id="2" name="PlaceHolder 3"/>
          <p:cNvSpPr>
            <a:spLocks noGrp="1"/>
          </p:cNvSpPr>
          <p:nvPr>
            <p:ph type="ftr" idx="2"/>
          </p:nvPr>
        </p:nvSpPr>
        <p:spPr>
          <a:xfrm>
            <a:off x="3124080" y="6476760"/>
            <a:ext cx="2895840" cy="228600"/>
          </a:xfrm>
          <a:prstGeom prst="rect">
            <a:avLst/>
          </a:prstGeom>
          <a:noFill/>
          <a:ln w="0">
            <a:noFill/>
          </a:ln>
        </p:spPr>
        <p:txBody>
          <a:bodyPr lIns="90000" rIns="90000" tIns="46800" bIns="46800" anchor="b">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800" strike="noStrike" u="none">
                <a:solidFill>
                  <a:srgbClr val="000000"/>
                </a:solidFill>
                <a:effectLst/>
                <a:uFillTx/>
                <a:latin typeface="Tahoma"/>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Tahoma"/>
              </a:rPr>
              <a:t>&lt;footer&gt;</a:t>
            </a:r>
            <a:r>
              <a:rPr b="0" lang="en-US" sz="800" strike="noStrike" u="none">
                <a:solidFill>
                  <a:srgbClr val="000000"/>
                </a:solidFill>
                <a:effectLst/>
                <a:uFillTx/>
                <a:latin typeface="Tahoma"/>
              </a:rPr>
              <a:t>NMFS eSignature Group</a:t>
            </a:r>
            <a:endParaRPr b="0" lang="en-IN" sz="800" strike="noStrike" u="none">
              <a:solidFill>
                <a:srgbClr val="000000"/>
              </a:solidFill>
              <a:effectLst/>
              <a:uFillTx/>
              <a:latin typeface="Tahoma"/>
            </a:endParaRPr>
          </a:p>
        </p:txBody>
      </p:sp>
      <p:sp>
        <p:nvSpPr>
          <p:cNvPr id="3" name="PlaceHolder 4"/>
          <p:cNvSpPr>
            <a:spLocks noGrp="1"/>
          </p:cNvSpPr>
          <p:nvPr>
            <p:ph type="sldNum" idx="3"/>
          </p:nvPr>
        </p:nvSpPr>
        <p:spPr>
          <a:xfrm>
            <a:off x="6552720" y="6476760"/>
            <a:ext cx="2133720" cy="22356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800" strike="noStrike" u="none">
                <a:solidFill>
                  <a:srgbClr val="000000"/>
                </a:solidFill>
                <a:effectLst/>
                <a:uFillTx/>
                <a:latin typeface="Tahoma"/>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3188287-AC7F-479B-9BD5-2509214BCE38}" type="slidenum">
              <a:rPr b="0" lang="en-US" sz="800" strike="noStrike" u="none">
                <a:solidFill>
                  <a:srgbClr val="000000"/>
                </a:solidFill>
                <a:effectLst/>
                <a:uFillTx/>
                <a:latin typeface="Tahoma"/>
              </a:rPr>
              <a:t>&lt;number&gt;</a:t>
            </a:fld>
            <a:endParaRPr b="0" lang="en-IN" sz="800" strike="noStrike" u="none">
              <a:solidFill>
                <a:srgbClr val="000000"/>
              </a:solidFill>
              <a:effectLst/>
              <a:uFillTx/>
              <a:latin typeface="Tahoma"/>
            </a:endParaRPr>
          </a:p>
        </p:txBody>
      </p:sp>
      <p:sp>
        <p:nvSpPr>
          <p:cNvPr id="4" name="Freeform 7"/>
          <p:cNvSpPr/>
          <p:nvPr/>
        </p:nvSpPr>
        <p:spPr>
          <a:xfrm>
            <a:off x="457200" y="533520"/>
            <a:ext cx="8229600" cy="609480"/>
          </a:xfrm>
          <a:custGeom>
            <a:avLst/>
            <a:gdLst>
              <a:gd name="textAreaLeft" fmla="*/ 0 w 8229600"/>
              <a:gd name="textAreaRight" fmla="*/ 8229960 w 8229600"/>
              <a:gd name="textAreaTop" fmla="*/ 0 h 609480"/>
              <a:gd name="textAreaBottom" fmla="*/ 609840 h 609480"/>
              <a:gd name="GluePoint1X" fmla="*/ 0 w 1000"/>
              <a:gd name="GluePoint1Y" fmla="*/ 1000 h 1000"/>
              <a:gd name="GluePoint2X" fmla="*/ 0 w 1000"/>
              <a:gd name="GluePoint2Y" fmla="*/ 0 h 1000"/>
              <a:gd name="GluePoint3X" fmla="*/ 1000 w 1000"/>
              <a:gd name="GluePoint3Y" fmla="*/ 0 h 1000"/>
            </a:gdLst>
            <a:ahLst/>
            <a:cxnLst>
              <a:cxn ang="0">
                <a:pos x="GluePoint1X" y="GluePoint1Y"/>
              </a:cxn>
              <a:cxn ang="0">
                <a:pos x="GluePoint2X" y="GluePoint2Y"/>
              </a:cxn>
              <a:cxn ang="0">
                <a:pos x="GluePoint3X" y="GluePoint3Y"/>
              </a:cxn>
            </a:cxnLst>
            <a:rect l="textAreaLeft" t="textAreaTop" r="textAreaRight" b="textAreaBottom"/>
            <a:pathLst>
              <a:path w="1000" h="1000">
                <a:moveTo>
                  <a:pt x="0" y="1000"/>
                </a:moveTo>
                <a:lnTo>
                  <a:pt x="0" y="0"/>
                </a:lnTo>
                <a:lnTo>
                  <a:pt x="1000" y="0"/>
                </a:lnTo>
              </a:path>
            </a:pathLst>
          </a:custGeom>
          <a:noFill/>
          <a:ln w="28440">
            <a:solidFill>
              <a:srgbClr val="ffcc00"/>
            </a:solidFill>
            <a:miter/>
          </a:ln>
        </p:spPr>
        <p:style>
          <a:lnRef idx="0"/>
          <a:fillRef idx="0"/>
          <a:effectRef idx="0"/>
          <a:fontRef idx="minor"/>
        </p:style>
        <p:txBody>
          <a:bodyPr lIns="90000" rIns="90000" tIns="46800" bIns="46800" anchor="t">
            <a:noAutofit/>
          </a:bodyPr>
          <a:p>
            <a:pPr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5" name="Line 8"/>
          <p:cNvSpPr/>
          <p:nvPr/>
        </p:nvSpPr>
        <p:spPr>
          <a:xfrm>
            <a:off x="457200" y="6477120"/>
            <a:ext cx="8229600" cy="0"/>
          </a:xfrm>
          <a:prstGeom prst="line">
            <a:avLst/>
          </a:prstGeom>
          <a:ln w="19080">
            <a:solidFill>
              <a:srgbClr val="336699"/>
            </a:solidFill>
            <a:miter/>
          </a:ln>
        </p:spPr>
        <p:style>
          <a:lnRef idx="0"/>
          <a:fillRef idx="0"/>
          <a:effectRef idx="0"/>
          <a:fontRef idx="minor"/>
        </p:style>
        <p:txBody>
          <a:bodyPr lIns="90000" rIns="90000" tIns="-46800" bIns="-46800" anchor="t">
            <a:noAutofit/>
          </a:bodyPr>
          <a:p>
            <a:endParaRPr b="0" lang="en-IN" sz="2000" strike="noStrike" u="none">
              <a:solidFill>
                <a:srgbClr val="000000"/>
              </a:solidFill>
              <a:effectLst/>
              <a:uFillTx/>
              <a:latin typeface="Tahoma"/>
            </a:endParaRPr>
          </a:p>
        </p:txBody>
      </p:sp>
      <p:pic>
        <p:nvPicPr>
          <p:cNvPr id="6" name="Picture 17" descr=""/>
          <p:cNvPicPr/>
          <p:nvPr/>
        </p:nvPicPr>
        <p:blipFill>
          <a:blip r:embed="rId2"/>
          <a:stretch/>
        </p:blipFill>
        <p:spPr>
          <a:xfrm>
            <a:off x="0" y="0"/>
            <a:ext cx="4479840" cy="523800"/>
          </a:xfrm>
          <a:prstGeom prst="rect">
            <a:avLst/>
          </a:prstGeom>
          <a:noFill/>
          <a:ln w="0">
            <a:noFill/>
          </a:ln>
        </p:spPr>
      </p:pic>
      <p:pic>
        <p:nvPicPr>
          <p:cNvPr id="7" name="Picture 18" descr=""/>
          <p:cNvPicPr/>
          <p:nvPr/>
        </p:nvPicPr>
        <p:blipFill>
          <a:blip r:embed="rId3"/>
          <a:srcRect l="0" t="0" r="0" b="21755"/>
          <a:stretch/>
        </p:blipFill>
        <p:spPr>
          <a:xfrm>
            <a:off x="4446720" y="0"/>
            <a:ext cx="4697280" cy="523800"/>
          </a:xfrm>
          <a:prstGeom prst="rect">
            <a:avLst/>
          </a:prstGeom>
          <a:noFill/>
          <a:ln w="0">
            <a:noFill/>
          </a:ln>
        </p:spPr>
      </p:pic>
      <p:sp>
        <p:nvSpPr>
          <p:cNvPr id="8" name="PlaceHolder 5"/>
          <p:cNvSpPr>
            <a:spLocks noGrp="1"/>
          </p:cNvSpPr>
          <p:nvPr>
            <p:ph type="title"/>
          </p:nvPr>
        </p:nvSpPr>
        <p:spPr>
          <a:xfrm>
            <a:off x="456840" y="533160"/>
            <a:ext cx="8534520" cy="6858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99"/>
                </a:solidFill>
                <a:effectLst/>
                <a:uFillTx/>
                <a:latin typeface="Tahoma"/>
              </a:rPr>
              <a:t>Click to edit the title text format</a:t>
            </a:r>
            <a:endParaRPr b="0" lang="en-IN" sz="3600" strike="noStrike" u="none">
              <a:solidFill>
                <a:srgbClr val="006699"/>
              </a:solidFill>
              <a:effectLst/>
              <a:uFillTx/>
              <a:latin typeface="Tahoma"/>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body"/>
          </p:nvPr>
        </p:nvSpPr>
        <p:spPr>
          <a:xfrm>
            <a:off x="456840" y="1218960"/>
            <a:ext cx="8534520" cy="5181480"/>
          </a:xfrm>
          <a:prstGeom prst="rect">
            <a:avLst/>
          </a:prstGeom>
          <a:noFill/>
          <a:ln w="0">
            <a:noFill/>
          </a:ln>
        </p:spPr>
        <p:txBody>
          <a:bodyPr lIns="90000" rIns="90000" tIns="46800" bIns="46800" anchor="t">
            <a:normAutofit/>
          </a:bodyPr>
          <a:p>
            <a:pPr marL="343080" indent="-34308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Click to edit the outline text format</a:t>
            </a:r>
            <a:endParaRPr b="0" lang="en-IN" sz="2200" strike="noStrike" u="none">
              <a:solidFill>
                <a:srgbClr val="000000"/>
              </a:solidFill>
              <a:effectLst/>
              <a:uFillTx/>
              <a:latin typeface="Tahoma"/>
            </a:endParaRPr>
          </a:p>
          <a:p>
            <a:pPr lvl="1" marL="669960" indent="-32544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Second Outline Level</a:t>
            </a:r>
            <a:endParaRPr b="0" lang="en-IN" sz="2200" strike="noStrike" u="none">
              <a:solidFill>
                <a:srgbClr val="000000"/>
              </a:solidFill>
              <a:effectLst/>
              <a:uFillTx/>
              <a:latin typeface="Tahoma"/>
            </a:endParaRPr>
          </a:p>
          <a:p>
            <a:pPr lvl="2" marL="1022400" indent="-35100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Third Outline Level</a:t>
            </a:r>
            <a:endParaRPr b="0" lang="en-IN" sz="2200" strike="noStrike" u="none">
              <a:solidFill>
                <a:srgbClr val="000000"/>
              </a:solidFill>
              <a:effectLst/>
              <a:uFillTx/>
              <a:latin typeface="Tahoma"/>
            </a:endParaRPr>
          </a:p>
          <a:p>
            <a:pPr lvl="3" marL="1339920" indent="-31608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Fourth Outline Level</a:t>
            </a:r>
            <a:endParaRPr b="0" lang="en-IN" sz="2200" strike="noStrike" u="none">
              <a:solidFill>
                <a:srgbClr val="000000"/>
              </a:solidFill>
              <a:effectLst/>
              <a:uFillTx/>
              <a:latin typeface="Tahoma"/>
            </a:endParaRPr>
          </a:p>
          <a:p>
            <a:pPr lvl="4" marL="1681200" indent="-33984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Fifth Outline Level</a:t>
            </a:r>
            <a:endParaRPr b="0" lang="en-IN" sz="2200" strike="noStrike" u="none">
              <a:solidFill>
                <a:srgbClr val="000000"/>
              </a:solidFill>
              <a:effectLst/>
              <a:uFillTx/>
              <a:latin typeface="Tahoma"/>
            </a:endParaRPr>
          </a:p>
          <a:p>
            <a:pPr lvl="5" marL="1681200" indent="-339840">
              <a:spcBef>
                <a:spcPts val="550"/>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Sixth Outline Level</a:t>
            </a:r>
            <a:endParaRPr b="0" lang="en-IN" sz="2200" strike="noStrike" u="none">
              <a:solidFill>
                <a:srgbClr val="000000"/>
              </a:solidFill>
              <a:effectLst/>
              <a:uFillTx/>
              <a:latin typeface="Tahoma"/>
            </a:endParaRPr>
          </a:p>
          <a:p>
            <a:pPr lvl="6" marL="1681200" indent="-339840">
              <a:spcBef>
                <a:spcPts val="550"/>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Seventh Outline Level</a:t>
            </a:r>
            <a:endParaRPr b="0" lang="en-IN" sz="2200" strike="noStrike" u="none">
              <a:solidFill>
                <a:srgbClr val="000000"/>
              </a:solidFill>
              <a:effectLst/>
              <a:uFillTx/>
              <a:latin typeface="Tahoma"/>
            </a:endParaRPr>
          </a:p>
        </p:txBody>
      </p:sp>
      <p:sp>
        <p:nvSpPr>
          <p:cNvPr id="10" name="PlaceHolder 2"/>
          <p:cNvSpPr>
            <a:spLocks noGrp="1"/>
          </p:cNvSpPr>
          <p:nvPr>
            <p:ph type="dt" idx="4"/>
          </p:nvPr>
        </p:nvSpPr>
        <p:spPr>
          <a:xfrm>
            <a:off x="456840" y="6476760"/>
            <a:ext cx="2133720" cy="223560"/>
          </a:xfrm>
          <a:prstGeom prst="rect">
            <a:avLst/>
          </a:prstGeom>
          <a:noFill/>
          <a:ln w="0">
            <a:noFill/>
          </a:ln>
        </p:spPr>
        <p:txBody>
          <a:bodyPr lIns="90000" rIns="90000" tIns="46800" bIns="46800" anchor="b">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800" strike="noStrike" u="none">
                <a:solidFill>
                  <a:srgbClr val="000000"/>
                </a:solidFill>
                <a:effectLst/>
                <a:uFillTx/>
                <a:latin typeface="Tahoma"/>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7F1EFB2-25A7-4B04-A0D5-2D6F784602B9}" type="datetime">
              <a:rPr b="0" lang="en-US" sz="800" strike="noStrike" u="none">
                <a:solidFill>
                  <a:srgbClr val="000000"/>
                </a:solidFill>
                <a:effectLst/>
                <a:uFillTx/>
                <a:latin typeface="Tahoma"/>
              </a:rPr>
              <a:t>06/03/25</a:t>
            </a:fld>
            <a:endParaRPr b="0" lang="en-IN" sz="800" strike="noStrike" u="none">
              <a:solidFill>
                <a:srgbClr val="000000"/>
              </a:solidFill>
              <a:effectLst/>
              <a:uFillTx/>
              <a:latin typeface="Tahoma"/>
            </a:endParaRPr>
          </a:p>
        </p:txBody>
      </p:sp>
      <p:sp>
        <p:nvSpPr>
          <p:cNvPr id="11" name="PlaceHolder 3"/>
          <p:cNvSpPr>
            <a:spLocks noGrp="1"/>
          </p:cNvSpPr>
          <p:nvPr>
            <p:ph type="ftr" idx="5"/>
          </p:nvPr>
        </p:nvSpPr>
        <p:spPr>
          <a:xfrm>
            <a:off x="3124080" y="6476760"/>
            <a:ext cx="2895840" cy="228600"/>
          </a:xfrm>
          <a:prstGeom prst="rect">
            <a:avLst/>
          </a:prstGeom>
          <a:noFill/>
          <a:ln w="0">
            <a:noFill/>
          </a:ln>
        </p:spPr>
        <p:txBody>
          <a:bodyPr lIns="90000" rIns="90000" tIns="46800" bIns="46800" anchor="b">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800" strike="noStrike" u="none">
                <a:solidFill>
                  <a:srgbClr val="000000"/>
                </a:solidFill>
                <a:effectLst/>
                <a:uFillTx/>
                <a:latin typeface="Tahoma"/>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Tahoma"/>
              </a:rPr>
              <a:t>&lt;footer&gt;</a:t>
            </a:r>
            <a:r>
              <a:rPr b="0" lang="en-US" sz="800" strike="noStrike" u="none">
                <a:solidFill>
                  <a:srgbClr val="000000"/>
                </a:solidFill>
                <a:effectLst/>
                <a:uFillTx/>
                <a:latin typeface="Tahoma"/>
              </a:rPr>
              <a:t>NMFS eSignature Group</a:t>
            </a:r>
            <a:endParaRPr b="0" lang="en-IN" sz="800" strike="noStrike" u="none">
              <a:solidFill>
                <a:srgbClr val="000000"/>
              </a:solidFill>
              <a:effectLst/>
              <a:uFillTx/>
              <a:latin typeface="Tahoma"/>
            </a:endParaRPr>
          </a:p>
        </p:txBody>
      </p:sp>
      <p:sp>
        <p:nvSpPr>
          <p:cNvPr id="12" name="PlaceHolder 4"/>
          <p:cNvSpPr>
            <a:spLocks noGrp="1"/>
          </p:cNvSpPr>
          <p:nvPr>
            <p:ph type="sldNum" idx="6"/>
          </p:nvPr>
        </p:nvSpPr>
        <p:spPr>
          <a:xfrm>
            <a:off x="6552720" y="6476760"/>
            <a:ext cx="2133720" cy="22356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800" strike="noStrike" u="none">
                <a:solidFill>
                  <a:srgbClr val="000000"/>
                </a:solidFill>
                <a:effectLst/>
                <a:uFillTx/>
                <a:latin typeface="Tahoma"/>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6C26464-9926-4544-8031-88B45063D6E4}" type="slidenum">
              <a:rPr b="0" lang="en-US" sz="800" strike="noStrike" u="none">
                <a:solidFill>
                  <a:srgbClr val="000000"/>
                </a:solidFill>
                <a:effectLst/>
                <a:uFillTx/>
                <a:latin typeface="Tahoma"/>
              </a:rPr>
              <a:t>&lt;number&gt;</a:t>
            </a:fld>
            <a:endParaRPr b="0" lang="en-IN" sz="800" strike="noStrike" u="none">
              <a:solidFill>
                <a:srgbClr val="000000"/>
              </a:solidFill>
              <a:effectLst/>
              <a:uFillTx/>
              <a:latin typeface="Tahoma"/>
            </a:endParaRPr>
          </a:p>
        </p:txBody>
      </p:sp>
      <p:sp>
        <p:nvSpPr>
          <p:cNvPr id="4" name="Freeform 7"/>
          <p:cNvSpPr/>
          <p:nvPr/>
        </p:nvSpPr>
        <p:spPr>
          <a:xfrm>
            <a:off x="457200" y="533520"/>
            <a:ext cx="8229600" cy="609480"/>
          </a:xfrm>
          <a:custGeom>
            <a:avLst/>
            <a:gdLst>
              <a:gd name="textAreaLeft" fmla="*/ 0 w 8229600"/>
              <a:gd name="textAreaRight" fmla="*/ 8229960 w 8229600"/>
              <a:gd name="textAreaTop" fmla="*/ 0 h 609480"/>
              <a:gd name="textAreaBottom" fmla="*/ 609840 h 609480"/>
              <a:gd name="GluePoint1X" fmla="*/ 0 w 1000"/>
              <a:gd name="GluePoint1Y" fmla="*/ 1000 h 1000"/>
              <a:gd name="GluePoint2X" fmla="*/ 0 w 1000"/>
              <a:gd name="GluePoint2Y" fmla="*/ 0 h 1000"/>
              <a:gd name="GluePoint3X" fmla="*/ 1000 w 1000"/>
              <a:gd name="GluePoint3Y" fmla="*/ 0 h 1000"/>
            </a:gdLst>
            <a:ahLst/>
            <a:cxnLst>
              <a:cxn ang="0">
                <a:pos x="GluePoint1X" y="GluePoint1Y"/>
              </a:cxn>
              <a:cxn ang="0">
                <a:pos x="GluePoint2X" y="GluePoint2Y"/>
              </a:cxn>
              <a:cxn ang="0">
                <a:pos x="GluePoint3X" y="GluePoint3Y"/>
              </a:cxn>
            </a:cxnLst>
            <a:rect l="textAreaLeft" t="textAreaTop" r="textAreaRight" b="textAreaBottom"/>
            <a:pathLst>
              <a:path w="1000" h="1000">
                <a:moveTo>
                  <a:pt x="0" y="1000"/>
                </a:moveTo>
                <a:lnTo>
                  <a:pt x="0" y="0"/>
                </a:lnTo>
                <a:lnTo>
                  <a:pt x="1000" y="0"/>
                </a:lnTo>
              </a:path>
            </a:pathLst>
          </a:custGeom>
          <a:noFill/>
          <a:ln w="28440">
            <a:solidFill>
              <a:srgbClr val="ffcc00"/>
            </a:solidFill>
            <a:miter/>
          </a:ln>
        </p:spPr>
        <p:style>
          <a:lnRef idx="0"/>
          <a:fillRef idx="0"/>
          <a:effectRef idx="0"/>
          <a:fontRef idx="minor"/>
        </p:style>
        <p:txBody>
          <a:bodyPr lIns="90000" rIns="90000" tIns="46800" bIns="46800" anchor="t">
            <a:noAutofit/>
          </a:bodyPr>
          <a:p>
            <a:pPr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13" name="Line 8"/>
          <p:cNvSpPr/>
          <p:nvPr/>
        </p:nvSpPr>
        <p:spPr>
          <a:xfrm>
            <a:off x="457200" y="6477120"/>
            <a:ext cx="8229600" cy="0"/>
          </a:xfrm>
          <a:prstGeom prst="line">
            <a:avLst/>
          </a:prstGeom>
          <a:ln w="19080">
            <a:solidFill>
              <a:srgbClr val="336699"/>
            </a:solidFill>
            <a:miter/>
          </a:ln>
        </p:spPr>
        <p:style>
          <a:lnRef idx="0"/>
          <a:fillRef idx="0"/>
          <a:effectRef idx="0"/>
          <a:fontRef idx="minor"/>
        </p:style>
        <p:txBody>
          <a:bodyPr lIns="90000" rIns="90000" tIns="-46800" bIns="-46800" anchor="t">
            <a:noAutofit/>
          </a:bodyPr>
          <a:p>
            <a:endParaRPr b="0" lang="en-IN" sz="2000" strike="noStrike" u="none">
              <a:solidFill>
                <a:srgbClr val="000000"/>
              </a:solidFill>
              <a:effectLst/>
              <a:uFillTx/>
              <a:latin typeface="Tahoma"/>
            </a:endParaRPr>
          </a:p>
        </p:txBody>
      </p:sp>
      <p:pic>
        <p:nvPicPr>
          <p:cNvPr id="14" name="Picture 17" descr=""/>
          <p:cNvPicPr/>
          <p:nvPr/>
        </p:nvPicPr>
        <p:blipFill>
          <a:blip r:embed="rId2"/>
          <a:stretch/>
        </p:blipFill>
        <p:spPr>
          <a:xfrm>
            <a:off x="0" y="0"/>
            <a:ext cx="4479840" cy="523800"/>
          </a:xfrm>
          <a:prstGeom prst="rect">
            <a:avLst/>
          </a:prstGeom>
          <a:noFill/>
          <a:ln w="0">
            <a:noFill/>
          </a:ln>
        </p:spPr>
      </p:pic>
      <p:pic>
        <p:nvPicPr>
          <p:cNvPr id="15" name="Picture 18" descr=""/>
          <p:cNvPicPr/>
          <p:nvPr/>
        </p:nvPicPr>
        <p:blipFill>
          <a:blip r:embed="rId3"/>
          <a:srcRect l="0" t="0" r="0" b="21755"/>
          <a:stretch/>
        </p:blipFill>
        <p:spPr>
          <a:xfrm>
            <a:off x="4446720" y="0"/>
            <a:ext cx="4697280" cy="523800"/>
          </a:xfrm>
          <a:prstGeom prst="rect">
            <a:avLst/>
          </a:prstGeom>
          <a:noFill/>
          <a:ln w="0">
            <a:noFill/>
          </a:ln>
        </p:spPr>
      </p:pic>
      <p:sp>
        <p:nvSpPr>
          <p:cNvPr id="16" name="PlaceHolder 5"/>
          <p:cNvSpPr>
            <a:spLocks noGrp="1"/>
          </p:cNvSpPr>
          <p:nvPr>
            <p:ph type="title"/>
          </p:nvPr>
        </p:nvSpPr>
        <p:spPr>
          <a:xfrm>
            <a:off x="456840" y="533160"/>
            <a:ext cx="8534520" cy="6858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99"/>
                </a:solidFill>
                <a:effectLst/>
                <a:uFillTx/>
                <a:latin typeface="Tahoma"/>
              </a:rPr>
              <a:t>Click to edit the title text format</a:t>
            </a:r>
            <a:endParaRPr b="0" lang="en-IN" sz="3600" strike="noStrike" u="none">
              <a:solidFill>
                <a:srgbClr val="006699"/>
              </a:solidFill>
              <a:effectLst/>
              <a:uFillTx/>
              <a:latin typeface="Tahoma"/>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body"/>
          </p:nvPr>
        </p:nvSpPr>
        <p:spPr>
          <a:xfrm>
            <a:off x="456840" y="1218960"/>
            <a:ext cx="8534520" cy="5181480"/>
          </a:xfrm>
          <a:prstGeom prst="rect">
            <a:avLst/>
          </a:prstGeom>
          <a:noFill/>
          <a:ln w="0">
            <a:noFill/>
          </a:ln>
        </p:spPr>
        <p:txBody>
          <a:bodyPr lIns="90000" rIns="90000" tIns="46800" bIns="46800" anchor="t">
            <a:normAutofit/>
          </a:bodyPr>
          <a:p>
            <a:pPr marL="343080" indent="-34308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Click to edit the outline text format</a:t>
            </a:r>
            <a:endParaRPr b="0" lang="en-IN" sz="2200" strike="noStrike" u="none">
              <a:solidFill>
                <a:srgbClr val="000000"/>
              </a:solidFill>
              <a:effectLst/>
              <a:uFillTx/>
              <a:latin typeface="Tahoma"/>
            </a:endParaRPr>
          </a:p>
          <a:p>
            <a:pPr lvl="1" marL="669960" indent="-32544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Second Outline Level</a:t>
            </a:r>
            <a:endParaRPr b="0" lang="en-IN" sz="2200" strike="noStrike" u="none">
              <a:solidFill>
                <a:srgbClr val="000000"/>
              </a:solidFill>
              <a:effectLst/>
              <a:uFillTx/>
              <a:latin typeface="Tahoma"/>
            </a:endParaRPr>
          </a:p>
          <a:p>
            <a:pPr lvl="2" marL="1022400" indent="-35100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Third Outline Level</a:t>
            </a:r>
            <a:endParaRPr b="0" lang="en-IN" sz="2200" strike="noStrike" u="none">
              <a:solidFill>
                <a:srgbClr val="000000"/>
              </a:solidFill>
              <a:effectLst/>
              <a:uFillTx/>
              <a:latin typeface="Tahoma"/>
            </a:endParaRPr>
          </a:p>
          <a:p>
            <a:pPr lvl="3" marL="1339920" indent="-31608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Fourth Outline Level</a:t>
            </a:r>
            <a:endParaRPr b="0" lang="en-IN" sz="2200" strike="noStrike" u="none">
              <a:solidFill>
                <a:srgbClr val="000000"/>
              </a:solidFill>
              <a:effectLst/>
              <a:uFillTx/>
              <a:latin typeface="Tahoma"/>
            </a:endParaRPr>
          </a:p>
          <a:p>
            <a:pPr lvl="4" marL="1681200" indent="-33984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Fifth Outline Level</a:t>
            </a:r>
            <a:endParaRPr b="0" lang="en-IN" sz="2200" strike="noStrike" u="none">
              <a:solidFill>
                <a:srgbClr val="000000"/>
              </a:solidFill>
              <a:effectLst/>
              <a:uFillTx/>
              <a:latin typeface="Tahoma"/>
            </a:endParaRPr>
          </a:p>
          <a:p>
            <a:pPr lvl="5" marL="1681200" indent="-339840">
              <a:spcBef>
                <a:spcPts val="550"/>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Sixth Outline Level</a:t>
            </a:r>
            <a:endParaRPr b="0" lang="en-IN" sz="2200" strike="noStrike" u="none">
              <a:solidFill>
                <a:srgbClr val="000000"/>
              </a:solidFill>
              <a:effectLst/>
              <a:uFillTx/>
              <a:latin typeface="Tahoma"/>
            </a:endParaRPr>
          </a:p>
          <a:p>
            <a:pPr lvl="6" marL="1681200" indent="-339840">
              <a:spcBef>
                <a:spcPts val="550"/>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Seventh Outline Level</a:t>
            </a:r>
            <a:endParaRPr b="0" lang="en-IN" sz="2200" strike="noStrike" u="none">
              <a:solidFill>
                <a:srgbClr val="000000"/>
              </a:solidFill>
              <a:effectLst/>
              <a:uFillTx/>
              <a:latin typeface="Tahoma"/>
            </a:endParaRPr>
          </a:p>
        </p:txBody>
      </p:sp>
      <p:sp>
        <p:nvSpPr>
          <p:cNvPr id="18" name="PlaceHolder 2"/>
          <p:cNvSpPr>
            <a:spLocks noGrp="1"/>
          </p:cNvSpPr>
          <p:nvPr>
            <p:ph type="dt" idx="7"/>
          </p:nvPr>
        </p:nvSpPr>
        <p:spPr>
          <a:xfrm>
            <a:off x="456840" y="6476760"/>
            <a:ext cx="2133720" cy="223560"/>
          </a:xfrm>
          <a:prstGeom prst="rect">
            <a:avLst/>
          </a:prstGeom>
          <a:noFill/>
          <a:ln w="0">
            <a:noFill/>
          </a:ln>
        </p:spPr>
        <p:txBody>
          <a:bodyPr lIns="90000" rIns="90000" tIns="46800" bIns="46800" anchor="b">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800" strike="noStrike" u="none">
                <a:solidFill>
                  <a:srgbClr val="000000"/>
                </a:solidFill>
                <a:effectLst/>
                <a:uFillTx/>
                <a:latin typeface="Tahoma"/>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BAF9181-6C9C-4129-B45B-9A2096AFC8AC}" type="datetime">
              <a:rPr b="0" lang="en-US" sz="800" strike="noStrike" u="none">
                <a:solidFill>
                  <a:srgbClr val="000000"/>
                </a:solidFill>
                <a:effectLst/>
                <a:uFillTx/>
                <a:latin typeface="Tahoma"/>
              </a:rPr>
              <a:t>06/03/25</a:t>
            </a:fld>
            <a:endParaRPr b="0" lang="en-IN" sz="800" strike="noStrike" u="none">
              <a:solidFill>
                <a:srgbClr val="000000"/>
              </a:solidFill>
              <a:effectLst/>
              <a:uFillTx/>
              <a:latin typeface="Tahoma"/>
            </a:endParaRPr>
          </a:p>
        </p:txBody>
      </p:sp>
      <p:sp>
        <p:nvSpPr>
          <p:cNvPr id="19" name="PlaceHolder 3"/>
          <p:cNvSpPr>
            <a:spLocks noGrp="1"/>
          </p:cNvSpPr>
          <p:nvPr>
            <p:ph type="ftr" idx="8"/>
          </p:nvPr>
        </p:nvSpPr>
        <p:spPr>
          <a:xfrm>
            <a:off x="3124080" y="6476760"/>
            <a:ext cx="2895840" cy="228600"/>
          </a:xfrm>
          <a:prstGeom prst="rect">
            <a:avLst/>
          </a:prstGeom>
          <a:noFill/>
          <a:ln w="0">
            <a:noFill/>
          </a:ln>
        </p:spPr>
        <p:txBody>
          <a:bodyPr lIns="90000" rIns="90000" tIns="46800" bIns="46800" anchor="b">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800" strike="noStrike" u="none">
                <a:solidFill>
                  <a:srgbClr val="000000"/>
                </a:solidFill>
                <a:effectLst/>
                <a:uFillTx/>
                <a:latin typeface="Tahoma"/>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Tahoma"/>
              </a:rPr>
              <a:t>&lt;footer&gt;</a:t>
            </a:r>
            <a:r>
              <a:rPr b="0" lang="en-US" sz="800" strike="noStrike" u="none">
                <a:solidFill>
                  <a:srgbClr val="000000"/>
                </a:solidFill>
                <a:effectLst/>
                <a:uFillTx/>
                <a:latin typeface="Tahoma"/>
              </a:rPr>
              <a:t>NMFS eSignature Group</a:t>
            </a:r>
            <a:endParaRPr b="0" lang="en-IN" sz="800" strike="noStrike" u="none">
              <a:solidFill>
                <a:srgbClr val="000000"/>
              </a:solidFill>
              <a:effectLst/>
              <a:uFillTx/>
              <a:latin typeface="Tahoma"/>
            </a:endParaRPr>
          </a:p>
        </p:txBody>
      </p:sp>
      <p:sp>
        <p:nvSpPr>
          <p:cNvPr id="20" name="PlaceHolder 4"/>
          <p:cNvSpPr>
            <a:spLocks noGrp="1"/>
          </p:cNvSpPr>
          <p:nvPr>
            <p:ph type="sldNum" idx="9"/>
          </p:nvPr>
        </p:nvSpPr>
        <p:spPr>
          <a:xfrm>
            <a:off x="6552720" y="6476760"/>
            <a:ext cx="2133720" cy="22356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800" strike="noStrike" u="none">
                <a:solidFill>
                  <a:srgbClr val="000000"/>
                </a:solidFill>
                <a:effectLst/>
                <a:uFillTx/>
                <a:latin typeface="Tahoma"/>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4BB85FA-29A3-403B-9CD2-4F799AB2B3FB}" type="slidenum">
              <a:rPr b="0" lang="en-US" sz="800" strike="noStrike" u="none">
                <a:solidFill>
                  <a:srgbClr val="000000"/>
                </a:solidFill>
                <a:effectLst/>
                <a:uFillTx/>
                <a:latin typeface="Tahoma"/>
              </a:rPr>
              <a:t>&lt;number&gt;</a:t>
            </a:fld>
            <a:endParaRPr b="0" lang="en-IN" sz="800" strike="noStrike" u="none">
              <a:solidFill>
                <a:srgbClr val="000000"/>
              </a:solidFill>
              <a:effectLst/>
              <a:uFillTx/>
              <a:latin typeface="Tahoma"/>
            </a:endParaRPr>
          </a:p>
        </p:txBody>
      </p:sp>
      <p:sp>
        <p:nvSpPr>
          <p:cNvPr id="4" name="Freeform 7"/>
          <p:cNvSpPr/>
          <p:nvPr/>
        </p:nvSpPr>
        <p:spPr>
          <a:xfrm>
            <a:off x="457200" y="533520"/>
            <a:ext cx="8229600" cy="609480"/>
          </a:xfrm>
          <a:custGeom>
            <a:avLst/>
            <a:gdLst>
              <a:gd name="textAreaLeft" fmla="*/ 0 w 8229600"/>
              <a:gd name="textAreaRight" fmla="*/ 8229960 w 8229600"/>
              <a:gd name="textAreaTop" fmla="*/ 0 h 609480"/>
              <a:gd name="textAreaBottom" fmla="*/ 609840 h 609480"/>
              <a:gd name="GluePoint1X" fmla="*/ 0 w 1000"/>
              <a:gd name="GluePoint1Y" fmla="*/ 1000 h 1000"/>
              <a:gd name="GluePoint2X" fmla="*/ 0 w 1000"/>
              <a:gd name="GluePoint2Y" fmla="*/ 0 h 1000"/>
              <a:gd name="GluePoint3X" fmla="*/ 1000 w 1000"/>
              <a:gd name="GluePoint3Y" fmla="*/ 0 h 1000"/>
            </a:gdLst>
            <a:ahLst/>
            <a:cxnLst>
              <a:cxn ang="0">
                <a:pos x="GluePoint1X" y="GluePoint1Y"/>
              </a:cxn>
              <a:cxn ang="0">
                <a:pos x="GluePoint2X" y="GluePoint2Y"/>
              </a:cxn>
              <a:cxn ang="0">
                <a:pos x="GluePoint3X" y="GluePoint3Y"/>
              </a:cxn>
            </a:cxnLst>
            <a:rect l="textAreaLeft" t="textAreaTop" r="textAreaRight" b="textAreaBottom"/>
            <a:pathLst>
              <a:path w="1000" h="1000">
                <a:moveTo>
                  <a:pt x="0" y="1000"/>
                </a:moveTo>
                <a:lnTo>
                  <a:pt x="0" y="0"/>
                </a:lnTo>
                <a:lnTo>
                  <a:pt x="1000" y="0"/>
                </a:lnTo>
              </a:path>
            </a:pathLst>
          </a:custGeom>
          <a:noFill/>
          <a:ln w="28440">
            <a:solidFill>
              <a:srgbClr val="ffcc00"/>
            </a:solidFill>
            <a:miter/>
          </a:ln>
        </p:spPr>
        <p:style>
          <a:lnRef idx="0"/>
          <a:fillRef idx="0"/>
          <a:effectRef idx="0"/>
          <a:fontRef idx="minor"/>
        </p:style>
        <p:txBody>
          <a:bodyPr lIns="90000" rIns="90000" tIns="46800" bIns="46800" anchor="t">
            <a:noAutofit/>
          </a:bodyPr>
          <a:p>
            <a:pPr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21" name="Line 8"/>
          <p:cNvSpPr/>
          <p:nvPr/>
        </p:nvSpPr>
        <p:spPr>
          <a:xfrm>
            <a:off x="457200" y="6477120"/>
            <a:ext cx="8229600" cy="0"/>
          </a:xfrm>
          <a:prstGeom prst="line">
            <a:avLst/>
          </a:prstGeom>
          <a:ln w="19080">
            <a:solidFill>
              <a:srgbClr val="336699"/>
            </a:solidFill>
            <a:miter/>
          </a:ln>
        </p:spPr>
        <p:style>
          <a:lnRef idx="0"/>
          <a:fillRef idx="0"/>
          <a:effectRef idx="0"/>
          <a:fontRef idx="minor"/>
        </p:style>
        <p:txBody>
          <a:bodyPr lIns="90000" rIns="90000" tIns="-46800" bIns="-46800" anchor="t">
            <a:noAutofit/>
          </a:bodyPr>
          <a:p>
            <a:endParaRPr b="0" lang="en-IN" sz="2000" strike="noStrike" u="none">
              <a:solidFill>
                <a:srgbClr val="000000"/>
              </a:solidFill>
              <a:effectLst/>
              <a:uFillTx/>
              <a:latin typeface="Tahoma"/>
            </a:endParaRPr>
          </a:p>
        </p:txBody>
      </p:sp>
      <p:pic>
        <p:nvPicPr>
          <p:cNvPr id="22" name="Picture 17" descr=""/>
          <p:cNvPicPr/>
          <p:nvPr/>
        </p:nvPicPr>
        <p:blipFill>
          <a:blip r:embed="rId2"/>
          <a:stretch/>
        </p:blipFill>
        <p:spPr>
          <a:xfrm>
            <a:off x="0" y="0"/>
            <a:ext cx="4479840" cy="523800"/>
          </a:xfrm>
          <a:prstGeom prst="rect">
            <a:avLst/>
          </a:prstGeom>
          <a:noFill/>
          <a:ln w="0">
            <a:noFill/>
          </a:ln>
        </p:spPr>
      </p:pic>
      <p:pic>
        <p:nvPicPr>
          <p:cNvPr id="23" name="Picture 18" descr=""/>
          <p:cNvPicPr/>
          <p:nvPr/>
        </p:nvPicPr>
        <p:blipFill>
          <a:blip r:embed="rId3"/>
          <a:srcRect l="0" t="0" r="0" b="21755"/>
          <a:stretch/>
        </p:blipFill>
        <p:spPr>
          <a:xfrm>
            <a:off x="4446720" y="0"/>
            <a:ext cx="4697280" cy="523800"/>
          </a:xfrm>
          <a:prstGeom prst="rect">
            <a:avLst/>
          </a:prstGeom>
          <a:noFill/>
          <a:ln w="0">
            <a:noFill/>
          </a:ln>
        </p:spPr>
      </p:pic>
      <p:sp>
        <p:nvSpPr>
          <p:cNvPr id="24" name="PlaceHolder 5"/>
          <p:cNvSpPr>
            <a:spLocks noGrp="1"/>
          </p:cNvSpPr>
          <p:nvPr>
            <p:ph type="title"/>
          </p:nvPr>
        </p:nvSpPr>
        <p:spPr>
          <a:xfrm>
            <a:off x="456840" y="533160"/>
            <a:ext cx="8534520" cy="6858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99"/>
                </a:solidFill>
                <a:effectLst/>
                <a:uFillTx/>
                <a:latin typeface="Tahoma"/>
              </a:rPr>
              <a:t>Click to edit the title text format</a:t>
            </a:r>
            <a:endParaRPr b="0" lang="en-IN" sz="3600" strike="noStrike" u="none">
              <a:solidFill>
                <a:srgbClr val="006699"/>
              </a:solidFill>
              <a:effectLst/>
              <a:uFillTx/>
              <a:latin typeface="Tahoma"/>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1">
    <p:bg>
      <p:bgPr>
        <a:solidFill>
          <a:srgbClr val="ffffff"/>
        </a:solidFill>
      </p:bgPr>
    </p:bg>
    <p:spTree>
      <p:nvGrpSpPr>
        <p:cNvPr id="1" name=""/>
        <p:cNvGrpSpPr/>
        <p:nvPr/>
      </p:nvGrpSpPr>
      <p:grpSpPr>
        <a:xfrm>
          <a:off x="0" y="0"/>
          <a:ext cx="0" cy="0"/>
          <a:chOff x="0" y="0"/>
          <a:chExt cx="0" cy="0"/>
        </a:xfrm>
      </p:grpSpPr>
      <p:sp>
        <p:nvSpPr>
          <p:cNvPr id="25" name="Freeform 7"/>
          <p:cNvSpPr/>
          <p:nvPr/>
        </p:nvSpPr>
        <p:spPr>
          <a:xfrm>
            <a:off x="457200" y="533520"/>
            <a:ext cx="8229600" cy="609480"/>
          </a:xfrm>
          <a:custGeom>
            <a:avLst/>
            <a:gdLst>
              <a:gd name="textAreaLeft" fmla="*/ 0 w 8229600"/>
              <a:gd name="textAreaRight" fmla="*/ 8229960 w 8229600"/>
              <a:gd name="textAreaTop" fmla="*/ 0 h 609480"/>
              <a:gd name="textAreaBottom" fmla="*/ 609840 h 609480"/>
              <a:gd name="GluePoint1X" fmla="*/ 0 w 1000"/>
              <a:gd name="GluePoint1Y" fmla="*/ 1000 h 1000"/>
              <a:gd name="GluePoint2X" fmla="*/ 0 w 1000"/>
              <a:gd name="GluePoint2Y" fmla="*/ 0 h 1000"/>
              <a:gd name="GluePoint3X" fmla="*/ 1000 w 1000"/>
              <a:gd name="GluePoint3Y" fmla="*/ 0 h 1000"/>
            </a:gdLst>
            <a:ahLst/>
            <a:cxnLst>
              <a:cxn ang="0">
                <a:pos x="GluePoint1X" y="GluePoint1Y"/>
              </a:cxn>
              <a:cxn ang="0">
                <a:pos x="GluePoint2X" y="GluePoint2Y"/>
              </a:cxn>
              <a:cxn ang="0">
                <a:pos x="GluePoint3X" y="GluePoint3Y"/>
              </a:cxn>
            </a:cxnLst>
            <a:rect l="textAreaLeft" t="textAreaTop" r="textAreaRight" b="textAreaBottom"/>
            <a:pathLst>
              <a:path w="1000" h="1000">
                <a:moveTo>
                  <a:pt x="0" y="1000"/>
                </a:moveTo>
                <a:lnTo>
                  <a:pt x="0" y="0"/>
                </a:lnTo>
                <a:lnTo>
                  <a:pt x="1000" y="0"/>
                </a:lnTo>
              </a:path>
            </a:pathLst>
          </a:custGeom>
          <a:noFill/>
          <a:ln w="28440">
            <a:solidFill>
              <a:srgbClr val="ffcc00"/>
            </a:solidFill>
            <a:miter/>
          </a:ln>
        </p:spPr>
        <p:style>
          <a:lnRef idx="0"/>
          <a:fillRef idx="0"/>
          <a:effectRef idx="0"/>
          <a:fontRef idx="minor"/>
        </p:style>
        <p:txBody>
          <a:bodyPr lIns="90000" rIns="90000" tIns="46800" bIns="46800" anchor="t">
            <a:noAutofit/>
          </a:bodyPr>
          <a:p>
            <a:pPr>
              <a:spcBef>
                <a:spcPts val="499"/>
              </a:spcBef>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26" name="Line 8"/>
          <p:cNvSpPr/>
          <p:nvPr/>
        </p:nvSpPr>
        <p:spPr>
          <a:xfrm>
            <a:off x="457200" y="6477120"/>
            <a:ext cx="8229600" cy="0"/>
          </a:xfrm>
          <a:prstGeom prst="line">
            <a:avLst/>
          </a:prstGeom>
          <a:ln w="19080">
            <a:solidFill>
              <a:srgbClr val="336699"/>
            </a:solidFill>
            <a:miter/>
          </a:ln>
        </p:spPr>
        <p:style>
          <a:lnRef idx="0"/>
          <a:fillRef idx="0"/>
          <a:effectRef idx="0"/>
          <a:fontRef idx="minor"/>
        </p:style>
        <p:txBody>
          <a:bodyPr lIns="90000" rIns="90000" tIns="-46800" bIns="-46800" anchor="t">
            <a:noAutofit/>
          </a:bodyPr>
          <a:p>
            <a:endParaRPr b="0" lang="en-IN" sz="2000" strike="noStrike" u="none">
              <a:solidFill>
                <a:srgbClr val="000000"/>
              </a:solidFill>
              <a:effectLst/>
              <a:uFillTx/>
              <a:latin typeface="Tahoma"/>
            </a:endParaRPr>
          </a:p>
        </p:txBody>
      </p:sp>
      <p:pic>
        <p:nvPicPr>
          <p:cNvPr id="27" name="Picture 17" descr=""/>
          <p:cNvPicPr/>
          <p:nvPr/>
        </p:nvPicPr>
        <p:blipFill>
          <a:blip r:embed="rId2"/>
          <a:stretch/>
        </p:blipFill>
        <p:spPr>
          <a:xfrm>
            <a:off x="0" y="0"/>
            <a:ext cx="4479840" cy="523800"/>
          </a:xfrm>
          <a:prstGeom prst="rect">
            <a:avLst/>
          </a:prstGeom>
          <a:noFill/>
          <a:ln w="0">
            <a:noFill/>
          </a:ln>
        </p:spPr>
      </p:pic>
      <p:pic>
        <p:nvPicPr>
          <p:cNvPr id="28" name="Picture 18" descr=""/>
          <p:cNvPicPr/>
          <p:nvPr/>
        </p:nvPicPr>
        <p:blipFill>
          <a:blip r:embed="rId3"/>
          <a:srcRect l="0" t="0" r="0" b="21755"/>
          <a:stretch/>
        </p:blipFill>
        <p:spPr>
          <a:xfrm>
            <a:off x="4446720" y="0"/>
            <a:ext cx="4697280" cy="523800"/>
          </a:xfrm>
          <a:prstGeom prst="rect">
            <a:avLst/>
          </a:prstGeom>
          <a:noFill/>
          <a:ln w="0">
            <a:noFill/>
          </a:ln>
        </p:spPr>
      </p:pic>
      <p:sp>
        <p:nvSpPr>
          <p:cNvPr id="29" name="PlaceHolder 1"/>
          <p:cNvSpPr>
            <a:spLocks noGrp="1"/>
          </p:cNvSpPr>
          <p:nvPr>
            <p:ph type="body"/>
          </p:nvPr>
        </p:nvSpPr>
        <p:spPr>
          <a:xfrm>
            <a:off x="456840" y="1218960"/>
            <a:ext cx="8534520" cy="5181480"/>
          </a:xfrm>
          <a:prstGeom prst="rect">
            <a:avLst/>
          </a:prstGeom>
          <a:noFill/>
          <a:ln w="0">
            <a:noFill/>
          </a:ln>
        </p:spPr>
        <p:txBody>
          <a:bodyPr lIns="90000" rIns="90000" tIns="46800" bIns="46800" anchor="t">
            <a:normAutofit/>
          </a:bodyPr>
          <a:p>
            <a:pPr marL="343080" indent="-34308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Click to edit the outline text format</a:t>
            </a:r>
            <a:endParaRPr b="0" lang="en-IN" sz="2200" strike="noStrike" u="none">
              <a:solidFill>
                <a:srgbClr val="000000"/>
              </a:solidFill>
              <a:effectLst/>
              <a:uFillTx/>
              <a:latin typeface="Tahoma"/>
            </a:endParaRPr>
          </a:p>
          <a:p>
            <a:pPr lvl="1" marL="669960" indent="-32544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Second Outline Level</a:t>
            </a:r>
            <a:endParaRPr b="0" lang="en-IN" sz="2200" strike="noStrike" u="none">
              <a:solidFill>
                <a:srgbClr val="000000"/>
              </a:solidFill>
              <a:effectLst/>
              <a:uFillTx/>
              <a:latin typeface="Tahoma"/>
            </a:endParaRPr>
          </a:p>
          <a:p>
            <a:pPr lvl="2" marL="1022400" indent="-35100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Third Outline Level</a:t>
            </a:r>
            <a:endParaRPr b="0" lang="en-IN" sz="2200" strike="noStrike" u="none">
              <a:solidFill>
                <a:srgbClr val="000000"/>
              </a:solidFill>
              <a:effectLst/>
              <a:uFillTx/>
              <a:latin typeface="Tahoma"/>
            </a:endParaRPr>
          </a:p>
          <a:p>
            <a:pPr lvl="3" marL="1339920" indent="-31608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Fourth Outline Level</a:t>
            </a:r>
            <a:endParaRPr b="0" lang="en-IN" sz="2200" strike="noStrike" u="none">
              <a:solidFill>
                <a:srgbClr val="000000"/>
              </a:solidFill>
              <a:effectLst/>
              <a:uFillTx/>
              <a:latin typeface="Tahoma"/>
            </a:endParaRPr>
          </a:p>
          <a:p>
            <a:pPr lvl="4" marL="1681200" indent="-33984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Fifth Outline Level</a:t>
            </a:r>
            <a:endParaRPr b="0" lang="en-IN" sz="2200" strike="noStrike" u="none">
              <a:solidFill>
                <a:srgbClr val="000000"/>
              </a:solidFill>
              <a:effectLst/>
              <a:uFillTx/>
              <a:latin typeface="Tahoma"/>
            </a:endParaRPr>
          </a:p>
          <a:p>
            <a:pPr lvl="5" marL="1681200" indent="-339840">
              <a:spcBef>
                <a:spcPts val="550"/>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Sixth Outline Level</a:t>
            </a:r>
            <a:endParaRPr b="0" lang="en-IN" sz="2200" strike="noStrike" u="none">
              <a:solidFill>
                <a:srgbClr val="000000"/>
              </a:solidFill>
              <a:effectLst/>
              <a:uFillTx/>
              <a:latin typeface="Tahoma"/>
            </a:endParaRPr>
          </a:p>
          <a:p>
            <a:pPr lvl="6" marL="1681200" indent="-339840">
              <a:spcBef>
                <a:spcPts val="550"/>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Seventh Outline Level</a:t>
            </a:r>
            <a:endParaRPr b="0" lang="en-IN" sz="2200" strike="noStrike" u="none">
              <a:solidFill>
                <a:srgbClr val="000000"/>
              </a:solidFill>
              <a:effectLst/>
              <a:uFillTx/>
              <a:latin typeface="Tahoma"/>
            </a:endParaRPr>
          </a:p>
        </p:txBody>
      </p:sp>
      <p:sp>
        <p:nvSpPr>
          <p:cNvPr id="30" name="PlaceHolder 2"/>
          <p:cNvSpPr>
            <a:spLocks noGrp="1"/>
          </p:cNvSpPr>
          <p:nvPr>
            <p:ph type="title"/>
          </p:nvPr>
        </p:nvSpPr>
        <p:spPr>
          <a:xfrm>
            <a:off x="456840" y="533160"/>
            <a:ext cx="8534520" cy="6858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99"/>
                </a:solidFill>
                <a:effectLst/>
                <a:uFillTx/>
                <a:latin typeface="Tahoma"/>
              </a:rPr>
              <a:t>Click to edit the title text format</a:t>
            </a:r>
            <a:endParaRPr b="0" lang="en-IN" sz="3600" strike="noStrike" u="none">
              <a:solidFill>
                <a:srgbClr val="006699"/>
              </a:solidFill>
              <a:effectLst/>
              <a:uFillTx/>
              <a:latin typeface="Tahoma"/>
            </a:endParaRPr>
          </a:p>
        </p:txBody>
      </p:sp>
      <p:sp>
        <p:nvSpPr>
          <p:cNvPr id="31" name="PlaceHolder 3"/>
          <p:cNvSpPr>
            <a:spLocks noGrp="1"/>
          </p:cNvSpPr>
          <p:nvPr>
            <p:ph type="dt" idx="10"/>
          </p:nvPr>
        </p:nvSpPr>
        <p:spPr>
          <a:xfrm>
            <a:off x="456840" y="6244920"/>
            <a:ext cx="2133720" cy="476280"/>
          </a:xfrm>
          <a:prstGeom prst="rect">
            <a:avLst/>
          </a:prstGeom>
          <a:noFill/>
          <a:ln w="0">
            <a:noFill/>
          </a:ln>
        </p:spPr>
        <p:txBody>
          <a:bodyPr lIns="90000" rIns="90000" tIns="46800" bIns="46800" anchor="b">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800" strike="noStrike" u="none">
                <a:solidFill>
                  <a:srgbClr val="000000"/>
                </a:solidFill>
                <a:effectLst/>
                <a:uFillTx/>
                <a:latin typeface="Tahoma"/>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730884C-1399-4DE4-A53B-8326AD1CF71C}" type="datetime">
              <a:rPr b="0" lang="en-IN" sz="800" strike="noStrike" u="none">
                <a:solidFill>
                  <a:srgbClr val="000000"/>
                </a:solidFill>
                <a:effectLst/>
                <a:uFillTx/>
                <a:latin typeface="Tahoma"/>
              </a:rPr>
              <a:t>03/06/25</a:t>
            </a:fld>
            <a:endParaRPr b="0" lang="en-IN" sz="800" strike="noStrike" u="none">
              <a:solidFill>
                <a:srgbClr val="000000"/>
              </a:solidFill>
              <a:effectLst/>
              <a:uFillTx/>
              <a:latin typeface="Tahoma"/>
            </a:endParaRPr>
          </a:p>
        </p:txBody>
      </p:sp>
      <p:sp>
        <p:nvSpPr>
          <p:cNvPr id="32" name="PlaceHolder 4"/>
          <p:cNvSpPr>
            <a:spLocks noGrp="1"/>
          </p:cNvSpPr>
          <p:nvPr>
            <p:ph type="ftr" idx="11"/>
          </p:nvPr>
        </p:nvSpPr>
        <p:spPr>
          <a:xfrm>
            <a:off x="3124080" y="6244920"/>
            <a:ext cx="2895840" cy="476280"/>
          </a:xfrm>
          <a:prstGeom prst="rect">
            <a:avLst/>
          </a:prstGeom>
          <a:noFill/>
          <a:ln w="0">
            <a:noFill/>
          </a:ln>
        </p:spPr>
        <p:txBody>
          <a:bodyPr lIns="90000" rIns="90000" tIns="46800" bIns="46800" anchor="b">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800" strike="noStrike" u="none">
                <a:solidFill>
                  <a:srgbClr val="000000"/>
                </a:solidFill>
                <a:effectLst/>
                <a:uFillTx/>
                <a:latin typeface="Tahoma"/>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Tahoma"/>
              </a:rPr>
              <a:t>&lt;footer&gt;</a:t>
            </a:r>
            <a:endParaRPr b="0" lang="en-IN" sz="800" strike="noStrike" u="none">
              <a:solidFill>
                <a:srgbClr val="000000"/>
              </a:solidFill>
              <a:effectLst/>
              <a:uFillTx/>
              <a:latin typeface="Tahoma"/>
            </a:endParaRPr>
          </a:p>
        </p:txBody>
      </p:sp>
      <p:sp>
        <p:nvSpPr>
          <p:cNvPr id="33" name="PlaceHolder 5"/>
          <p:cNvSpPr>
            <a:spLocks noGrp="1"/>
          </p:cNvSpPr>
          <p:nvPr>
            <p:ph type="sldNum" idx="12"/>
          </p:nvPr>
        </p:nvSpPr>
        <p:spPr>
          <a:xfrm>
            <a:off x="6552720" y="6244920"/>
            <a:ext cx="2133720" cy="47628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800" strike="noStrike" u="none">
                <a:solidFill>
                  <a:srgbClr val="000000"/>
                </a:solidFill>
                <a:effectLst/>
                <a:uFillTx/>
                <a:latin typeface="Tahoma"/>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B9AD673-018F-433F-A2A4-74712940B570}" type="slidenum">
              <a:rPr b="0" lang="en-IN" sz="800" strike="noStrike" u="none">
                <a:solidFill>
                  <a:srgbClr val="000000"/>
                </a:solidFill>
                <a:effectLst/>
                <a:uFillTx/>
                <a:latin typeface="Tahoma"/>
              </a:rPr>
              <a:t>&lt;number&gt;</a:t>
            </a:fld>
            <a:endParaRPr b="0" lang="en-IN" sz="800" strike="noStrike" u="none">
              <a:solidFill>
                <a:srgbClr val="000000"/>
              </a:solidFill>
              <a:effectLst/>
              <a:uFillTx/>
              <a:latin typeface="Tahoma"/>
            </a:endParaRPr>
          </a:p>
        </p:txBody>
      </p:sp>
      <p:grpSp>
        <p:nvGrpSpPr>
          <p:cNvPr id="34" name="Group 19"/>
          <p:cNvGrpSpPr/>
          <p:nvPr/>
        </p:nvGrpSpPr>
        <p:grpSpPr>
          <a:xfrm>
            <a:off x="0" y="0"/>
            <a:ext cx="9144000" cy="857160"/>
            <a:chOff x="0" y="0"/>
            <a:chExt cx="9144000" cy="857160"/>
          </a:xfrm>
        </p:grpSpPr>
        <p:pic>
          <p:nvPicPr>
            <p:cNvPr id="35" name="Picture 17" descr=""/>
            <p:cNvPicPr/>
            <p:nvPr/>
          </p:nvPicPr>
          <p:blipFill>
            <a:blip r:embed="rId4"/>
            <a:stretch/>
          </p:blipFill>
          <p:spPr>
            <a:xfrm>
              <a:off x="0" y="0"/>
              <a:ext cx="7334280" cy="857160"/>
            </a:xfrm>
            <a:prstGeom prst="rect">
              <a:avLst/>
            </a:prstGeom>
            <a:noFill/>
            <a:ln w="0">
              <a:noFill/>
            </a:ln>
          </p:spPr>
        </p:pic>
        <p:pic>
          <p:nvPicPr>
            <p:cNvPr id="36" name="Picture 18" descr=""/>
            <p:cNvPicPr/>
            <p:nvPr/>
          </p:nvPicPr>
          <p:blipFill>
            <a:blip r:embed="rId5"/>
            <a:srcRect l="0" t="0" r="0" b="21755"/>
            <a:stretch/>
          </p:blipFill>
          <p:spPr>
            <a:xfrm>
              <a:off x="7315200" y="0"/>
              <a:ext cx="1828800" cy="857160"/>
            </a:xfrm>
            <a:prstGeom prst="rect">
              <a:avLst/>
            </a:prstGeom>
            <a:noFill/>
            <a:ln w="0">
              <a:noFill/>
            </a:ln>
          </p:spPr>
        </p:pic>
      </p:gr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solidFill>
          <a:srgbClr val="ffffff"/>
        </a:solidFill>
      </p:bgPr>
    </p:bg>
    <p:spTree>
      <p:nvGrpSpPr>
        <p:cNvPr id="1" name=""/>
        <p:cNvGrpSpPr/>
        <p:nvPr/>
      </p:nvGrpSpPr>
      <p:grpSpPr>
        <a:xfrm>
          <a:off x="0" y="0"/>
          <a:ext cx="0" cy="0"/>
          <a:chOff x="0" y="0"/>
          <a:chExt cx="0" cy="0"/>
        </a:xfrm>
      </p:grpSpPr>
      <p:sp>
        <p:nvSpPr>
          <p:cNvPr id="25" name="Freeform 7"/>
          <p:cNvSpPr/>
          <p:nvPr/>
        </p:nvSpPr>
        <p:spPr>
          <a:xfrm>
            <a:off x="457200" y="533520"/>
            <a:ext cx="8229600" cy="609480"/>
          </a:xfrm>
          <a:custGeom>
            <a:avLst/>
            <a:gdLst>
              <a:gd name="textAreaLeft" fmla="*/ 0 w 8229600"/>
              <a:gd name="textAreaRight" fmla="*/ 8229960 w 8229600"/>
              <a:gd name="textAreaTop" fmla="*/ 0 h 609480"/>
              <a:gd name="textAreaBottom" fmla="*/ 609840 h 609480"/>
              <a:gd name="GluePoint1X" fmla="*/ 0 w 1000"/>
              <a:gd name="GluePoint1Y" fmla="*/ 1000 h 1000"/>
              <a:gd name="GluePoint2X" fmla="*/ 0 w 1000"/>
              <a:gd name="GluePoint2Y" fmla="*/ 0 h 1000"/>
              <a:gd name="GluePoint3X" fmla="*/ 1000 w 1000"/>
              <a:gd name="GluePoint3Y" fmla="*/ 0 h 1000"/>
            </a:gdLst>
            <a:ahLst/>
            <a:cxnLst>
              <a:cxn ang="0">
                <a:pos x="GluePoint1X" y="GluePoint1Y"/>
              </a:cxn>
              <a:cxn ang="0">
                <a:pos x="GluePoint2X" y="GluePoint2Y"/>
              </a:cxn>
              <a:cxn ang="0">
                <a:pos x="GluePoint3X" y="GluePoint3Y"/>
              </a:cxn>
            </a:cxnLst>
            <a:rect l="textAreaLeft" t="textAreaTop" r="textAreaRight" b="textAreaBottom"/>
            <a:pathLst>
              <a:path w="1000" h="1000">
                <a:moveTo>
                  <a:pt x="0" y="1000"/>
                </a:moveTo>
                <a:lnTo>
                  <a:pt x="0" y="0"/>
                </a:lnTo>
                <a:lnTo>
                  <a:pt x="1000" y="0"/>
                </a:lnTo>
              </a:path>
            </a:pathLst>
          </a:custGeom>
          <a:noFill/>
          <a:ln w="28440">
            <a:solidFill>
              <a:srgbClr val="ffcc00"/>
            </a:solidFill>
            <a:miter/>
          </a:ln>
        </p:spPr>
        <p:style>
          <a:lnRef idx="0"/>
          <a:fillRef idx="0"/>
          <a:effectRef idx="0"/>
          <a:fontRef idx="minor"/>
        </p:style>
        <p:txBody>
          <a:bodyPr lIns="90000" rIns="90000" tIns="46800" bIns="46800" anchor="t">
            <a:noAutofit/>
          </a:bodyPr>
          <a:p>
            <a:pPr>
              <a:spcBef>
                <a:spcPts val="499"/>
              </a:spcBef>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37" name="Line 8"/>
          <p:cNvSpPr/>
          <p:nvPr/>
        </p:nvSpPr>
        <p:spPr>
          <a:xfrm>
            <a:off x="457200" y="6477120"/>
            <a:ext cx="8229600" cy="0"/>
          </a:xfrm>
          <a:prstGeom prst="line">
            <a:avLst/>
          </a:prstGeom>
          <a:ln w="19080">
            <a:solidFill>
              <a:srgbClr val="336699"/>
            </a:solidFill>
            <a:miter/>
          </a:ln>
        </p:spPr>
        <p:style>
          <a:lnRef idx="0"/>
          <a:fillRef idx="0"/>
          <a:effectRef idx="0"/>
          <a:fontRef idx="minor"/>
        </p:style>
        <p:txBody>
          <a:bodyPr lIns="90000" rIns="90000" tIns="-46800" bIns="-46800" anchor="t">
            <a:noAutofit/>
          </a:bodyPr>
          <a:p>
            <a:endParaRPr b="0" lang="en-IN" sz="2000" strike="noStrike" u="none">
              <a:solidFill>
                <a:srgbClr val="000000"/>
              </a:solidFill>
              <a:effectLst/>
              <a:uFillTx/>
              <a:latin typeface="Tahoma"/>
            </a:endParaRPr>
          </a:p>
        </p:txBody>
      </p:sp>
      <p:pic>
        <p:nvPicPr>
          <p:cNvPr id="38" name="Picture 17" descr=""/>
          <p:cNvPicPr/>
          <p:nvPr/>
        </p:nvPicPr>
        <p:blipFill>
          <a:blip r:embed="rId2"/>
          <a:stretch/>
        </p:blipFill>
        <p:spPr>
          <a:xfrm>
            <a:off x="0" y="0"/>
            <a:ext cx="4479840" cy="523800"/>
          </a:xfrm>
          <a:prstGeom prst="rect">
            <a:avLst/>
          </a:prstGeom>
          <a:noFill/>
          <a:ln w="0">
            <a:noFill/>
          </a:ln>
        </p:spPr>
      </p:pic>
      <p:pic>
        <p:nvPicPr>
          <p:cNvPr id="39" name="Picture 18" descr=""/>
          <p:cNvPicPr/>
          <p:nvPr/>
        </p:nvPicPr>
        <p:blipFill>
          <a:blip r:embed="rId3"/>
          <a:srcRect l="0" t="0" r="0" b="21755"/>
          <a:stretch/>
        </p:blipFill>
        <p:spPr>
          <a:xfrm>
            <a:off x="4446720" y="0"/>
            <a:ext cx="4697280" cy="523800"/>
          </a:xfrm>
          <a:prstGeom prst="rect">
            <a:avLst/>
          </a:prstGeom>
          <a:noFill/>
          <a:ln w="0">
            <a:noFill/>
          </a:ln>
        </p:spPr>
      </p:pic>
      <p:sp>
        <p:nvSpPr>
          <p:cNvPr id="40" name="PlaceHolder 1"/>
          <p:cNvSpPr>
            <a:spLocks noGrp="1"/>
          </p:cNvSpPr>
          <p:nvPr>
            <p:ph type="body"/>
          </p:nvPr>
        </p:nvSpPr>
        <p:spPr>
          <a:xfrm>
            <a:off x="456840" y="1218960"/>
            <a:ext cx="8534520" cy="5181480"/>
          </a:xfrm>
          <a:prstGeom prst="rect">
            <a:avLst/>
          </a:prstGeom>
          <a:noFill/>
          <a:ln w="0">
            <a:noFill/>
          </a:ln>
        </p:spPr>
        <p:txBody>
          <a:bodyPr lIns="90000" rIns="90000" tIns="46800" bIns="46800" anchor="t">
            <a:normAutofit/>
          </a:bodyPr>
          <a:p>
            <a:pPr marL="343080" indent="-34308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Click to edit the outline text format</a:t>
            </a:r>
            <a:endParaRPr b="0" lang="en-IN" sz="2200" strike="noStrike" u="none">
              <a:solidFill>
                <a:srgbClr val="000000"/>
              </a:solidFill>
              <a:effectLst/>
              <a:uFillTx/>
              <a:latin typeface="Tahoma"/>
            </a:endParaRPr>
          </a:p>
          <a:p>
            <a:pPr lvl="1" marL="669960" indent="-32544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Second Outline Level</a:t>
            </a:r>
            <a:endParaRPr b="0" lang="en-IN" sz="2200" strike="noStrike" u="none">
              <a:solidFill>
                <a:srgbClr val="000000"/>
              </a:solidFill>
              <a:effectLst/>
              <a:uFillTx/>
              <a:latin typeface="Tahoma"/>
            </a:endParaRPr>
          </a:p>
          <a:p>
            <a:pPr lvl="2" marL="1022400" indent="-35100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Third Outline Level</a:t>
            </a:r>
            <a:endParaRPr b="0" lang="en-IN" sz="2200" strike="noStrike" u="none">
              <a:solidFill>
                <a:srgbClr val="000000"/>
              </a:solidFill>
              <a:effectLst/>
              <a:uFillTx/>
              <a:latin typeface="Tahoma"/>
            </a:endParaRPr>
          </a:p>
          <a:p>
            <a:pPr lvl="3" marL="1339920" indent="-31608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Fourth Outline Level</a:t>
            </a:r>
            <a:endParaRPr b="0" lang="en-IN" sz="2200" strike="noStrike" u="none">
              <a:solidFill>
                <a:srgbClr val="000000"/>
              </a:solidFill>
              <a:effectLst/>
              <a:uFillTx/>
              <a:latin typeface="Tahoma"/>
            </a:endParaRPr>
          </a:p>
          <a:p>
            <a:pPr lvl="4" marL="1681200" indent="-33984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Fifth Outline Level</a:t>
            </a:r>
            <a:endParaRPr b="0" lang="en-IN" sz="2200" strike="noStrike" u="none">
              <a:solidFill>
                <a:srgbClr val="000000"/>
              </a:solidFill>
              <a:effectLst/>
              <a:uFillTx/>
              <a:latin typeface="Tahoma"/>
            </a:endParaRPr>
          </a:p>
          <a:p>
            <a:pPr lvl="5" marL="1681200" indent="-339840">
              <a:spcBef>
                <a:spcPts val="550"/>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Sixth Outline Level</a:t>
            </a:r>
            <a:endParaRPr b="0" lang="en-IN" sz="2200" strike="noStrike" u="none">
              <a:solidFill>
                <a:srgbClr val="000000"/>
              </a:solidFill>
              <a:effectLst/>
              <a:uFillTx/>
              <a:latin typeface="Tahoma"/>
            </a:endParaRPr>
          </a:p>
          <a:p>
            <a:pPr lvl="6" marL="1681200" indent="-339840">
              <a:spcBef>
                <a:spcPts val="550"/>
              </a:spcBef>
              <a:buClr>
                <a:srgbClr val="000000"/>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Seventh Outline Level</a:t>
            </a:r>
            <a:endParaRPr b="0" lang="en-IN" sz="2200" strike="noStrike" u="none">
              <a:solidFill>
                <a:srgbClr val="000000"/>
              </a:solidFill>
              <a:effectLst/>
              <a:uFillTx/>
              <a:latin typeface="Tahoma"/>
            </a:endParaRPr>
          </a:p>
        </p:txBody>
      </p:sp>
      <p:sp>
        <p:nvSpPr>
          <p:cNvPr id="41" name="PlaceHolder 2"/>
          <p:cNvSpPr>
            <a:spLocks noGrp="1"/>
          </p:cNvSpPr>
          <p:nvPr>
            <p:ph type="title"/>
          </p:nvPr>
        </p:nvSpPr>
        <p:spPr>
          <a:xfrm>
            <a:off x="456840" y="533160"/>
            <a:ext cx="8534520" cy="6858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99"/>
                </a:solidFill>
                <a:effectLst/>
                <a:uFillTx/>
                <a:latin typeface="Tahoma"/>
              </a:rPr>
              <a:t>Click to edit the title text format</a:t>
            </a:r>
            <a:endParaRPr b="0" lang="en-IN" sz="3600" strike="noStrike" u="none">
              <a:solidFill>
                <a:srgbClr val="006699"/>
              </a:solidFill>
              <a:effectLst/>
              <a:uFillTx/>
              <a:latin typeface="Tahoma"/>
            </a:endParaRPr>
          </a:p>
        </p:txBody>
      </p:sp>
      <p:sp>
        <p:nvSpPr>
          <p:cNvPr id="42" name="PlaceHolder 3"/>
          <p:cNvSpPr>
            <a:spLocks noGrp="1"/>
          </p:cNvSpPr>
          <p:nvPr>
            <p:ph type="dt" idx="13"/>
          </p:nvPr>
        </p:nvSpPr>
        <p:spPr>
          <a:xfrm>
            <a:off x="456840" y="6244920"/>
            <a:ext cx="2133720" cy="476280"/>
          </a:xfrm>
          <a:prstGeom prst="rect">
            <a:avLst/>
          </a:prstGeom>
          <a:noFill/>
          <a:ln w="0">
            <a:noFill/>
          </a:ln>
        </p:spPr>
        <p:txBody>
          <a:bodyPr lIns="90000" rIns="90000" tIns="46800" bIns="46800" anchor="b">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800" strike="noStrike" u="none">
                <a:solidFill>
                  <a:srgbClr val="000000"/>
                </a:solidFill>
                <a:effectLst/>
                <a:uFillTx/>
                <a:latin typeface="Tahoma"/>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A45A05C-3E29-4A10-81C8-5010FC53D1FA}" type="datetime">
              <a:rPr b="0" lang="en-IN" sz="800" strike="noStrike" u="none">
                <a:solidFill>
                  <a:srgbClr val="000000"/>
                </a:solidFill>
                <a:effectLst/>
                <a:uFillTx/>
                <a:latin typeface="Tahoma"/>
              </a:rPr>
              <a:t>03/06/25</a:t>
            </a:fld>
            <a:endParaRPr b="0" lang="en-IN" sz="800" strike="noStrike" u="none">
              <a:solidFill>
                <a:srgbClr val="000000"/>
              </a:solidFill>
              <a:effectLst/>
              <a:uFillTx/>
              <a:latin typeface="Tahoma"/>
            </a:endParaRPr>
          </a:p>
        </p:txBody>
      </p:sp>
      <p:sp>
        <p:nvSpPr>
          <p:cNvPr id="43" name="PlaceHolder 4"/>
          <p:cNvSpPr>
            <a:spLocks noGrp="1"/>
          </p:cNvSpPr>
          <p:nvPr>
            <p:ph type="ftr" idx="14"/>
          </p:nvPr>
        </p:nvSpPr>
        <p:spPr>
          <a:xfrm>
            <a:off x="3124080" y="6244920"/>
            <a:ext cx="2895840" cy="476280"/>
          </a:xfrm>
          <a:prstGeom prst="rect">
            <a:avLst/>
          </a:prstGeom>
          <a:noFill/>
          <a:ln w="0">
            <a:noFill/>
          </a:ln>
        </p:spPr>
        <p:txBody>
          <a:bodyPr lIns="90000" rIns="90000" tIns="46800" bIns="46800" anchor="b">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800" strike="noStrike" u="none">
                <a:solidFill>
                  <a:srgbClr val="000000"/>
                </a:solidFill>
                <a:effectLst/>
                <a:uFillTx/>
                <a:latin typeface="Tahoma"/>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Tahoma"/>
              </a:rPr>
              <a:t>&lt;footer&gt;</a:t>
            </a:r>
            <a:endParaRPr b="0" lang="en-IN" sz="800" strike="noStrike" u="none">
              <a:solidFill>
                <a:srgbClr val="000000"/>
              </a:solidFill>
              <a:effectLst/>
              <a:uFillTx/>
              <a:latin typeface="Tahoma"/>
            </a:endParaRPr>
          </a:p>
        </p:txBody>
      </p:sp>
      <p:sp>
        <p:nvSpPr>
          <p:cNvPr id="44" name="PlaceHolder 5"/>
          <p:cNvSpPr>
            <a:spLocks noGrp="1"/>
          </p:cNvSpPr>
          <p:nvPr>
            <p:ph type="sldNum" idx="15"/>
          </p:nvPr>
        </p:nvSpPr>
        <p:spPr>
          <a:xfrm>
            <a:off x="6552720" y="6244920"/>
            <a:ext cx="2133720" cy="47628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800" strike="noStrike" u="none">
                <a:solidFill>
                  <a:srgbClr val="000000"/>
                </a:solidFill>
                <a:effectLst/>
                <a:uFillTx/>
                <a:latin typeface="Tahoma"/>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0A9AA95-4AF4-4E2A-B61B-B79C653C6D79}" type="slidenum">
              <a:rPr b="0" lang="en-IN" sz="800" strike="noStrike" u="none">
                <a:solidFill>
                  <a:srgbClr val="000000"/>
                </a:solidFill>
                <a:effectLst/>
                <a:uFillTx/>
                <a:latin typeface="Tahoma"/>
              </a:rPr>
              <a:t>&lt;number&gt;</a:t>
            </a:fld>
            <a:endParaRPr b="0" lang="en-IN" sz="800" strike="noStrike" u="none">
              <a:solidFill>
                <a:srgbClr val="000000"/>
              </a:solidFill>
              <a:effectLst/>
              <a:uFillTx/>
              <a:latin typeface="Tahoma"/>
            </a:endParaRPr>
          </a:p>
        </p:txBody>
      </p:sp>
      <p:grpSp>
        <p:nvGrpSpPr>
          <p:cNvPr id="45" name="Group 19"/>
          <p:cNvGrpSpPr/>
          <p:nvPr/>
        </p:nvGrpSpPr>
        <p:grpSpPr>
          <a:xfrm>
            <a:off x="0" y="0"/>
            <a:ext cx="9144000" cy="857160"/>
            <a:chOff x="0" y="0"/>
            <a:chExt cx="9144000" cy="857160"/>
          </a:xfrm>
        </p:grpSpPr>
        <p:pic>
          <p:nvPicPr>
            <p:cNvPr id="46" name="Picture 17" descr=""/>
            <p:cNvPicPr/>
            <p:nvPr/>
          </p:nvPicPr>
          <p:blipFill>
            <a:blip r:embed="rId4"/>
            <a:stretch/>
          </p:blipFill>
          <p:spPr>
            <a:xfrm>
              <a:off x="0" y="0"/>
              <a:ext cx="7334280" cy="857160"/>
            </a:xfrm>
            <a:prstGeom prst="rect">
              <a:avLst/>
            </a:prstGeom>
            <a:noFill/>
            <a:ln w="0">
              <a:noFill/>
            </a:ln>
          </p:spPr>
        </p:pic>
        <p:pic>
          <p:nvPicPr>
            <p:cNvPr id="47" name="Picture 18" descr=""/>
            <p:cNvPicPr/>
            <p:nvPr/>
          </p:nvPicPr>
          <p:blipFill>
            <a:blip r:embed="rId5"/>
            <a:srcRect l="0" t="0" r="0" b="21755"/>
            <a:stretch/>
          </p:blipFill>
          <p:spPr>
            <a:xfrm>
              <a:off x="7315200" y="0"/>
              <a:ext cx="1828800" cy="857160"/>
            </a:xfrm>
            <a:prstGeom prst="rect">
              <a:avLst/>
            </a:prstGeom>
            <a:noFill/>
            <a:ln w="0">
              <a:noFill/>
            </a:ln>
          </p:spPr>
        </p:pic>
      </p:gr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hyperlink" Target="https://elandings.alaska.gov/confluence/display/esig/Charter+for+eSignature+Team" TargetMode="External"/><Relationship Id="rId2" Type="http://schemas.openxmlformats.org/officeDocument/2006/relationships/hyperlink" Target="https://elandings.alaska.gov/confluence/display/esig/Charter+for+eSignature+Team" TargetMode="External"/><Relationship Id="rId3" Type="http://schemas.openxmlformats.org/officeDocument/2006/relationships/image" Target="../media/image5.png"/><Relationship Id="rId4" Type="http://schemas.openxmlformats.org/officeDocument/2006/relationships/slideLayout" Target="../slideLayouts/slideLayout4.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4.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3.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2.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2438280" y="1980720"/>
            <a:ext cx="4346640" cy="175284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000" strike="noStrike" u="none">
                <a:solidFill>
                  <a:srgbClr val="006699"/>
                </a:solidFill>
                <a:effectLst/>
                <a:uFillTx/>
                <a:latin typeface="Tahoma"/>
              </a:rPr>
              <a:t>NMFS FIS ER</a:t>
            </a:r>
            <a:br>
              <a:rPr sz="3000"/>
            </a:br>
            <a:r>
              <a:rPr b="0" lang="en-IN" sz="3000" strike="noStrike" u="none">
                <a:solidFill>
                  <a:srgbClr val="006699"/>
                </a:solidFill>
                <a:effectLst/>
                <a:uFillTx/>
                <a:latin typeface="Tahoma"/>
              </a:rPr>
              <a:t>E-signature Project</a:t>
            </a:r>
            <a:endParaRPr b="0" lang="en-IN" sz="3000" strike="noStrike" u="none">
              <a:solidFill>
                <a:srgbClr val="006699"/>
              </a:solidFill>
              <a:effectLst/>
              <a:uFillTx/>
              <a:latin typeface="Tahoma"/>
            </a:endParaRPr>
          </a:p>
        </p:txBody>
      </p:sp>
      <p:sp>
        <p:nvSpPr>
          <p:cNvPr id="56" name="PlaceHolder 2"/>
          <p:cNvSpPr>
            <a:spLocks noGrp="1"/>
          </p:cNvSpPr>
          <p:nvPr>
            <p:ph type="subTitle"/>
          </p:nvPr>
        </p:nvSpPr>
        <p:spPr>
          <a:xfrm>
            <a:off x="1066680" y="3962520"/>
            <a:ext cx="7467840" cy="1752480"/>
          </a:xfrm>
          <a:prstGeom prst="rect">
            <a:avLst/>
          </a:prstGeom>
          <a:noFill/>
          <a:ln w="0">
            <a:noFill/>
          </a:ln>
        </p:spPr>
        <p:txBody>
          <a:bodyPr lIns="91440" rIns="91440" tIns="45720" bIns="45720" anchor="t">
            <a:noAutofit/>
          </a:bodyPr>
          <a:p>
            <a:pPr indent="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Project Summary Brief</a:t>
            </a:r>
            <a:endParaRPr b="0" lang="en-IN" sz="2000" strike="noStrike" u="none">
              <a:solidFill>
                <a:srgbClr val="000000"/>
              </a:solidFill>
              <a:effectLst/>
              <a:uFillTx/>
              <a:latin typeface="Tahoma"/>
            </a:endParaRPr>
          </a:p>
          <a:p>
            <a:pPr indent="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February 2009</a:t>
            </a:r>
            <a:endParaRPr b="0" lang="en-IN" sz="2000" strike="noStrike" u="none">
              <a:solidFill>
                <a:srgbClr val="000000"/>
              </a:solidFill>
              <a:effectLst/>
              <a:uFillTx/>
              <a:latin typeface="Tahoma"/>
            </a:endParaRPr>
          </a:p>
        </p:txBody>
      </p:sp>
      <p:pic>
        <p:nvPicPr>
          <p:cNvPr id="57" name="Picture 2" descr=""/>
          <p:cNvPicPr/>
          <p:nvPr/>
        </p:nvPicPr>
        <p:blipFill>
          <a:blip r:embed="rId1"/>
          <a:stretch/>
        </p:blipFill>
        <p:spPr>
          <a:xfrm>
            <a:off x="762120" y="1295280"/>
            <a:ext cx="1631880" cy="2160720"/>
          </a:xfrm>
          <a:prstGeom prst="rect">
            <a:avLst/>
          </a:prstGeom>
          <a:noFill/>
          <a:ln w="0">
            <a:noFill/>
          </a:ln>
        </p:spPr>
      </p:pic>
      <p:sp>
        <p:nvSpPr>
          <p:cNvPr id="4" name="PlaceHolder 3"/>
          <p:cNvSpPr>
            <a:spLocks noGrp="1"/>
          </p:cNvSpPr>
          <p:nvPr>
            <p:ph type="ftr" idx="2"/>
          </p:nvPr>
        </p:nvSpPr>
        <p:spPr/>
        <p:txBody>
          <a:bodyPr/>
          <a:p>
            <a:r>
              <a:t>DRAFT </a:t>
            </a:r>
          </a:p>
        </p:txBody>
      </p:sp>
      <p:sp>
        <p:nvSpPr>
          <p:cNvPr id="5" name="PlaceHolder 4"/>
          <p:cNvSpPr>
            <a:spLocks noGrp="1"/>
          </p:cNvSpPr>
          <p:nvPr>
            <p:ph type="sldNum" idx="3"/>
          </p:nvPr>
        </p:nvSpPr>
        <p:spPr/>
        <p:txBody>
          <a:bodyPr/>
          <a:p>
            <a:fld id="{3E3CF069-C002-4CF5-96E1-C84211B0A046}" type="slidenum">
              <a:t>1</a:t>
            </a:fld>
          </a:p>
        </p:txBody>
      </p:sp>
      <p:sp>
        <p:nvSpPr>
          <p:cNvPr id="6" name="PlaceHolder 5"/>
          <p:cNvSpPr>
            <a:spLocks noGrp="1"/>
          </p:cNvSpPr>
          <p:nvPr>
            <p:ph type="dt" idx="1"/>
          </p:nvPr>
        </p:nvSpPr>
        <p:spPr/>
        <p:txBody>
          <a:bodyPr/>
          <a:p>
            <a:fld id="{3DFDD407-2CA4-4523-AC2D-772B9593787F}" type="datetime1">
              <a:rPr lang="en-IN"/>
              <a:t>03/06/25</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609120" y="914040"/>
            <a:ext cx="8534520" cy="6858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99"/>
                </a:solidFill>
                <a:effectLst/>
                <a:uFillTx/>
                <a:latin typeface="Tahoma"/>
              </a:rPr>
              <a:t>Table of Contents</a:t>
            </a:r>
            <a:endParaRPr b="0" lang="en-IN" sz="3600" strike="noStrike" u="none">
              <a:solidFill>
                <a:srgbClr val="006699"/>
              </a:solidFill>
              <a:effectLst/>
              <a:uFillTx/>
              <a:latin typeface="Tahoma"/>
            </a:endParaRPr>
          </a:p>
        </p:txBody>
      </p:sp>
      <p:sp>
        <p:nvSpPr>
          <p:cNvPr id="59" name="PlaceHolder 2"/>
          <p:cNvSpPr>
            <a:spLocks noGrp="1"/>
          </p:cNvSpPr>
          <p:nvPr>
            <p:ph/>
          </p:nvPr>
        </p:nvSpPr>
        <p:spPr>
          <a:xfrm>
            <a:off x="380520" y="1752480"/>
            <a:ext cx="8534520" cy="4648320"/>
          </a:xfrm>
          <a:prstGeom prst="rect">
            <a:avLst/>
          </a:prstGeom>
          <a:noFill/>
          <a:ln w="0">
            <a:noFill/>
          </a:ln>
        </p:spPr>
        <p:txBody>
          <a:bodyPr lIns="90000" rIns="90000" tIns="46800" bIns="46800" anchor="t">
            <a:normAutofit/>
          </a:bodyPr>
          <a:p>
            <a:pPr marL="343080" indent="-34308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Charter and Team</a:t>
            </a:r>
            <a:endParaRPr b="0" lang="en-IN" sz="2000" strike="noStrike" u="none">
              <a:solidFill>
                <a:srgbClr val="000000"/>
              </a:solidFill>
              <a:effectLst/>
              <a:uFillTx/>
              <a:latin typeface="Tahoma"/>
            </a:endParaRPr>
          </a:p>
          <a:p>
            <a:pPr marL="343080" indent="-34308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Roadmap</a:t>
            </a:r>
            <a:endParaRPr b="0" lang="en-IN" sz="2000" strike="noStrike" u="none">
              <a:solidFill>
                <a:srgbClr val="000000"/>
              </a:solidFill>
              <a:effectLst/>
              <a:uFillTx/>
              <a:latin typeface="Tahoma"/>
            </a:endParaRPr>
          </a:p>
          <a:p>
            <a:pPr marL="343080" indent="-34308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Timeline</a:t>
            </a:r>
            <a:endParaRPr b="0" lang="en-IN" sz="2000" strike="noStrike" u="none">
              <a:solidFill>
                <a:srgbClr val="000000"/>
              </a:solidFill>
              <a:effectLst/>
              <a:uFillTx/>
              <a:latin typeface="Tahoma"/>
            </a:endParaRPr>
          </a:p>
          <a:p>
            <a:pPr marL="343080" indent="-34308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Stakeholder Management</a:t>
            </a:r>
            <a:endParaRPr b="0" lang="en-IN" sz="2000" strike="noStrike" u="none">
              <a:solidFill>
                <a:srgbClr val="000000"/>
              </a:solidFill>
              <a:effectLst/>
              <a:uFillTx/>
              <a:latin typeface="Tahoma"/>
            </a:endParaRPr>
          </a:p>
          <a:p>
            <a:pPr marL="343080" indent="-34308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E-signature Alternatives Analysis</a:t>
            </a:r>
            <a:endParaRPr b="0" lang="en-IN" sz="2000" strike="noStrike" u="none">
              <a:solidFill>
                <a:srgbClr val="000000"/>
              </a:solidFill>
              <a:effectLst/>
              <a:uFillTx/>
              <a:latin typeface="Tahoma"/>
            </a:endParaRPr>
          </a:p>
          <a:p>
            <a:pPr marL="343080" indent="-34308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Summary of Risk Assessment of E-signature Pilots</a:t>
            </a:r>
            <a:endParaRPr b="0" lang="en-IN" sz="2000" strike="noStrike" u="none">
              <a:solidFill>
                <a:srgbClr val="000000"/>
              </a:solidFill>
              <a:effectLst/>
              <a:uFillTx/>
              <a:latin typeface="Tahoma"/>
            </a:endParaRPr>
          </a:p>
          <a:p>
            <a:pPr marL="343080" indent="-34308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Highlights of Illustrative Biz Plan for Hawaii Long Line Logbook</a:t>
            </a:r>
            <a:endParaRPr b="0" lang="en-IN" sz="2000" strike="noStrike" u="none">
              <a:solidFill>
                <a:srgbClr val="000000"/>
              </a:solidFill>
              <a:effectLst/>
              <a:uFillTx/>
              <a:latin typeface="Tahoma"/>
            </a:endParaRPr>
          </a:p>
          <a:p>
            <a:pPr marL="343080" indent="-34308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Challenge and Responses for the e-Signature Team</a:t>
            </a:r>
            <a:endParaRPr b="0" lang="en-IN" sz="2000" strike="noStrike" u="none">
              <a:solidFill>
                <a:srgbClr val="000000"/>
              </a:solidFill>
              <a:effectLst/>
              <a:uFillTx/>
              <a:latin typeface="Tahoma"/>
            </a:endParaRPr>
          </a:p>
          <a:p>
            <a:pPr marL="343080" indent="-34308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Roadmap and Model Artifacts for future e-signature projects</a:t>
            </a:r>
            <a:endParaRPr b="0" lang="en-IN" sz="2000" strike="noStrike" u="none">
              <a:solidFill>
                <a:srgbClr val="000000"/>
              </a:solidFill>
              <a:effectLst/>
              <a:uFillTx/>
              <a:latin typeface="Tahoma"/>
            </a:endParaRPr>
          </a:p>
          <a:p>
            <a:pPr marL="343080" indent="-34308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Next Steps/Recommendations</a:t>
            </a:r>
            <a:endParaRPr b="0" lang="en-IN" sz="2000" strike="noStrike" u="none">
              <a:solidFill>
                <a:srgbClr val="000000"/>
              </a:solidFill>
              <a:effectLst/>
              <a:uFillTx/>
              <a:latin typeface="Tahoma"/>
            </a:endParaRPr>
          </a:p>
        </p:txBody>
      </p:sp>
      <p:sp>
        <p:nvSpPr>
          <p:cNvPr id="4" name="PlaceHolder 3"/>
          <p:cNvSpPr>
            <a:spLocks noGrp="1"/>
          </p:cNvSpPr>
          <p:nvPr>
            <p:ph type="ftr" idx="2"/>
          </p:nvPr>
        </p:nvSpPr>
        <p:spPr/>
        <p:txBody>
          <a:bodyPr/>
          <a:p>
            <a:r>
              <a:t>DRAFT </a:t>
            </a:r>
          </a:p>
        </p:txBody>
      </p:sp>
      <p:sp>
        <p:nvSpPr>
          <p:cNvPr id="5" name="PlaceHolder 4"/>
          <p:cNvSpPr>
            <a:spLocks noGrp="1"/>
          </p:cNvSpPr>
          <p:nvPr>
            <p:ph type="sldNum" idx="3"/>
          </p:nvPr>
        </p:nvSpPr>
        <p:spPr/>
        <p:txBody>
          <a:bodyPr/>
          <a:p>
            <a:fld id="{89AB8ACE-1D8E-44CD-B412-2B98568CFECE}" type="slidenum">
              <a:t>2</a:t>
            </a:fld>
          </a:p>
        </p:txBody>
      </p:sp>
      <p:sp>
        <p:nvSpPr>
          <p:cNvPr id="6" name="PlaceHolder 5"/>
          <p:cNvSpPr>
            <a:spLocks noGrp="1"/>
          </p:cNvSpPr>
          <p:nvPr>
            <p:ph type="dt" idx="1"/>
          </p:nvPr>
        </p:nvSpPr>
        <p:spPr/>
        <p:txBody>
          <a:bodyPr/>
          <a:p>
            <a:fld id="{FBC8792C-1B07-4294-9FEE-D7FA5AFB6563}" type="datetime1">
              <a:rPr lang="en-IN"/>
              <a:t>03/06/25</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0" name="Picture 2" descr=""/>
          <p:cNvPicPr/>
          <p:nvPr/>
        </p:nvPicPr>
        <p:blipFill>
          <a:blip r:embed="rId1"/>
          <a:stretch/>
        </p:blipFill>
        <p:spPr>
          <a:xfrm>
            <a:off x="457200" y="1371600"/>
            <a:ext cx="8229600" cy="5105520"/>
          </a:xfrm>
          <a:prstGeom prst="rect">
            <a:avLst/>
          </a:prstGeom>
          <a:noFill/>
          <a:ln w="0">
            <a:noFill/>
          </a:ln>
        </p:spPr>
      </p:pic>
      <p:sp>
        <p:nvSpPr>
          <p:cNvPr id="61" name=""/>
          <p:cNvSpPr/>
          <p:nvPr/>
        </p:nvSpPr>
        <p:spPr>
          <a:xfrm>
            <a:off x="0" y="838080"/>
            <a:ext cx="9144000" cy="52092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6699"/>
                </a:solidFill>
                <a:effectLst/>
                <a:uFillTx/>
                <a:latin typeface="Tahoma"/>
              </a:rPr>
              <a:t>E-signature Team Procedural Directive Roadmap</a:t>
            </a:r>
            <a:endParaRPr b="0" lang="en-IN" sz="2800" strike="noStrike" u="none">
              <a:solidFill>
                <a:srgbClr val="000000"/>
              </a:solidFill>
              <a:effectLst/>
              <a:uFillTx/>
              <a:latin typeface="Tahoma"/>
            </a:endParaRPr>
          </a:p>
        </p:txBody>
      </p:sp>
      <p:sp>
        <p:nvSpPr>
          <p:cNvPr id="2" name="PlaceHolder 1"/>
          <p:cNvSpPr>
            <a:spLocks noGrp="1"/>
          </p:cNvSpPr>
          <p:nvPr>
            <p:ph type="ftr" idx="2"/>
          </p:nvPr>
        </p:nvSpPr>
        <p:spPr/>
        <p:txBody>
          <a:bodyPr/>
          <a:p>
            <a:r>
              <a:t>DRAFT </a:t>
            </a:r>
          </a:p>
        </p:txBody>
      </p:sp>
      <p:sp>
        <p:nvSpPr>
          <p:cNvPr id="3" name="PlaceHolder 2"/>
          <p:cNvSpPr>
            <a:spLocks noGrp="1"/>
          </p:cNvSpPr>
          <p:nvPr>
            <p:ph type="sldNum" idx="3"/>
          </p:nvPr>
        </p:nvSpPr>
        <p:spPr/>
        <p:txBody>
          <a:bodyPr/>
          <a:p>
            <a:fld id="{2A7618F6-9781-4B6F-825C-5BE1ADDFDA80}" type="slidenum">
              <a:t>3</a:t>
            </a:fld>
          </a:p>
        </p:txBody>
      </p:sp>
      <p:sp>
        <p:nvSpPr>
          <p:cNvPr id="4" name="PlaceHolder 3"/>
          <p:cNvSpPr>
            <a:spLocks noGrp="1"/>
          </p:cNvSpPr>
          <p:nvPr>
            <p:ph type="dt" idx="1"/>
          </p:nvPr>
        </p:nvSpPr>
        <p:spPr/>
        <p:txBody>
          <a:bodyPr/>
          <a:p>
            <a:fld id="{E2C867C4-5913-404C-ACF4-E06A52322D3F}" type="datetime1">
              <a:rPr lang="en-IN"/>
              <a:t>03/06/25</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380520" y="914040"/>
            <a:ext cx="8534520" cy="6858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99"/>
                </a:solidFill>
                <a:effectLst/>
                <a:uFillTx/>
                <a:latin typeface="Tahoma"/>
              </a:rPr>
              <a:t>E-signature Team Charter</a:t>
            </a:r>
            <a:endParaRPr b="0" lang="en-IN" sz="3600" strike="noStrike" u="none">
              <a:solidFill>
                <a:srgbClr val="006699"/>
              </a:solidFill>
              <a:effectLst/>
              <a:uFillTx/>
              <a:latin typeface="Tahoma"/>
            </a:endParaRPr>
          </a:p>
        </p:txBody>
      </p:sp>
      <p:sp>
        <p:nvSpPr>
          <p:cNvPr id="63" name="PlaceHolder 2"/>
          <p:cNvSpPr>
            <a:spLocks noGrp="1"/>
          </p:cNvSpPr>
          <p:nvPr>
            <p:ph/>
          </p:nvPr>
        </p:nvSpPr>
        <p:spPr>
          <a:xfrm>
            <a:off x="456840" y="1599840"/>
            <a:ext cx="8534520" cy="4800600"/>
          </a:xfrm>
          <a:prstGeom prst="rect">
            <a:avLst/>
          </a:prstGeom>
          <a:noFill/>
          <a:ln w="0">
            <a:noFill/>
          </a:ln>
        </p:spPr>
        <p:txBody>
          <a:bodyPr lIns="90000" rIns="90000" tIns="46800" bIns="46800" anchor="t">
            <a:normAutofit/>
          </a:bodyPr>
          <a:p>
            <a:pPr marL="343080" indent="-34308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sng">
                <a:solidFill>
                  <a:srgbClr val="996600"/>
                </a:solidFill>
                <a:effectLst/>
                <a:uFillTx/>
                <a:latin typeface="Tahoma"/>
                <a:hlinkClick r:id="rId1"/>
              </a:rPr>
              <a:t>.../</a:t>
            </a:r>
            <a:r>
              <a:rPr b="0" lang="en-US" sz="2200" strike="noStrike" u="sng">
                <a:solidFill>
                  <a:srgbClr val="996600"/>
                </a:solidFill>
                <a:effectLst/>
                <a:uFillTx/>
                <a:latin typeface="Tahoma"/>
                <a:hlinkClick r:id="rId2"/>
              </a:rPr>
              <a:t>esig/Charter+for+eSignature+Team</a:t>
            </a:r>
            <a:endParaRPr b="0" lang="en-IN" sz="2200" strike="noStrike" u="none">
              <a:solidFill>
                <a:srgbClr val="000000"/>
              </a:solidFill>
              <a:effectLst/>
              <a:uFillTx/>
              <a:latin typeface="Tahoma"/>
            </a:endParaRPr>
          </a:p>
          <a:p>
            <a:pPr marL="343080" indent="0">
              <a:spcBef>
                <a:spcPts val="55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Tahoma"/>
            </a:endParaRPr>
          </a:p>
        </p:txBody>
      </p:sp>
      <p:pic>
        <p:nvPicPr>
          <p:cNvPr id="64" name="" descr=""/>
          <p:cNvPicPr/>
          <p:nvPr/>
        </p:nvPicPr>
        <p:blipFill>
          <a:blip r:embed="rId3"/>
          <a:srcRect l="-575" t="32981" r="-575" b="17007"/>
          <a:stretch/>
        </p:blipFill>
        <p:spPr>
          <a:xfrm>
            <a:off x="1373040" y="2367000"/>
            <a:ext cx="6397920" cy="3120840"/>
          </a:xfrm>
          <a:prstGeom prst="rect">
            <a:avLst/>
          </a:prstGeom>
          <a:noFill/>
          <a:ln w="9360">
            <a:solidFill>
              <a:srgbClr val="000000"/>
            </a:solidFill>
            <a:miter/>
          </a:ln>
        </p:spPr>
      </p:pic>
      <p:sp>
        <p:nvSpPr>
          <p:cNvPr id="4" name="PlaceHolder 3"/>
          <p:cNvSpPr>
            <a:spLocks noGrp="1"/>
          </p:cNvSpPr>
          <p:nvPr>
            <p:ph type="ftr" idx="2"/>
          </p:nvPr>
        </p:nvSpPr>
        <p:spPr/>
        <p:txBody>
          <a:bodyPr/>
          <a:p>
            <a:r>
              <a:t>DRAFT </a:t>
            </a:r>
          </a:p>
        </p:txBody>
      </p:sp>
      <p:sp>
        <p:nvSpPr>
          <p:cNvPr id="5" name="PlaceHolder 4"/>
          <p:cNvSpPr>
            <a:spLocks noGrp="1"/>
          </p:cNvSpPr>
          <p:nvPr>
            <p:ph type="sldNum" idx="3"/>
          </p:nvPr>
        </p:nvSpPr>
        <p:spPr/>
        <p:txBody>
          <a:bodyPr/>
          <a:p>
            <a:fld id="{6037AE54-9AC8-4280-BCBA-C38943F91F5A}" type="slidenum">
              <a:t>4</a:t>
            </a:fld>
          </a:p>
        </p:txBody>
      </p:sp>
      <p:sp>
        <p:nvSpPr>
          <p:cNvPr id="6" name="PlaceHolder 5"/>
          <p:cNvSpPr>
            <a:spLocks noGrp="1"/>
          </p:cNvSpPr>
          <p:nvPr>
            <p:ph type="dt" idx="1"/>
          </p:nvPr>
        </p:nvSpPr>
        <p:spPr/>
        <p:txBody>
          <a:bodyPr/>
          <a:p>
            <a:fld id="{9D28B87F-CC91-4C89-BBAA-BAEFDA0CE476}" type="datetime1">
              <a:rPr lang="en-IN"/>
              <a:t>03/06/25</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380520" y="914040"/>
            <a:ext cx="8534520" cy="6858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99"/>
                </a:solidFill>
                <a:effectLst/>
                <a:uFillTx/>
                <a:latin typeface="Tahoma"/>
              </a:rPr>
              <a:t>E-signature Team Composition</a:t>
            </a:r>
            <a:endParaRPr b="0" lang="en-IN" sz="3600" strike="noStrike" u="none">
              <a:solidFill>
                <a:srgbClr val="006699"/>
              </a:solidFill>
              <a:effectLst/>
              <a:uFillTx/>
              <a:latin typeface="Tahoma"/>
            </a:endParaRPr>
          </a:p>
        </p:txBody>
      </p:sp>
      <p:sp>
        <p:nvSpPr>
          <p:cNvPr id="66" name="PlaceHolder 2"/>
          <p:cNvSpPr>
            <a:spLocks noGrp="1"/>
          </p:cNvSpPr>
          <p:nvPr>
            <p:ph/>
          </p:nvPr>
        </p:nvSpPr>
        <p:spPr>
          <a:xfrm>
            <a:off x="456840" y="1599840"/>
            <a:ext cx="8534520" cy="4800600"/>
          </a:xfrm>
          <a:prstGeom prst="rect">
            <a:avLst/>
          </a:prstGeom>
          <a:noFill/>
          <a:ln w="0">
            <a:noFill/>
          </a:ln>
        </p:spPr>
        <p:txBody>
          <a:bodyPr lIns="90000" rIns="90000" tIns="46800" bIns="46800" anchor="t">
            <a:normAutofit/>
          </a:bodyPr>
          <a:p>
            <a:pPr marL="343080" indent="-343080">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Tahoma"/>
              </a:rPr>
              <a:t>.../esig/Participant+and+Resource+Contact+Info</a:t>
            </a:r>
            <a:endParaRPr b="0" lang="en-IN" sz="2200" strike="noStrike" u="none">
              <a:solidFill>
                <a:srgbClr val="000000"/>
              </a:solidFill>
              <a:effectLst/>
              <a:uFillTx/>
              <a:latin typeface="Tahoma"/>
            </a:endParaRPr>
          </a:p>
          <a:p>
            <a:pPr marL="343080" indent="0">
              <a:spcBef>
                <a:spcPts val="55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000000"/>
              </a:solidFill>
              <a:effectLst/>
              <a:uFillTx/>
              <a:latin typeface="Tahoma"/>
            </a:endParaRPr>
          </a:p>
        </p:txBody>
      </p:sp>
      <p:pic>
        <p:nvPicPr>
          <p:cNvPr id="67" name="" descr=""/>
          <p:cNvPicPr/>
          <p:nvPr/>
        </p:nvPicPr>
        <p:blipFill>
          <a:blip r:embed="rId1"/>
          <a:srcRect l="-1150" t="29317" r="42172" b="-144"/>
          <a:stretch/>
        </p:blipFill>
        <p:spPr>
          <a:xfrm>
            <a:off x="533520" y="1981080"/>
            <a:ext cx="3730680" cy="4419720"/>
          </a:xfrm>
          <a:prstGeom prst="rect">
            <a:avLst/>
          </a:prstGeom>
          <a:noFill/>
          <a:ln w="9360">
            <a:solidFill>
              <a:srgbClr val="000000"/>
            </a:solidFill>
            <a:miter/>
          </a:ln>
        </p:spPr>
      </p:pic>
      <p:pic>
        <p:nvPicPr>
          <p:cNvPr id="68" name="" descr=""/>
          <p:cNvPicPr/>
          <p:nvPr/>
        </p:nvPicPr>
        <p:blipFill>
          <a:blip r:embed="rId2"/>
          <a:srcRect l="15362" t="39668" r="10445" b="12625"/>
          <a:stretch/>
        </p:blipFill>
        <p:spPr>
          <a:xfrm>
            <a:off x="4343400" y="2359080"/>
            <a:ext cx="4416480" cy="3662280"/>
          </a:xfrm>
          <a:prstGeom prst="rect">
            <a:avLst/>
          </a:prstGeom>
          <a:noFill/>
          <a:ln w="9360">
            <a:solidFill>
              <a:srgbClr val="000000"/>
            </a:solidFill>
            <a:miter/>
          </a:ln>
        </p:spPr>
      </p:pic>
      <p:sp>
        <p:nvSpPr>
          <p:cNvPr id="4" name="PlaceHolder 3"/>
          <p:cNvSpPr>
            <a:spLocks noGrp="1"/>
          </p:cNvSpPr>
          <p:nvPr>
            <p:ph type="ftr" idx="2"/>
          </p:nvPr>
        </p:nvSpPr>
        <p:spPr/>
        <p:txBody>
          <a:bodyPr/>
          <a:p>
            <a:r>
              <a:t>DRAFT </a:t>
            </a:r>
          </a:p>
        </p:txBody>
      </p:sp>
      <p:sp>
        <p:nvSpPr>
          <p:cNvPr id="5" name="PlaceHolder 4"/>
          <p:cNvSpPr>
            <a:spLocks noGrp="1"/>
          </p:cNvSpPr>
          <p:nvPr>
            <p:ph type="sldNum" idx="3"/>
          </p:nvPr>
        </p:nvSpPr>
        <p:spPr/>
        <p:txBody>
          <a:bodyPr/>
          <a:p>
            <a:fld id="{186A88FC-0335-443A-9F3F-A800E2D54C4D}" type="slidenum">
              <a:t>5</a:t>
            </a:fld>
          </a:p>
        </p:txBody>
      </p:sp>
      <p:sp>
        <p:nvSpPr>
          <p:cNvPr id="6" name="PlaceHolder 5"/>
          <p:cNvSpPr>
            <a:spLocks noGrp="1"/>
          </p:cNvSpPr>
          <p:nvPr>
            <p:ph type="dt" idx="1"/>
          </p:nvPr>
        </p:nvSpPr>
        <p:spPr/>
        <p:txBody>
          <a:bodyPr/>
          <a:p>
            <a:fld id="{F5A64A65-205F-4DBE-AEC0-668CE1898C8F}" type="datetime1">
              <a:rPr lang="en-IN"/>
              <a:t>03/06/25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Slide Number Placeholder 5"/>
          <p:cNvSpPr/>
          <p:nvPr/>
        </p:nvSpPr>
        <p:spPr>
          <a:xfrm>
            <a:off x="6553080" y="6477120"/>
            <a:ext cx="2133720" cy="22356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7FC4588-594B-403B-9745-54C9A831896A}" type="slidenum">
              <a:rPr b="0" lang="en-IN" sz="800" strike="noStrike" u="none">
                <a:solidFill>
                  <a:srgbClr val="000000"/>
                </a:solidFill>
                <a:effectLst/>
                <a:uFillTx/>
                <a:latin typeface="Tahoma"/>
              </a:rPr>
              <a:t>&lt;number&gt;</a:t>
            </a:fld>
            <a:endParaRPr b="0" lang="en-IN" sz="800" strike="noStrike" u="none">
              <a:solidFill>
                <a:srgbClr val="000000"/>
              </a:solidFill>
              <a:effectLst/>
              <a:uFillTx/>
              <a:latin typeface="Tahoma"/>
            </a:endParaRPr>
          </a:p>
        </p:txBody>
      </p:sp>
      <p:sp>
        <p:nvSpPr>
          <p:cNvPr id="70" name="PlaceHolder 1"/>
          <p:cNvSpPr>
            <a:spLocks noGrp="1"/>
          </p:cNvSpPr>
          <p:nvPr>
            <p:ph type="title"/>
          </p:nvPr>
        </p:nvSpPr>
        <p:spPr>
          <a:xfrm>
            <a:off x="456840" y="533160"/>
            <a:ext cx="8534520" cy="68580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99"/>
                </a:solidFill>
                <a:effectLst/>
                <a:uFillTx/>
                <a:latin typeface="Tahoma"/>
              </a:rPr>
              <a:t>NMFS E-signature Project Timeline</a:t>
            </a:r>
            <a:endParaRPr b="0" lang="en-IN" sz="3600" strike="noStrike" u="none">
              <a:solidFill>
                <a:srgbClr val="006699"/>
              </a:solidFill>
              <a:effectLst/>
              <a:uFillTx/>
              <a:latin typeface="Tahoma"/>
            </a:endParaRPr>
          </a:p>
        </p:txBody>
      </p:sp>
      <p:sp>
        <p:nvSpPr>
          <p:cNvPr id="71" name="PlaceHolder 2"/>
          <p:cNvSpPr>
            <a:spLocks noGrp="1"/>
          </p:cNvSpPr>
          <p:nvPr>
            <p:ph/>
          </p:nvPr>
        </p:nvSpPr>
        <p:spPr>
          <a:xfrm>
            <a:off x="456840" y="1218960"/>
            <a:ext cx="8534520" cy="5181480"/>
          </a:xfrm>
          <a:prstGeom prst="rect">
            <a:avLst/>
          </a:prstGeom>
          <a:noFill/>
          <a:ln w="0">
            <a:noFill/>
          </a:ln>
        </p:spPr>
        <p:txBody>
          <a:bodyPr lIns="91440" rIns="91440" tIns="45720" bIns="45720" anchor="t">
            <a:normAutofit/>
          </a:bodyPr>
          <a:p>
            <a:pPr marL="343080" indent="-34308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trike="noStrike" u="none">
                <a:solidFill>
                  <a:srgbClr val="000000"/>
                </a:solidFill>
                <a:effectLst/>
                <a:uFillTx/>
                <a:latin typeface="Tahoma"/>
              </a:rPr>
              <a:t>.../esig/Proposed+Meeting+Schedule</a:t>
            </a:r>
            <a:endParaRPr b="0" lang="en-IN" sz="2000" strike="noStrike" u="none">
              <a:solidFill>
                <a:srgbClr val="000000"/>
              </a:solidFill>
              <a:effectLst/>
              <a:uFillTx/>
              <a:latin typeface="Tahoma"/>
            </a:endParaRPr>
          </a:p>
          <a:p>
            <a:pPr marL="343080"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pic>
        <p:nvPicPr>
          <p:cNvPr id="72" name="" descr=""/>
          <p:cNvPicPr/>
          <p:nvPr/>
        </p:nvPicPr>
        <p:blipFill>
          <a:blip r:embed="rId1"/>
          <a:srcRect l="-1388" t="30673" r="10164" b="1674"/>
          <a:stretch/>
        </p:blipFill>
        <p:spPr>
          <a:xfrm>
            <a:off x="4498920" y="1600200"/>
            <a:ext cx="4187880" cy="4800600"/>
          </a:xfrm>
          <a:prstGeom prst="rect">
            <a:avLst/>
          </a:prstGeom>
          <a:noFill/>
          <a:ln w="9360">
            <a:solidFill>
              <a:srgbClr val="000000"/>
            </a:solidFill>
            <a:miter/>
          </a:ln>
        </p:spPr>
      </p:pic>
      <p:pic>
        <p:nvPicPr>
          <p:cNvPr id="73" name="" descr=""/>
          <p:cNvPicPr/>
          <p:nvPr/>
        </p:nvPicPr>
        <p:blipFill>
          <a:blip r:embed="rId2"/>
          <a:srcRect l="-1388" t="30673" r="13544" b="-512"/>
          <a:stretch/>
        </p:blipFill>
        <p:spPr>
          <a:xfrm>
            <a:off x="460440" y="1600200"/>
            <a:ext cx="4032360" cy="4879800"/>
          </a:xfrm>
          <a:prstGeom prst="rect">
            <a:avLst/>
          </a:prstGeom>
          <a:noFill/>
          <a:ln w="9360">
            <a:solidFill>
              <a:srgbClr val="000000"/>
            </a:solidFill>
            <a:miter/>
          </a:ln>
        </p:spPr>
      </p:pic>
      <p:sp>
        <p:nvSpPr>
          <p:cNvPr id="4" name="PlaceHolder 3"/>
          <p:cNvSpPr>
            <a:spLocks noGrp="1"/>
          </p:cNvSpPr>
          <p:nvPr>
            <p:ph type="ftr" idx="2"/>
          </p:nvPr>
        </p:nvSpPr>
        <p:spPr/>
        <p:txBody>
          <a:bodyPr/>
          <a:p>
            <a:r>
              <a:t>DRAFT </a:t>
            </a:r>
          </a:p>
        </p:txBody>
      </p:sp>
      <p:sp>
        <p:nvSpPr>
          <p:cNvPr id="5" name="PlaceHolder 4"/>
          <p:cNvSpPr>
            <a:spLocks noGrp="1"/>
          </p:cNvSpPr>
          <p:nvPr>
            <p:ph type="sldNum" idx="3"/>
          </p:nvPr>
        </p:nvSpPr>
        <p:spPr/>
        <p:txBody>
          <a:bodyPr/>
          <a:p>
            <a:fld id="{56A58D0B-D176-423C-A321-DF584BCA7B8E}" type="slidenum">
              <a:t>6</a:t>
            </a:fld>
          </a:p>
        </p:txBody>
      </p:sp>
      <p:sp>
        <p:nvSpPr>
          <p:cNvPr id="6" name="PlaceHolder 5"/>
          <p:cNvSpPr>
            <a:spLocks noGrp="1"/>
          </p:cNvSpPr>
          <p:nvPr>
            <p:ph type="dt" idx="1"/>
          </p:nvPr>
        </p:nvSpPr>
        <p:spPr/>
        <p:txBody>
          <a:bodyPr/>
          <a:p>
            <a:fld id="{90A45476-407F-4CB4-8152-A487673D1E2D}" type="datetime1">
              <a:rPr lang="en-IN"/>
              <a:t>03/06/25</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457200"/>
            <a:ext cx="8229600" cy="53352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99"/>
                </a:solidFill>
                <a:effectLst/>
                <a:uFillTx/>
                <a:latin typeface="Tahoma"/>
              </a:rPr>
              <a:t>NMFS E-signature stakeholders</a:t>
            </a:r>
            <a:endParaRPr b="0" lang="en-IN" sz="3600" strike="noStrike" u="none">
              <a:solidFill>
                <a:srgbClr val="006699"/>
              </a:solidFill>
              <a:effectLst/>
              <a:uFillTx/>
              <a:latin typeface="Tahoma"/>
            </a:endParaRPr>
          </a:p>
        </p:txBody>
      </p:sp>
      <p:grpSp>
        <p:nvGrpSpPr>
          <p:cNvPr id="75" name=""/>
          <p:cNvGrpSpPr/>
          <p:nvPr/>
        </p:nvGrpSpPr>
        <p:grpSpPr>
          <a:xfrm>
            <a:off x="533520" y="990360"/>
            <a:ext cx="7162200" cy="5271480"/>
            <a:chOff x="533520" y="990360"/>
            <a:chExt cx="7162200" cy="5271480"/>
          </a:xfrm>
        </p:grpSpPr>
        <p:grpSp>
          <p:nvGrpSpPr>
            <p:cNvPr id="76" name=""/>
            <p:cNvGrpSpPr/>
            <p:nvPr/>
          </p:nvGrpSpPr>
          <p:grpSpPr>
            <a:xfrm>
              <a:off x="533520" y="1188720"/>
              <a:ext cx="7162200" cy="5073120"/>
              <a:chOff x="533520" y="1188720"/>
              <a:chExt cx="7162200" cy="5073120"/>
            </a:xfrm>
          </p:grpSpPr>
          <p:sp>
            <p:nvSpPr>
              <p:cNvPr id="77" name=""/>
              <p:cNvSpPr/>
              <p:nvPr/>
            </p:nvSpPr>
            <p:spPr>
              <a:xfrm>
                <a:off x="533520" y="1188720"/>
                <a:ext cx="1023120" cy="276840"/>
              </a:xfrm>
              <a:prstGeom prst="rect">
                <a:avLst/>
              </a:prstGeom>
              <a:noFill/>
              <a:ln w="0">
                <a:noFill/>
              </a:ln>
            </p:spPr>
            <p:style>
              <a:lnRef idx="0"/>
              <a:fillRef idx="0"/>
              <a:effectRef idx="0"/>
              <a:fontRef idx="minor"/>
            </p:style>
            <p:txBody>
              <a:bodyPr lIns="90000" rIns="90000" tIns="46800" bIns="46800" anchor="t">
                <a:spAutoFit/>
              </a:bodyPr>
              <a:p>
                <a:pPr algn="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High</a:t>
                </a:r>
                <a:endParaRPr b="0" lang="en-IN" sz="1200" strike="noStrike" u="none">
                  <a:solidFill>
                    <a:srgbClr val="000000"/>
                  </a:solidFill>
                  <a:effectLst/>
                  <a:uFillTx/>
                  <a:latin typeface="Tahoma"/>
                </a:endParaRPr>
              </a:p>
            </p:txBody>
          </p:sp>
          <p:sp>
            <p:nvSpPr>
              <p:cNvPr id="78" name=""/>
              <p:cNvSpPr/>
              <p:nvPr/>
            </p:nvSpPr>
            <p:spPr>
              <a:xfrm rot="16200000">
                <a:off x="744840" y="3431880"/>
                <a:ext cx="1254600" cy="398880"/>
              </a:xfrm>
              <a:prstGeom prst="rect">
                <a:avLst/>
              </a:prstGeom>
              <a:noFill/>
              <a:ln w="0">
                <a:noFill/>
              </a:ln>
            </p:spPr>
            <p:style>
              <a:lnRef idx="0"/>
              <a:fillRef idx="0"/>
              <a:effectRef idx="0"/>
              <a:fontRef idx="minor"/>
            </p:style>
            <p:txBody>
              <a:bodyPr lIns="90000" rIns="90000" tIns="46800" bIns="46800" anchor="t">
                <a:spAutoFit/>
              </a:bodyPr>
              <a:p>
                <a:pPr algn="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a:rPr>
                  <a:t>POWER</a:t>
                </a:r>
                <a:endParaRPr b="0" lang="en-IN" sz="2000" strike="noStrike" u="none">
                  <a:solidFill>
                    <a:srgbClr val="000000"/>
                  </a:solidFill>
                  <a:effectLst/>
                  <a:uFillTx/>
                  <a:latin typeface="Tahoma"/>
                </a:endParaRPr>
              </a:p>
            </p:txBody>
          </p:sp>
          <p:sp>
            <p:nvSpPr>
              <p:cNvPr id="79" name=""/>
              <p:cNvSpPr/>
              <p:nvPr/>
            </p:nvSpPr>
            <p:spPr>
              <a:xfrm>
                <a:off x="3603240" y="5862960"/>
                <a:ext cx="1461600" cy="3988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000" strike="noStrike" u="none">
                    <a:solidFill>
                      <a:srgbClr val="000000"/>
                    </a:solidFill>
                    <a:effectLst/>
                    <a:uFillTx/>
                    <a:latin typeface="Arial"/>
                  </a:rPr>
                  <a:t>INTEREST</a:t>
                </a:r>
                <a:endParaRPr b="0" lang="en-IN" sz="2000" strike="noStrike" u="none">
                  <a:solidFill>
                    <a:srgbClr val="000000"/>
                  </a:solidFill>
                  <a:effectLst/>
                  <a:uFillTx/>
                  <a:latin typeface="Tahoma"/>
                </a:endParaRPr>
              </a:p>
            </p:txBody>
          </p:sp>
          <p:sp>
            <p:nvSpPr>
              <p:cNvPr id="80" name=""/>
              <p:cNvSpPr/>
              <p:nvPr/>
            </p:nvSpPr>
            <p:spPr>
              <a:xfrm>
                <a:off x="1556640" y="1254600"/>
                <a:ext cx="2777040" cy="2310840"/>
              </a:xfrm>
              <a:prstGeom prst="rect">
                <a:avLst/>
              </a:prstGeom>
              <a:solidFill>
                <a:srgbClr val="99cc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Keep</a:t>
                </a:r>
                <a:endParaRPr b="0" lang="en-IN" sz="1800" strike="noStrike" u="none">
                  <a:solidFill>
                    <a:srgbClr val="000000"/>
                  </a:solidFill>
                  <a:effectLst/>
                  <a:uFillTx/>
                  <a:latin typeface="Tahoma"/>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Satisfied</a:t>
                </a:r>
                <a:endParaRPr b="0" lang="en-IN" sz="1800" strike="noStrike" u="none">
                  <a:solidFill>
                    <a:srgbClr val="000000"/>
                  </a:solidFill>
                  <a:effectLst/>
                  <a:uFillTx/>
                  <a:latin typeface="Tahoma"/>
                </a:endParaRPr>
              </a:p>
            </p:txBody>
          </p:sp>
          <p:sp>
            <p:nvSpPr>
              <p:cNvPr id="81" name=""/>
              <p:cNvSpPr/>
              <p:nvPr/>
            </p:nvSpPr>
            <p:spPr>
              <a:xfrm>
                <a:off x="1555200" y="3565800"/>
                <a:ext cx="2778480" cy="2312280"/>
              </a:xfrm>
              <a:prstGeom prst="rect">
                <a:avLst/>
              </a:prstGeom>
              <a:solidFill>
                <a:srgbClr val="99cc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Monitor</a:t>
                </a:r>
                <a:endParaRPr b="0" lang="en-IN" sz="1800" strike="noStrike" u="none">
                  <a:solidFill>
                    <a:srgbClr val="000000"/>
                  </a:solidFill>
                  <a:effectLst/>
                  <a:uFillTx/>
                  <a:latin typeface="Tahoma"/>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(Minimum Effort)</a:t>
                </a:r>
                <a:endParaRPr b="0" lang="en-IN" sz="1800" strike="noStrike" u="none">
                  <a:solidFill>
                    <a:srgbClr val="000000"/>
                  </a:solidFill>
                  <a:effectLst/>
                  <a:uFillTx/>
                  <a:latin typeface="Tahoma"/>
                </a:endParaRPr>
              </a:p>
            </p:txBody>
          </p:sp>
          <p:sp>
            <p:nvSpPr>
              <p:cNvPr id="82" name=""/>
              <p:cNvSpPr/>
              <p:nvPr/>
            </p:nvSpPr>
            <p:spPr>
              <a:xfrm>
                <a:off x="4333680" y="3565800"/>
                <a:ext cx="2778840" cy="2312280"/>
              </a:xfrm>
              <a:prstGeom prst="rect">
                <a:avLst/>
              </a:prstGeom>
              <a:solidFill>
                <a:srgbClr val="99cc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Keep</a:t>
                </a:r>
                <a:endParaRPr b="0" lang="en-IN" sz="1800" strike="noStrike" u="none">
                  <a:solidFill>
                    <a:srgbClr val="000000"/>
                  </a:solidFill>
                  <a:effectLst/>
                  <a:uFillTx/>
                  <a:latin typeface="Tahoma"/>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Informed</a:t>
                </a:r>
                <a:endParaRPr b="0" lang="en-IN" sz="1800" strike="noStrike" u="none">
                  <a:solidFill>
                    <a:srgbClr val="000000"/>
                  </a:solidFill>
                  <a:effectLst/>
                  <a:uFillTx/>
                  <a:latin typeface="Tahoma"/>
                </a:endParaRPr>
              </a:p>
            </p:txBody>
          </p:sp>
          <p:sp>
            <p:nvSpPr>
              <p:cNvPr id="83" name=""/>
              <p:cNvSpPr/>
              <p:nvPr/>
            </p:nvSpPr>
            <p:spPr>
              <a:xfrm>
                <a:off x="533520" y="5678640"/>
                <a:ext cx="1023120" cy="276840"/>
              </a:xfrm>
              <a:prstGeom prst="rect">
                <a:avLst/>
              </a:prstGeom>
              <a:noFill/>
              <a:ln w="0">
                <a:noFill/>
              </a:ln>
            </p:spPr>
            <p:style>
              <a:lnRef idx="0"/>
              <a:fillRef idx="0"/>
              <a:effectRef idx="0"/>
              <a:fontRef idx="minor"/>
            </p:style>
            <p:txBody>
              <a:bodyPr lIns="90000" rIns="90000" tIns="46800" bIns="46800" anchor="t">
                <a:spAutoFit/>
              </a:bodyPr>
              <a:p>
                <a:pPr algn="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Low</a:t>
                </a:r>
                <a:endParaRPr b="0" lang="en-IN" sz="1200" strike="noStrike" u="none">
                  <a:solidFill>
                    <a:srgbClr val="000000"/>
                  </a:solidFill>
                  <a:effectLst/>
                  <a:uFillTx/>
                  <a:latin typeface="Tahoma"/>
                </a:endParaRPr>
              </a:p>
            </p:txBody>
          </p:sp>
          <p:sp>
            <p:nvSpPr>
              <p:cNvPr id="84" name=""/>
              <p:cNvSpPr/>
              <p:nvPr/>
            </p:nvSpPr>
            <p:spPr>
              <a:xfrm>
                <a:off x="972000" y="5834160"/>
                <a:ext cx="1023120" cy="276840"/>
              </a:xfrm>
              <a:prstGeom prst="rect">
                <a:avLst/>
              </a:prstGeom>
              <a:noFill/>
              <a:ln w="0">
                <a:noFill/>
              </a:ln>
            </p:spPr>
            <p:style>
              <a:lnRef idx="0"/>
              <a:fillRef idx="0"/>
              <a:effectRef idx="0"/>
              <a:fontRef idx="minor"/>
            </p:style>
            <p:txBody>
              <a:bodyPr lIns="90000" rIns="90000" tIns="46800" bIns="46800" anchor="t">
                <a:spAutoFit/>
              </a:bodyPr>
              <a:p>
                <a:pPr algn="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Low</a:t>
                </a:r>
                <a:endParaRPr b="0" lang="en-IN" sz="1200" strike="noStrike" u="none">
                  <a:solidFill>
                    <a:srgbClr val="000000"/>
                  </a:solidFill>
                  <a:effectLst/>
                  <a:uFillTx/>
                  <a:latin typeface="Tahoma"/>
                </a:endParaRPr>
              </a:p>
            </p:txBody>
          </p:sp>
          <p:sp>
            <p:nvSpPr>
              <p:cNvPr id="85" name=""/>
              <p:cNvSpPr/>
              <p:nvPr/>
            </p:nvSpPr>
            <p:spPr>
              <a:xfrm>
                <a:off x="6234120" y="5834160"/>
                <a:ext cx="1023120" cy="276840"/>
              </a:xfrm>
              <a:prstGeom prst="rect">
                <a:avLst/>
              </a:prstGeom>
              <a:noFill/>
              <a:ln w="0">
                <a:noFill/>
              </a:ln>
            </p:spPr>
            <p:style>
              <a:lnRef idx="0"/>
              <a:fillRef idx="0"/>
              <a:effectRef idx="0"/>
              <a:fontRef idx="minor"/>
            </p:style>
            <p:txBody>
              <a:bodyPr lIns="90000" rIns="90000" tIns="46800" bIns="46800" anchor="t">
                <a:spAutoFit/>
              </a:bodyPr>
              <a:p>
                <a:pPr algn="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200" strike="noStrike" u="none">
                    <a:solidFill>
                      <a:srgbClr val="000000"/>
                    </a:solidFill>
                    <a:effectLst/>
                    <a:uFillTx/>
                    <a:latin typeface="Arial"/>
                  </a:rPr>
                  <a:t>High</a:t>
                </a:r>
                <a:endParaRPr b="0" lang="en-IN" sz="1200" strike="noStrike" u="none">
                  <a:solidFill>
                    <a:srgbClr val="000000"/>
                  </a:solidFill>
                  <a:effectLst/>
                  <a:uFillTx/>
                  <a:latin typeface="Tahoma"/>
                </a:endParaRPr>
              </a:p>
            </p:txBody>
          </p:sp>
          <p:sp>
            <p:nvSpPr>
              <p:cNvPr id="86" name=""/>
              <p:cNvSpPr/>
              <p:nvPr/>
            </p:nvSpPr>
            <p:spPr>
              <a:xfrm>
                <a:off x="1556640" y="1254600"/>
                <a:ext cx="1461600" cy="39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87" name=""/>
              <p:cNvSpPr/>
              <p:nvPr/>
            </p:nvSpPr>
            <p:spPr>
              <a:xfrm>
                <a:off x="4187520" y="5452920"/>
                <a:ext cx="3069720" cy="320400"/>
              </a:xfrm>
              <a:prstGeom prst="rect">
                <a:avLst/>
              </a:prstGeom>
              <a:noFill/>
              <a:ln w="0">
                <a:noFill/>
              </a:ln>
            </p:spPr>
            <p:style>
              <a:lnRef idx="0"/>
              <a:fillRef idx="0"/>
              <a:effectRef idx="0"/>
              <a:fontRef idx="minor"/>
            </p:style>
            <p:txBody>
              <a:bodyPr lIns="90000" rIns="90000" tIns="46800" bIns="46800" anchor="t">
                <a:spAutoFit/>
              </a:bodyPr>
              <a:p>
                <a:pPr algn="ctr">
                  <a:lnSpc>
                    <a:spcPct val="75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88" name=""/>
              <p:cNvSpPr/>
              <p:nvPr/>
            </p:nvSpPr>
            <p:spPr>
              <a:xfrm>
                <a:off x="3603240" y="5151600"/>
                <a:ext cx="730440" cy="3960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89" name=""/>
              <p:cNvSpPr/>
              <p:nvPr/>
            </p:nvSpPr>
            <p:spPr>
              <a:xfrm>
                <a:off x="2652840" y="5151600"/>
                <a:ext cx="876960" cy="3960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90" name=""/>
              <p:cNvSpPr/>
              <p:nvPr/>
            </p:nvSpPr>
            <p:spPr>
              <a:xfrm>
                <a:off x="1556640" y="5479200"/>
                <a:ext cx="1388520" cy="39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91" name=""/>
              <p:cNvSpPr/>
              <p:nvPr/>
            </p:nvSpPr>
            <p:spPr>
              <a:xfrm>
                <a:off x="4260960" y="5018400"/>
                <a:ext cx="2850120" cy="3960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92" name=""/>
              <p:cNvSpPr/>
              <p:nvPr/>
            </p:nvSpPr>
            <p:spPr>
              <a:xfrm>
                <a:off x="4333680" y="4040280"/>
                <a:ext cx="3215880" cy="3960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93" name=""/>
              <p:cNvSpPr/>
              <p:nvPr/>
            </p:nvSpPr>
            <p:spPr>
              <a:xfrm>
                <a:off x="4333680" y="1253160"/>
                <a:ext cx="2778840" cy="2312280"/>
              </a:xfrm>
              <a:prstGeom prst="rect">
                <a:avLst/>
              </a:prstGeom>
              <a:solidFill>
                <a:srgbClr val="99cc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Manage</a:t>
                </a:r>
                <a:endParaRPr b="0" lang="en-IN" sz="1800" strike="noStrike" u="none">
                  <a:solidFill>
                    <a:srgbClr val="000000"/>
                  </a:solidFill>
                  <a:effectLst/>
                  <a:uFillTx/>
                  <a:latin typeface="Tahoma"/>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1800" strike="noStrike" u="none">
                    <a:solidFill>
                      <a:srgbClr val="ffffff"/>
                    </a:solidFill>
                    <a:effectLst/>
                    <a:uFillTx/>
                    <a:latin typeface="Arial"/>
                  </a:rPr>
                  <a:t>Closely</a:t>
                </a:r>
                <a:endParaRPr b="0" lang="en-IN" sz="1800" strike="noStrike" u="none">
                  <a:solidFill>
                    <a:srgbClr val="000000"/>
                  </a:solidFill>
                  <a:effectLst/>
                  <a:uFillTx/>
                  <a:latin typeface="Tahoma"/>
                </a:endParaRPr>
              </a:p>
            </p:txBody>
          </p:sp>
          <p:sp>
            <p:nvSpPr>
              <p:cNvPr id="94" name=""/>
              <p:cNvSpPr/>
              <p:nvPr/>
            </p:nvSpPr>
            <p:spPr>
              <a:xfrm>
                <a:off x="1556640" y="3565800"/>
                <a:ext cx="5554800" cy="0"/>
              </a:xfrm>
              <a:prstGeom prst="line">
                <a:avLst/>
              </a:prstGeom>
              <a:ln w="50760">
                <a:solidFill>
                  <a:srgbClr val="000000"/>
                </a:solidFill>
                <a:miter/>
              </a:ln>
            </p:spPr>
            <p:style>
              <a:lnRef idx="0"/>
              <a:fillRef idx="0"/>
              <a:effectRef idx="0"/>
              <a:fontRef idx="minor"/>
            </p:style>
            <p:txBody>
              <a:bodyPr lIns="90000" rIns="90000" tIns="-46800" bIns="-46800" anchor="t">
                <a:noAutofit/>
              </a:bodyPr>
              <a:p>
                <a:endParaRPr b="0" lang="en-IN" sz="2000" strike="noStrike" u="none">
                  <a:solidFill>
                    <a:srgbClr val="000000"/>
                  </a:solidFill>
                  <a:effectLst/>
                  <a:uFillTx/>
                  <a:latin typeface="Tahoma"/>
                </a:endParaRPr>
              </a:p>
            </p:txBody>
          </p:sp>
          <p:sp>
            <p:nvSpPr>
              <p:cNvPr id="95" name=""/>
              <p:cNvSpPr/>
              <p:nvPr/>
            </p:nvSpPr>
            <p:spPr>
              <a:xfrm flipV="1">
                <a:off x="4333680" y="1254240"/>
                <a:ext cx="0" cy="4622040"/>
              </a:xfrm>
              <a:prstGeom prst="line">
                <a:avLst/>
              </a:prstGeom>
              <a:ln w="50760">
                <a:solidFill>
                  <a:srgbClr val="000000"/>
                </a:solidFill>
                <a:miter/>
              </a:ln>
            </p:spPr>
            <p:style>
              <a:lnRef idx="0"/>
              <a:fillRef idx="0"/>
              <a:effectRef idx="0"/>
              <a:fontRef idx="minor"/>
            </p:style>
            <p:txBody>
              <a:bodyPr lIns="90000" rIns="90000" tIns="46800" bIns="46800" anchor="t">
                <a:noAutofit/>
              </a:bodyPr>
              <a:p>
                <a:endParaRPr b="0" lang="en-IN" sz="2000" strike="noStrike" u="none">
                  <a:solidFill>
                    <a:srgbClr val="000000"/>
                  </a:solidFill>
                  <a:effectLst/>
                  <a:uFillTx/>
                  <a:latin typeface="Tahoma"/>
                </a:endParaRPr>
              </a:p>
            </p:txBody>
          </p:sp>
          <p:sp>
            <p:nvSpPr>
              <p:cNvPr id="96" name=""/>
              <p:cNvSpPr/>
              <p:nvPr/>
            </p:nvSpPr>
            <p:spPr>
              <a:xfrm>
                <a:off x="5943240" y="1254600"/>
                <a:ext cx="1460160" cy="39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97" name=""/>
              <p:cNvSpPr/>
              <p:nvPr/>
            </p:nvSpPr>
            <p:spPr>
              <a:xfrm>
                <a:off x="4114440" y="1254600"/>
                <a:ext cx="1461960" cy="39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98" name=""/>
              <p:cNvSpPr/>
              <p:nvPr/>
            </p:nvSpPr>
            <p:spPr>
              <a:xfrm>
                <a:off x="3968280" y="1848960"/>
                <a:ext cx="3508200" cy="3974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99" name=""/>
              <p:cNvSpPr/>
              <p:nvPr/>
            </p:nvSpPr>
            <p:spPr>
              <a:xfrm>
                <a:off x="1557720" y="5876640"/>
                <a:ext cx="6138000" cy="0"/>
              </a:xfrm>
              <a:prstGeom prst="line">
                <a:avLst/>
              </a:prstGeom>
              <a:ln w="507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000" strike="noStrike" u="none">
                  <a:solidFill>
                    <a:srgbClr val="000000"/>
                  </a:solidFill>
                  <a:effectLst/>
                  <a:uFillTx/>
                  <a:latin typeface="Tahoma"/>
                </a:endParaRPr>
              </a:p>
            </p:txBody>
          </p:sp>
          <p:sp>
            <p:nvSpPr>
              <p:cNvPr id="100" name=""/>
              <p:cNvSpPr/>
              <p:nvPr/>
            </p:nvSpPr>
            <p:spPr>
              <a:xfrm>
                <a:off x="4114440" y="2905200"/>
                <a:ext cx="3215880" cy="3960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101" name=""/>
              <p:cNvSpPr/>
              <p:nvPr/>
            </p:nvSpPr>
            <p:spPr>
              <a:xfrm>
                <a:off x="4114440" y="3155760"/>
                <a:ext cx="3215880" cy="39600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grpSp>
        <p:sp>
          <p:nvSpPr>
            <p:cNvPr id="102" name=""/>
            <p:cNvSpPr/>
            <p:nvPr/>
          </p:nvSpPr>
          <p:spPr>
            <a:xfrm flipV="1">
              <a:off x="1556640" y="990360"/>
              <a:ext cx="0" cy="4886280"/>
            </a:xfrm>
            <a:prstGeom prst="line">
              <a:avLst/>
            </a:prstGeom>
            <a:ln w="50760">
              <a:solidFill>
                <a:srgbClr val="000000"/>
              </a:solidFill>
              <a:miter/>
              <a:tailEnd len="med" type="triangle" w="med"/>
            </a:ln>
          </p:spPr>
          <p:style>
            <a:lnRef idx="0"/>
            <a:fillRef idx="0"/>
            <a:effectRef idx="0"/>
            <a:fontRef idx="minor"/>
          </p:style>
          <p:txBody>
            <a:bodyPr lIns="90000" rIns="90000" tIns="46800" bIns="46800" anchor="t">
              <a:noAutofit/>
            </a:bodyPr>
            <a:p>
              <a:endParaRPr b="0" lang="en-IN" sz="2000" strike="noStrike" u="none">
                <a:solidFill>
                  <a:srgbClr val="000000"/>
                </a:solidFill>
                <a:effectLst/>
                <a:uFillTx/>
                <a:latin typeface="Tahoma"/>
              </a:endParaRPr>
            </a:p>
          </p:txBody>
        </p:sp>
      </p:grpSp>
      <p:sp>
        <p:nvSpPr>
          <p:cNvPr id="103" name=""/>
          <p:cNvSpPr/>
          <p:nvPr/>
        </p:nvSpPr>
        <p:spPr>
          <a:xfrm>
            <a:off x="4420800" y="4191120"/>
            <a:ext cx="608760" cy="3988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CIO</a:t>
            </a:r>
            <a:endParaRPr b="0" lang="en-IN" sz="2000" strike="noStrike" u="none">
              <a:solidFill>
                <a:srgbClr val="000000"/>
              </a:solidFill>
              <a:effectLst/>
              <a:uFillTx/>
              <a:latin typeface="Tahoma"/>
            </a:endParaRPr>
          </a:p>
        </p:txBody>
      </p:sp>
      <p:sp>
        <p:nvSpPr>
          <p:cNvPr id="104" name=""/>
          <p:cNvSpPr/>
          <p:nvPr/>
        </p:nvSpPr>
        <p:spPr>
          <a:xfrm>
            <a:off x="5867640" y="2819520"/>
            <a:ext cx="665640" cy="7038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FIS</a:t>
            </a:r>
            <a:endParaRPr b="0" lang="en-IN" sz="2000" strike="noStrike" u="none">
              <a:solidFill>
                <a:srgbClr val="000000"/>
              </a:solidFill>
              <a:effectLst/>
              <a:uFillTx/>
              <a:latin typeface="Tahoma"/>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PMT</a:t>
            </a:r>
            <a:endParaRPr b="0" lang="en-IN" sz="2000" strike="noStrike" u="none">
              <a:solidFill>
                <a:srgbClr val="000000"/>
              </a:solidFill>
              <a:effectLst/>
              <a:uFillTx/>
              <a:latin typeface="Tahoma"/>
            </a:endParaRPr>
          </a:p>
        </p:txBody>
      </p:sp>
      <p:sp>
        <p:nvSpPr>
          <p:cNvPr id="105" name=""/>
          <p:cNvSpPr/>
          <p:nvPr/>
        </p:nvSpPr>
        <p:spPr>
          <a:xfrm>
            <a:off x="5640120" y="3809880"/>
            <a:ext cx="1175040" cy="7038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Software</a:t>
            </a:r>
            <a:endParaRPr b="0" lang="en-IN" sz="2000" strike="noStrike" u="none">
              <a:solidFill>
                <a:srgbClr val="000000"/>
              </a:solidFill>
              <a:effectLst/>
              <a:uFillTx/>
              <a:latin typeface="Tahoma"/>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Vendors</a:t>
            </a:r>
            <a:endParaRPr b="0" lang="en-IN" sz="2000" strike="noStrike" u="none">
              <a:solidFill>
                <a:srgbClr val="000000"/>
              </a:solidFill>
              <a:effectLst/>
              <a:uFillTx/>
              <a:latin typeface="Tahoma"/>
            </a:endParaRPr>
          </a:p>
        </p:txBody>
      </p:sp>
      <p:sp>
        <p:nvSpPr>
          <p:cNvPr id="106" name=""/>
          <p:cNvSpPr/>
          <p:nvPr/>
        </p:nvSpPr>
        <p:spPr>
          <a:xfrm>
            <a:off x="5791680" y="1447920"/>
            <a:ext cx="1143360" cy="7038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Regional</a:t>
            </a:r>
            <a:endParaRPr b="0" lang="en-IN" sz="2000" strike="noStrike" u="none">
              <a:solidFill>
                <a:srgbClr val="000000"/>
              </a:solidFill>
              <a:effectLst/>
              <a:uFillTx/>
              <a:latin typeface="Tahoma"/>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Offices</a:t>
            </a:r>
            <a:endParaRPr b="0" lang="en-IN" sz="2000" strike="noStrike" u="none">
              <a:solidFill>
                <a:srgbClr val="000000"/>
              </a:solidFill>
              <a:effectLst/>
              <a:uFillTx/>
              <a:latin typeface="Tahoma"/>
            </a:endParaRPr>
          </a:p>
        </p:txBody>
      </p:sp>
      <p:sp>
        <p:nvSpPr>
          <p:cNvPr id="107" name=""/>
          <p:cNvSpPr/>
          <p:nvPr/>
        </p:nvSpPr>
        <p:spPr>
          <a:xfrm>
            <a:off x="4497120" y="2209680"/>
            <a:ext cx="630360" cy="3988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OLE</a:t>
            </a:r>
            <a:endParaRPr b="0" lang="en-IN" sz="2000" strike="noStrike" u="none">
              <a:solidFill>
                <a:srgbClr val="000000"/>
              </a:solidFill>
              <a:effectLst/>
              <a:uFillTx/>
              <a:latin typeface="Tahoma"/>
            </a:endParaRPr>
          </a:p>
        </p:txBody>
      </p:sp>
      <p:sp>
        <p:nvSpPr>
          <p:cNvPr id="108" name=""/>
          <p:cNvSpPr/>
          <p:nvPr/>
        </p:nvSpPr>
        <p:spPr>
          <a:xfrm>
            <a:off x="3125160" y="3657600"/>
            <a:ext cx="1131120" cy="7038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Office of</a:t>
            </a:r>
            <a:endParaRPr b="0" lang="en-IN" sz="2000" strike="noStrike" u="none">
              <a:solidFill>
                <a:srgbClr val="000000"/>
              </a:solidFill>
              <a:effectLst/>
              <a:uFillTx/>
              <a:latin typeface="Tahoma"/>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Policy</a:t>
            </a:r>
            <a:endParaRPr b="0" lang="en-IN" sz="2000" strike="noStrike" u="none">
              <a:solidFill>
                <a:srgbClr val="000000"/>
              </a:solidFill>
              <a:effectLst/>
              <a:uFillTx/>
              <a:latin typeface="Tahoma"/>
            </a:endParaRPr>
          </a:p>
        </p:txBody>
      </p:sp>
      <p:sp>
        <p:nvSpPr>
          <p:cNvPr id="109" name=""/>
          <p:cNvSpPr/>
          <p:nvPr/>
        </p:nvSpPr>
        <p:spPr>
          <a:xfrm>
            <a:off x="3201480" y="2819520"/>
            <a:ext cx="636120" cy="3988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GCF</a:t>
            </a:r>
            <a:endParaRPr b="0" lang="en-IN" sz="2000" strike="noStrike" u="none">
              <a:solidFill>
                <a:srgbClr val="000000"/>
              </a:solidFill>
              <a:effectLst/>
              <a:uFillTx/>
              <a:latin typeface="Tahoma"/>
            </a:endParaRPr>
          </a:p>
        </p:txBody>
      </p:sp>
      <p:sp>
        <p:nvSpPr>
          <p:cNvPr id="110" name=""/>
          <p:cNvSpPr/>
          <p:nvPr/>
        </p:nvSpPr>
        <p:spPr>
          <a:xfrm>
            <a:off x="2591640" y="5029200"/>
            <a:ext cx="1014480" cy="70380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IT</a:t>
            </a:r>
            <a:endParaRPr b="0" lang="en-IN" sz="2000" strike="noStrike" u="none">
              <a:solidFill>
                <a:srgbClr val="000000"/>
              </a:solidFill>
              <a:effectLst/>
              <a:uFillTx/>
              <a:latin typeface="Tahoma"/>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Experts</a:t>
            </a:r>
            <a:endParaRPr b="0" lang="en-IN" sz="2000" strike="noStrike" u="none">
              <a:solidFill>
                <a:srgbClr val="000000"/>
              </a:solidFill>
              <a:effectLst/>
              <a:uFillTx/>
              <a:latin typeface="Tahoma"/>
            </a:endParaRPr>
          </a:p>
        </p:txBody>
      </p:sp>
      <p:sp>
        <p:nvSpPr>
          <p:cNvPr id="111" name=""/>
          <p:cNvSpPr/>
          <p:nvPr/>
        </p:nvSpPr>
        <p:spPr>
          <a:xfrm>
            <a:off x="1599480" y="3657600"/>
            <a:ext cx="1635480" cy="10087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Fisheries</a:t>
            </a:r>
            <a:endParaRPr b="0" lang="en-IN" sz="2000" strike="noStrike" u="none">
              <a:solidFill>
                <a:srgbClr val="000000"/>
              </a:solidFill>
              <a:effectLst/>
              <a:uFillTx/>
              <a:latin typeface="Tahoma"/>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Management</a:t>
            </a:r>
            <a:endParaRPr b="0" lang="en-IN" sz="2000" strike="noStrike" u="none">
              <a:solidFill>
                <a:srgbClr val="000000"/>
              </a:solidFill>
              <a:effectLst/>
              <a:uFillTx/>
              <a:latin typeface="Tahoma"/>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Councils</a:t>
            </a:r>
            <a:endParaRPr b="0" lang="en-IN" sz="2000" strike="noStrike" u="none">
              <a:solidFill>
                <a:srgbClr val="000000"/>
              </a:solidFill>
              <a:effectLst/>
              <a:uFillTx/>
              <a:latin typeface="Tahoma"/>
            </a:endParaRPr>
          </a:p>
        </p:txBody>
      </p:sp>
      <p:sp>
        <p:nvSpPr>
          <p:cNvPr id="112" name=""/>
          <p:cNvSpPr/>
          <p:nvPr/>
        </p:nvSpPr>
        <p:spPr>
          <a:xfrm>
            <a:off x="5105160" y="5257800"/>
            <a:ext cx="1305360" cy="3988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End Users</a:t>
            </a:r>
            <a:endParaRPr b="0" lang="en-IN" sz="2000" strike="noStrike" u="none">
              <a:solidFill>
                <a:srgbClr val="000000"/>
              </a:solidFill>
              <a:effectLst/>
              <a:uFillTx/>
              <a:latin typeface="Tahoma"/>
            </a:endParaRPr>
          </a:p>
        </p:txBody>
      </p:sp>
      <p:sp>
        <p:nvSpPr>
          <p:cNvPr id="113" name=""/>
          <p:cNvSpPr/>
          <p:nvPr/>
        </p:nvSpPr>
        <p:spPr>
          <a:xfrm>
            <a:off x="1677600" y="2590920"/>
            <a:ext cx="835920" cy="3988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NOAA</a:t>
            </a:r>
            <a:endParaRPr b="0" lang="en-IN" sz="2000" strike="noStrike" u="none">
              <a:solidFill>
                <a:srgbClr val="000000"/>
              </a:solidFill>
              <a:effectLst/>
              <a:uFillTx/>
              <a:latin typeface="Tahoma"/>
            </a:endParaRPr>
          </a:p>
        </p:txBody>
      </p:sp>
      <p:sp>
        <p:nvSpPr>
          <p:cNvPr id="114" name=""/>
          <p:cNvSpPr/>
          <p:nvPr/>
        </p:nvSpPr>
        <p:spPr>
          <a:xfrm>
            <a:off x="1676520" y="1676520"/>
            <a:ext cx="838080" cy="398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OMB</a:t>
            </a:r>
            <a:endParaRPr b="0" lang="en-IN" sz="2000" strike="noStrike" u="none">
              <a:solidFill>
                <a:srgbClr val="000000"/>
              </a:solidFill>
              <a:effectLst/>
              <a:uFillTx/>
              <a:latin typeface="Tahoma"/>
            </a:endParaRPr>
          </a:p>
        </p:txBody>
      </p:sp>
      <p:sp>
        <p:nvSpPr>
          <p:cNvPr id="115" name=""/>
          <p:cNvSpPr/>
          <p:nvPr/>
        </p:nvSpPr>
        <p:spPr>
          <a:xfrm>
            <a:off x="3124080" y="1752480"/>
            <a:ext cx="1143000" cy="398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GCLE</a:t>
            </a:r>
            <a:endParaRPr b="0" lang="en-IN" sz="2000" strike="noStrike" u="none">
              <a:solidFill>
                <a:srgbClr val="000000"/>
              </a:solidFill>
              <a:effectLst/>
              <a:uFillTx/>
              <a:latin typeface="Tahoma"/>
            </a:endParaRPr>
          </a:p>
        </p:txBody>
      </p:sp>
      <p:sp>
        <p:nvSpPr>
          <p:cNvPr id="3" name="PlaceHolder 2"/>
          <p:cNvSpPr>
            <a:spLocks noGrp="1"/>
          </p:cNvSpPr>
          <p:nvPr>
            <p:ph type="ftr" idx="2"/>
          </p:nvPr>
        </p:nvSpPr>
        <p:spPr/>
        <p:txBody>
          <a:bodyPr/>
          <a:p>
            <a:r>
              <a:t>DRAFT </a:t>
            </a:r>
          </a:p>
        </p:txBody>
      </p:sp>
      <p:sp>
        <p:nvSpPr>
          <p:cNvPr id="4" name="PlaceHolder 3"/>
          <p:cNvSpPr>
            <a:spLocks noGrp="1"/>
          </p:cNvSpPr>
          <p:nvPr>
            <p:ph type="sldNum" idx="3"/>
          </p:nvPr>
        </p:nvSpPr>
        <p:spPr/>
        <p:txBody>
          <a:bodyPr/>
          <a:p>
            <a:fld id="{E67E0786-5393-4DD7-B413-6D2CDE8D2281}" type="slidenum">
              <a:t>7</a:t>
            </a:fld>
          </a:p>
        </p:txBody>
      </p:sp>
      <p:sp>
        <p:nvSpPr>
          <p:cNvPr id="5" name="PlaceHolder 4"/>
          <p:cNvSpPr>
            <a:spLocks noGrp="1"/>
          </p:cNvSpPr>
          <p:nvPr>
            <p:ph type="dt" idx="1"/>
          </p:nvPr>
        </p:nvSpPr>
        <p:spPr/>
        <p:txBody>
          <a:bodyPr/>
          <a:p>
            <a:fld id="{7334470A-AE1E-4903-ACA4-FA8B40A0F516}" type="datetime1">
              <a:rPr lang="en-IN"/>
              <a:t>03/06/25</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6" name="PlaceHolder 1"/>
          <p:cNvSpPr>
            <a:spLocks noGrp="1"/>
          </p:cNvSpPr>
          <p:nvPr>
            <p:ph type="title"/>
          </p:nvPr>
        </p:nvSpPr>
        <p:spPr>
          <a:xfrm>
            <a:off x="837720" y="609120"/>
            <a:ext cx="8077320" cy="129564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99"/>
                </a:solidFill>
                <a:effectLst/>
                <a:uFillTx/>
                <a:latin typeface="Tahoma"/>
              </a:rPr>
              <a:t>Five Step Process for Determining Desired Assurance Level (OMB Policy) </a:t>
            </a:r>
            <a:endParaRPr b="0" lang="en-IN" sz="3600" strike="noStrike" u="none">
              <a:solidFill>
                <a:srgbClr val="006699"/>
              </a:solidFill>
              <a:effectLst/>
              <a:uFillTx/>
              <a:latin typeface="Tahoma"/>
            </a:endParaRPr>
          </a:p>
        </p:txBody>
      </p:sp>
      <p:sp>
        <p:nvSpPr>
          <p:cNvPr id="117" name="PlaceHolder 2"/>
          <p:cNvSpPr>
            <a:spLocks noGrp="1"/>
          </p:cNvSpPr>
          <p:nvPr>
            <p:ph/>
          </p:nvPr>
        </p:nvSpPr>
        <p:spPr>
          <a:xfrm>
            <a:off x="304920" y="1980720"/>
            <a:ext cx="8534160" cy="3581640"/>
          </a:xfrm>
          <a:prstGeom prst="rect">
            <a:avLst/>
          </a:prstGeom>
          <a:noFill/>
          <a:ln w="0">
            <a:noFill/>
          </a:ln>
        </p:spPr>
        <p:txBody>
          <a:bodyPr lIns="90000" rIns="90000" tIns="46800" bIns="46800" anchor="t">
            <a:normAutofit/>
          </a:bodyPr>
          <a:p>
            <a:pPr lvl="1" marL="743040" indent="-28584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First two steps are the primary focus for the process the NMFS e-signature team used</a:t>
            </a:r>
            <a:endParaRPr b="0" lang="en-IN" sz="2000" strike="noStrike" u="none">
              <a:solidFill>
                <a:srgbClr val="000000"/>
              </a:solidFill>
              <a:effectLst/>
              <a:uFillTx/>
              <a:latin typeface="Tahoma"/>
            </a:endParaRPr>
          </a:p>
          <a:p>
            <a:pPr lvl="1" marL="743040" indent="-28584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Conduct risk assessment</a:t>
            </a:r>
            <a:endParaRPr b="0" lang="en-IN" sz="2000" strike="noStrike" u="none">
              <a:solidFill>
                <a:srgbClr val="000000"/>
              </a:solidFill>
              <a:effectLst/>
              <a:uFillTx/>
              <a:latin typeface="Tahoma"/>
            </a:endParaRPr>
          </a:p>
          <a:p>
            <a:pPr lvl="1" marL="743040" indent="-28584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Map identified risks to assurance level </a:t>
            </a:r>
            <a:endParaRPr b="0" lang="en-IN" sz="2000" strike="noStrike" u="none">
              <a:solidFill>
                <a:srgbClr val="000000"/>
              </a:solidFill>
              <a:effectLst/>
              <a:uFillTx/>
              <a:latin typeface="Tahoma"/>
            </a:endParaRPr>
          </a:p>
          <a:p>
            <a:pPr lvl="1" marL="743040" indent="-28584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Select technology based on NIST technical guidance</a:t>
            </a:r>
            <a:endParaRPr b="0" lang="en-IN" sz="2000" strike="noStrike" u="none">
              <a:solidFill>
                <a:srgbClr val="000000"/>
              </a:solidFill>
              <a:effectLst/>
              <a:uFillTx/>
              <a:latin typeface="Tahoma"/>
            </a:endParaRPr>
          </a:p>
          <a:p>
            <a:pPr lvl="1" marL="743040" indent="-28584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Validate that implemented system has achieved desired assurance level</a:t>
            </a:r>
            <a:endParaRPr b="0" lang="en-IN" sz="2000" strike="noStrike" u="none">
              <a:solidFill>
                <a:srgbClr val="000000"/>
              </a:solidFill>
              <a:effectLst/>
              <a:uFillTx/>
              <a:latin typeface="Tahoma"/>
            </a:endParaRPr>
          </a:p>
          <a:p>
            <a:pPr lvl="1" marL="743040" indent="-28584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Periodically reassess system to assure solution produces desired assurance.</a:t>
            </a:r>
            <a:endParaRPr b="0" lang="en-IN" sz="2000" strike="noStrike" u="none">
              <a:solidFill>
                <a:srgbClr val="000000"/>
              </a:solidFill>
              <a:effectLst/>
              <a:uFillTx/>
              <a:latin typeface="Tahoma"/>
            </a:endParaRPr>
          </a:p>
        </p:txBody>
      </p:sp>
      <p:sp>
        <p:nvSpPr>
          <p:cNvPr id="118" name=""/>
          <p:cNvSpPr/>
          <p:nvPr/>
        </p:nvSpPr>
        <p:spPr>
          <a:xfrm>
            <a:off x="609480" y="2666880"/>
            <a:ext cx="152640" cy="914400"/>
          </a:xfrm>
          <a:custGeom>
            <a:avLst/>
            <a:gdLst>
              <a:gd name="textAreaLeft" fmla="*/ 97560 w 152640"/>
              <a:gd name="textAreaRight" fmla="*/ 153000 w 152640"/>
              <a:gd name="textAreaTop" fmla="*/ 23760 h 914400"/>
              <a:gd name="textAreaBottom" fmla="*/ 890640 h 914400"/>
              <a:gd name="GluePoint1X" fmla="*/ 21600 w 21600"/>
              <a:gd name="GluePoint1Y" fmla="*/ 0 h 21600"/>
              <a:gd name="GluePoint2X" fmla="*/ 0 w 21600"/>
              <a:gd name="GluePoint2Y" fmla="*/ 10800 h 21600"/>
              <a:gd name="GluePoint3X" fmla="*/ 21600 w 21600"/>
              <a:gd name="GluePoint3Y" fmla="*/ 216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21600" y="0"/>
                </a:moveTo>
                <a:cubicBezTo>
                  <a:pt x="16200" y="0"/>
                  <a:pt x="10800" y="900"/>
                  <a:pt x="10800" y="1800"/>
                </a:cubicBezTo>
                <a:lnTo>
                  <a:pt x="10800" y="9000"/>
                </a:lnTo>
                <a:cubicBezTo>
                  <a:pt x="10800" y="9900"/>
                  <a:pt x="5400" y="10800"/>
                  <a:pt x="0" y="10800"/>
                </a:cubicBezTo>
                <a:cubicBezTo>
                  <a:pt x="5400" y="10800"/>
                  <a:pt x="10800" y="11700"/>
                  <a:pt x="10800" y="12600"/>
                </a:cubicBezTo>
                <a:lnTo>
                  <a:pt x="10800" y="19800"/>
                </a:lnTo>
                <a:cubicBezTo>
                  <a:pt x="10800" y="20700"/>
                  <a:pt x="16200" y="21600"/>
                  <a:pt x="21600" y="21600"/>
                </a:cubicBezTo>
              </a:path>
            </a:pathLst>
          </a:custGeom>
          <a:noFill/>
          <a:ln w="9360">
            <a:solidFill>
              <a:srgbClr val="ff00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sp>
        <p:nvSpPr>
          <p:cNvPr id="4" name="PlaceHolder 3"/>
          <p:cNvSpPr>
            <a:spLocks noGrp="1"/>
          </p:cNvSpPr>
          <p:nvPr>
            <p:ph type="ftr" idx="2"/>
          </p:nvPr>
        </p:nvSpPr>
        <p:spPr/>
        <p:txBody>
          <a:bodyPr/>
          <a:p>
            <a:r>
              <a:t>DRAFT </a:t>
            </a:r>
          </a:p>
        </p:txBody>
      </p:sp>
      <p:sp>
        <p:nvSpPr>
          <p:cNvPr id="5" name="PlaceHolder 4"/>
          <p:cNvSpPr>
            <a:spLocks noGrp="1"/>
          </p:cNvSpPr>
          <p:nvPr>
            <p:ph type="sldNum" idx="3"/>
          </p:nvPr>
        </p:nvSpPr>
        <p:spPr/>
        <p:txBody>
          <a:bodyPr/>
          <a:p>
            <a:fld id="{029A7E0D-1D2E-4F80-B093-A3A9CCC41643}" type="slidenum">
              <a:t>8</a:t>
            </a:fld>
          </a:p>
        </p:txBody>
      </p:sp>
      <p:sp>
        <p:nvSpPr>
          <p:cNvPr id="6" name="PlaceHolder 5"/>
          <p:cNvSpPr>
            <a:spLocks noGrp="1"/>
          </p:cNvSpPr>
          <p:nvPr>
            <p:ph type="dt" idx="1"/>
          </p:nvPr>
        </p:nvSpPr>
        <p:spPr/>
        <p:txBody>
          <a:bodyPr/>
          <a:p>
            <a:fld id="{77000CD1-F157-4641-9D10-BAA7E2D42423}" type="datetime1">
              <a:rPr lang="en-IN"/>
              <a:t>03/06/25</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9" name="Rectangle 4"/>
          <p:cNvSpPr/>
          <p:nvPr/>
        </p:nvSpPr>
        <p:spPr>
          <a:xfrm>
            <a:off x="457200" y="6477120"/>
            <a:ext cx="2133720" cy="223560"/>
          </a:xfrm>
          <a:prstGeom prst="rect">
            <a:avLst/>
          </a:prstGeom>
          <a:noFill/>
          <a:ln w="0">
            <a:noFill/>
          </a:ln>
        </p:spPr>
        <p:style>
          <a:lnRef idx="0"/>
          <a:fillRef idx="0"/>
          <a:effectRef idx="0"/>
          <a:fontRef idx="minor"/>
        </p:style>
        <p:txBody>
          <a:bodyPr lIns="90000" rIns="90000" tIns="46800" bIns="4680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BFF66BE-376E-4754-B71B-B2E49E4B0C6A}" type="datetime">
              <a:rPr b="0" lang="en-US" sz="800" strike="noStrike" u="none">
                <a:solidFill>
                  <a:srgbClr val="000000"/>
                </a:solidFill>
                <a:effectLst/>
                <a:uFillTx/>
                <a:latin typeface="Tahoma"/>
              </a:rPr>
              <a:t>06/03/25</a:t>
            </a:fld>
            <a:endParaRPr b="0" lang="en-IN" sz="800" strike="noStrike" u="none">
              <a:solidFill>
                <a:srgbClr val="000000"/>
              </a:solidFill>
              <a:effectLst/>
              <a:uFillTx/>
              <a:latin typeface="Tahoma"/>
            </a:endParaRPr>
          </a:p>
        </p:txBody>
      </p:sp>
      <p:sp>
        <p:nvSpPr>
          <p:cNvPr id="120" name="Rectangle 5"/>
          <p:cNvSpPr/>
          <p:nvPr/>
        </p:nvSpPr>
        <p:spPr>
          <a:xfrm>
            <a:off x="3124080" y="6477120"/>
            <a:ext cx="2895840" cy="228600"/>
          </a:xfrm>
          <a:prstGeom prst="rect">
            <a:avLst/>
          </a:prstGeom>
          <a:noFill/>
          <a:ln w="0">
            <a:noFill/>
          </a:ln>
        </p:spPr>
        <p:style>
          <a:lnRef idx="0"/>
          <a:fillRef idx="0"/>
          <a:effectRef idx="0"/>
          <a:fontRef idx="minor"/>
        </p:style>
        <p:txBody>
          <a:bodyPr lIns="90000" rIns="90000" tIns="46800" bIns="46800" anchor="b">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Tahoma"/>
              </a:rPr>
              <a:t>DRAFTNMFS eSignature Group</a:t>
            </a:r>
            <a:endParaRPr b="0" lang="en-IN" sz="800" strike="noStrike" u="none">
              <a:solidFill>
                <a:srgbClr val="000000"/>
              </a:solidFill>
              <a:effectLst/>
              <a:uFillTx/>
              <a:latin typeface="Tahoma"/>
            </a:endParaRPr>
          </a:p>
        </p:txBody>
      </p:sp>
      <p:sp>
        <p:nvSpPr>
          <p:cNvPr id="121" name="Rectangle 6"/>
          <p:cNvSpPr/>
          <p:nvPr/>
        </p:nvSpPr>
        <p:spPr>
          <a:xfrm>
            <a:off x="6553080" y="6477120"/>
            <a:ext cx="2133720" cy="22356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21A2F69-C177-4AD5-B3DA-8155FBB8880D}" type="slidenum">
              <a:rPr b="0" lang="en-US" sz="800" strike="noStrike" u="none">
                <a:solidFill>
                  <a:srgbClr val="000000"/>
                </a:solidFill>
                <a:effectLst/>
                <a:uFillTx/>
                <a:latin typeface="Tahoma"/>
              </a:rPr>
              <a:t>&lt;number&gt;</a:t>
            </a:fld>
            <a:endParaRPr b="0" lang="en-IN" sz="800" strike="noStrike" u="none">
              <a:solidFill>
                <a:srgbClr val="000000"/>
              </a:solidFill>
              <a:effectLst/>
              <a:uFillTx/>
              <a:latin typeface="Tahoma"/>
            </a:endParaRPr>
          </a:p>
        </p:txBody>
      </p:sp>
      <p:sp>
        <p:nvSpPr>
          <p:cNvPr id="122" name="PlaceHolder 1"/>
          <p:cNvSpPr>
            <a:spLocks noGrp="1"/>
          </p:cNvSpPr>
          <p:nvPr>
            <p:ph type="title"/>
          </p:nvPr>
        </p:nvSpPr>
        <p:spPr>
          <a:xfrm>
            <a:off x="456840" y="533160"/>
            <a:ext cx="8534520" cy="68580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6699"/>
                </a:solidFill>
                <a:effectLst/>
                <a:uFillTx/>
                <a:latin typeface="Tahoma"/>
              </a:rPr>
              <a:t>Alternatives Analysis for E-signature Choices </a:t>
            </a:r>
            <a:endParaRPr b="0" lang="en-IN" sz="3200" strike="noStrike" u="none">
              <a:solidFill>
                <a:srgbClr val="006699"/>
              </a:solidFill>
              <a:effectLst/>
              <a:uFillTx/>
              <a:latin typeface="Tahoma"/>
            </a:endParaRPr>
          </a:p>
        </p:txBody>
      </p:sp>
      <p:sp>
        <p:nvSpPr>
          <p:cNvPr id="123" name="PlaceHolder 2"/>
          <p:cNvSpPr>
            <a:spLocks noGrp="1"/>
          </p:cNvSpPr>
          <p:nvPr>
            <p:ph/>
          </p:nvPr>
        </p:nvSpPr>
        <p:spPr>
          <a:xfrm>
            <a:off x="609120" y="1218960"/>
            <a:ext cx="8534520" cy="5181480"/>
          </a:xfrm>
          <a:prstGeom prst="rect">
            <a:avLst/>
          </a:prstGeom>
          <a:noFill/>
          <a:ln w="0">
            <a:noFill/>
          </a:ln>
        </p:spPr>
        <p:txBody>
          <a:bodyPr lIns="91440" rIns="91440" tIns="45720" bIns="45720" anchor="t">
            <a:normAutofit/>
          </a:bodyPr>
          <a:p>
            <a:pPr marL="343080" indent="-343080">
              <a:lnSpc>
                <a:spcPct val="90000"/>
              </a:lnSpc>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000000"/>
                </a:solidFill>
                <a:effectLst/>
                <a:uFillTx/>
                <a:latin typeface="Tahoma"/>
              </a:rPr>
              <a:t>Think Tank screen shot</a:t>
            </a:r>
            <a:endParaRPr b="0" lang="en-IN" sz="2200" strike="noStrike" u="none">
              <a:solidFill>
                <a:srgbClr val="000000"/>
              </a:solidFill>
              <a:effectLst/>
              <a:uFillTx/>
              <a:latin typeface="Tahoma"/>
            </a:endParaRPr>
          </a:p>
        </p:txBody>
      </p:sp>
      <p:pic>
        <p:nvPicPr>
          <p:cNvPr id="124" name="Picture 2" descr=""/>
          <p:cNvPicPr/>
          <p:nvPr/>
        </p:nvPicPr>
        <p:blipFill>
          <a:blip r:embed="rId1"/>
          <a:srcRect l="0" t="13280" r="50001" b="3126"/>
          <a:stretch/>
        </p:blipFill>
        <p:spPr>
          <a:xfrm>
            <a:off x="533520" y="1219320"/>
            <a:ext cx="7619760" cy="5095800"/>
          </a:xfrm>
          <a:prstGeom prst="rect">
            <a:avLst/>
          </a:prstGeom>
          <a:noFill/>
          <a:ln w="0">
            <a:noFill/>
          </a:ln>
        </p:spPr>
      </p:pic>
      <p:sp>
        <p:nvSpPr>
          <p:cNvPr id="4" name="PlaceHolder 3"/>
          <p:cNvSpPr>
            <a:spLocks noGrp="1"/>
          </p:cNvSpPr>
          <p:nvPr>
            <p:ph type="ftr" idx="2"/>
          </p:nvPr>
        </p:nvSpPr>
        <p:spPr/>
        <p:txBody>
          <a:bodyPr/>
          <a:p>
            <a:r>
              <a:t>DRAFT </a:t>
            </a:r>
          </a:p>
        </p:txBody>
      </p:sp>
      <p:sp>
        <p:nvSpPr>
          <p:cNvPr id="5" name="PlaceHolder 4"/>
          <p:cNvSpPr>
            <a:spLocks noGrp="1"/>
          </p:cNvSpPr>
          <p:nvPr>
            <p:ph type="sldNum" idx="3"/>
          </p:nvPr>
        </p:nvSpPr>
        <p:spPr/>
        <p:txBody>
          <a:bodyPr/>
          <a:p>
            <a:fld id="{C910BD71-090C-4C65-BEC8-CBF9105F8695}" type="slidenum">
              <a:t>9</a:t>
            </a:fld>
          </a:p>
        </p:txBody>
      </p:sp>
      <p:sp>
        <p:nvSpPr>
          <p:cNvPr id="6" name="PlaceHolder 5"/>
          <p:cNvSpPr>
            <a:spLocks noGrp="1"/>
          </p:cNvSpPr>
          <p:nvPr>
            <p:ph type="dt" idx="1"/>
          </p:nvPr>
        </p:nvSpPr>
        <p:spPr/>
        <p:txBody>
          <a:bodyPr/>
          <a:p>
            <a:fld id="{67E6628D-E194-4F42-9D50-8D95E967BCE2}" type="datetime1">
              <a:rPr lang="en-IN"/>
              <a:t>03/06/25</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Rectangle 4"/>
          <p:cNvSpPr/>
          <p:nvPr/>
        </p:nvSpPr>
        <p:spPr>
          <a:xfrm>
            <a:off x="457200" y="6477120"/>
            <a:ext cx="2133720" cy="223560"/>
          </a:xfrm>
          <a:prstGeom prst="rect">
            <a:avLst/>
          </a:prstGeom>
          <a:noFill/>
          <a:ln w="0">
            <a:noFill/>
          </a:ln>
        </p:spPr>
        <p:style>
          <a:lnRef idx="0"/>
          <a:fillRef idx="0"/>
          <a:effectRef idx="0"/>
          <a:fontRef idx="minor"/>
        </p:style>
        <p:txBody>
          <a:bodyPr lIns="90000" rIns="90000" tIns="46800" bIns="4680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91A581C-1050-4D3E-A8FC-C03D42A55A91}" type="datetime">
              <a:rPr b="0" lang="en-US" sz="800" strike="noStrike" u="none">
                <a:solidFill>
                  <a:srgbClr val="000000"/>
                </a:solidFill>
                <a:effectLst/>
                <a:uFillTx/>
                <a:latin typeface="Tahoma"/>
              </a:rPr>
              <a:t>06/03/25</a:t>
            </a:fld>
            <a:endParaRPr b="0" lang="en-IN" sz="800" strike="noStrike" u="none">
              <a:solidFill>
                <a:srgbClr val="000000"/>
              </a:solidFill>
              <a:effectLst/>
              <a:uFillTx/>
              <a:latin typeface="Tahoma"/>
            </a:endParaRPr>
          </a:p>
        </p:txBody>
      </p:sp>
      <p:sp>
        <p:nvSpPr>
          <p:cNvPr id="126" name="Rectangle 5"/>
          <p:cNvSpPr/>
          <p:nvPr/>
        </p:nvSpPr>
        <p:spPr>
          <a:xfrm>
            <a:off x="3124080" y="6477120"/>
            <a:ext cx="2895840" cy="228600"/>
          </a:xfrm>
          <a:prstGeom prst="rect">
            <a:avLst/>
          </a:prstGeom>
          <a:noFill/>
          <a:ln w="0">
            <a:noFill/>
          </a:ln>
        </p:spPr>
        <p:style>
          <a:lnRef idx="0"/>
          <a:fillRef idx="0"/>
          <a:effectRef idx="0"/>
          <a:fontRef idx="minor"/>
        </p:style>
        <p:txBody>
          <a:bodyPr lIns="90000" rIns="90000" tIns="46800" bIns="46800" anchor="b">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Tahoma"/>
              </a:rPr>
              <a:t>DRAFTNMFS eSignature Group</a:t>
            </a:r>
            <a:endParaRPr b="0" lang="en-IN" sz="800" strike="noStrike" u="none">
              <a:solidFill>
                <a:srgbClr val="000000"/>
              </a:solidFill>
              <a:effectLst/>
              <a:uFillTx/>
              <a:latin typeface="Tahoma"/>
            </a:endParaRPr>
          </a:p>
        </p:txBody>
      </p:sp>
      <p:sp>
        <p:nvSpPr>
          <p:cNvPr id="127" name="Rectangle 6"/>
          <p:cNvSpPr/>
          <p:nvPr/>
        </p:nvSpPr>
        <p:spPr>
          <a:xfrm>
            <a:off x="6553080" y="6477120"/>
            <a:ext cx="2133720" cy="22356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2D84423-E77D-49CB-AB9A-DBB0599F8B0A}" type="slidenum">
              <a:rPr b="0" lang="en-US" sz="800" strike="noStrike" u="none">
                <a:solidFill>
                  <a:srgbClr val="000000"/>
                </a:solidFill>
                <a:effectLst/>
                <a:uFillTx/>
                <a:latin typeface="Tahoma"/>
              </a:rPr>
              <a:t>&lt;number&gt;</a:t>
            </a:fld>
            <a:endParaRPr b="0" lang="en-IN" sz="800" strike="noStrike" u="none">
              <a:solidFill>
                <a:srgbClr val="000000"/>
              </a:solidFill>
              <a:effectLst/>
              <a:uFillTx/>
              <a:latin typeface="Tahoma"/>
            </a:endParaRPr>
          </a:p>
        </p:txBody>
      </p:sp>
      <p:sp>
        <p:nvSpPr>
          <p:cNvPr id="128" name="PlaceHolder 1"/>
          <p:cNvSpPr>
            <a:spLocks noGrp="1"/>
          </p:cNvSpPr>
          <p:nvPr>
            <p:ph type="title"/>
          </p:nvPr>
        </p:nvSpPr>
        <p:spPr>
          <a:xfrm>
            <a:off x="837720" y="685800"/>
            <a:ext cx="7086600" cy="99072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6699"/>
                </a:solidFill>
                <a:effectLst/>
                <a:uFillTx/>
                <a:latin typeface="Tahoma"/>
              </a:rPr>
              <a:t>Results--Risk Assessments for each NMFS E-signature pilot</a:t>
            </a:r>
            <a:br>
              <a:rPr sz="3200"/>
            </a:br>
            <a:endParaRPr b="0" lang="en-IN" sz="3200" strike="noStrike" u="none">
              <a:solidFill>
                <a:srgbClr val="006699"/>
              </a:solidFill>
              <a:effectLst/>
              <a:uFillTx/>
              <a:latin typeface="Tahoma"/>
            </a:endParaRPr>
          </a:p>
        </p:txBody>
      </p:sp>
      <p:sp>
        <p:nvSpPr>
          <p:cNvPr id="129" name="PlaceHolder 2"/>
          <p:cNvSpPr>
            <a:spLocks noGrp="1"/>
          </p:cNvSpPr>
          <p:nvPr>
            <p:ph/>
          </p:nvPr>
        </p:nvSpPr>
        <p:spPr>
          <a:xfrm>
            <a:off x="533520" y="1828800"/>
            <a:ext cx="7331040" cy="4038480"/>
          </a:xfrm>
          <a:prstGeom prst="rect">
            <a:avLst/>
          </a:prstGeom>
          <a:noFill/>
          <a:ln w="0">
            <a:noFill/>
          </a:ln>
        </p:spPr>
        <p:txBody>
          <a:bodyPr lIns="91440" rIns="91440" tIns="45720" bIns="45720" anchor="t">
            <a:normAutofit/>
          </a:bodyPr>
          <a:p>
            <a:pPr marL="343080" indent="-343080">
              <a:lnSpc>
                <a:spcPct val="80000"/>
              </a:lnSpc>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Tahoma"/>
              </a:rPr>
              <a:t>The team ran five pilots through the risk assessment process required by the procedural directive:</a:t>
            </a:r>
            <a:endParaRPr b="0" lang="en-IN" sz="2000" strike="noStrike" u="none">
              <a:solidFill>
                <a:srgbClr val="000000"/>
              </a:solidFill>
              <a:effectLst/>
              <a:uFillTx/>
              <a:latin typeface="Tahoma"/>
            </a:endParaRPr>
          </a:p>
          <a:p>
            <a:pPr lvl="1" marL="743040" indent="-285840">
              <a:lnSpc>
                <a:spcPct val="80000"/>
              </a:lnSpc>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Hawaii Longline Logbook (example to follow)</a:t>
            </a:r>
            <a:endParaRPr b="0" lang="en-IN" sz="1800" strike="noStrike" u="none">
              <a:solidFill>
                <a:srgbClr val="000000"/>
              </a:solidFill>
              <a:effectLst/>
              <a:uFillTx/>
              <a:latin typeface="Tahoma"/>
            </a:endParaRPr>
          </a:p>
          <a:p>
            <a:pPr lvl="1" marL="743040" indent="-285840">
              <a:lnSpc>
                <a:spcPct val="80000"/>
              </a:lnSpc>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Hawaii Non-Commercial Bottomfish Logbook </a:t>
            </a:r>
            <a:endParaRPr b="0" lang="en-IN" sz="1800" strike="noStrike" u="none">
              <a:solidFill>
                <a:srgbClr val="000000"/>
              </a:solidFill>
              <a:effectLst/>
              <a:uFillTx/>
              <a:latin typeface="Tahoma"/>
            </a:endParaRPr>
          </a:p>
          <a:p>
            <a:pPr lvl="1" marL="743040" indent="-285840">
              <a:lnSpc>
                <a:spcPct val="80000"/>
              </a:lnSpc>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National Permit System </a:t>
            </a:r>
            <a:endParaRPr b="0" lang="en-IN" sz="1800" strike="noStrike" u="none">
              <a:solidFill>
                <a:srgbClr val="000000"/>
              </a:solidFill>
              <a:effectLst/>
              <a:uFillTx/>
              <a:latin typeface="Tahoma"/>
            </a:endParaRPr>
          </a:p>
          <a:p>
            <a:pPr lvl="1" marL="743040" indent="-285840">
              <a:lnSpc>
                <a:spcPct val="80000"/>
              </a:lnSpc>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West Coast Federal Fixed Gear eLogbook </a:t>
            </a:r>
            <a:endParaRPr b="0" lang="en-IN" sz="1800" strike="noStrike" u="none">
              <a:solidFill>
                <a:srgbClr val="000000"/>
              </a:solidFill>
              <a:effectLst/>
              <a:uFillTx/>
              <a:latin typeface="Tahoma"/>
            </a:endParaRPr>
          </a:p>
          <a:p>
            <a:pPr lvl="1" marL="743040" indent="-285840">
              <a:lnSpc>
                <a:spcPct val="80000"/>
              </a:lnSpc>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West Coast E-fishticket</a:t>
            </a:r>
            <a:r>
              <a:rPr b="0" lang="en-US" sz="2000" strike="noStrike" u="none">
                <a:solidFill>
                  <a:srgbClr val="000000"/>
                </a:solidFill>
                <a:effectLst/>
                <a:uFillTx/>
                <a:latin typeface="Tahoma"/>
              </a:rPr>
              <a:t> </a:t>
            </a:r>
            <a:endParaRPr b="0" lang="en-IN" sz="2000" strike="noStrike" u="none">
              <a:solidFill>
                <a:srgbClr val="000000"/>
              </a:solidFill>
              <a:effectLst/>
              <a:uFillTx/>
              <a:latin typeface="Tahoma"/>
            </a:endParaRPr>
          </a:p>
          <a:p>
            <a:pPr marL="343080" indent="-343080">
              <a:lnSpc>
                <a:spcPct val="80000"/>
              </a:lnSpc>
              <a:spcBef>
                <a:spcPts val="55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trike="noStrike" u="none">
                <a:solidFill>
                  <a:srgbClr val="000000"/>
                </a:solidFill>
                <a:effectLst/>
                <a:uFillTx/>
                <a:latin typeface="Tahoma"/>
              </a:rPr>
              <a:t>The team piloted the implementation of the procedural directive in two ways</a:t>
            </a:r>
            <a:endParaRPr b="0" lang="en-IN" sz="2200" strike="noStrike" u="none">
              <a:solidFill>
                <a:srgbClr val="000000"/>
              </a:solidFill>
              <a:effectLst/>
              <a:uFillTx/>
              <a:latin typeface="Tahoma"/>
            </a:endParaRPr>
          </a:p>
          <a:p>
            <a:pPr lvl="1" marL="743040" indent="-285840">
              <a:lnSpc>
                <a:spcPct val="80000"/>
              </a:lnSpc>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Validated the approach by running the National Permit System (NPS) business plan through the risk assessment framework</a:t>
            </a:r>
            <a:endParaRPr b="0" lang="en-IN" sz="1800" strike="noStrike" u="none">
              <a:solidFill>
                <a:srgbClr val="000000"/>
              </a:solidFill>
              <a:effectLst/>
              <a:uFillTx/>
              <a:latin typeface="Tahoma"/>
            </a:endParaRPr>
          </a:p>
          <a:p>
            <a:pPr lvl="1" marL="743040" indent="-285840">
              <a:lnSpc>
                <a:spcPct val="80000"/>
              </a:lnSpc>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Built on the NPS validation of the framework to create a template for business plans using the Hawaii Longline Logbook as a pilot</a:t>
            </a:r>
            <a:endParaRPr b="0" lang="en-IN" sz="1800" strike="noStrike" u="none">
              <a:solidFill>
                <a:srgbClr val="000000"/>
              </a:solidFill>
              <a:effectLst/>
              <a:uFillTx/>
              <a:latin typeface="Tahoma"/>
            </a:endParaRPr>
          </a:p>
        </p:txBody>
      </p:sp>
      <p:sp>
        <p:nvSpPr>
          <p:cNvPr id="4" name="PlaceHolder 3"/>
          <p:cNvSpPr>
            <a:spLocks noGrp="1"/>
          </p:cNvSpPr>
          <p:nvPr>
            <p:ph type="ftr" idx="2"/>
          </p:nvPr>
        </p:nvSpPr>
        <p:spPr/>
        <p:txBody>
          <a:bodyPr/>
          <a:p>
            <a:r>
              <a:t>DRAFT </a:t>
            </a:r>
          </a:p>
        </p:txBody>
      </p:sp>
      <p:sp>
        <p:nvSpPr>
          <p:cNvPr id="5" name="PlaceHolder 4"/>
          <p:cNvSpPr>
            <a:spLocks noGrp="1"/>
          </p:cNvSpPr>
          <p:nvPr>
            <p:ph type="sldNum" idx="3"/>
          </p:nvPr>
        </p:nvSpPr>
        <p:spPr/>
        <p:txBody>
          <a:bodyPr/>
          <a:p>
            <a:fld id="{70574E30-94A8-48A6-8FE1-9950A299650F}" type="slidenum">
              <a:t>10</a:t>
            </a:fld>
          </a:p>
        </p:txBody>
      </p:sp>
      <p:sp>
        <p:nvSpPr>
          <p:cNvPr id="6" name="PlaceHolder 5"/>
          <p:cNvSpPr>
            <a:spLocks noGrp="1"/>
          </p:cNvSpPr>
          <p:nvPr>
            <p:ph type="dt" idx="1"/>
          </p:nvPr>
        </p:nvSpPr>
        <p:spPr/>
        <p:txBody>
          <a:bodyPr/>
          <a:p>
            <a:fld id="{72F31835-B6D0-4BE7-8C9D-70C7765A99C2}" type="datetime1">
              <a:rPr lang="en-IN"/>
              <a:t>03/06/25</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0" name="Picture 2" descr=""/>
          <p:cNvPicPr/>
          <p:nvPr/>
        </p:nvPicPr>
        <p:blipFill>
          <a:blip r:embed="rId1"/>
          <a:srcRect l="0" t="13280" r="0" b="5470"/>
          <a:stretch/>
        </p:blipFill>
        <p:spPr>
          <a:xfrm>
            <a:off x="1066680" y="1371600"/>
            <a:ext cx="6934320" cy="4506840"/>
          </a:xfrm>
          <a:prstGeom prst="rect">
            <a:avLst/>
          </a:prstGeom>
          <a:noFill/>
          <a:ln w="0">
            <a:noFill/>
          </a:ln>
        </p:spPr>
      </p:pic>
      <p:sp>
        <p:nvSpPr>
          <p:cNvPr id="131" name=""/>
          <p:cNvSpPr/>
          <p:nvPr/>
        </p:nvSpPr>
        <p:spPr>
          <a:xfrm>
            <a:off x="684000" y="609480"/>
            <a:ext cx="3962880" cy="3988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6699"/>
                </a:solidFill>
                <a:effectLst/>
                <a:uFillTx/>
                <a:latin typeface="Tahoma"/>
              </a:rPr>
              <a:t>Risk Analysis Results in Thinktank</a:t>
            </a:r>
            <a:endParaRPr b="0" lang="en-IN" sz="2000" strike="noStrike" u="none">
              <a:solidFill>
                <a:srgbClr val="000000"/>
              </a:solidFill>
              <a:effectLst/>
              <a:uFillTx/>
              <a:latin typeface="Tahoma"/>
            </a:endParaRPr>
          </a:p>
        </p:txBody>
      </p:sp>
      <p:sp>
        <p:nvSpPr>
          <p:cNvPr id="2" name="PlaceHolder 1"/>
          <p:cNvSpPr>
            <a:spLocks noGrp="1"/>
          </p:cNvSpPr>
          <p:nvPr>
            <p:ph type="ftr" idx="2"/>
          </p:nvPr>
        </p:nvSpPr>
        <p:spPr/>
        <p:txBody>
          <a:bodyPr/>
          <a:p>
            <a:r>
              <a:t>DRAFT </a:t>
            </a:r>
          </a:p>
        </p:txBody>
      </p:sp>
      <p:sp>
        <p:nvSpPr>
          <p:cNvPr id="3" name="PlaceHolder 2"/>
          <p:cNvSpPr>
            <a:spLocks noGrp="1"/>
          </p:cNvSpPr>
          <p:nvPr>
            <p:ph type="sldNum" idx="3"/>
          </p:nvPr>
        </p:nvSpPr>
        <p:spPr/>
        <p:txBody>
          <a:bodyPr/>
          <a:p>
            <a:fld id="{2C8AE563-A003-4139-AEDE-4D8800C72623}" type="slidenum">
              <a:t>11</a:t>
            </a:fld>
          </a:p>
        </p:txBody>
      </p:sp>
      <p:sp>
        <p:nvSpPr>
          <p:cNvPr id="4" name="PlaceHolder 3"/>
          <p:cNvSpPr>
            <a:spLocks noGrp="1"/>
          </p:cNvSpPr>
          <p:nvPr>
            <p:ph type="dt" idx="1"/>
          </p:nvPr>
        </p:nvSpPr>
        <p:spPr/>
        <p:txBody>
          <a:bodyPr/>
          <a:p>
            <a:fld id="{ED714452-4565-43BD-B01A-1E5220695F18}" type="datetime1">
              <a:rPr lang="en-IN"/>
              <a:t>03/06/25</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2" name="PlaceHolder 1"/>
          <p:cNvSpPr>
            <a:spLocks noGrp="1"/>
          </p:cNvSpPr>
          <p:nvPr>
            <p:ph type="title"/>
          </p:nvPr>
        </p:nvSpPr>
        <p:spPr>
          <a:xfrm>
            <a:off x="837720" y="685800"/>
            <a:ext cx="7086600" cy="99072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6699"/>
                </a:solidFill>
                <a:effectLst/>
                <a:uFillTx/>
                <a:latin typeface="Tahoma"/>
              </a:rPr>
              <a:t>NIST Special Publication 800-63:</a:t>
            </a:r>
            <a:br>
              <a:rPr sz="3200"/>
            </a:br>
            <a:r>
              <a:rPr b="0" lang="en-IN" sz="2800" strike="noStrike" u="none">
                <a:solidFill>
                  <a:srgbClr val="006699"/>
                </a:solidFill>
                <a:effectLst/>
                <a:uFillTx/>
                <a:latin typeface="Tahoma"/>
              </a:rPr>
              <a:t>Electronic Authentication Guideline</a:t>
            </a:r>
            <a:endParaRPr b="0" lang="en-IN" sz="2800" strike="noStrike" u="none">
              <a:solidFill>
                <a:srgbClr val="006699"/>
              </a:solidFill>
              <a:effectLst/>
              <a:uFillTx/>
              <a:latin typeface="Tahoma"/>
            </a:endParaRPr>
          </a:p>
        </p:txBody>
      </p:sp>
      <p:sp>
        <p:nvSpPr>
          <p:cNvPr id="133" name="PlaceHolder 2"/>
          <p:cNvSpPr>
            <a:spLocks noGrp="1"/>
          </p:cNvSpPr>
          <p:nvPr>
            <p:ph/>
          </p:nvPr>
        </p:nvSpPr>
        <p:spPr>
          <a:xfrm>
            <a:off x="533520" y="1828800"/>
            <a:ext cx="7331040" cy="4038480"/>
          </a:xfrm>
          <a:prstGeom prst="rect">
            <a:avLst/>
          </a:prstGeom>
          <a:noFill/>
          <a:ln w="0">
            <a:noFill/>
          </a:ln>
        </p:spPr>
        <p:txBody>
          <a:bodyPr lIns="90000" rIns="90000" tIns="46800" bIns="46800" anchor="t">
            <a:normAutofit/>
          </a:bodyPr>
          <a:p>
            <a:pPr marL="343080" indent="-34308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Tahoma"/>
              </a:rPr>
              <a:t>Mapping of assurance level to technology – Hawaii Longline Logbook result:</a:t>
            </a:r>
            <a:endParaRPr b="0" lang="en-IN" sz="2000" strike="noStrike" u="none">
              <a:solidFill>
                <a:srgbClr val="000000"/>
              </a:solidFill>
              <a:effectLst/>
              <a:uFillTx/>
              <a:latin typeface="Tahoma"/>
            </a:endParaRPr>
          </a:p>
          <a:p>
            <a:pPr marL="343080"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pic>
        <p:nvPicPr>
          <p:cNvPr id="134" name="" descr=""/>
          <p:cNvPicPr/>
          <p:nvPr/>
        </p:nvPicPr>
        <p:blipFill>
          <a:blip r:embed="rId1"/>
          <a:srcRect l="8750" t="30470" r="60940" b="23438"/>
          <a:stretch/>
        </p:blipFill>
        <p:spPr>
          <a:xfrm>
            <a:off x="914400" y="1905120"/>
            <a:ext cx="7391520" cy="4495680"/>
          </a:xfrm>
          <a:prstGeom prst="rect">
            <a:avLst/>
          </a:prstGeom>
          <a:noFill/>
          <a:ln w="0">
            <a:noFill/>
          </a:ln>
        </p:spPr>
      </p:pic>
      <p:sp>
        <p:nvSpPr>
          <p:cNvPr id="4" name="PlaceHolder 3"/>
          <p:cNvSpPr>
            <a:spLocks noGrp="1"/>
          </p:cNvSpPr>
          <p:nvPr>
            <p:ph type="ftr" idx="2"/>
          </p:nvPr>
        </p:nvSpPr>
        <p:spPr/>
        <p:txBody>
          <a:bodyPr/>
          <a:p>
            <a:r>
              <a:t>DRAFT </a:t>
            </a:r>
          </a:p>
        </p:txBody>
      </p:sp>
      <p:sp>
        <p:nvSpPr>
          <p:cNvPr id="5" name="PlaceHolder 4"/>
          <p:cNvSpPr>
            <a:spLocks noGrp="1"/>
          </p:cNvSpPr>
          <p:nvPr>
            <p:ph type="sldNum" idx="3"/>
          </p:nvPr>
        </p:nvSpPr>
        <p:spPr/>
        <p:txBody>
          <a:bodyPr/>
          <a:p>
            <a:fld id="{ACAFAB6A-DE56-43C8-84CD-959C0D60839A}" type="slidenum">
              <a:t>12</a:t>
            </a:fld>
          </a:p>
        </p:txBody>
      </p:sp>
      <p:sp>
        <p:nvSpPr>
          <p:cNvPr id="6" name="PlaceHolder 5"/>
          <p:cNvSpPr>
            <a:spLocks noGrp="1"/>
          </p:cNvSpPr>
          <p:nvPr>
            <p:ph type="dt" idx="1"/>
          </p:nvPr>
        </p:nvSpPr>
        <p:spPr/>
        <p:txBody>
          <a:bodyPr/>
          <a:p>
            <a:fld id="{AED91757-0E9F-468A-998D-E5C3323921EC}" type="datetime1">
              <a:rPr lang="en-IN"/>
              <a:t>03/06/25</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5" name="PlaceHolder 1"/>
          <p:cNvSpPr>
            <a:spLocks noGrp="1"/>
          </p:cNvSpPr>
          <p:nvPr>
            <p:ph type="title"/>
          </p:nvPr>
        </p:nvSpPr>
        <p:spPr>
          <a:xfrm>
            <a:off x="837720" y="685800"/>
            <a:ext cx="8077320" cy="533520"/>
          </a:xfrm>
          <a:prstGeom prst="rect">
            <a:avLst/>
          </a:prstGeom>
          <a:noFill/>
          <a:ln w="0">
            <a:noFill/>
          </a:ln>
        </p:spPr>
        <p:txBody>
          <a:bodyPr lIns="90000" rIns="90000" tIns="46800" bIns="46800" anchor="t">
            <a:noAutofit/>
          </a:bodyPr>
          <a:p>
            <a:pPr indent="0">
              <a:lnSpc>
                <a:spcPct val="7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006699"/>
                </a:solidFill>
                <a:effectLst/>
                <a:uFillTx/>
                <a:latin typeface="Tahoma"/>
              </a:rPr>
              <a:t>Hawaii Longline Logbook:</a:t>
            </a:r>
            <a:r>
              <a:rPr b="0" lang="en-US" sz="3200" strike="noStrike" u="none">
                <a:solidFill>
                  <a:srgbClr val="006699"/>
                </a:solidFill>
                <a:effectLst/>
                <a:uFillTx/>
                <a:latin typeface="Tahoma"/>
              </a:rPr>
              <a:t> </a:t>
            </a:r>
            <a:r>
              <a:rPr b="0" lang="en-US" sz="2400" strike="noStrike" u="none">
                <a:solidFill>
                  <a:srgbClr val="000000"/>
                </a:solidFill>
                <a:effectLst/>
                <a:uFillTx/>
                <a:latin typeface="Tahoma"/>
              </a:rPr>
              <a:t>Risk Assessment</a:t>
            </a:r>
            <a:endParaRPr b="0" lang="en-IN" sz="2400" strike="noStrike" u="none">
              <a:solidFill>
                <a:srgbClr val="006699"/>
              </a:solidFill>
              <a:effectLst/>
              <a:uFillTx/>
              <a:latin typeface="Tahoma"/>
            </a:endParaRPr>
          </a:p>
        </p:txBody>
      </p:sp>
      <p:sp>
        <p:nvSpPr>
          <p:cNvPr id="136" name="PlaceHolder 2"/>
          <p:cNvSpPr>
            <a:spLocks noGrp="1"/>
          </p:cNvSpPr>
          <p:nvPr>
            <p:ph/>
          </p:nvPr>
        </p:nvSpPr>
        <p:spPr>
          <a:xfrm>
            <a:off x="457200" y="1143000"/>
            <a:ext cx="8305920" cy="5486400"/>
          </a:xfrm>
          <a:prstGeom prst="rect">
            <a:avLst/>
          </a:prstGeom>
          <a:noFill/>
          <a:ln w="0">
            <a:noFill/>
          </a:ln>
        </p:spPr>
        <p:txBody>
          <a:bodyPr lIns="90000" rIns="90000" tIns="46800" bIns="46800" anchor="t">
            <a:normAutofit/>
          </a:bodyPr>
          <a:p>
            <a:pPr marL="343080" indent="-343080">
              <a:spcBef>
                <a:spcPts val="60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3300"/>
                </a:solidFill>
                <a:effectLst/>
                <a:uFillTx/>
                <a:latin typeface="Tahoma"/>
              </a:rPr>
              <a:t>.../esig/HLL+Risk+Assessment</a:t>
            </a:r>
            <a:endParaRPr b="0" lang="en-IN" sz="2400" strike="noStrike" u="none">
              <a:solidFill>
                <a:srgbClr val="000000"/>
              </a:solidFill>
              <a:effectLst/>
              <a:uFillTx/>
              <a:latin typeface="Tahoma"/>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Tahoma"/>
            </a:endParaRPr>
          </a:p>
        </p:txBody>
      </p:sp>
      <p:pic>
        <p:nvPicPr>
          <p:cNvPr id="137" name="" descr=""/>
          <p:cNvPicPr/>
          <p:nvPr/>
        </p:nvPicPr>
        <p:blipFill>
          <a:blip r:embed="rId1"/>
          <a:srcRect l="902" t="29670" r="2703" b="61859"/>
          <a:stretch/>
        </p:blipFill>
        <p:spPr>
          <a:xfrm>
            <a:off x="380880" y="1600200"/>
            <a:ext cx="8153640" cy="609480"/>
          </a:xfrm>
          <a:prstGeom prst="rect">
            <a:avLst/>
          </a:prstGeom>
          <a:noFill/>
          <a:ln w="0">
            <a:noFill/>
          </a:ln>
        </p:spPr>
      </p:pic>
      <p:pic>
        <p:nvPicPr>
          <p:cNvPr id="138" name="" descr=""/>
          <p:cNvPicPr/>
          <p:nvPr/>
        </p:nvPicPr>
        <p:blipFill>
          <a:blip r:embed="rId2"/>
          <a:srcRect l="1405" t="35228" r="3137" b="12973"/>
          <a:stretch/>
        </p:blipFill>
        <p:spPr>
          <a:xfrm>
            <a:off x="428760" y="2184480"/>
            <a:ext cx="8073720" cy="3724200"/>
          </a:xfrm>
          <a:prstGeom prst="rect">
            <a:avLst/>
          </a:prstGeom>
          <a:noFill/>
          <a:ln w="0">
            <a:noFill/>
          </a:ln>
        </p:spPr>
      </p:pic>
      <p:sp>
        <p:nvSpPr>
          <p:cNvPr id="4" name="PlaceHolder 3"/>
          <p:cNvSpPr>
            <a:spLocks noGrp="1"/>
          </p:cNvSpPr>
          <p:nvPr>
            <p:ph type="ftr" idx="2"/>
          </p:nvPr>
        </p:nvSpPr>
        <p:spPr/>
        <p:txBody>
          <a:bodyPr/>
          <a:p>
            <a:r>
              <a:t>DRAFT </a:t>
            </a:r>
          </a:p>
        </p:txBody>
      </p:sp>
      <p:sp>
        <p:nvSpPr>
          <p:cNvPr id="5" name="PlaceHolder 4"/>
          <p:cNvSpPr>
            <a:spLocks noGrp="1"/>
          </p:cNvSpPr>
          <p:nvPr>
            <p:ph type="sldNum" idx="3"/>
          </p:nvPr>
        </p:nvSpPr>
        <p:spPr/>
        <p:txBody>
          <a:bodyPr/>
          <a:p>
            <a:fld id="{943CEE52-5313-4005-BC5B-46F6F0F0D49C}" type="slidenum">
              <a:t>13</a:t>
            </a:fld>
          </a:p>
        </p:txBody>
      </p:sp>
      <p:sp>
        <p:nvSpPr>
          <p:cNvPr id="6" name="PlaceHolder 5"/>
          <p:cNvSpPr>
            <a:spLocks noGrp="1"/>
          </p:cNvSpPr>
          <p:nvPr>
            <p:ph type="dt" idx="1"/>
          </p:nvPr>
        </p:nvSpPr>
        <p:spPr/>
        <p:txBody>
          <a:bodyPr/>
          <a:p>
            <a:fld id="{2C8FBE02-FEF2-4B73-B0FA-B3F4D23465C3}" type="datetime1">
              <a:rPr lang="en-IN"/>
              <a:t>03/06/25</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9" name="PlaceHolder 1"/>
          <p:cNvSpPr>
            <a:spLocks noGrp="1"/>
          </p:cNvSpPr>
          <p:nvPr>
            <p:ph type="title"/>
          </p:nvPr>
        </p:nvSpPr>
        <p:spPr>
          <a:xfrm>
            <a:off x="837720" y="685800"/>
            <a:ext cx="8077320" cy="533520"/>
          </a:xfrm>
          <a:prstGeom prst="rect">
            <a:avLst/>
          </a:prstGeom>
          <a:noFill/>
          <a:ln w="0">
            <a:noFill/>
          </a:ln>
        </p:spPr>
        <p:txBody>
          <a:bodyPr lIns="90000" rIns="90000" tIns="46800" bIns="46800" anchor="t">
            <a:noAutofit/>
          </a:bodyPr>
          <a:p>
            <a:pPr indent="0">
              <a:lnSpc>
                <a:spcPct val="7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6699"/>
                </a:solidFill>
                <a:effectLst/>
                <a:uFillTx/>
                <a:latin typeface="Tahoma"/>
              </a:rPr>
              <a:t>Hawaii Longline Logbook:</a:t>
            </a:r>
            <a:r>
              <a:rPr b="0" lang="en-IN" sz="3200" strike="noStrike" u="none">
                <a:solidFill>
                  <a:srgbClr val="006699"/>
                </a:solidFill>
                <a:effectLst/>
                <a:uFillTx/>
                <a:latin typeface="Tahoma"/>
              </a:rPr>
              <a:t> </a:t>
            </a:r>
            <a:r>
              <a:rPr b="0" lang="en-IN" sz="2400" strike="noStrike" u="none">
                <a:solidFill>
                  <a:srgbClr val="000000"/>
                </a:solidFill>
                <a:effectLst/>
                <a:uFillTx/>
                <a:latin typeface="Tahoma"/>
              </a:rPr>
              <a:t>Business Plan</a:t>
            </a:r>
            <a:r>
              <a:rPr b="0" lang="en-IN" sz="3600" strike="noStrike" u="none">
                <a:solidFill>
                  <a:srgbClr val="006699"/>
                </a:solidFill>
                <a:effectLst/>
                <a:uFillTx/>
                <a:latin typeface="Tahoma"/>
              </a:rPr>
              <a:t> </a:t>
            </a:r>
            <a:endParaRPr b="0" lang="en-IN" sz="3600" strike="noStrike" u="none">
              <a:solidFill>
                <a:srgbClr val="006699"/>
              </a:solidFill>
              <a:effectLst/>
              <a:uFillTx/>
              <a:latin typeface="Tahoma"/>
            </a:endParaRPr>
          </a:p>
        </p:txBody>
      </p:sp>
      <p:sp>
        <p:nvSpPr>
          <p:cNvPr id="140" name="PlaceHolder 2"/>
          <p:cNvSpPr>
            <a:spLocks noGrp="1"/>
          </p:cNvSpPr>
          <p:nvPr>
            <p:ph/>
          </p:nvPr>
        </p:nvSpPr>
        <p:spPr>
          <a:xfrm>
            <a:off x="457200" y="1219320"/>
            <a:ext cx="8305920" cy="5410080"/>
          </a:xfrm>
          <a:prstGeom prst="rect">
            <a:avLst/>
          </a:prstGeom>
          <a:noFill/>
          <a:ln w="0">
            <a:noFill/>
          </a:ln>
        </p:spPr>
        <p:txBody>
          <a:bodyPr lIns="90000" rIns="90000" tIns="46800" bIns="46800" anchor="t">
            <a:normAutofit/>
          </a:bodyPr>
          <a:p>
            <a:pPr marL="343080" indent="-34308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3300"/>
                </a:solidFill>
                <a:effectLst/>
                <a:uFillTx/>
                <a:latin typeface="Tahoma"/>
              </a:rPr>
              <a:t>.../esig/Hawaii+Longline+Logbook+E-Signature+Business+Plan</a:t>
            </a:r>
            <a:endParaRPr b="0" lang="en-IN" sz="2000" strike="noStrike" u="none">
              <a:solidFill>
                <a:srgbClr val="000000"/>
              </a:solidFill>
              <a:effectLst/>
              <a:uFillTx/>
              <a:latin typeface="Tahoma"/>
            </a:endParaRPr>
          </a:p>
          <a:p>
            <a:pPr marL="343080"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pic>
        <p:nvPicPr>
          <p:cNvPr id="141" name="" descr=""/>
          <p:cNvPicPr/>
          <p:nvPr/>
        </p:nvPicPr>
        <p:blipFill>
          <a:blip r:embed="rId1"/>
          <a:srcRect l="-1453" t="26884" r="-1453" b="2518"/>
          <a:stretch/>
        </p:blipFill>
        <p:spPr>
          <a:xfrm>
            <a:off x="376200" y="1832040"/>
            <a:ext cx="8391600" cy="4876560"/>
          </a:xfrm>
          <a:prstGeom prst="rect">
            <a:avLst/>
          </a:prstGeom>
          <a:noFill/>
          <a:ln w="9360">
            <a:solidFill>
              <a:srgbClr val="000000"/>
            </a:solidFill>
            <a:miter/>
          </a:ln>
        </p:spPr>
      </p:pic>
      <p:sp>
        <p:nvSpPr>
          <p:cNvPr id="4" name="PlaceHolder 3"/>
          <p:cNvSpPr>
            <a:spLocks noGrp="1"/>
          </p:cNvSpPr>
          <p:nvPr>
            <p:ph type="ftr" idx="2"/>
          </p:nvPr>
        </p:nvSpPr>
        <p:spPr/>
        <p:txBody>
          <a:bodyPr/>
          <a:p>
            <a:r>
              <a:t>DRAFT </a:t>
            </a:r>
          </a:p>
        </p:txBody>
      </p:sp>
      <p:sp>
        <p:nvSpPr>
          <p:cNvPr id="5" name="PlaceHolder 4"/>
          <p:cNvSpPr>
            <a:spLocks noGrp="1"/>
          </p:cNvSpPr>
          <p:nvPr>
            <p:ph type="sldNum" idx="3"/>
          </p:nvPr>
        </p:nvSpPr>
        <p:spPr/>
        <p:txBody>
          <a:bodyPr/>
          <a:p>
            <a:fld id="{8636CBBF-AC80-427D-BC11-504CA01BF6B9}" type="slidenum">
              <a:t>14</a:t>
            </a:fld>
          </a:p>
        </p:txBody>
      </p:sp>
      <p:sp>
        <p:nvSpPr>
          <p:cNvPr id="6" name="PlaceHolder 5"/>
          <p:cNvSpPr>
            <a:spLocks noGrp="1"/>
          </p:cNvSpPr>
          <p:nvPr>
            <p:ph type="dt" idx="1"/>
          </p:nvPr>
        </p:nvSpPr>
        <p:spPr/>
        <p:txBody>
          <a:bodyPr/>
          <a:p>
            <a:fld id="{3F548D1E-5F54-4E73-BD99-8BD428A431BB}" type="datetime1">
              <a:rPr lang="en-IN"/>
              <a:t>03/06/25</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2" name="PlaceHolder 1"/>
          <p:cNvSpPr>
            <a:spLocks noGrp="1"/>
          </p:cNvSpPr>
          <p:nvPr>
            <p:ph type="title"/>
          </p:nvPr>
        </p:nvSpPr>
        <p:spPr>
          <a:xfrm>
            <a:off x="837720" y="685800"/>
            <a:ext cx="8077320" cy="533520"/>
          </a:xfrm>
          <a:prstGeom prst="rect">
            <a:avLst/>
          </a:prstGeom>
          <a:noFill/>
          <a:ln w="0">
            <a:noFill/>
          </a:ln>
        </p:spPr>
        <p:txBody>
          <a:bodyPr lIns="90000" rIns="90000" tIns="46800" bIns="46800" anchor="t">
            <a:noAutofit/>
          </a:bodyPr>
          <a:p>
            <a:pPr indent="0">
              <a:lnSpc>
                <a:spcPct val="7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6699"/>
                </a:solidFill>
                <a:effectLst/>
                <a:uFillTx/>
                <a:latin typeface="Tahoma"/>
              </a:rPr>
              <a:t>Hawaii Longline Logbook:</a:t>
            </a:r>
            <a:r>
              <a:rPr b="0" lang="en-IN" sz="3200" strike="noStrike" u="none">
                <a:solidFill>
                  <a:srgbClr val="006699"/>
                </a:solidFill>
                <a:effectLst/>
                <a:uFillTx/>
                <a:latin typeface="Tahoma"/>
              </a:rPr>
              <a:t> </a:t>
            </a:r>
            <a:r>
              <a:rPr b="0" lang="en-IN" sz="2400" strike="noStrike" u="none">
                <a:solidFill>
                  <a:srgbClr val="000000"/>
                </a:solidFill>
                <a:effectLst/>
                <a:uFillTx/>
                <a:latin typeface="Tahoma"/>
              </a:rPr>
              <a:t>Implementation Details</a:t>
            </a:r>
            <a:r>
              <a:rPr b="0" lang="en-IN" sz="3600" strike="noStrike" u="none">
                <a:solidFill>
                  <a:srgbClr val="006699"/>
                </a:solidFill>
                <a:effectLst/>
                <a:uFillTx/>
                <a:latin typeface="Tahoma"/>
              </a:rPr>
              <a:t> </a:t>
            </a:r>
            <a:endParaRPr b="0" lang="en-IN" sz="3600" strike="noStrike" u="none">
              <a:solidFill>
                <a:srgbClr val="006699"/>
              </a:solidFill>
              <a:effectLst/>
              <a:uFillTx/>
              <a:latin typeface="Tahoma"/>
            </a:endParaRPr>
          </a:p>
        </p:txBody>
      </p:sp>
      <p:sp>
        <p:nvSpPr>
          <p:cNvPr id="143" name="PlaceHolder 2"/>
          <p:cNvSpPr>
            <a:spLocks noGrp="1"/>
          </p:cNvSpPr>
          <p:nvPr>
            <p:ph/>
          </p:nvPr>
        </p:nvSpPr>
        <p:spPr>
          <a:xfrm>
            <a:off x="457200" y="1219320"/>
            <a:ext cx="8305920" cy="5410080"/>
          </a:xfrm>
          <a:prstGeom prst="rect">
            <a:avLst/>
          </a:prstGeom>
          <a:noFill/>
          <a:ln w="0">
            <a:noFill/>
          </a:ln>
        </p:spPr>
        <p:txBody>
          <a:bodyPr lIns="90000" rIns="90000" tIns="46800" bIns="46800" anchor="t">
            <a:normAutofit/>
          </a:bodyPr>
          <a:p>
            <a:pPr marL="343080" indent="-34308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3300"/>
                </a:solidFill>
                <a:effectLst/>
                <a:uFillTx/>
                <a:latin typeface="Tahoma"/>
              </a:rPr>
              <a:t>.../esig/HLL+Implementation+Details</a:t>
            </a:r>
            <a:endParaRPr b="0" lang="en-IN" sz="2000" strike="noStrike" u="none">
              <a:solidFill>
                <a:srgbClr val="000000"/>
              </a:solidFill>
              <a:effectLst/>
              <a:uFillTx/>
              <a:latin typeface="Tahoma"/>
            </a:endParaRPr>
          </a:p>
          <a:p>
            <a:pPr marL="343080"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Tahoma"/>
            </a:endParaRPr>
          </a:p>
        </p:txBody>
      </p:sp>
      <p:pic>
        <p:nvPicPr>
          <p:cNvPr id="144" name="" descr=""/>
          <p:cNvPicPr/>
          <p:nvPr/>
        </p:nvPicPr>
        <p:blipFill>
          <a:blip r:embed="rId1"/>
          <a:srcRect l="-1453" t="26884" r="-1453" b="2518"/>
          <a:stretch/>
        </p:blipFill>
        <p:spPr>
          <a:xfrm>
            <a:off x="376200" y="1832040"/>
            <a:ext cx="8391600" cy="4876560"/>
          </a:xfrm>
          <a:prstGeom prst="rect">
            <a:avLst/>
          </a:prstGeom>
          <a:noFill/>
          <a:ln w="9360">
            <a:solidFill>
              <a:srgbClr val="000000"/>
            </a:solidFill>
            <a:miter/>
          </a:ln>
        </p:spPr>
      </p:pic>
      <p:sp>
        <p:nvSpPr>
          <p:cNvPr id="4" name="PlaceHolder 3"/>
          <p:cNvSpPr>
            <a:spLocks noGrp="1"/>
          </p:cNvSpPr>
          <p:nvPr>
            <p:ph type="ftr" idx="2"/>
          </p:nvPr>
        </p:nvSpPr>
        <p:spPr/>
        <p:txBody>
          <a:bodyPr/>
          <a:p>
            <a:r>
              <a:t>DRAFT </a:t>
            </a:r>
          </a:p>
        </p:txBody>
      </p:sp>
      <p:sp>
        <p:nvSpPr>
          <p:cNvPr id="5" name="PlaceHolder 4"/>
          <p:cNvSpPr>
            <a:spLocks noGrp="1"/>
          </p:cNvSpPr>
          <p:nvPr>
            <p:ph type="sldNum" idx="3"/>
          </p:nvPr>
        </p:nvSpPr>
        <p:spPr/>
        <p:txBody>
          <a:bodyPr/>
          <a:p>
            <a:fld id="{FFB9C055-87A9-4DE8-8419-BBEE779AE9FC}" type="slidenum">
              <a:t>15</a:t>
            </a:fld>
          </a:p>
        </p:txBody>
      </p:sp>
      <p:sp>
        <p:nvSpPr>
          <p:cNvPr id="6" name="PlaceHolder 5"/>
          <p:cNvSpPr>
            <a:spLocks noGrp="1"/>
          </p:cNvSpPr>
          <p:nvPr>
            <p:ph type="dt" idx="1"/>
          </p:nvPr>
        </p:nvSpPr>
        <p:spPr/>
        <p:txBody>
          <a:bodyPr/>
          <a:p>
            <a:fld id="{DB92F261-B224-41C3-8ED4-15D2AF066F69}" type="datetime1">
              <a:rPr lang="en-IN"/>
              <a:t>03/06/25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5" name="Rectangle 4"/>
          <p:cNvSpPr/>
          <p:nvPr/>
        </p:nvSpPr>
        <p:spPr>
          <a:xfrm>
            <a:off x="457200" y="6477120"/>
            <a:ext cx="2133720" cy="223560"/>
          </a:xfrm>
          <a:prstGeom prst="rect">
            <a:avLst/>
          </a:prstGeom>
          <a:noFill/>
          <a:ln w="0">
            <a:noFill/>
          </a:ln>
        </p:spPr>
        <p:style>
          <a:lnRef idx="0"/>
          <a:fillRef idx="0"/>
          <a:effectRef idx="0"/>
          <a:fontRef idx="minor"/>
        </p:style>
        <p:txBody>
          <a:bodyPr lIns="90000" rIns="90000" tIns="46800" bIns="4680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8290618-B3A3-47C0-BC29-C4C11682E49D}" type="datetime">
              <a:rPr b="0" lang="en-US" sz="800" strike="noStrike" u="none">
                <a:solidFill>
                  <a:srgbClr val="000000"/>
                </a:solidFill>
                <a:effectLst/>
                <a:uFillTx/>
                <a:latin typeface="Tahoma"/>
              </a:rPr>
              <a:t>06/03/25</a:t>
            </a:fld>
            <a:endParaRPr b="0" lang="en-IN" sz="800" strike="noStrike" u="none">
              <a:solidFill>
                <a:srgbClr val="000000"/>
              </a:solidFill>
              <a:effectLst/>
              <a:uFillTx/>
              <a:latin typeface="Tahoma"/>
            </a:endParaRPr>
          </a:p>
        </p:txBody>
      </p:sp>
      <p:sp>
        <p:nvSpPr>
          <p:cNvPr id="146" name="Rectangle 5"/>
          <p:cNvSpPr/>
          <p:nvPr/>
        </p:nvSpPr>
        <p:spPr>
          <a:xfrm>
            <a:off x="3124080" y="6477120"/>
            <a:ext cx="2895840" cy="228600"/>
          </a:xfrm>
          <a:prstGeom prst="rect">
            <a:avLst/>
          </a:prstGeom>
          <a:noFill/>
          <a:ln w="0">
            <a:noFill/>
          </a:ln>
        </p:spPr>
        <p:style>
          <a:lnRef idx="0"/>
          <a:fillRef idx="0"/>
          <a:effectRef idx="0"/>
          <a:fontRef idx="minor"/>
        </p:style>
        <p:txBody>
          <a:bodyPr lIns="90000" rIns="90000" tIns="46800" bIns="46800" anchor="b">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Tahoma"/>
              </a:rPr>
              <a:t>DRAFTNMFS eSignature Group</a:t>
            </a:r>
            <a:endParaRPr b="0" lang="en-IN" sz="800" strike="noStrike" u="none">
              <a:solidFill>
                <a:srgbClr val="000000"/>
              </a:solidFill>
              <a:effectLst/>
              <a:uFillTx/>
              <a:latin typeface="Tahoma"/>
            </a:endParaRPr>
          </a:p>
        </p:txBody>
      </p:sp>
      <p:sp>
        <p:nvSpPr>
          <p:cNvPr id="147" name="Rectangle 6"/>
          <p:cNvSpPr/>
          <p:nvPr/>
        </p:nvSpPr>
        <p:spPr>
          <a:xfrm>
            <a:off x="6553080" y="6477120"/>
            <a:ext cx="2133720" cy="22356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D353541-FCBF-4167-B6A0-841CB1357ADF}" type="slidenum">
              <a:rPr b="0" lang="en-US" sz="800" strike="noStrike" u="none">
                <a:solidFill>
                  <a:srgbClr val="000000"/>
                </a:solidFill>
                <a:effectLst/>
                <a:uFillTx/>
                <a:latin typeface="Tahoma"/>
              </a:rPr>
              <a:t>&lt;number&gt;</a:t>
            </a:fld>
            <a:endParaRPr b="0" lang="en-IN" sz="800" strike="noStrike" u="none">
              <a:solidFill>
                <a:srgbClr val="000000"/>
              </a:solidFill>
              <a:effectLst/>
              <a:uFillTx/>
              <a:latin typeface="Tahoma"/>
            </a:endParaRPr>
          </a:p>
        </p:txBody>
      </p:sp>
      <p:sp>
        <p:nvSpPr>
          <p:cNvPr id="148" name="Slide Number Placeholder 5"/>
          <p:cNvSpPr/>
          <p:nvPr/>
        </p:nvSpPr>
        <p:spPr>
          <a:xfrm>
            <a:off x="6553080" y="6477120"/>
            <a:ext cx="2133720" cy="22356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F69F9BD-2817-4A80-AB60-5A7766AD307E}" type="slidenum">
              <a:rPr b="0" lang="en-IN" sz="800" strike="noStrike" u="none">
                <a:solidFill>
                  <a:srgbClr val="000000"/>
                </a:solidFill>
                <a:effectLst/>
                <a:uFillTx/>
                <a:latin typeface="Tahoma"/>
              </a:rPr>
              <a:t>&lt;number&gt;</a:t>
            </a:fld>
            <a:endParaRPr b="0" lang="en-IN" sz="800" strike="noStrike" u="none">
              <a:solidFill>
                <a:srgbClr val="000000"/>
              </a:solidFill>
              <a:effectLst/>
              <a:uFillTx/>
              <a:latin typeface="Tahoma"/>
            </a:endParaRPr>
          </a:p>
        </p:txBody>
      </p:sp>
      <p:sp>
        <p:nvSpPr>
          <p:cNvPr id="149" name="PlaceHolder 1"/>
          <p:cNvSpPr>
            <a:spLocks noGrp="1"/>
          </p:cNvSpPr>
          <p:nvPr>
            <p:ph type="title"/>
          </p:nvPr>
        </p:nvSpPr>
        <p:spPr>
          <a:xfrm>
            <a:off x="456840" y="533160"/>
            <a:ext cx="8534520" cy="68580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99"/>
                </a:solidFill>
                <a:effectLst/>
                <a:uFillTx/>
                <a:latin typeface="Tahoma"/>
              </a:rPr>
              <a:t>NMFS E-signature Challenges</a:t>
            </a:r>
            <a:endParaRPr b="0" lang="en-IN" sz="3600" strike="noStrike" u="none">
              <a:solidFill>
                <a:srgbClr val="006699"/>
              </a:solidFill>
              <a:effectLst/>
              <a:uFillTx/>
              <a:latin typeface="Tahoma"/>
            </a:endParaRPr>
          </a:p>
        </p:txBody>
      </p:sp>
      <p:sp>
        <p:nvSpPr>
          <p:cNvPr id="150" name="PlaceHolder 2"/>
          <p:cNvSpPr>
            <a:spLocks noGrp="1"/>
          </p:cNvSpPr>
          <p:nvPr>
            <p:ph/>
          </p:nvPr>
        </p:nvSpPr>
        <p:spPr>
          <a:xfrm>
            <a:off x="456840" y="1218960"/>
            <a:ext cx="8534520" cy="5181480"/>
          </a:xfrm>
          <a:prstGeom prst="rect">
            <a:avLst/>
          </a:prstGeom>
          <a:noFill/>
          <a:ln w="0">
            <a:noFill/>
          </a:ln>
        </p:spPr>
        <p:txBody>
          <a:bodyPr lIns="91440" rIns="91440" tIns="45720" bIns="45720" anchor="t">
            <a:normAutofit/>
          </a:bodyPr>
          <a:p>
            <a:pPr marL="343080" indent="-34308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Tahoma"/>
              </a:rPr>
              <a:t>Problem domain challenges: e-signature is a broad cross-cutting issue</a:t>
            </a:r>
            <a:endParaRPr b="0" lang="en-IN" sz="2000" strike="noStrike" u="none">
              <a:solidFill>
                <a:srgbClr val="000000"/>
              </a:solidFill>
              <a:effectLst/>
              <a:uFillTx/>
              <a:latin typeface="Tahoma"/>
            </a:endParaRPr>
          </a:p>
          <a:p>
            <a:pPr lvl="1" marL="743040" indent="-285840">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technical concerns</a:t>
            </a:r>
            <a:endParaRPr b="0" lang="en-IN" sz="1800" strike="noStrike" u="none">
              <a:solidFill>
                <a:srgbClr val="000000"/>
              </a:solidFill>
              <a:effectLst/>
              <a:uFillTx/>
              <a:latin typeface="Tahoma"/>
            </a:endParaRPr>
          </a:p>
          <a:p>
            <a:pPr lvl="1" marL="743040" indent="-285840">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legal concerns</a:t>
            </a:r>
            <a:endParaRPr b="0" lang="en-IN" sz="1800" strike="noStrike" u="none">
              <a:solidFill>
                <a:srgbClr val="000000"/>
              </a:solidFill>
              <a:effectLst/>
              <a:uFillTx/>
              <a:latin typeface="Tahoma"/>
            </a:endParaRPr>
          </a:p>
          <a:p>
            <a:pPr lvl="1" marL="743040" indent="-285840">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business process concerns</a:t>
            </a:r>
            <a:endParaRPr b="0" lang="en-IN" sz="1800" strike="noStrike" u="none">
              <a:solidFill>
                <a:srgbClr val="000000"/>
              </a:solidFill>
              <a:effectLst/>
              <a:uFillTx/>
              <a:latin typeface="Tahoma"/>
            </a:endParaRPr>
          </a:p>
          <a:p>
            <a:pPr lvl="1" marL="743040" indent="-285840">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customer service (usability) concerns</a:t>
            </a:r>
            <a:endParaRPr b="0" lang="en-IN" sz="1800" strike="noStrike" u="none">
              <a:solidFill>
                <a:srgbClr val="000000"/>
              </a:solidFill>
              <a:effectLst/>
              <a:uFillTx/>
              <a:latin typeface="Tahoma"/>
            </a:endParaRPr>
          </a:p>
          <a:p>
            <a:pPr lvl="1" marL="743040" indent="-285840">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organizational change concerns</a:t>
            </a:r>
            <a:endParaRPr b="0" lang="en-IN" sz="1800" strike="noStrike" u="none">
              <a:solidFill>
                <a:srgbClr val="000000"/>
              </a:solidFill>
              <a:effectLst/>
              <a:uFillTx/>
              <a:latin typeface="Tahoma"/>
            </a:endParaRPr>
          </a:p>
          <a:p>
            <a:pPr marL="343080" indent="-343080">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Tahoma"/>
              </a:rPr>
              <a:t>NMFS formed a cross-disciplinary and geographically dispersed team, which introduced another set of challenges</a:t>
            </a:r>
            <a:endParaRPr b="0" lang="en-IN" sz="2000" strike="noStrike" u="none">
              <a:solidFill>
                <a:srgbClr val="000000"/>
              </a:solidFill>
              <a:effectLst/>
              <a:uFillTx/>
              <a:latin typeface="Tahoma"/>
            </a:endParaRPr>
          </a:p>
          <a:p>
            <a:pPr lvl="1" marL="743040" indent="-285840">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achieving commitment to the team, "buy-in"</a:t>
            </a:r>
            <a:endParaRPr b="0" lang="en-IN" sz="1800" strike="noStrike" u="none">
              <a:solidFill>
                <a:srgbClr val="000000"/>
              </a:solidFill>
              <a:effectLst/>
              <a:uFillTx/>
              <a:latin typeface="Tahoma"/>
            </a:endParaRPr>
          </a:p>
          <a:p>
            <a:pPr lvl="1" marL="743040" indent="-285840">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scheduling across six time zones and different "day job" demands</a:t>
            </a:r>
            <a:endParaRPr b="0" lang="en-IN" sz="1800" strike="noStrike" u="none">
              <a:solidFill>
                <a:srgbClr val="000000"/>
              </a:solidFill>
              <a:effectLst/>
              <a:uFillTx/>
              <a:latin typeface="Tahoma"/>
            </a:endParaRPr>
          </a:p>
          <a:p>
            <a:pPr lvl="1" marL="743040" indent="-285840">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communication and coordination among team members</a:t>
            </a:r>
            <a:endParaRPr b="0" lang="en-IN" sz="1800" strike="noStrike" u="none">
              <a:solidFill>
                <a:srgbClr val="000000"/>
              </a:solidFill>
              <a:effectLst/>
              <a:uFillTx/>
              <a:latin typeface="Tahoma"/>
            </a:endParaRPr>
          </a:p>
          <a:p>
            <a:pPr lvl="1" marL="743040" indent="-285840">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joint authorship and decision-making with a distributed team</a:t>
            </a:r>
            <a:endParaRPr b="0" lang="en-IN" sz="1800" strike="noStrike" u="none">
              <a:solidFill>
                <a:srgbClr val="000000"/>
              </a:solidFill>
              <a:effectLst/>
              <a:uFillTx/>
              <a:latin typeface="Tahoma"/>
            </a:endParaRPr>
          </a:p>
          <a:p>
            <a:pPr lvl="1" marL="743040" indent="-285840">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version control for collaborative work products</a:t>
            </a:r>
            <a:endParaRPr b="0" lang="en-IN" sz="1800" strike="noStrike" u="none">
              <a:solidFill>
                <a:srgbClr val="000000"/>
              </a:solidFill>
              <a:effectLst/>
              <a:uFillTx/>
              <a:latin typeface="Tahoma"/>
            </a:endParaRPr>
          </a:p>
          <a:p>
            <a:pPr lvl="1" marL="743040" indent="-285840">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communication to a diverse set of stakeholders</a:t>
            </a:r>
            <a:r>
              <a:rPr b="0" lang="it-IT" sz="1800" strike="noStrike" u="none">
                <a:solidFill>
                  <a:srgbClr val="000000"/>
                </a:solidFill>
                <a:effectLst/>
                <a:uFillTx/>
                <a:latin typeface="Tahoma"/>
              </a:rPr>
              <a:t> </a:t>
            </a:r>
            <a:endParaRPr b="0" lang="en-IN" sz="1800" strike="noStrike" u="none">
              <a:solidFill>
                <a:srgbClr val="000000"/>
              </a:solidFill>
              <a:effectLst/>
              <a:uFillTx/>
              <a:latin typeface="Tahoma"/>
            </a:endParaRPr>
          </a:p>
        </p:txBody>
      </p:sp>
      <p:sp>
        <p:nvSpPr>
          <p:cNvPr id="4" name="PlaceHolder 3"/>
          <p:cNvSpPr>
            <a:spLocks noGrp="1"/>
          </p:cNvSpPr>
          <p:nvPr>
            <p:ph type="ftr" idx="2"/>
          </p:nvPr>
        </p:nvSpPr>
        <p:spPr/>
        <p:txBody>
          <a:bodyPr/>
          <a:p>
            <a:r>
              <a:t>DRAFT </a:t>
            </a:r>
          </a:p>
        </p:txBody>
      </p:sp>
      <p:sp>
        <p:nvSpPr>
          <p:cNvPr id="5" name="PlaceHolder 4"/>
          <p:cNvSpPr>
            <a:spLocks noGrp="1"/>
          </p:cNvSpPr>
          <p:nvPr>
            <p:ph type="sldNum" idx="3"/>
          </p:nvPr>
        </p:nvSpPr>
        <p:spPr/>
        <p:txBody>
          <a:bodyPr/>
          <a:p>
            <a:fld id="{D9853187-C9A7-4F35-B1C9-D20E4D8E5451}" type="slidenum">
              <a:t>16</a:t>
            </a:fld>
          </a:p>
        </p:txBody>
      </p:sp>
      <p:sp>
        <p:nvSpPr>
          <p:cNvPr id="6" name="PlaceHolder 5"/>
          <p:cNvSpPr>
            <a:spLocks noGrp="1"/>
          </p:cNvSpPr>
          <p:nvPr>
            <p:ph type="dt" idx="1"/>
          </p:nvPr>
        </p:nvSpPr>
        <p:spPr/>
        <p:txBody>
          <a:bodyPr/>
          <a:p>
            <a:fld id="{1E929191-2F2E-4550-B662-9B3CAE08C645}" type="datetime1">
              <a:rPr lang="en-IN"/>
              <a:t>03/06/25</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1" name="Rectangle 4"/>
          <p:cNvSpPr/>
          <p:nvPr/>
        </p:nvSpPr>
        <p:spPr>
          <a:xfrm>
            <a:off x="457200" y="6477120"/>
            <a:ext cx="2133720" cy="223560"/>
          </a:xfrm>
          <a:prstGeom prst="rect">
            <a:avLst/>
          </a:prstGeom>
          <a:noFill/>
          <a:ln w="0">
            <a:noFill/>
          </a:ln>
        </p:spPr>
        <p:style>
          <a:lnRef idx="0"/>
          <a:fillRef idx="0"/>
          <a:effectRef idx="0"/>
          <a:fontRef idx="minor"/>
        </p:style>
        <p:txBody>
          <a:bodyPr lIns="90000" rIns="90000" tIns="46800" bIns="4680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8C5DD51-5820-45F8-A823-CBCA949F800D}" type="datetime">
              <a:rPr b="0" lang="en-US" sz="800" strike="noStrike" u="none">
                <a:solidFill>
                  <a:srgbClr val="000000"/>
                </a:solidFill>
                <a:effectLst/>
                <a:uFillTx/>
                <a:latin typeface="Tahoma"/>
              </a:rPr>
              <a:t>06/03/25</a:t>
            </a:fld>
            <a:endParaRPr b="0" lang="en-IN" sz="800" strike="noStrike" u="none">
              <a:solidFill>
                <a:srgbClr val="000000"/>
              </a:solidFill>
              <a:effectLst/>
              <a:uFillTx/>
              <a:latin typeface="Tahoma"/>
            </a:endParaRPr>
          </a:p>
        </p:txBody>
      </p:sp>
      <p:sp>
        <p:nvSpPr>
          <p:cNvPr id="152" name="Rectangle 5"/>
          <p:cNvSpPr/>
          <p:nvPr/>
        </p:nvSpPr>
        <p:spPr>
          <a:xfrm>
            <a:off x="3124080" y="6477120"/>
            <a:ext cx="2895840" cy="228600"/>
          </a:xfrm>
          <a:prstGeom prst="rect">
            <a:avLst/>
          </a:prstGeom>
          <a:noFill/>
          <a:ln w="0">
            <a:noFill/>
          </a:ln>
        </p:spPr>
        <p:style>
          <a:lnRef idx="0"/>
          <a:fillRef idx="0"/>
          <a:effectRef idx="0"/>
          <a:fontRef idx="minor"/>
        </p:style>
        <p:txBody>
          <a:bodyPr lIns="90000" rIns="90000" tIns="46800" bIns="46800" anchor="b">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Tahoma"/>
              </a:rPr>
              <a:t>DRAFTNMFS eSignature Group</a:t>
            </a:r>
            <a:endParaRPr b="0" lang="en-IN" sz="800" strike="noStrike" u="none">
              <a:solidFill>
                <a:srgbClr val="000000"/>
              </a:solidFill>
              <a:effectLst/>
              <a:uFillTx/>
              <a:latin typeface="Tahoma"/>
            </a:endParaRPr>
          </a:p>
        </p:txBody>
      </p:sp>
      <p:sp>
        <p:nvSpPr>
          <p:cNvPr id="153" name="Rectangle 6"/>
          <p:cNvSpPr/>
          <p:nvPr/>
        </p:nvSpPr>
        <p:spPr>
          <a:xfrm>
            <a:off x="6553080" y="6477120"/>
            <a:ext cx="2133720" cy="22356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BD7A463-A402-47DA-8FCD-4998819BDD44}" type="slidenum">
              <a:rPr b="0" lang="en-US" sz="800" strike="noStrike" u="none">
                <a:solidFill>
                  <a:srgbClr val="000000"/>
                </a:solidFill>
                <a:effectLst/>
                <a:uFillTx/>
                <a:latin typeface="Tahoma"/>
              </a:rPr>
              <a:t>&lt;number&gt;</a:t>
            </a:fld>
            <a:endParaRPr b="0" lang="en-IN" sz="800" strike="noStrike" u="none">
              <a:solidFill>
                <a:srgbClr val="000000"/>
              </a:solidFill>
              <a:effectLst/>
              <a:uFillTx/>
              <a:latin typeface="Tahoma"/>
            </a:endParaRPr>
          </a:p>
        </p:txBody>
      </p:sp>
      <p:sp>
        <p:nvSpPr>
          <p:cNvPr id="154" name="Slide Number Placeholder 5"/>
          <p:cNvSpPr/>
          <p:nvPr/>
        </p:nvSpPr>
        <p:spPr>
          <a:xfrm>
            <a:off x="6553080" y="6477120"/>
            <a:ext cx="2133720" cy="22356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A7256E4-B794-4004-A581-15218CDCB834}" type="slidenum">
              <a:rPr b="0" lang="en-IN" sz="800" strike="noStrike" u="none">
                <a:solidFill>
                  <a:srgbClr val="000000"/>
                </a:solidFill>
                <a:effectLst/>
                <a:uFillTx/>
                <a:latin typeface="Tahoma"/>
              </a:rPr>
              <a:t>&lt;number&gt;</a:t>
            </a:fld>
            <a:endParaRPr b="0" lang="en-IN" sz="800" strike="noStrike" u="none">
              <a:solidFill>
                <a:srgbClr val="000000"/>
              </a:solidFill>
              <a:effectLst/>
              <a:uFillTx/>
              <a:latin typeface="Tahoma"/>
            </a:endParaRPr>
          </a:p>
        </p:txBody>
      </p:sp>
      <p:sp>
        <p:nvSpPr>
          <p:cNvPr id="155" name="PlaceHolder 1"/>
          <p:cNvSpPr>
            <a:spLocks noGrp="1"/>
          </p:cNvSpPr>
          <p:nvPr>
            <p:ph type="title"/>
          </p:nvPr>
        </p:nvSpPr>
        <p:spPr>
          <a:xfrm>
            <a:off x="456840" y="533160"/>
            <a:ext cx="8534520" cy="68580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99"/>
                </a:solidFill>
                <a:effectLst/>
                <a:uFillTx/>
                <a:latin typeface="Tahoma"/>
              </a:rPr>
              <a:t>Response to Challenges</a:t>
            </a:r>
            <a:endParaRPr b="0" lang="en-IN" sz="3600" strike="noStrike" u="none">
              <a:solidFill>
                <a:srgbClr val="006699"/>
              </a:solidFill>
              <a:effectLst/>
              <a:uFillTx/>
              <a:latin typeface="Tahoma"/>
            </a:endParaRPr>
          </a:p>
        </p:txBody>
      </p:sp>
      <p:sp>
        <p:nvSpPr>
          <p:cNvPr id="156" name="PlaceHolder 2"/>
          <p:cNvSpPr>
            <a:spLocks noGrp="1"/>
          </p:cNvSpPr>
          <p:nvPr>
            <p:ph/>
          </p:nvPr>
        </p:nvSpPr>
        <p:spPr>
          <a:xfrm>
            <a:off x="456840" y="1142640"/>
            <a:ext cx="8534520" cy="5181480"/>
          </a:xfrm>
          <a:prstGeom prst="rect">
            <a:avLst/>
          </a:prstGeom>
          <a:noFill/>
          <a:ln w="0">
            <a:noFill/>
          </a:ln>
        </p:spPr>
        <p:txBody>
          <a:bodyPr lIns="91440" rIns="91440" tIns="45720" bIns="45720" anchor="t">
            <a:normAutofit/>
          </a:bodyPr>
          <a:p>
            <a:pPr marL="343080" indent="-343080">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Held a face-to-face kickoff with explicit focus on achieving buy-in and building trust.</a:t>
            </a:r>
            <a:endParaRPr b="0" lang="en-IN" sz="1800" strike="noStrike" u="none">
              <a:solidFill>
                <a:srgbClr val="000000"/>
              </a:solidFill>
              <a:effectLst/>
              <a:uFillTx/>
              <a:latin typeface="Tahoma"/>
            </a:endParaRPr>
          </a:p>
          <a:p>
            <a:pPr marL="343080" indent="-343080">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Used email and a consistent and predictable meeting schedule to address the scheduling challenge.</a:t>
            </a:r>
            <a:endParaRPr b="0" lang="en-IN" sz="1800" strike="noStrike" u="none">
              <a:solidFill>
                <a:srgbClr val="000000"/>
              </a:solidFill>
              <a:effectLst/>
              <a:uFillTx/>
              <a:latin typeface="Tahoma"/>
            </a:endParaRPr>
          </a:p>
          <a:p>
            <a:pPr marL="343080" indent="-343080">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Leveraged a wiki for communication and coordination, version control, and communication to stakeholders.</a:t>
            </a:r>
            <a:endParaRPr b="0" lang="en-IN" sz="1800" strike="noStrike" u="none">
              <a:solidFill>
                <a:srgbClr val="000000"/>
              </a:solidFill>
              <a:effectLst/>
              <a:uFillTx/>
              <a:latin typeface="Tahoma"/>
            </a:endParaRPr>
          </a:p>
          <a:p>
            <a:pPr marL="343080" indent="-343080">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Also used a decision support application, ThinkTank, with the wiki to address joint authorship and decision-making and to create a repository of actions and outputs.</a:t>
            </a:r>
            <a:endParaRPr b="0" lang="en-IN" sz="1800" strike="noStrike" u="none">
              <a:solidFill>
                <a:srgbClr val="000000"/>
              </a:solidFill>
              <a:effectLst/>
              <a:uFillTx/>
              <a:latin typeface="Tahoma"/>
            </a:endParaRPr>
          </a:p>
          <a:p>
            <a:pPr marL="343080" indent="-343080">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000000"/>
                </a:solidFill>
                <a:effectLst/>
                <a:uFillTx/>
                <a:latin typeface="Tahoma"/>
              </a:rPr>
              <a:t>The wiki was particularly helpful for stakeholder communication by providing a transparent venue for the broad cross-cutting set of stakeholders to see what was going on.</a:t>
            </a:r>
            <a:endParaRPr b="0" lang="en-IN" sz="1800" strike="noStrike" u="none">
              <a:solidFill>
                <a:srgbClr val="000000"/>
              </a:solidFill>
              <a:effectLst/>
              <a:uFillTx/>
              <a:latin typeface="Tahoma"/>
            </a:endParaRPr>
          </a:p>
          <a:p>
            <a:pPr marL="343080" indent="-343080">
              <a:spcBef>
                <a:spcPts val="451"/>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it-IT" sz="1800" strike="noStrike" u="none">
                <a:solidFill>
                  <a:srgbClr val="000000"/>
                </a:solidFill>
                <a:effectLst/>
                <a:uFillTx/>
                <a:latin typeface="Tahoma"/>
              </a:rPr>
              <a:t>Contractor support</a:t>
            </a:r>
            <a:endParaRPr b="0" lang="en-IN" sz="1800" strike="noStrike" u="none">
              <a:solidFill>
                <a:srgbClr val="000000"/>
              </a:solidFill>
              <a:effectLst/>
              <a:uFillTx/>
              <a:latin typeface="Tahoma"/>
            </a:endParaRPr>
          </a:p>
          <a:p>
            <a:pPr lvl="1" marL="743040" indent="-285840">
              <a:spcBef>
                <a:spcPts val="40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it-IT" sz="1600" strike="noStrike" u="none">
                <a:solidFill>
                  <a:srgbClr val="000000"/>
                </a:solidFill>
                <a:effectLst/>
                <a:uFillTx/>
                <a:latin typeface="Tahoma"/>
              </a:rPr>
              <a:t>Domain expertise with e-signatures</a:t>
            </a:r>
            <a:endParaRPr b="0" lang="en-IN" sz="1600" strike="noStrike" u="none">
              <a:solidFill>
                <a:srgbClr val="000000"/>
              </a:solidFill>
              <a:effectLst/>
              <a:uFillTx/>
              <a:latin typeface="Tahoma"/>
            </a:endParaRPr>
          </a:p>
          <a:p>
            <a:pPr lvl="1" marL="743040" indent="-285840">
              <a:spcBef>
                <a:spcPts val="40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it-IT" sz="1600" strike="noStrike" u="none">
                <a:solidFill>
                  <a:srgbClr val="000000"/>
                </a:solidFill>
                <a:effectLst/>
                <a:uFillTx/>
                <a:latin typeface="Tahoma"/>
              </a:rPr>
              <a:t>Domain expertise with facilitating change</a:t>
            </a:r>
            <a:endParaRPr b="0" lang="en-IN" sz="1600" strike="noStrike" u="none">
              <a:solidFill>
                <a:srgbClr val="000000"/>
              </a:solidFill>
              <a:effectLst/>
              <a:uFillTx/>
              <a:latin typeface="Tahoma"/>
            </a:endParaRPr>
          </a:p>
          <a:p>
            <a:pPr lvl="1" marL="743040" indent="-285840">
              <a:spcBef>
                <a:spcPts val="40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it-IT" sz="1600" strike="noStrike" u="none">
                <a:solidFill>
                  <a:srgbClr val="000000"/>
                </a:solidFill>
                <a:effectLst/>
                <a:uFillTx/>
                <a:latin typeface="Tahoma"/>
              </a:rPr>
              <a:t>Decision support using Thinktank</a:t>
            </a:r>
            <a:endParaRPr b="0" lang="en-IN" sz="1600" strike="noStrike" u="none">
              <a:solidFill>
                <a:srgbClr val="000000"/>
              </a:solidFill>
              <a:effectLst/>
              <a:uFillTx/>
              <a:latin typeface="Tahoma"/>
            </a:endParaRPr>
          </a:p>
          <a:p>
            <a:pPr lvl="1" marL="743040" indent="-285840">
              <a:spcBef>
                <a:spcPts val="40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it-IT" sz="1600" strike="noStrike" u="none">
                <a:solidFill>
                  <a:srgbClr val="000000"/>
                </a:solidFill>
                <a:effectLst/>
                <a:uFillTx/>
                <a:latin typeface="Tahoma"/>
              </a:rPr>
              <a:t>Purposeful Meeting Design (face to face and remote design and facilitation) </a:t>
            </a:r>
            <a:endParaRPr b="0" lang="en-IN" sz="1600" strike="noStrike" u="none">
              <a:solidFill>
                <a:srgbClr val="000000"/>
              </a:solidFill>
              <a:effectLst/>
              <a:uFillTx/>
              <a:latin typeface="Tahoma"/>
            </a:endParaRPr>
          </a:p>
        </p:txBody>
      </p:sp>
      <p:sp>
        <p:nvSpPr>
          <p:cNvPr id="4" name="PlaceHolder 3"/>
          <p:cNvSpPr>
            <a:spLocks noGrp="1"/>
          </p:cNvSpPr>
          <p:nvPr>
            <p:ph type="ftr" idx="2"/>
          </p:nvPr>
        </p:nvSpPr>
        <p:spPr/>
        <p:txBody>
          <a:bodyPr/>
          <a:p>
            <a:r>
              <a:t>DRAFT </a:t>
            </a:r>
          </a:p>
        </p:txBody>
      </p:sp>
      <p:sp>
        <p:nvSpPr>
          <p:cNvPr id="5" name="PlaceHolder 4"/>
          <p:cNvSpPr>
            <a:spLocks noGrp="1"/>
          </p:cNvSpPr>
          <p:nvPr>
            <p:ph type="sldNum" idx="3"/>
          </p:nvPr>
        </p:nvSpPr>
        <p:spPr/>
        <p:txBody>
          <a:bodyPr/>
          <a:p>
            <a:fld id="{245066F6-EB1B-4B43-8C45-209FF99F471C}" type="slidenum">
              <a:t>17</a:t>
            </a:fld>
          </a:p>
        </p:txBody>
      </p:sp>
      <p:sp>
        <p:nvSpPr>
          <p:cNvPr id="6" name="PlaceHolder 5"/>
          <p:cNvSpPr>
            <a:spLocks noGrp="1"/>
          </p:cNvSpPr>
          <p:nvPr>
            <p:ph type="dt" idx="1"/>
          </p:nvPr>
        </p:nvSpPr>
        <p:spPr/>
        <p:txBody>
          <a:bodyPr/>
          <a:p>
            <a:fld id="{86B9EDD9-4FB7-4B35-AA77-0F1E1D123E18}" type="datetime1">
              <a:rPr lang="en-IN"/>
              <a:t>03/06/25</a:t>
            </a:fld>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57" name="Picture 2" descr=""/>
          <p:cNvPicPr/>
          <p:nvPr/>
        </p:nvPicPr>
        <p:blipFill>
          <a:blip r:embed="rId1"/>
          <a:stretch/>
        </p:blipFill>
        <p:spPr>
          <a:xfrm>
            <a:off x="457200" y="1371600"/>
            <a:ext cx="8229600" cy="5105520"/>
          </a:xfrm>
          <a:prstGeom prst="rect">
            <a:avLst/>
          </a:prstGeom>
          <a:noFill/>
          <a:ln w="0">
            <a:noFill/>
          </a:ln>
        </p:spPr>
      </p:pic>
      <p:sp>
        <p:nvSpPr>
          <p:cNvPr id="158" name=""/>
          <p:cNvSpPr/>
          <p:nvPr/>
        </p:nvSpPr>
        <p:spPr>
          <a:xfrm>
            <a:off x="0" y="838080"/>
            <a:ext cx="9144000" cy="52092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006699"/>
                </a:solidFill>
                <a:effectLst/>
                <a:uFillTx/>
                <a:latin typeface="Tahoma"/>
              </a:rPr>
              <a:t>E-signature Team Procedural Directive Roadmap</a:t>
            </a:r>
            <a:endParaRPr b="0" lang="en-IN" sz="2800" strike="noStrike" u="none">
              <a:solidFill>
                <a:srgbClr val="000000"/>
              </a:solidFill>
              <a:effectLst/>
              <a:uFillTx/>
              <a:latin typeface="Tahoma"/>
            </a:endParaRPr>
          </a:p>
        </p:txBody>
      </p:sp>
      <p:sp>
        <p:nvSpPr>
          <p:cNvPr id="2" name="PlaceHolder 1"/>
          <p:cNvSpPr>
            <a:spLocks noGrp="1"/>
          </p:cNvSpPr>
          <p:nvPr>
            <p:ph type="ftr" idx="2"/>
          </p:nvPr>
        </p:nvSpPr>
        <p:spPr/>
        <p:txBody>
          <a:bodyPr/>
          <a:p>
            <a:r>
              <a:t>DRAFT </a:t>
            </a:r>
          </a:p>
        </p:txBody>
      </p:sp>
      <p:sp>
        <p:nvSpPr>
          <p:cNvPr id="3" name="PlaceHolder 2"/>
          <p:cNvSpPr>
            <a:spLocks noGrp="1"/>
          </p:cNvSpPr>
          <p:nvPr>
            <p:ph type="sldNum" idx="3"/>
          </p:nvPr>
        </p:nvSpPr>
        <p:spPr/>
        <p:txBody>
          <a:bodyPr/>
          <a:p>
            <a:fld id="{8DAFE15D-6700-4706-A4F8-2E59A828A0F1}" type="slidenum">
              <a:t>18</a:t>
            </a:fld>
          </a:p>
        </p:txBody>
      </p:sp>
      <p:sp>
        <p:nvSpPr>
          <p:cNvPr id="4" name="PlaceHolder 3"/>
          <p:cNvSpPr>
            <a:spLocks noGrp="1"/>
          </p:cNvSpPr>
          <p:nvPr>
            <p:ph type="dt" idx="1"/>
          </p:nvPr>
        </p:nvSpPr>
        <p:spPr/>
        <p:txBody>
          <a:bodyPr/>
          <a:p>
            <a:fld id="{89038850-0FE6-4150-801A-A55ED7D8A8B0}" type="datetime1">
              <a:rPr lang="en-IN"/>
              <a:t>03/06/25</a:t>
            </a:fld>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9" name="Rectangle 4"/>
          <p:cNvSpPr/>
          <p:nvPr/>
        </p:nvSpPr>
        <p:spPr>
          <a:xfrm>
            <a:off x="457200" y="6477120"/>
            <a:ext cx="2133720" cy="223560"/>
          </a:xfrm>
          <a:prstGeom prst="rect">
            <a:avLst/>
          </a:prstGeom>
          <a:noFill/>
          <a:ln w="0">
            <a:noFill/>
          </a:ln>
        </p:spPr>
        <p:style>
          <a:lnRef idx="0"/>
          <a:fillRef idx="0"/>
          <a:effectRef idx="0"/>
          <a:fontRef idx="minor"/>
        </p:style>
        <p:txBody>
          <a:bodyPr lIns="90000" rIns="90000" tIns="46800" bIns="4680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2E5154D-2C65-49E5-AD06-16C5481BF3BC}" type="datetime">
              <a:rPr b="0" lang="en-US" sz="800" strike="noStrike" u="none">
                <a:solidFill>
                  <a:srgbClr val="000000"/>
                </a:solidFill>
                <a:effectLst/>
                <a:uFillTx/>
                <a:latin typeface="Tahoma"/>
              </a:rPr>
              <a:t>06/03/25</a:t>
            </a:fld>
            <a:endParaRPr b="0" lang="en-IN" sz="800" strike="noStrike" u="none">
              <a:solidFill>
                <a:srgbClr val="000000"/>
              </a:solidFill>
              <a:effectLst/>
              <a:uFillTx/>
              <a:latin typeface="Tahoma"/>
            </a:endParaRPr>
          </a:p>
        </p:txBody>
      </p:sp>
      <p:sp>
        <p:nvSpPr>
          <p:cNvPr id="160" name="Rectangle 5"/>
          <p:cNvSpPr/>
          <p:nvPr/>
        </p:nvSpPr>
        <p:spPr>
          <a:xfrm>
            <a:off x="3124080" y="6477120"/>
            <a:ext cx="2895840" cy="228600"/>
          </a:xfrm>
          <a:prstGeom prst="rect">
            <a:avLst/>
          </a:prstGeom>
          <a:noFill/>
          <a:ln w="0">
            <a:noFill/>
          </a:ln>
        </p:spPr>
        <p:style>
          <a:lnRef idx="0"/>
          <a:fillRef idx="0"/>
          <a:effectRef idx="0"/>
          <a:fontRef idx="minor"/>
        </p:style>
        <p:txBody>
          <a:bodyPr lIns="90000" rIns="90000" tIns="46800" bIns="46800" anchor="b">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Tahoma"/>
              </a:rPr>
              <a:t>DRAFTNMFS eSignature Group</a:t>
            </a:r>
            <a:endParaRPr b="0" lang="en-IN" sz="800" strike="noStrike" u="none">
              <a:solidFill>
                <a:srgbClr val="000000"/>
              </a:solidFill>
              <a:effectLst/>
              <a:uFillTx/>
              <a:latin typeface="Tahoma"/>
            </a:endParaRPr>
          </a:p>
        </p:txBody>
      </p:sp>
      <p:sp>
        <p:nvSpPr>
          <p:cNvPr id="161" name="Rectangle 6"/>
          <p:cNvSpPr/>
          <p:nvPr/>
        </p:nvSpPr>
        <p:spPr>
          <a:xfrm>
            <a:off x="6553080" y="6477120"/>
            <a:ext cx="2133720" cy="22356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F360E59-46B9-4B64-90AB-F0EC58468F9D}" type="slidenum">
              <a:rPr b="0" lang="en-US" sz="800" strike="noStrike" u="none">
                <a:solidFill>
                  <a:srgbClr val="000000"/>
                </a:solidFill>
                <a:effectLst/>
                <a:uFillTx/>
                <a:latin typeface="Tahoma"/>
              </a:rPr>
              <a:t>&lt;number&gt;</a:t>
            </a:fld>
            <a:endParaRPr b="0" lang="en-IN" sz="800" strike="noStrike" u="none">
              <a:solidFill>
                <a:srgbClr val="000000"/>
              </a:solidFill>
              <a:effectLst/>
              <a:uFillTx/>
              <a:latin typeface="Tahoma"/>
            </a:endParaRPr>
          </a:p>
        </p:txBody>
      </p:sp>
      <p:sp>
        <p:nvSpPr>
          <p:cNvPr id="162" name="PlaceHolder 1"/>
          <p:cNvSpPr>
            <a:spLocks noGrp="1"/>
          </p:cNvSpPr>
          <p:nvPr>
            <p:ph type="title"/>
          </p:nvPr>
        </p:nvSpPr>
        <p:spPr>
          <a:xfrm>
            <a:off x="456840" y="533160"/>
            <a:ext cx="8534520" cy="68580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006699"/>
                </a:solidFill>
                <a:effectLst/>
                <a:uFillTx/>
                <a:latin typeface="Tahoma"/>
              </a:rPr>
              <a:t>Next Steps for NMFS Implementation</a:t>
            </a:r>
            <a:endParaRPr b="0" lang="en-IN" sz="3600" strike="noStrike" u="none">
              <a:solidFill>
                <a:srgbClr val="006699"/>
              </a:solidFill>
              <a:effectLst/>
              <a:uFillTx/>
              <a:latin typeface="Tahoma"/>
            </a:endParaRPr>
          </a:p>
        </p:txBody>
      </p:sp>
      <p:sp>
        <p:nvSpPr>
          <p:cNvPr id="163" name="PlaceHolder 2"/>
          <p:cNvSpPr>
            <a:spLocks noGrp="1"/>
          </p:cNvSpPr>
          <p:nvPr>
            <p:ph/>
          </p:nvPr>
        </p:nvSpPr>
        <p:spPr>
          <a:xfrm>
            <a:off x="456840" y="1371600"/>
            <a:ext cx="8534520" cy="5029200"/>
          </a:xfrm>
          <a:prstGeom prst="rect">
            <a:avLst/>
          </a:prstGeom>
          <a:noFill/>
          <a:ln w="0">
            <a:noFill/>
          </a:ln>
        </p:spPr>
        <p:txBody>
          <a:bodyPr lIns="91440" rIns="91440" tIns="45720" bIns="45720" anchor="t">
            <a:normAutofit lnSpcReduction="9999"/>
          </a:bodyPr>
          <a:p>
            <a:pPr marL="343080" indent="-343080">
              <a:lnSpc>
                <a:spcPct val="90000"/>
              </a:lnSpc>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Pilot e-signature draft business plans are close to approval per policy and procedural directives</a:t>
            </a:r>
            <a:endParaRPr b="0" lang="en-IN" sz="2000" strike="noStrike" u="none">
              <a:solidFill>
                <a:srgbClr val="000000"/>
              </a:solidFill>
              <a:effectLst/>
              <a:uFillTx/>
              <a:latin typeface="Tahoma"/>
            </a:endParaRPr>
          </a:p>
          <a:p>
            <a:pPr marL="343080" indent="-343080">
              <a:lnSpc>
                <a:spcPct val="90000"/>
              </a:lnSpc>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Wiki needs to be transitioned from a working collaboration tool to a reference site for future e-signature initiatives</a:t>
            </a:r>
            <a:endParaRPr b="0" lang="en-IN" sz="2000" strike="noStrike" u="none">
              <a:solidFill>
                <a:srgbClr val="000000"/>
              </a:solidFill>
              <a:effectLst/>
              <a:uFillTx/>
              <a:latin typeface="Tahoma"/>
            </a:endParaRPr>
          </a:p>
          <a:p>
            <a:pPr marL="343080" indent="-343080">
              <a:lnSpc>
                <a:spcPct val="90000"/>
              </a:lnSpc>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Projects that follow the process described should be compliant with:</a:t>
            </a:r>
            <a:endParaRPr b="0" lang="en-IN" sz="2000" strike="noStrike" u="none">
              <a:solidFill>
                <a:srgbClr val="000000"/>
              </a:solidFill>
              <a:effectLst/>
              <a:uFillTx/>
              <a:latin typeface="Tahoma"/>
            </a:endParaRPr>
          </a:p>
          <a:p>
            <a:pPr lvl="1" marL="743040" indent="-285840">
              <a:lnSpc>
                <a:spcPct val="90000"/>
              </a:lnSpc>
              <a:spcBef>
                <a:spcPts val="40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Tahoma"/>
              </a:rPr>
              <a:t>the OMB e-auth policy</a:t>
            </a:r>
            <a:endParaRPr b="0" lang="en-IN" sz="1600" strike="noStrike" u="none">
              <a:solidFill>
                <a:srgbClr val="000000"/>
              </a:solidFill>
              <a:effectLst/>
              <a:uFillTx/>
              <a:latin typeface="Tahoma"/>
            </a:endParaRPr>
          </a:p>
          <a:p>
            <a:pPr lvl="1" marL="743040" indent="-285840">
              <a:lnSpc>
                <a:spcPct val="90000"/>
              </a:lnSpc>
              <a:spcBef>
                <a:spcPts val="40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Tahoma"/>
              </a:rPr>
              <a:t>NIST technical guidance</a:t>
            </a:r>
            <a:endParaRPr b="0" lang="en-IN" sz="1600" strike="noStrike" u="none">
              <a:solidFill>
                <a:srgbClr val="000000"/>
              </a:solidFill>
              <a:effectLst/>
              <a:uFillTx/>
              <a:latin typeface="Tahoma"/>
            </a:endParaRPr>
          </a:p>
          <a:p>
            <a:pPr lvl="1" marL="743040" indent="-285840">
              <a:lnSpc>
                <a:spcPct val="90000"/>
              </a:lnSpc>
              <a:spcBef>
                <a:spcPts val="40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Tahoma"/>
              </a:rPr>
              <a:t>NMFS policy</a:t>
            </a:r>
            <a:endParaRPr b="0" lang="en-IN" sz="1600" strike="noStrike" u="none">
              <a:solidFill>
                <a:srgbClr val="000000"/>
              </a:solidFill>
              <a:effectLst/>
              <a:uFillTx/>
              <a:latin typeface="Tahoma"/>
            </a:endParaRPr>
          </a:p>
          <a:p>
            <a:pPr lvl="1" marL="743040" indent="-285840">
              <a:lnSpc>
                <a:spcPct val="90000"/>
              </a:lnSpc>
              <a:spcBef>
                <a:spcPts val="400"/>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000000"/>
                </a:solidFill>
                <a:effectLst/>
                <a:uFillTx/>
                <a:latin typeface="Tahoma"/>
              </a:rPr>
              <a:t>NMFS procedural guidance</a:t>
            </a:r>
            <a:endParaRPr b="0" lang="en-IN" sz="1600" strike="noStrike" u="none">
              <a:solidFill>
                <a:srgbClr val="000000"/>
              </a:solidFill>
              <a:effectLst/>
              <a:uFillTx/>
              <a:latin typeface="Tahoma"/>
            </a:endParaRPr>
          </a:p>
          <a:p>
            <a:pPr marL="343080" indent="-343080">
              <a:lnSpc>
                <a:spcPct val="90000"/>
              </a:lnSpc>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Per current understanding of policy and procedure e-signature projects should go through this analysis individually</a:t>
            </a:r>
            <a:endParaRPr b="0" lang="en-IN" sz="2000" strike="noStrike" u="none">
              <a:solidFill>
                <a:srgbClr val="000000"/>
              </a:solidFill>
              <a:effectLst/>
              <a:uFillTx/>
              <a:latin typeface="Tahoma"/>
            </a:endParaRPr>
          </a:p>
          <a:p>
            <a:pPr marL="343080" indent="-343080">
              <a:lnSpc>
                <a:spcPct val="90000"/>
              </a:lnSpc>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With some real-world experience it may be feasible to have a “logbook” business plan and a “fish ticket” business plan, and realize economies of scale in the analysis and conceptual design phases</a:t>
            </a:r>
            <a:endParaRPr b="0" lang="en-IN" sz="2000" strike="noStrike" u="none">
              <a:solidFill>
                <a:srgbClr val="000000"/>
              </a:solidFill>
              <a:effectLst/>
              <a:uFillTx/>
              <a:latin typeface="Tahoma"/>
            </a:endParaRPr>
          </a:p>
          <a:p>
            <a:pPr marL="343080" indent="-343080">
              <a:lnSpc>
                <a:spcPct val="90000"/>
              </a:lnSpc>
              <a:spcBef>
                <a:spcPts val="499"/>
              </a:spcBef>
              <a:buClr>
                <a:srgbClr val="006699"/>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Tahoma"/>
              </a:rPr>
              <a:t>While policy and procedure mandates specific risk and cost/benefit assessments, it seems likely that generic software components could be developed and shared (“NPS-like” e-signature web service?)</a:t>
            </a:r>
            <a:endParaRPr b="0" lang="en-IN" sz="2000" strike="noStrike" u="none">
              <a:solidFill>
                <a:srgbClr val="000000"/>
              </a:solidFill>
              <a:effectLst/>
              <a:uFillTx/>
              <a:latin typeface="Tahoma"/>
            </a:endParaRPr>
          </a:p>
        </p:txBody>
      </p:sp>
      <p:sp>
        <p:nvSpPr>
          <p:cNvPr id="4" name="PlaceHolder 3"/>
          <p:cNvSpPr>
            <a:spLocks noGrp="1"/>
          </p:cNvSpPr>
          <p:nvPr>
            <p:ph type="ftr" idx="2"/>
          </p:nvPr>
        </p:nvSpPr>
        <p:spPr/>
        <p:txBody>
          <a:bodyPr/>
          <a:p>
            <a:r>
              <a:t>DRAFT </a:t>
            </a:r>
          </a:p>
        </p:txBody>
      </p:sp>
      <p:sp>
        <p:nvSpPr>
          <p:cNvPr id="5" name="PlaceHolder 4"/>
          <p:cNvSpPr>
            <a:spLocks noGrp="1"/>
          </p:cNvSpPr>
          <p:nvPr>
            <p:ph type="sldNum" idx="3"/>
          </p:nvPr>
        </p:nvSpPr>
        <p:spPr/>
        <p:txBody>
          <a:bodyPr/>
          <a:p>
            <a:fld id="{CF4402B9-73CD-4A2B-9D1C-2824C1708D39}" type="slidenum">
              <a:t>19</a:t>
            </a:fld>
          </a:p>
        </p:txBody>
      </p:sp>
      <p:sp>
        <p:nvSpPr>
          <p:cNvPr id="6" name="PlaceHolder 5"/>
          <p:cNvSpPr>
            <a:spLocks noGrp="1"/>
          </p:cNvSpPr>
          <p:nvPr>
            <p:ph type="dt" idx="1"/>
          </p:nvPr>
        </p:nvSpPr>
        <p:spPr/>
        <p:txBody>
          <a:bodyPr/>
          <a:p>
            <a:fld id="{045B67AE-2484-4377-A6CC-8D39EBCA1D1B}" type="datetime1">
              <a:rPr lang="en-IN"/>
              <a:t>03/06/25</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28618</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2003-11-07T09:12:21Z</dcterms:created>
  <dc:creator>Jesse Bazelais;Cassio DeSanctis</dc:creator>
  <dc:description/>
  <dc:language>en-IN</dc:language>
  <cp:lastModifiedBy>ltalley</cp:lastModifiedBy>
  <dcterms:modified xsi:type="dcterms:W3CDTF">2009-02-09T13:28:12Z</dcterms:modified>
  <cp:revision>467</cp:revision>
  <dc:subject/>
  <dc:title>Public Web Site Work Flows</dc:title>
</cp:coreProperties>
</file>