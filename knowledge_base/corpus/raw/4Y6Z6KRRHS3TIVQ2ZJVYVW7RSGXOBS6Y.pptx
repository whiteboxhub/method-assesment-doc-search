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21.xml" ContentType="application/vnd.openxmlformats-officedocument.presentationml.slide+xml"/>
  <Override PartName="/ppt/slides/slide4.xml" ContentType="application/vnd.openxmlformats-officedocument.presentationml.slide+xml"/>
  <Override PartName="/ppt/slides/slide2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23.xml" ContentType="application/vnd.openxmlformats-officedocument.presentationml.slide+xml"/>
  <Override PartName="/ppt/slides/slide7.xml" ContentType="application/vnd.openxmlformats-officedocument.presentationml.slide+xml"/>
  <Override PartName="/ppt/slides/slide24.xml" ContentType="application/vnd.openxmlformats-officedocument.presentationml.slide+xml"/>
  <Override PartName="/ppt/slides/slide8.xml" ContentType="application/vnd.openxmlformats-officedocument.presentationml.slide+xml"/>
  <Override PartName="/ppt/slides/slide25.xml" ContentType="application/vnd.openxmlformats-officedocument.presentationml.slide+xml"/>
  <Override PartName="/ppt/slides/slide9.xml" ContentType="application/vnd.openxmlformats-officedocument.presentationml.slide+xml"/>
  <Override PartName="/ppt/slides/slide26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_rels/slide1.xml.rels" ContentType="application/vnd.openxmlformats-package.relationships+xml"/>
  <Override PartName="/ppt/slides/_rels/slide22.xml.rels" ContentType="application/vnd.openxmlformats-package.relationships+xml"/>
  <Override PartName="/ppt/slides/_rels/slide2.xml.rels" ContentType="application/vnd.openxmlformats-package.relationships+xml"/>
  <Override PartName="/ppt/slides/_rels/slide20.xml.rels" ContentType="application/vnd.openxmlformats-package.relationships+xml"/>
  <Override PartName="/ppt/slides/_rels/slide3.xml.rels" ContentType="application/vnd.openxmlformats-package.relationships+xml"/>
  <Override PartName="/ppt/slides/_rels/slide21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23.xml.rels" ContentType="application/vnd.openxmlformats-package.relationships+xml"/>
  <Override PartName="/ppt/slides/_rels/slide6.xml.rels" ContentType="application/vnd.openxmlformats-package.relationships+xml"/>
  <Override PartName="/ppt/slides/_rels/slide24.xml.rels" ContentType="application/vnd.openxmlformats-package.relationships+xml"/>
  <Override PartName="/ppt/slides/_rels/slide7.xml.rels" ContentType="application/vnd.openxmlformats-package.relationships+xml"/>
  <Override PartName="/ppt/slides/_rels/slide25.xml.rels" ContentType="application/vnd.openxmlformats-package.relationships+xml"/>
  <Override PartName="/ppt/slides/_rels/slide8.xml.rels" ContentType="application/vnd.openxmlformats-package.relationships+xml"/>
  <Override PartName="/ppt/slides/_rels/slide26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slides/_rels/slide17.xml.rels" ContentType="application/vnd.openxmlformats-package.relationships+xml"/>
  <Override PartName="/ppt/slides/_rels/slide18.xml.rels" ContentType="application/vnd.openxmlformats-package.relationships+xml"/>
  <Override PartName="/ppt/slides/_rels/slide19.xml.rels" ContentType="application/vnd.openxmlformats-package.relationships+xml"/>
  <Override PartName="/ppt/slides/_rels/slide27.xml.rels" ContentType="application/vnd.openxmlformats-package.relationships+xml"/>
  <Override PartName="/ppt/slides/_rels/slide28.xml.rels" ContentType="application/vnd.openxmlformats-package.relationships+xml"/>
  <Override PartName="/ppt/slides/_rels/slide29.xml.rels" ContentType="application/vnd.openxmlformats-package.relationships+xml"/>
  <Override PartName="/ppt/slides/_rels/slide30.xml.rels" ContentType="application/vnd.openxmlformats-package.relationships+xml"/>
  <Override PartName="/ppt/slides/_rels/slide31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</p:sldIdLst>
  <p:sldSz cx="9144000" cy="6858000"/>
  <p:notesSz cx="6858000" cy="118618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schemas.openxmlformats.org/officeDocument/2006/relationships/slide" Target="slides/slide30.xml"/><Relationship Id="rId33" Type="http://schemas.openxmlformats.org/officeDocument/2006/relationships/slide" Target="slides/slide31.xml"/><Relationship Id="rId3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85800" y="60912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360" rIns="90360" tIns="44280" bIns="4428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685800" y="1981080"/>
            <a:ext cx="7772400" cy="4114800"/>
          </a:xfrm>
          <a:prstGeom prst="rect">
            <a:avLst/>
          </a:prstGeom>
          <a:noFill/>
          <a:ln w="0">
            <a:noFill/>
          </a:ln>
        </p:spPr>
        <p:txBody>
          <a:bodyPr lIns="90360" rIns="90360" tIns="44280" bIns="44280" anchor="t">
            <a:normAutofit/>
          </a:bodyPr>
          <a:p>
            <a:pPr indent="0">
              <a:spcBef>
                <a:spcPts val="799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trike="noStrike" u="none">
              <a:solidFill>
                <a:srgbClr val="232323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d8a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body"/>
          </p:nvPr>
        </p:nvSpPr>
        <p:spPr>
          <a:xfrm>
            <a:off x="685800" y="1981080"/>
            <a:ext cx="7772400" cy="4114800"/>
          </a:xfrm>
          <a:prstGeom prst="rect">
            <a:avLst/>
          </a:prstGeom>
          <a:noFill/>
          <a:ln w="0">
            <a:noFill/>
          </a:ln>
        </p:spPr>
        <p:txBody>
          <a:bodyPr lIns="90360" rIns="90360" tIns="44280" bIns="44280" anchor="t">
            <a:normAutofit/>
          </a:bodyPr>
          <a:p>
            <a:pPr marL="343080" indent="-343080">
              <a:spcBef>
                <a:spcPts val="799"/>
              </a:spcBef>
              <a:buClr>
                <a:srgbClr val="0b20bf"/>
              </a:buClr>
              <a:buSzPct val="75000"/>
              <a:buFont typeface="Monotype Sorts" charset="2"/>
              <a:buChar char="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232323"/>
                </a:solidFill>
                <a:effectLst/>
                <a:uFillTx/>
                <a:latin typeface="Times New Roman"/>
              </a:rPr>
              <a:t>Click to edit the outline text format</a:t>
            </a:r>
            <a:endParaRPr b="0" lang="en-IN" sz="3200" strike="noStrike" u="none">
              <a:solidFill>
                <a:srgbClr val="232323"/>
              </a:solidFill>
              <a:effectLst/>
              <a:uFillTx/>
              <a:latin typeface="Times New Roman"/>
            </a:endParaRPr>
          </a:p>
          <a:p>
            <a:pPr lvl="1" marL="743040" indent="-285840">
              <a:spcBef>
                <a:spcPts val="799"/>
              </a:spcBef>
              <a:buClr>
                <a:srgbClr val="232323"/>
              </a:buClr>
              <a:buFont typeface="Times New Roman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232323"/>
                </a:solidFill>
                <a:effectLst/>
                <a:uFillTx/>
                <a:latin typeface="Times New Roman"/>
              </a:rPr>
              <a:t>Second Outline Level</a:t>
            </a:r>
            <a:endParaRPr b="0" lang="en-IN" sz="3200" strike="noStrike" u="none">
              <a:solidFill>
                <a:srgbClr val="232323"/>
              </a:solidFill>
              <a:effectLst/>
              <a:uFillTx/>
              <a:latin typeface="Times New Roman"/>
            </a:endParaRPr>
          </a:p>
          <a:p>
            <a:pPr lvl="2" marL="1143000" indent="-228600">
              <a:spcBef>
                <a:spcPts val="799"/>
              </a:spcBef>
              <a:buClr>
                <a:srgbClr val="0b20bf"/>
              </a:buClr>
              <a:buSzPct val="65000"/>
              <a:buFont typeface="Monotype Sorts" charset="2"/>
              <a:buChar char="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232323"/>
                </a:solidFill>
                <a:effectLst/>
                <a:uFillTx/>
                <a:latin typeface="Times New Roman"/>
              </a:rPr>
              <a:t>Third Outline Level</a:t>
            </a:r>
            <a:endParaRPr b="0" lang="en-IN" sz="3200" strike="noStrike" u="none">
              <a:solidFill>
                <a:srgbClr val="232323"/>
              </a:solidFill>
              <a:effectLst/>
              <a:uFillTx/>
              <a:latin typeface="Times New Roman"/>
            </a:endParaRPr>
          </a:p>
          <a:p>
            <a:pPr lvl="3" marL="1600200" indent="-228600">
              <a:spcBef>
                <a:spcPts val="799"/>
              </a:spcBef>
              <a:buClr>
                <a:srgbClr val="232323"/>
              </a:buClr>
              <a:buFont typeface="Times New Roman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232323"/>
                </a:solidFill>
                <a:effectLst/>
                <a:uFillTx/>
                <a:latin typeface="Times New Roman"/>
              </a:rPr>
              <a:t>Fourth Outline Level</a:t>
            </a:r>
            <a:endParaRPr b="0" lang="en-IN" sz="3200" strike="noStrike" u="none">
              <a:solidFill>
                <a:srgbClr val="232323"/>
              </a:solidFill>
              <a:effectLst/>
              <a:uFillTx/>
              <a:latin typeface="Times New Roman"/>
            </a:endParaRPr>
          </a:p>
          <a:p>
            <a:pPr lvl="4" marL="2057400" indent="-228600">
              <a:spcBef>
                <a:spcPts val="799"/>
              </a:spcBef>
              <a:buClr>
                <a:srgbClr val="232323"/>
              </a:buClr>
              <a:buFont typeface="Times New Roman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232323"/>
                </a:solidFill>
                <a:effectLst/>
                <a:uFillTx/>
                <a:latin typeface="Times New Roman"/>
              </a:rPr>
              <a:t>Fifth Outline Level</a:t>
            </a:r>
            <a:endParaRPr b="0" lang="en-IN" sz="3200" strike="noStrike" u="none">
              <a:solidFill>
                <a:srgbClr val="232323"/>
              </a:solidFill>
              <a:effectLst/>
              <a:uFillTx/>
              <a:latin typeface="Times New Roman"/>
            </a:endParaRPr>
          </a:p>
          <a:p>
            <a:pPr lvl="5" marL="2057400" indent="-228600">
              <a:spcBef>
                <a:spcPts val="799"/>
              </a:spcBef>
              <a:buClr>
                <a:srgbClr val="232323"/>
              </a:buClr>
              <a:buFont typeface="Times New Roman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232323"/>
                </a:solidFill>
                <a:effectLst/>
                <a:uFillTx/>
                <a:latin typeface="Times New Roman"/>
              </a:rPr>
              <a:t>Sixth Outline Level</a:t>
            </a:r>
            <a:endParaRPr b="0" lang="en-IN" sz="3200" strike="noStrike" u="none">
              <a:solidFill>
                <a:srgbClr val="232323"/>
              </a:solidFill>
              <a:effectLst/>
              <a:uFillTx/>
              <a:latin typeface="Times New Roman"/>
            </a:endParaRPr>
          </a:p>
          <a:p>
            <a:pPr lvl="6" marL="2057400" indent="-228600">
              <a:spcBef>
                <a:spcPts val="799"/>
              </a:spcBef>
              <a:buClr>
                <a:srgbClr val="232323"/>
              </a:buClr>
              <a:buFont typeface="Times New Roman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232323"/>
                </a:solidFill>
                <a:effectLst/>
                <a:uFillTx/>
                <a:latin typeface="Times New Roman"/>
              </a:rPr>
              <a:t>Seventh Outline Level</a:t>
            </a:r>
            <a:endParaRPr b="0" lang="en-IN" sz="3200" strike="noStrike" u="none">
              <a:solidFill>
                <a:srgbClr val="232323"/>
              </a:solidFill>
              <a:effectLst/>
              <a:uFillTx/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title"/>
          </p:nvPr>
        </p:nvSpPr>
        <p:spPr>
          <a:xfrm>
            <a:off x="685800" y="60912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360" rIns="90360" tIns="44280" bIns="4428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Click to edit the title text format</a:t>
            </a:r>
            <a:endParaRPr b="0" lang="en-IN" sz="4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2" name=""/>
          <p:cNvGrpSpPr/>
          <p:nvPr/>
        </p:nvGrpSpPr>
        <p:grpSpPr>
          <a:xfrm>
            <a:off x="165240" y="82440"/>
            <a:ext cx="8813520" cy="6710400"/>
            <a:chOff x="165240" y="82440"/>
            <a:chExt cx="8813520" cy="6710400"/>
          </a:xfrm>
        </p:grpSpPr>
        <p:sp>
          <p:nvSpPr>
            <p:cNvPr id="3" name=""/>
            <p:cNvSpPr/>
            <p:nvPr/>
          </p:nvSpPr>
          <p:spPr>
            <a:xfrm>
              <a:off x="165240" y="241200"/>
              <a:ext cx="8813520" cy="6299280"/>
            </a:xfrm>
            <a:prstGeom prst="rect">
              <a:avLst/>
            </a:prstGeom>
            <a:noFill/>
            <a:ln w="25560">
              <a:solidFill>
                <a:srgbClr val="232323"/>
              </a:solidFill>
              <a:prstDash val="sysDot"/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2400" strike="noStrike" u="none">
                <a:solidFill>
                  <a:srgbClr val="232323"/>
                </a:solidFill>
                <a:effectLst/>
                <a:uFillTx/>
                <a:latin typeface="Times New Roman"/>
              </a:endParaRPr>
            </a:p>
          </p:txBody>
        </p:sp>
        <p:grpSp>
          <p:nvGrpSpPr>
            <p:cNvPr id="4" name=""/>
            <p:cNvGrpSpPr/>
            <p:nvPr/>
          </p:nvGrpSpPr>
          <p:grpSpPr>
            <a:xfrm>
              <a:off x="2008080" y="82440"/>
              <a:ext cx="5300640" cy="6710400"/>
              <a:chOff x="2008080" y="82440"/>
              <a:chExt cx="5300640" cy="6710400"/>
            </a:xfrm>
          </p:grpSpPr>
          <p:grpSp>
            <p:nvGrpSpPr>
              <p:cNvPr id="5" name=""/>
              <p:cNvGrpSpPr/>
              <p:nvPr/>
            </p:nvGrpSpPr>
            <p:grpSpPr>
              <a:xfrm>
                <a:off x="6407280" y="82440"/>
                <a:ext cx="901440" cy="749520"/>
                <a:chOff x="6407280" y="82440"/>
                <a:chExt cx="901440" cy="749520"/>
              </a:xfrm>
            </p:grpSpPr>
            <p:sp>
              <p:nvSpPr>
                <p:cNvPr id="6" name=""/>
                <p:cNvSpPr/>
                <p:nvPr/>
              </p:nvSpPr>
              <p:spPr>
                <a:xfrm flipH="1" rot="10800000">
                  <a:off x="6539040" y="158760"/>
                  <a:ext cx="769680" cy="673200"/>
                </a:xfrm>
                <a:prstGeom prst="triangle">
                  <a:avLst>
                    <a:gd name="adj" fmla="val 49995"/>
                  </a:avLst>
                </a:prstGeom>
                <a:solidFill>
                  <a:srgbClr val="676767"/>
                </a:solidFill>
                <a:ln w="12600">
                  <a:solidFill>
                    <a:srgbClr val="676767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6800" bIns="46800" anchor="ctr">
                  <a:noAutofit/>
                </a:bodyPr>
                <a:p>
                  <a:endParaRPr b="0" lang="en-IN" sz="2400" strike="noStrike" u="none">
                    <a:solidFill>
                      <a:srgbClr val="232323"/>
                    </a:solidFill>
                    <a:effectLst/>
                    <a:uFillTx/>
                    <a:latin typeface="Times New Roman"/>
                  </a:endParaRPr>
                </a:p>
              </p:txBody>
            </p:sp>
            <p:sp>
              <p:nvSpPr>
                <p:cNvPr id="7" name=""/>
                <p:cNvSpPr/>
                <p:nvPr/>
              </p:nvSpPr>
              <p:spPr>
                <a:xfrm flipH="1" rot="10800000">
                  <a:off x="6407280" y="82440"/>
                  <a:ext cx="769680" cy="673200"/>
                </a:xfrm>
                <a:prstGeom prst="triangle">
                  <a:avLst>
                    <a:gd name="adj" fmla="val 49995"/>
                  </a:avLst>
                </a:prstGeom>
                <a:solidFill>
                  <a:srgbClr val="0b20bf"/>
                </a:solidFill>
                <a:ln w="12600">
                  <a:solidFill>
                    <a:srgbClr val="0b20bf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6800" bIns="46800" anchor="ctr">
                  <a:noAutofit/>
                </a:bodyPr>
                <a:p>
                  <a:endParaRPr b="0" lang="en-IN" sz="2400" strike="noStrike" u="none">
                    <a:solidFill>
                      <a:srgbClr val="232323"/>
                    </a:solidFill>
                    <a:effectLst/>
                    <a:uFillTx/>
                    <a:latin typeface="Times New Roman"/>
                  </a:endParaRPr>
                </a:p>
              </p:txBody>
            </p:sp>
          </p:grpSp>
          <p:grpSp>
            <p:nvGrpSpPr>
              <p:cNvPr id="8" name=""/>
              <p:cNvGrpSpPr/>
              <p:nvPr/>
            </p:nvGrpSpPr>
            <p:grpSpPr>
              <a:xfrm>
                <a:off x="2008080" y="6026040"/>
                <a:ext cx="992160" cy="766800"/>
                <a:chOff x="2008080" y="6026040"/>
                <a:chExt cx="992160" cy="766800"/>
              </a:xfrm>
            </p:grpSpPr>
            <p:sp>
              <p:nvSpPr>
                <p:cNvPr id="9" name=""/>
                <p:cNvSpPr/>
                <p:nvPr/>
              </p:nvSpPr>
              <p:spPr>
                <a:xfrm>
                  <a:off x="2230560" y="6119640"/>
                  <a:ext cx="769680" cy="673200"/>
                </a:xfrm>
                <a:prstGeom prst="triangle">
                  <a:avLst>
                    <a:gd name="adj" fmla="val 49995"/>
                  </a:avLst>
                </a:prstGeom>
                <a:solidFill>
                  <a:srgbClr val="676767"/>
                </a:solidFill>
                <a:ln w="12600">
                  <a:solidFill>
                    <a:srgbClr val="676767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6800" bIns="46800" anchor="ctr">
                  <a:noAutofit/>
                </a:bodyPr>
                <a:p>
                  <a:endParaRPr b="0" lang="en-IN" sz="2400" strike="noStrike" u="none">
                    <a:solidFill>
                      <a:srgbClr val="232323"/>
                    </a:solidFill>
                    <a:effectLst/>
                    <a:uFillTx/>
                    <a:latin typeface="Times New Roman"/>
                  </a:endParaRPr>
                </a:p>
              </p:txBody>
            </p:sp>
            <p:sp>
              <p:nvSpPr>
                <p:cNvPr id="10" name=""/>
                <p:cNvSpPr/>
                <p:nvPr/>
              </p:nvSpPr>
              <p:spPr>
                <a:xfrm>
                  <a:off x="2008080" y="6026040"/>
                  <a:ext cx="770040" cy="673200"/>
                </a:xfrm>
                <a:prstGeom prst="triangle">
                  <a:avLst>
                    <a:gd name="adj" fmla="val 49995"/>
                  </a:avLst>
                </a:prstGeom>
                <a:solidFill>
                  <a:srgbClr val="0b20bf"/>
                </a:solidFill>
                <a:ln w="12600">
                  <a:solidFill>
                    <a:srgbClr val="0b20bf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6800" bIns="46800" anchor="ctr">
                  <a:noAutofit/>
                </a:bodyPr>
                <a:p>
                  <a:endParaRPr b="0" lang="en-IN" sz="2400" strike="noStrike" u="none">
                    <a:solidFill>
                      <a:srgbClr val="232323"/>
                    </a:solidFill>
                    <a:effectLst/>
                    <a:uFillTx/>
                    <a:latin typeface="Times New Roman"/>
                  </a:endParaRPr>
                </a:p>
              </p:txBody>
            </p:sp>
          </p:grpSp>
        </p:grp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d8a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609480" y="304560"/>
            <a:ext cx="7772400" cy="1447560"/>
          </a:xfrm>
          <a:prstGeom prst="rect">
            <a:avLst/>
          </a:prstGeom>
          <a:noFill/>
          <a:ln w="12600">
            <a:solidFill>
              <a:srgbClr val="232323"/>
            </a:solidFill>
            <a:miter/>
          </a:ln>
        </p:spPr>
        <p:txBody>
          <a:bodyPr lIns="90360" rIns="90360" tIns="44280" bIns="4428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trike="noStrike" u="none">
                <a:solidFill>
                  <a:srgbClr val="051540"/>
                </a:solidFill>
                <a:effectLst/>
                <a:uFillTx/>
                <a:latin typeface="Arial"/>
              </a:rPr>
              <a:t>PEOPLE WITH </a:t>
            </a:r>
            <a:br>
              <a:rPr sz="4000"/>
            </a:br>
            <a:r>
              <a:rPr b="1" lang="en-IN" sz="4000" strike="noStrike" u="none">
                <a:solidFill>
                  <a:srgbClr val="051540"/>
                </a:solidFill>
                <a:effectLst/>
                <a:uFillTx/>
                <a:latin typeface="Arial"/>
              </a:rPr>
              <a:t>DISABILITIES</a:t>
            </a:r>
            <a:endParaRPr b="0" lang="en-IN" sz="4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/>
          </p:nvPr>
        </p:nvSpPr>
        <p:spPr>
          <a:xfrm>
            <a:off x="685800" y="2133720"/>
            <a:ext cx="7772400" cy="3962160"/>
          </a:xfrm>
          <a:prstGeom prst="rect">
            <a:avLst/>
          </a:prstGeom>
          <a:noFill/>
          <a:ln w="0">
            <a:noFill/>
          </a:ln>
        </p:spPr>
        <p:txBody>
          <a:bodyPr lIns="90360" rIns="90360" tIns="44280" bIns="44280" anchor="t">
            <a:normAutofit/>
          </a:bodyPr>
          <a:p>
            <a:pPr marL="343080" indent="-343080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trike="noStrike" u="none">
              <a:solidFill>
                <a:srgbClr val="232323"/>
              </a:solidFill>
              <a:effectLst/>
              <a:uFillTx/>
              <a:latin typeface="Times New Roman"/>
            </a:endParaRPr>
          </a:p>
          <a:p>
            <a:pPr marL="343080" indent="-343080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trike="noStrike" u="none">
              <a:solidFill>
                <a:srgbClr val="232323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"/>
          <p:cNvSpPr/>
          <p:nvPr/>
        </p:nvSpPr>
        <p:spPr>
          <a:xfrm>
            <a:off x="68580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IN" sz="2400" strike="noStrike" u="none">
              <a:solidFill>
                <a:srgbClr val="232323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"/>
          <p:cNvSpPr/>
          <p:nvPr/>
        </p:nvSpPr>
        <p:spPr>
          <a:xfrm>
            <a:off x="3124080" y="6248520"/>
            <a:ext cx="289584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IN" sz="2400" strike="noStrike" u="none">
              <a:solidFill>
                <a:srgbClr val="232323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"/>
          <p:cNvSpPr/>
          <p:nvPr/>
        </p:nvSpPr>
        <p:spPr>
          <a:xfrm>
            <a:off x="349200" y="380880"/>
            <a:ext cx="7042320" cy="243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360" rIns="90360" tIns="44280" bIns="4428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br>
              <a:rPr sz="900"/>
            </a:br>
            <a:endParaRPr b="0" lang="en-IN" sz="900" strike="noStrike" u="none">
              <a:solidFill>
                <a:srgbClr val="232323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"/>
          <p:cNvSpPr/>
          <p:nvPr/>
        </p:nvSpPr>
        <p:spPr>
          <a:xfrm>
            <a:off x="685800" y="2743200"/>
            <a:ext cx="7696080" cy="281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360" rIns="90360" tIns="44280" bIns="44280" anchor="t">
            <a:normAutofit/>
          </a:bodyPr>
          <a:p>
            <a:pPr marL="343080" indent="-343080"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trike="noStrike" u="none">
              <a:solidFill>
                <a:srgbClr val="232323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"/>
          <p:cNvSpPr/>
          <p:nvPr/>
        </p:nvSpPr>
        <p:spPr>
          <a:xfrm>
            <a:off x="685800" y="1981080"/>
            <a:ext cx="7620120" cy="4118760"/>
          </a:xfrm>
          <a:prstGeom prst="rect">
            <a:avLst/>
          </a:prstGeom>
          <a:noFill/>
          <a:ln w="12600">
            <a:solidFill>
              <a:srgbClr val="232323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buClr>
                <a:srgbClr val="232323"/>
              </a:buClr>
              <a:buFont typeface="Times New Roman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trike="noStrike" u="none">
                <a:solidFill>
                  <a:srgbClr val="232323"/>
                </a:solidFill>
                <a:effectLst/>
                <a:uFillTx/>
                <a:latin typeface="Times New Roman"/>
              </a:rPr>
              <a:t> </a:t>
            </a:r>
            <a:r>
              <a:rPr b="0" lang="en-IN" sz="2000" strike="noStrike" u="none">
                <a:solidFill>
                  <a:srgbClr val="232323"/>
                </a:solidFill>
                <a:effectLst/>
                <a:uFillTx/>
                <a:latin typeface="Times New Roman"/>
              </a:rPr>
              <a:t>Tom Cruise</a:t>
            </a:r>
            <a:r>
              <a:rPr b="0" lang="en-IN" sz="2000" strike="noStrike" u="none">
                <a:solidFill>
                  <a:srgbClr val="232323"/>
                </a:solidFill>
                <a:effectLst/>
                <a:uFillTx/>
                <a:latin typeface="Times New Roman"/>
              </a:rPr>
              <a:t>	</a:t>
            </a:r>
            <a:r>
              <a:rPr b="0" lang="en-IN" sz="2000" strike="noStrike" u="none">
                <a:solidFill>
                  <a:srgbClr val="232323"/>
                </a:solidFill>
                <a:effectLst/>
                <a:uFillTx/>
                <a:latin typeface="Times New Roman"/>
              </a:rPr>
              <a:t>	</a:t>
            </a:r>
            <a:r>
              <a:rPr b="0" lang="en-IN" sz="2000" strike="noStrike" u="none">
                <a:solidFill>
                  <a:srgbClr val="232323"/>
                </a:solidFill>
                <a:effectLst/>
                <a:uFillTx/>
                <a:latin typeface="Times New Roman"/>
              </a:rPr>
              <a:t>	</a:t>
            </a:r>
            <a:r>
              <a:rPr b="0" lang="en-IN" sz="2000" strike="noStrike" u="none">
                <a:solidFill>
                  <a:srgbClr val="232323"/>
                </a:solidFill>
                <a:effectLst/>
                <a:uFillTx/>
                <a:latin typeface="Times New Roman"/>
              </a:rPr>
              <a:t> - Dyslexia</a:t>
            </a:r>
            <a:endParaRPr b="0" lang="en-IN" sz="2000" strike="noStrike" u="none">
              <a:solidFill>
                <a:srgbClr val="232323"/>
              </a:solidFill>
              <a:effectLst/>
              <a:uFillTx/>
              <a:latin typeface="Times New Roman"/>
            </a:endParaRPr>
          </a:p>
          <a:p>
            <a:pPr>
              <a:buClr>
                <a:srgbClr val="232323"/>
              </a:buClr>
              <a:buFont typeface="Times New Roman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trike="noStrike" u="none">
                <a:solidFill>
                  <a:srgbClr val="232323"/>
                </a:solidFill>
                <a:effectLst/>
                <a:uFillTx/>
                <a:latin typeface="Times New Roman"/>
              </a:rPr>
              <a:t> Heather Whitestone</a:t>
            </a:r>
            <a:r>
              <a:rPr b="0" lang="en-IN" sz="2000" strike="noStrike" u="none">
                <a:solidFill>
                  <a:srgbClr val="232323"/>
                </a:solidFill>
                <a:effectLst/>
                <a:uFillTx/>
                <a:latin typeface="Times New Roman"/>
              </a:rPr>
              <a:t>	</a:t>
            </a:r>
            <a:r>
              <a:rPr b="0" lang="en-IN" sz="2000" strike="noStrike" u="none">
                <a:solidFill>
                  <a:srgbClr val="232323"/>
                </a:solidFill>
                <a:effectLst/>
                <a:uFillTx/>
                <a:latin typeface="Times New Roman"/>
              </a:rPr>
              <a:t>	</a:t>
            </a:r>
            <a:r>
              <a:rPr b="0" lang="en-IN" sz="2000" strike="noStrike" u="none">
                <a:solidFill>
                  <a:srgbClr val="232323"/>
                </a:solidFill>
                <a:effectLst/>
                <a:uFillTx/>
                <a:latin typeface="Times New Roman"/>
              </a:rPr>
              <a:t> - Hearing Impairment </a:t>
            </a:r>
            <a:endParaRPr b="0" lang="en-IN" sz="2000" strike="noStrike" u="none">
              <a:solidFill>
                <a:srgbClr val="232323"/>
              </a:solidFill>
              <a:effectLst/>
              <a:uFillTx/>
              <a:latin typeface="Times New Roman"/>
            </a:endParaRPr>
          </a:p>
          <a:p>
            <a:pPr>
              <a:buClr>
                <a:srgbClr val="232323"/>
              </a:buClr>
              <a:buFont typeface="Times New Roman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trike="noStrike" u="none">
                <a:solidFill>
                  <a:srgbClr val="232323"/>
                </a:solidFill>
                <a:effectLst/>
                <a:uFillTx/>
                <a:latin typeface="Times New Roman"/>
              </a:rPr>
              <a:t> Alexander Graham Bell </a:t>
            </a:r>
            <a:r>
              <a:rPr b="0" lang="en-IN" sz="2000" strike="noStrike" u="none">
                <a:solidFill>
                  <a:srgbClr val="232323"/>
                </a:solidFill>
                <a:effectLst/>
                <a:uFillTx/>
                <a:latin typeface="Times New Roman"/>
              </a:rPr>
              <a:t>	</a:t>
            </a:r>
            <a:r>
              <a:rPr b="0" lang="en-IN" sz="2000" strike="noStrike" u="none">
                <a:solidFill>
                  <a:srgbClr val="232323"/>
                </a:solidFill>
                <a:effectLst/>
                <a:uFillTx/>
                <a:latin typeface="Times New Roman"/>
              </a:rPr>
              <a:t>               - Hearing Impairment</a:t>
            </a:r>
            <a:endParaRPr b="0" lang="en-IN" sz="2000" strike="noStrike" u="none">
              <a:solidFill>
                <a:srgbClr val="232323"/>
              </a:solidFill>
              <a:effectLst/>
              <a:uFillTx/>
              <a:latin typeface="Times New Roman"/>
            </a:endParaRPr>
          </a:p>
          <a:p>
            <a:pPr>
              <a:buClr>
                <a:srgbClr val="232323"/>
              </a:buClr>
              <a:buFont typeface="Times New Roman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trike="noStrike" u="none">
                <a:solidFill>
                  <a:srgbClr val="232323"/>
                </a:solidFill>
                <a:effectLst/>
                <a:uFillTx/>
                <a:latin typeface="Times New Roman"/>
              </a:rPr>
              <a:t> Winston Churchill </a:t>
            </a:r>
            <a:r>
              <a:rPr b="0" lang="en-IN" sz="2000" strike="noStrike" u="none">
                <a:solidFill>
                  <a:srgbClr val="232323"/>
                </a:solidFill>
                <a:effectLst/>
                <a:uFillTx/>
                <a:latin typeface="Times New Roman"/>
              </a:rPr>
              <a:t>	</a:t>
            </a:r>
            <a:r>
              <a:rPr b="0" lang="en-IN" sz="2000" strike="noStrike" u="none">
                <a:solidFill>
                  <a:srgbClr val="232323"/>
                </a:solidFill>
                <a:effectLst/>
                <a:uFillTx/>
                <a:latin typeface="Times New Roman"/>
              </a:rPr>
              <a:t>	</a:t>
            </a:r>
            <a:r>
              <a:rPr b="0" lang="en-IN" sz="2000" strike="noStrike" u="none">
                <a:solidFill>
                  <a:srgbClr val="232323"/>
                </a:solidFill>
                <a:effectLst/>
                <a:uFillTx/>
                <a:latin typeface="Times New Roman"/>
              </a:rPr>
              <a:t> - Learning Disabilities </a:t>
            </a:r>
            <a:r>
              <a:rPr b="0" lang="en-IN" sz="2000" strike="noStrike" u="none">
                <a:solidFill>
                  <a:srgbClr val="232323"/>
                </a:solidFill>
                <a:effectLst/>
                <a:uFillTx/>
                <a:latin typeface="Times New Roman"/>
              </a:rPr>
              <a:t>	</a:t>
            </a:r>
            <a:endParaRPr b="0" lang="en-IN" sz="2000" strike="noStrike" u="none">
              <a:solidFill>
                <a:srgbClr val="232323"/>
              </a:solidFill>
              <a:effectLst/>
              <a:uFillTx/>
              <a:latin typeface="Times New Roman"/>
            </a:endParaRPr>
          </a:p>
          <a:p>
            <a:pPr>
              <a:buClr>
                <a:srgbClr val="232323"/>
              </a:buClr>
              <a:buFont typeface="Times New Roman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trike="noStrike" u="none">
                <a:solidFill>
                  <a:srgbClr val="232323"/>
                </a:solidFill>
                <a:effectLst/>
                <a:uFillTx/>
                <a:latin typeface="Times New Roman"/>
              </a:rPr>
              <a:t> Agatha Christie</a:t>
            </a:r>
            <a:r>
              <a:rPr b="0" lang="en-IN" sz="2000" strike="noStrike" u="none">
                <a:solidFill>
                  <a:srgbClr val="232323"/>
                </a:solidFill>
                <a:effectLst/>
                <a:uFillTx/>
                <a:latin typeface="Times New Roman"/>
              </a:rPr>
              <a:t>	</a:t>
            </a:r>
            <a:r>
              <a:rPr b="0" lang="en-IN" sz="2000" strike="noStrike" u="none">
                <a:solidFill>
                  <a:srgbClr val="232323"/>
                </a:solidFill>
                <a:effectLst/>
                <a:uFillTx/>
                <a:latin typeface="Times New Roman"/>
              </a:rPr>
              <a:t>               </a:t>
            </a:r>
            <a:r>
              <a:rPr b="0" lang="en-IN" sz="2000" strike="noStrike" u="none">
                <a:solidFill>
                  <a:srgbClr val="232323"/>
                </a:solidFill>
                <a:effectLst/>
                <a:uFillTx/>
                <a:latin typeface="Times New Roman"/>
              </a:rPr>
              <a:t>	</a:t>
            </a:r>
            <a:r>
              <a:rPr b="0" lang="en-IN" sz="2000" strike="noStrike" u="none">
                <a:solidFill>
                  <a:srgbClr val="232323"/>
                </a:solidFill>
                <a:effectLst/>
                <a:uFillTx/>
                <a:latin typeface="Times New Roman"/>
              </a:rPr>
              <a:t> - Learning Disability</a:t>
            </a:r>
            <a:endParaRPr b="0" lang="en-IN" sz="2000" strike="noStrike" u="none">
              <a:solidFill>
                <a:srgbClr val="232323"/>
              </a:solidFill>
              <a:effectLst/>
              <a:uFillTx/>
              <a:latin typeface="Times New Roman"/>
            </a:endParaRPr>
          </a:p>
          <a:p>
            <a:pPr>
              <a:buClr>
                <a:srgbClr val="232323"/>
              </a:buClr>
              <a:buFont typeface="Times New Roman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trike="noStrike" u="none">
                <a:solidFill>
                  <a:srgbClr val="232323"/>
                </a:solidFill>
                <a:effectLst/>
                <a:uFillTx/>
                <a:latin typeface="Times New Roman"/>
              </a:rPr>
              <a:t> Thomas Edison</a:t>
            </a:r>
            <a:r>
              <a:rPr b="0" lang="en-IN" sz="2000" strike="noStrike" u="none">
                <a:solidFill>
                  <a:srgbClr val="232323"/>
                </a:solidFill>
                <a:effectLst/>
                <a:uFillTx/>
                <a:latin typeface="Times New Roman"/>
              </a:rPr>
              <a:t>	</a:t>
            </a:r>
            <a:r>
              <a:rPr b="0" lang="en-IN" sz="2000" strike="noStrike" u="none">
                <a:solidFill>
                  <a:srgbClr val="232323"/>
                </a:solidFill>
                <a:effectLst/>
                <a:uFillTx/>
                <a:latin typeface="Times New Roman"/>
              </a:rPr>
              <a:t>	</a:t>
            </a:r>
            <a:r>
              <a:rPr b="0" lang="en-IN" sz="2000" strike="noStrike" u="none">
                <a:solidFill>
                  <a:srgbClr val="232323"/>
                </a:solidFill>
                <a:effectLst/>
                <a:uFillTx/>
                <a:latin typeface="Times New Roman"/>
              </a:rPr>
              <a:t>               - Hearing / Learning Disabilities</a:t>
            </a:r>
            <a:endParaRPr b="0" lang="en-IN" sz="2000" strike="noStrike" u="none">
              <a:solidFill>
                <a:srgbClr val="232323"/>
              </a:solidFill>
              <a:effectLst/>
              <a:uFillTx/>
              <a:latin typeface="Times New Roman"/>
            </a:endParaRPr>
          </a:p>
          <a:p>
            <a:pPr>
              <a:buClr>
                <a:srgbClr val="232323"/>
              </a:buClr>
              <a:buFont typeface="Times New Roman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trike="noStrike" u="none">
                <a:solidFill>
                  <a:srgbClr val="232323"/>
                </a:solidFill>
                <a:effectLst/>
                <a:uFillTx/>
                <a:latin typeface="Times New Roman"/>
              </a:rPr>
              <a:t> Albert Einstein </a:t>
            </a:r>
            <a:r>
              <a:rPr b="0" lang="en-IN" sz="2000" strike="noStrike" u="none">
                <a:solidFill>
                  <a:srgbClr val="232323"/>
                </a:solidFill>
                <a:effectLst/>
                <a:uFillTx/>
                <a:latin typeface="Times New Roman"/>
              </a:rPr>
              <a:t>	</a:t>
            </a:r>
            <a:r>
              <a:rPr b="0" lang="en-IN" sz="2000" strike="noStrike" u="none">
                <a:solidFill>
                  <a:srgbClr val="232323"/>
                </a:solidFill>
                <a:effectLst/>
                <a:uFillTx/>
                <a:latin typeface="Times New Roman"/>
              </a:rPr>
              <a:t>	</a:t>
            </a:r>
            <a:r>
              <a:rPr b="0" lang="en-IN" sz="2000" strike="noStrike" u="none">
                <a:solidFill>
                  <a:srgbClr val="232323"/>
                </a:solidFill>
                <a:effectLst/>
                <a:uFillTx/>
                <a:latin typeface="Times New Roman"/>
              </a:rPr>
              <a:t>               - Learning Disability</a:t>
            </a:r>
            <a:endParaRPr b="0" lang="en-IN" sz="2000" strike="noStrike" u="none">
              <a:solidFill>
                <a:srgbClr val="232323"/>
              </a:solidFill>
              <a:effectLst/>
              <a:uFillTx/>
              <a:latin typeface="Times New Roman"/>
            </a:endParaRPr>
          </a:p>
          <a:p>
            <a:pPr>
              <a:buClr>
                <a:srgbClr val="232323"/>
              </a:buClr>
              <a:buFont typeface="Times New Roman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trike="noStrike" u="none">
                <a:solidFill>
                  <a:srgbClr val="232323"/>
                </a:solidFill>
                <a:effectLst/>
                <a:uFillTx/>
                <a:latin typeface="Times New Roman"/>
              </a:rPr>
              <a:t> Ernest Hemingway</a:t>
            </a:r>
            <a:r>
              <a:rPr b="0" lang="en-IN" sz="2000" strike="noStrike" u="none">
                <a:solidFill>
                  <a:srgbClr val="232323"/>
                </a:solidFill>
                <a:effectLst/>
                <a:uFillTx/>
                <a:latin typeface="Times New Roman"/>
              </a:rPr>
              <a:t>	</a:t>
            </a:r>
            <a:r>
              <a:rPr b="0" lang="en-IN" sz="2000" strike="noStrike" u="none">
                <a:solidFill>
                  <a:srgbClr val="232323"/>
                </a:solidFill>
                <a:effectLst/>
                <a:uFillTx/>
                <a:latin typeface="Times New Roman"/>
              </a:rPr>
              <a:t>	</a:t>
            </a:r>
            <a:r>
              <a:rPr b="0" lang="en-IN" sz="2000" strike="noStrike" u="none">
                <a:solidFill>
                  <a:srgbClr val="232323"/>
                </a:solidFill>
                <a:effectLst/>
                <a:uFillTx/>
                <a:latin typeface="Times New Roman"/>
              </a:rPr>
              <a:t> - Learning Disability</a:t>
            </a:r>
            <a:endParaRPr b="0" lang="en-IN" sz="2000" strike="noStrike" u="none">
              <a:solidFill>
                <a:srgbClr val="232323"/>
              </a:solidFill>
              <a:effectLst/>
              <a:uFillTx/>
              <a:latin typeface="Times New Roman"/>
            </a:endParaRPr>
          </a:p>
          <a:p>
            <a:pPr>
              <a:buClr>
                <a:srgbClr val="232323"/>
              </a:buClr>
              <a:buFont typeface="Times New Roman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trike="noStrike" u="none">
                <a:solidFill>
                  <a:srgbClr val="232323"/>
                </a:solidFill>
                <a:effectLst/>
                <a:uFillTx/>
                <a:latin typeface="Times New Roman"/>
              </a:rPr>
              <a:t> Magic Johnson</a:t>
            </a:r>
            <a:r>
              <a:rPr b="0" lang="en-IN" sz="2000" strike="noStrike" u="none">
                <a:solidFill>
                  <a:srgbClr val="232323"/>
                </a:solidFill>
                <a:effectLst/>
                <a:uFillTx/>
                <a:latin typeface="Times New Roman"/>
              </a:rPr>
              <a:t>	</a:t>
            </a:r>
            <a:r>
              <a:rPr b="0" lang="en-IN" sz="2000" strike="noStrike" u="none">
                <a:solidFill>
                  <a:srgbClr val="232323"/>
                </a:solidFill>
                <a:effectLst/>
                <a:uFillTx/>
                <a:latin typeface="Times New Roman"/>
              </a:rPr>
              <a:t>	</a:t>
            </a:r>
            <a:r>
              <a:rPr b="0" lang="en-IN" sz="2000" strike="noStrike" u="none">
                <a:solidFill>
                  <a:srgbClr val="232323"/>
                </a:solidFill>
                <a:effectLst/>
                <a:uFillTx/>
                <a:latin typeface="Times New Roman"/>
              </a:rPr>
              <a:t>                - HIV Positive</a:t>
            </a:r>
            <a:endParaRPr b="0" lang="en-IN" sz="2000" strike="noStrike" u="none">
              <a:solidFill>
                <a:srgbClr val="232323"/>
              </a:solidFill>
              <a:effectLst/>
              <a:uFillTx/>
              <a:latin typeface="Times New Roman"/>
            </a:endParaRPr>
          </a:p>
          <a:p>
            <a:pPr>
              <a:buClr>
                <a:srgbClr val="232323"/>
              </a:buClr>
              <a:buFont typeface="Times New Roman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trike="noStrike" u="none">
                <a:solidFill>
                  <a:srgbClr val="232323"/>
                </a:solidFill>
                <a:effectLst/>
                <a:uFillTx/>
                <a:latin typeface="Times New Roman"/>
              </a:rPr>
              <a:t> Ronald Reagan</a:t>
            </a:r>
            <a:r>
              <a:rPr b="0" lang="en-IN" sz="2000" strike="noStrike" u="none">
                <a:solidFill>
                  <a:srgbClr val="232323"/>
                </a:solidFill>
                <a:effectLst/>
                <a:uFillTx/>
                <a:latin typeface="Times New Roman"/>
              </a:rPr>
              <a:t>	</a:t>
            </a:r>
            <a:r>
              <a:rPr b="0" lang="en-IN" sz="2000" strike="noStrike" u="none">
                <a:solidFill>
                  <a:srgbClr val="232323"/>
                </a:solidFill>
                <a:effectLst/>
                <a:uFillTx/>
                <a:latin typeface="Times New Roman"/>
              </a:rPr>
              <a:t>	</a:t>
            </a:r>
            <a:r>
              <a:rPr b="0" lang="en-IN" sz="2000" strike="noStrike" u="none">
                <a:solidFill>
                  <a:srgbClr val="232323"/>
                </a:solidFill>
                <a:effectLst/>
                <a:uFillTx/>
                <a:latin typeface="Times New Roman"/>
              </a:rPr>
              <a:t>                - Alzheimers</a:t>
            </a:r>
            <a:endParaRPr b="0" lang="en-IN" sz="2000" strike="noStrike" u="none">
              <a:solidFill>
                <a:srgbClr val="232323"/>
              </a:solidFill>
              <a:effectLst/>
              <a:uFillTx/>
              <a:latin typeface="Times New Roman"/>
            </a:endParaRPr>
          </a:p>
          <a:p>
            <a:pPr>
              <a:buClr>
                <a:srgbClr val="232323"/>
              </a:buClr>
              <a:buFont typeface="Times New Roman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trike="noStrike" u="none">
                <a:solidFill>
                  <a:srgbClr val="232323"/>
                </a:solidFill>
                <a:effectLst/>
                <a:uFillTx/>
                <a:latin typeface="Times New Roman"/>
              </a:rPr>
              <a:t> Mary Tyler Moore</a:t>
            </a:r>
            <a:r>
              <a:rPr b="0" lang="en-IN" sz="2000" strike="noStrike" u="none">
                <a:solidFill>
                  <a:srgbClr val="232323"/>
                </a:solidFill>
                <a:effectLst/>
                <a:uFillTx/>
                <a:latin typeface="Times New Roman"/>
              </a:rPr>
              <a:t>	</a:t>
            </a:r>
            <a:r>
              <a:rPr b="0" lang="en-IN" sz="2000" strike="noStrike" u="none">
                <a:solidFill>
                  <a:srgbClr val="232323"/>
                </a:solidFill>
                <a:effectLst/>
                <a:uFillTx/>
                <a:latin typeface="Times New Roman"/>
              </a:rPr>
              <a:t>	</a:t>
            </a:r>
            <a:r>
              <a:rPr b="0" lang="en-IN" sz="2000" strike="noStrike" u="none">
                <a:solidFill>
                  <a:srgbClr val="232323"/>
                </a:solidFill>
                <a:effectLst/>
                <a:uFillTx/>
                <a:latin typeface="Times New Roman"/>
              </a:rPr>
              <a:t> - Diabetes</a:t>
            </a:r>
            <a:endParaRPr b="0" lang="en-IN" sz="2000" strike="noStrike" u="none">
              <a:solidFill>
                <a:srgbClr val="232323"/>
              </a:solidFill>
              <a:effectLst/>
              <a:uFillTx/>
              <a:latin typeface="Times New Roman"/>
            </a:endParaRPr>
          </a:p>
          <a:p>
            <a:pPr>
              <a:buClr>
                <a:srgbClr val="232323"/>
              </a:buClr>
              <a:buFont typeface="Times New Roman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trike="noStrike" u="none">
                <a:solidFill>
                  <a:srgbClr val="232323"/>
                </a:solidFill>
                <a:effectLst/>
                <a:uFillTx/>
                <a:latin typeface="Times New Roman"/>
              </a:rPr>
              <a:t> Stephen Hawking </a:t>
            </a:r>
            <a:r>
              <a:rPr b="0" lang="en-IN" sz="2000" strike="noStrike" u="none">
                <a:solidFill>
                  <a:srgbClr val="232323"/>
                </a:solidFill>
                <a:effectLst/>
                <a:uFillTx/>
                <a:latin typeface="Times New Roman"/>
              </a:rPr>
              <a:t>	</a:t>
            </a:r>
            <a:r>
              <a:rPr b="0" lang="en-IN" sz="2000" strike="noStrike" u="none">
                <a:solidFill>
                  <a:srgbClr val="232323"/>
                </a:solidFill>
                <a:effectLst/>
                <a:uFillTx/>
                <a:latin typeface="Times New Roman"/>
              </a:rPr>
              <a:t>	</a:t>
            </a:r>
            <a:r>
              <a:rPr b="0" lang="en-IN" sz="2000" strike="noStrike" u="none">
                <a:solidFill>
                  <a:srgbClr val="232323"/>
                </a:solidFill>
                <a:effectLst/>
                <a:uFillTx/>
                <a:latin typeface="Times New Roman"/>
              </a:rPr>
              <a:t> - ALS</a:t>
            </a:r>
            <a:endParaRPr b="0" lang="en-IN" sz="2000" strike="noStrike" u="none">
              <a:solidFill>
                <a:srgbClr val="232323"/>
              </a:solidFill>
              <a:effectLst/>
              <a:uFillTx/>
              <a:latin typeface="Times New Roman"/>
            </a:endParaRPr>
          </a:p>
          <a:p>
            <a:pPr>
              <a:buClr>
                <a:srgbClr val="232323"/>
              </a:buClr>
              <a:buFont typeface="Times New Roman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trike="noStrike" u="none">
                <a:solidFill>
                  <a:srgbClr val="232323"/>
                </a:solidFill>
                <a:effectLst/>
                <a:uFillTx/>
                <a:latin typeface="Times New Roman"/>
              </a:rPr>
              <a:t> Franklin D. Roosevelt </a:t>
            </a:r>
            <a:r>
              <a:rPr b="0" lang="en-IN" sz="2000" strike="noStrike" u="none">
                <a:solidFill>
                  <a:srgbClr val="232323"/>
                </a:solidFill>
                <a:effectLst/>
                <a:uFillTx/>
                <a:latin typeface="Times New Roman"/>
              </a:rPr>
              <a:t>	</a:t>
            </a:r>
            <a:r>
              <a:rPr b="0" lang="en-IN" sz="2000" strike="noStrike" u="none">
                <a:solidFill>
                  <a:srgbClr val="232323"/>
                </a:solidFill>
                <a:effectLst/>
                <a:uFillTx/>
                <a:latin typeface="Times New Roman"/>
              </a:rPr>
              <a:t>	</a:t>
            </a:r>
            <a:r>
              <a:rPr b="0" lang="en-IN" sz="2000" strike="noStrike" u="none">
                <a:solidFill>
                  <a:srgbClr val="232323"/>
                </a:solidFill>
                <a:effectLst/>
                <a:uFillTx/>
                <a:latin typeface="Times New Roman"/>
              </a:rPr>
              <a:t>- Polio</a:t>
            </a:r>
            <a:endParaRPr b="0" lang="en-IN" sz="2000" strike="noStrike" u="none">
              <a:solidFill>
                <a:srgbClr val="232323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d8a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685800" y="837720"/>
            <a:ext cx="7772400" cy="1752840"/>
          </a:xfrm>
          <a:prstGeom prst="rect">
            <a:avLst/>
          </a:prstGeom>
          <a:noFill/>
          <a:ln w="0">
            <a:noFill/>
          </a:ln>
        </p:spPr>
        <p:txBody>
          <a:bodyPr lIns="90360" rIns="90360" tIns="44280" bIns="4428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600" strike="noStrike" u="none">
                <a:solidFill>
                  <a:srgbClr val="051540"/>
                </a:solidFill>
                <a:effectLst/>
                <a:uFillTx/>
                <a:latin typeface="Arial"/>
              </a:rPr>
              <a:t>Kentucky State ADA Coordinator</a:t>
            </a:r>
            <a:br>
              <a:rPr sz="3600"/>
            </a:br>
            <a:br>
              <a:rPr sz="1400"/>
            </a:br>
            <a:endParaRPr b="0" lang="en-IN" sz="3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/>
          </p:nvPr>
        </p:nvSpPr>
        <p:spPr>
          <a:xfrm>
            <a:off x="685800" y="2133720"/>
            <a:ext cx="7772400" cy="3962160"/>
          </a:xfrm>
          <a:prstGeom prst="rect">
            <a:avLst/>
          </a:prstGeom>
          <a:noFill/>
          <a:ln w="0">
            <a:noFill/>
          </a:ln>
        </p:spPr>
        <p:txBody>
          <a:bodyPr lIns="90360" rIns="90360" tIns="44280" bIns="44280" anchor="t">
            <a:normAutofit/>
          </a:bodyPr>
          <a:p>
            <a:pPr marL="343080" indent="-343080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trike="noStrike" u="none">
              <a:solidFill>
                <a:srgbClr val="232323"/>
              </a:solidFill>
              <a:effectLst/>
              <a:uFillTx/>
              <a:latin typeface="Times New Roman"/>
            </a:endParaRPr>
          </a:p>
          <a:p>
            <a:pPr marL="343080" indent="-343080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trike="noStrike" u="none">
              <a:solidFill>
                <a:srgbClr val="232323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"/>
          <p:cNvSpPr/>
          <p:nvPr/>
        </p:nvSpPr>
        <p:spPr>
          <a:xfrm>
            <a:off x="68580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IN" sz="2400" strike="noStrike" u="none">
              <a:solidFill>
                <a:srgbClr val="232323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"/>
          <p:cNvSpPr/>
          <p:nvPr/>
        </p:nvSpPr>
        <p:spPr>
          <a:xfrm>
            <a:off x="3124080" y="6248520"/>
            <a:ext cx="289584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IN" sz="2400" strike="noStrike" u="none">
              <a:solidFill>
                <a:srgbClr val="232323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"/>
          <p:cNvSpPr/>
          <p:nvPr/>
        </p:nvSpPr>
        <p:spPr>
          <a:xfrm>
            <a:off x="349200" y="380880"/>
            <a:ext cx="7042320" cy="243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360" rIns="90360" tIns="44280" bIns="4428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br>
              <a:rPr sz="900"/>
            </a:br>
            <a:endParaRPr b="0" lang="en-IN" sz="900" strike="noStrike" u="none">
              <a:solidFill>
                <a:srgbClr val="232323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"/>
          <p:cNvSpPr/>
          <p:nvPr/>
        </p:nvSpPr>
        <p:spPr>
          <a:xfrm>
            <a:off x="685800" y="2286000"/>
            <a:ext cx="7696080" cy="327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360" rIns="90360" tIns="44280" bIns="44280" anchor="t">
            <a:normAutofit fontScale="85000" lnSpcReduction="9999"/>
          </a:bodyPr>
          <a:p>
            <a:pPr marL="343080" indent="-343080"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trike="noStrike" u="none">
              <a:solidFill>
                <a:srgbClr val="232323"/>
              </a:solidFill>
              <a:effectLst/>
              <a:uFillTx/>
              <a:latin typeface="Times New Roman"/>
            </a:endParaRPr>
          </a:p>
          <a:p>
            <a:pPr marL="343080" indent="-343080"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trike="noStrike" u="none">
                <a:solidFill>
                  <a:srgbClr val="051540"/>
                </a:solidFill>
                <a:effectLst/>
                <a:uFillTx/>
                <a:latin typeface="Times New Roman"/>
              </a:rPr>
              <a:t>Norb Ryan</a:t>
            </a:r>
            <a:r>
              <a:rPr b="1" lang="en-US" sz="2400" strike="noStrike" u="none">
                <a:solidFill>
                  <a:srgbClr val="051540"/>
                </a:solidFill>
                <a:effectLst/>
                <a:uFillTx/>
                <a:latin typeface="Times New Roman"/>
              </a:rPr>
              <a:t>	</a:t>
            </a:r>
            <a:r>
              <a:rPr b="1" lang="en-US" sz="2400" strike="noStrike" u="none">
                <a:solidFill>
                  <a:srgbClr val="051540"/>
                </a:solidFill>
                <a:effectLst/>
                <a:uFillTx/>
                <a:latin typeface="Times New Roman"/>
              </a:rPr>
              <a:t>	</a:t>
            </a:r>
            <a:r>
              <a:rPr b="1" lang="en-US" sz="2400" strike="noStrike" u="none">
                <a:solidFill>
                  <a:srgbClr val="051540"/>
                </a:solidFill>
                <a:effectLst/>
                <a:uFillTx/>
                <a:latin typeface="Times New Roman"/>
              </a:rPr>
              <a:t>	</a:t>
            </a:r>
            <a:r>
              <a:rPr b="1" lang="en-US" sz="2400" strike="noStrike" u="none">
                <a:solidFill>
                  <a:srgbClr val="051540"/>
                </a:solidFill>
                <a:effectLst/>
                <a:uFillTx/>
                <a:latin typeface="Times New Roman"/>
              </a:rPr>
              <a:t>	</a:t>
            </a:r>
            <a:r>
              <a:rPr b="1" lang="en-US" sz="2400" strike="noStrike" u="none">
                <a:solidFill>
                  <a:srgbClr val="051540"/>
                </a:solidFill>
                <a:effectLst/>
                <a:uFillTx/>
                <a:latin typeface="Times New Roman"/>
              </a:rPr>
              <a:t>	</a:t>
            </a:r>
            <a:endParaRPr b="0" lang="en-IN" sz="2400" strike="noStrike" u="none">
              <a:solidFill>
                <a:srgbClr val="232323"/>
              </a:solidFill>
              <a:effectLst/>
              <a:uFillTx/>
              <a:latin typeface="Times New Roman"/>
            </a:endParaRPr>
          </a:p>
          <a:p>
            <a:pPr marL="343080" indent="-343080"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trike="noStrike" u="none">
                <a:solidFill>
                  <a:srgbClr val="051540"/>
                </a:solidFill>
                <a:effectLst/>
                <a:uFillTx/>
                <a:latin typeface="Times New Roman"/>
              </a:rPr>
              <a:t>Capital Plaza Tower                                     1-877-423-2933</a:t>
            </a:r>
            <a:endParaRPr b="0" lang="en-IN" sz="2400" strike="noStrike" u="none">
              <a:solidFill>
                <a:srgbClr val="232323"/>
              </a:solidFill>
              <a:effectLst/>
              <a:uFillTx/>
              <a:latin typeface="Times New Roman"/>
            </a:endParaRPr>
          </a:p>
          <a:p>
            <a:pPr marL="343080" indent="-343080"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trike="noStrike" u="none">
                <a:solidFill>
                  <a:srgbClr val="051540"/>
                </a:solidFill>
                <a:effectLst/>
                <a:uFillTx/>
                <a:latin typeface="Times New Roman"/>
              </a:rPr>
              <a:t>2nd Floor                                                       1-502-564-3850</a:t>
            </a:r>
            <a:endParaRPr b="0" lang="en-IN" sz="2400" strike="noStrike" u="none">
              <a:solidFill>
                <a:srgbClr val="232323"/>
              </a:solidFill>
              <a:effectLst/>
              <a:uFillTx/>
              <a:latin typeface="Times New Roman"/>
            </a:endParaRPr>
          </a:p>
          <a:p>
            <a:pPr marL="343080" indent="-343080"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trike="noStrike" u="none">
                <a:solidFill>
                  <a:srgbClr val="051540"/>
                </a:solidFill>
                <a:effectLst/>
                <a:uFillTx/>
                <a:latin typeface="Times New Roman"/>
              </a:rPr>
              <a:t>500 Mero Street                                         Fax 502-564-2316</a:t>
            </a:r>
            <a:endParaRPr b="0" lang="en-IN" sz="2400" strike="noStrike" u="none">
              <a:solidFill>
                <a:srgbClr val="232323"/>
              </a:solidFill>
              <a:effectLst/>
              <a:uFillTx/>
              <a:latin typeface="Times New Roman"/>
            </a:endParaRPr>
          </a:p>
          <a:p>
            <a:pPr marL="343080" indent="-343080"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trike="noStrike" u="none">
                <a:solidFill>
                  <a:srgbClr val="051540"/>
                </a:solidFill>
                <a:effectLst/>
                <a:uFillTx/>
                <a:latin typeface="Times New Roman"/>
              </a:rPr>
              <a:t>Frankfort, Kentucky 40601   </a:t>
            </a:r>
            <a:endParaRPr b="0" lang="en-IN" sz="2400" strike="noStrike" u="none">
              <a:solidFill>
                <a:srgbClr val="232323"/>
              </a:solidFill>
              <a:effectLst/>
              <a:uFillTx/>
              <a:latin typeface="Times New Roman"/>
            </a:endParaRPr>
          </a:p>
          <a:p>
            <a:pPr marL="343080" indent="-343080" algn="ctr"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trike="noStrike" u="none">
                <a:solidFill>
                  <a:srgbClr val="051540"/>
                </a:solidFill>
                <a:effectLst/>
                <a:uFillTx/>
                <a:latin typeface="Times New Roman"/>
              </a:rPr>
              <a:t>norbj.ryan@ky.gov</a:t>
            </a:r>
            <a:endParaRPr b="0" lang="en-IN" sz="2400" strike="noStrike" u="none">
              <a:solidFill>
                <a:srgbClr val="232323"/>
              </a:solidFill>
              <a:effectLst/>
              <a:uFillTx/>
              <a:latin typeface="Times New Roman"/>
            </a:endParaRPr>
          </a:p>
          <a:p>
            <a:pPr marL="343080" indent="-343080">
              <a:spcBef>
                <a:spcPts val="24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1000" strike="noStrike" u="none">
              <a:solidFill>
                <a:srgbClr val="232323"/>
              </a:solidFill>
              <a:effectLst/>
              <a:uFillTx/>
              <a:latin typeface="Times New Roman"/>
            </a:endParaRPr>
          </a:p>
          <a:p>
            <a:pPr marL="343080" indent="-343080" algn="ctr"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trike="noStrike" u="none">
                <a:solidFill>
                  <a:srgbClr val="051540"/>
                </a:solidFill>
                <a:effectLst/>
                <a:uFillTx/>
                <a:latin typeface="Times New Roman"/>
              </a:rPr>
              <a:t> World Wide Web  http://ada.ky.gov</a:t>
            </a:r>
            <a:endParaRPr b="0" lang="en-IN" sz="2400" strike="noStrike" u="none">
              <a:solidFill>
                <a:srgbClr val="232323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26" name=""/>
          <p:cNvGrpSpPr/>
          <p:nvPr/>
        </p:nvGrpSpPr>
        <p:grpSpPr>
          <a:xfrm>
            <a:off x="311040" y="1887480"/>
            <a:ext cx="8451720" cy="321480"/>
            <a:chOff x="311040" y="1887480"/>
            <a:chExt cx="8451720" cy="321480"/>
          </a:xfrm>
        </p:grpSpPr>
        <p:sp>
          <p:nvSpPr>
            <p:cNvPr id="27" name=""/>
            <p:cNvSpPr/>
            <p:nvPr/>
          </p:nvSpPr>
          <p:spPr>
            <a:xfrm>
              <a:off x="311040" y="1887480"/>
              <a:ext cx="8451720" cy="184320"/>
            </a:xfrm>
            <a:prstGeom prst="rect">
              <a:avLst/>
            </a:prstGeom>
            <a:solidFill>
              <a:srgbClr val="081f5e"/>
            </a:solidFill>
            <a:ln w="12600">
              <a:solidFill>
                <a:srgbClr val="081d5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2400" strike="noStrike" u="none">
                <a:solidFill>
                  <a:srgbClr val="232323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8" name=""/>
            <p:cNvSpPr/>
            <p:nvPr/>
          </p:nvSpPr>
          <p:spPr>
            <a:xfrm>
              <a:off x="606240" y="1933920"/>
              <a:ext cx="475560" cy="275040"/>
            </a:xfrm>
            <a:prstGeom prst="rect">
              <a:avLst/>
            </a:prstGeom>
            <a:solidFill>
              <a:srgbClr val="bc3700"/>
            </a:solidFill>
            <a:ln w="12600">
              <a:solidFill>
                <a:srgbClr val="0b20b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2400" strike="noStrike" u="none">
                <a:solidFill>
                  <a:srgbClr val="232323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9" name=""/>
            <p:cNvSpPr/>
            <p:nvPr/>
          </p:nvSpPr>
          <p:spPr>
            <a:xfrm>
              <a:off x="1689840" y="1933920"/>
              <a:ext cx="475560" cy="275040"/>
            </a:xfrm>
            <a:prstGeom prst="rect">
              <a:avLst/>
            </a:prstGeom>
            <a:solidFill>
              <a:srgbClr val="bc3700"/>
            </a:solidFill>
            <a:ln w="12600">
              <a:solidFill>
                <a:srgbClr val="0b20b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2400" strike="noStrike" u="none">
                <a:solidFill>
                  <a:srgbClr val="232323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30" name=""/>
            <p:cNvSpPr/>
            <p:nvPr/>
          </p:nvSpPr>
          <p:spPr>
            <a:xfrm>
              <a:off x="2772720" y="1933920"/>
              <a:ext cx="475560" cy="275040"/>
            </a:xfrm>
            <a:prstGeom prst="rect">
              <a:avLst/>
            </a:prstGeom>
            <a:solidFill>
              <a:srgbClr val="bc3700"/>
            </a:solidFill>
            <a:ln w="12600">
              <a:solidFill>
                <a:srgbClr val="0b20b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2400" strike="noStrike" u="none">
                <a:solidFill>
                  <a:srgbClr val="232323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31" name=""/>
            <p:cNvSpPr/>
            <p:nvPr/>
          </p:nvSpPr>
          <p:spPr>
            <a:xfrm>
              <a:off x="3855600" y="1933920"/>
              <a:ext cx="475560" cy="275040"/>
            </a:xfrm>
            <a:prstGeom prst="rect">
              <a:avLst/>
            </a:prstGeom>
            <a:solidFill>
              <a:srgbClr val="bc3700"/>
            </a:solidFill>
            <a:ln w="12600">
              <a:solidFill>
                <a:srgbClr val="0b20b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2400" strike="noStrike" u="none">
                <a:solidFill>
                  <a:srgbClr val="232323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32" name=""/>
            <p:cNvSpPr/>
            <p:nvPr/>
          </p:nvSpPr>
          <p:spPr>
            <a:xfrm>
              <a:off x="4840560" y="1933920"/>
              <a:ext cx="475560" cy="275040"/>
            </a:xfrm>
            <a:prstGeom prst="rect">
              <a:avLst/>
            </a:prstGeom>
            <a:solidFill>
              <a:srgbClr val="bc3700"/>
            </a:solidFill>
            <a:ln w="12600">
              <a:solidFill>
                <a:srgbClr val="0b20b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2400" strike="noStrike" u="none">
                <a:solidFill>
                  <a:srgbClr val="232323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33" name=""/>
            <p:cNvSpPr/>
            <p:nvPr/>
          </p:nvSpPr>
          <p:spPr>
            <a:xfrm>
              <a:off x="5923800" y="1933920"/>
              <a:ext cx="475560" cy="275040"/>
            </a:xfrm>
            <a:prstGeom prst="rect">
              <a:avLst/>
            </a:prstGeom>
            <a:solidFill>
              <a:srgbClr val="bc3700"/>
            </a:solidFill>
            <a:ln w="12600">
              <a:solidFill>
                <a:srgbClr val="0b20b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2400" strike="noStrike" u="none">
                <a:solidFill>
                  <a:srgbClr val="232323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34" name=""/>
            <p:cNvSpPr/>
            <p:nvPr/>
          </p:nvSpPr>
          <p:spPr>
            <a:xfrm>
              <a:off x="7007040" y="1933920"/>
              <a:ext cx="475560" cy="275040"/>
            </a:xfrm>
            <a:prstGeom prst="rect">
              <a:avLst/>
            </a:prstGeom>
            <a:solidFill>
              <a:srgbClr val="bc3700"/>
            </a:solidFill>
            <a:ln w="12600">
              <a:solidFill>
                <a:srgbClr val="0b20b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2400" strike="noStrike" u="none">
                <a:solidFill>
                  <a:srgbClr val="232323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35" name=""/>
            <p:cNvSpPr/>
            <p:nvPr/>
          </p:nvSpPr>
          <p:spPr>
            <a:xfrm>
              <a:off x="8090280" y="1933920"/>
              <a:ext cx="475560" cy="275040"/>
            </a:xfrm>
            <a:prstGeom prst="rect">
              <a:avLst/>
            </a:prstGeom>
            <a:solidFill>
              <a:srgbClr val="bc3700"/>
            </a:solidFill>
            <a:ln w="12600">
              <a:solidFill>
                <a:srgbClr val="0b20b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2400" strike="noStrike" u="none">
                <a:solidFill>
                  <a:srgbClr val="232323"/>
                </a:solidFill>
                <a:effectLst/>
                <a:uFillTx/>
                <a:latin typeface="Times New Roman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d8a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"/>
          <p:cNvSpPr/>
          <p:nvPr/>
        </p:nvSpPr>
        <p:spPr>
          <a:xfrm>
            <a:off x="68580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IN" sz="2400" strike="noStrike" u="none">
              <a:solidFill>
                <a:srgbClr val="232323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"/>
          <p:cNvSpPr/>
          <p:nvPr/>
        </p:nvSpPr>
        <p:spPr>
          <a:xfrm>
            <a:off x="3124080" y="6248520"/>
            <a:ext cx="289584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IN" sz="2400" strike="noStrike" u="none">
              <a:solidFill>
                <a:srgbClr val="232323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304920" y="304560"/>
            <a:ext cx="7772400" cy="1066680"/>
          </a:xfrm>
          <a:prstGeom prst="rect">
            <a:avLst/>
          </a:prstGeom>
          <a:noFill/>
          <a:ln w="0">
            <a:noFill/>
          </a:ln>
        </p:spPr>
        <p:txBody>
          <a:bodyPr lIns="90360" rIns="90360" tIns="44280" bIns="44280" anchor="ctr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br>
              <a:rPr sz="4400"/>
            </a:br>
            <a:r>
              <a:rPr b="1" lang="en-IN" sz="4000" strike="noStrike" u="none">
                <a:solidFill>
                  <a:srgbClr val="051540"/>
                </a:solidFill>
                <a:effectLst/>
                <a:uFillTx/>
                <a:latin typeface="Arial"/>
              </a:rPr>
              <a:t>Disability Statistics</a:t>
            </a:r>
            <a:br>
              <a:rPr sz="4000"/>
            </a:br>
            <a:endParaRPr b="0" lang="en-IN" sz="4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/>
          </p:nvPr>
        </p:nvSpPr>
        <p:spPr>
          <a:xfrm>
            <a:off x="762120" y="2437920"/>
            <a:ext cx="7772400" cy="3581640"/>
          </a:xfrm>
          <a:prstGeom prst="rect">
            <a:avLst/>
          </a:prstGeom>
          <a:noFill/>
          <a:ln w="0">
            <a:noFill/>
          </a:ln>
        </p:spPr>
        <p:txBody>
          <a:bodyPr lIns="90360" rIns="90360" tIns="44280" bIns="44280" anchor="t">
            <a:normAutofit/>
          </a:bodyPr>
          <a:p>
            <a:pPr marL="343080" indent="-343080">
              <a:spcBef>
                <a:spcPts val="901"/>
              </a:spcBef>
              <a:spcAft>
                <a:spcPts val="1349"/>
              </a:spcAft>
              <a:buClr>
                <a:srgbClr val="0b20bf"/>
              </a:buClr>
              <a:buSzPct val="75000"/>
              <a:buFont typeface="Monotype Sorts" charset="2"/>
              <a:buChar char="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600" strike="noStrike" u="none">
                <a:solidFill>
                  <a:srgbClr val="051540"/>
                </a:solidFill>
                <a:effectLst/>
                <a:uFillTx/>
                <a:latin typeface="Times New Roman"/>
              </a:rPr>
              <a:t>58 million people with disabilities in </a:t>
            </a:r>
            <a:r>
              <a:rPr b="1" lang="en-IN" sz="3600" strike="noStrike" u="none">
                <a:solidFill>
                  <a:srgbClr val="051540"/>
                </a:solidFill>
                <a:effectLst/>
                <a:uFillTx/>
                <a:latin typeface="Times New Roman"/>
              </a:rPr>
              <a:t>	</a:t>
            </a:r>
            <a:r>
              <a:rPr b="1" lang="en-IN" sz="3600" strike="noStrike" u="none">
                <a:solidFill>
                  <a:srgbClr val="051540"/>
                </a:solidFill>
                <a:effectLst/>
                <a:uFillTx/>
                <a:latin typeface="Times New Roman"/>
              </a:rPr>
              <a:t>the United States               </a:t>
            </a:r>
            <a:endParaRPr b="0" lang="en-IN" sz="3600" strike="noStrike" u="none">
              <a:solidFill>
                <a:srgbClr val="232323"/>
              </a:solidFill>
              <a:effectLst/>
              <a:uFillTx/>
              <a:latin typeface="Times New Roman"/>
            </a:endParaRPr>
          </a:p>
          <a:p>
            <a:pPr marL="343080" indent="-343080">
              <a:spcBef>
                <a:spcPts val="901"/>
              </a:spcBef>
              <a:spcAft>
                <a:spcPts val="1349"/>
              </a:spcAft>
              <a:buClr>
                <a:srgbClr val="0b20bf"/>
              </a:buClr>
              <a:buSzPct val="75000"/>
              <a:buFont typeface="Monotype Sorts" charset="2"/>
              <a:buChar char="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600" strike="noStrike" u="none">
                <a:solidFill>
                  <a:srgbClr val="051540"/>
                </a:solidFill>
                <a:effectLst/>
                <a:uFillTx/>
                <a:latin typeface="Times New Roman"/>
              </a:rPr>
              <a:t>26+ million of these people have    severe disabilities</a:t>
            </a:r>
            <a:endParaRPr b="0" lang="en-IN" sz="3600" strike="noStrike" u="none">
              <a:solidFill>
                <a:srgbClr val="232323"/>
              </a:solidFill>
              <a:effectLst/>
              <a:uFillTx/>
              <a:latin typeface="Times New Roman"/>
            </a:endParaRPr>
          </a:p>
          <a:p>
            <a:pPr marL="343080" indent="-343080">
              <a:spcBef>
                <a:spcPts val="901"/>
              </a:spcBef>
              <a:spcAft>
                <a:spcPts val="1349"/>
              </a:spcAft>
              <a:buClr>
                <a:srgbClr val="0b20bf"/>
              </a:buClr>
              <a:buSzPct val="75000"/>
              <a:buFont typeface="Monotype Sorts" charset="2"/>
              <a:buChar char="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600" strike="noStrike" u="none">
                <a:solidFill>
                  <a:srgbClr val="051540"/>
                </a:solidFill>
                <a:effectLst/>
                <a:uFillTx/>
                <a:latin typeface="Times New Roman"/>
              </a:rPr>
              <a:t>4.6 million are under the age of 18</a:t>
            </a:r>
            <a:endParaRPr b="0" lang="en-IN" sz="3600" strike="noStrike" u="none">
              <a:solidFill>
                <a:srgbClr val="232323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40" name=""/>
          <p:cNvGrpSpPr/>
          <p:nvPr/>
        </p:nvGrpSpPr>
        <p:grpSpPr>
          <a:xfrm>
            <a:off x="311040" y="1811160"/>
            <a:ext cx="6540480" cy="163800"/>
            <a:chOff x="311040" y="1811160"/>
            <a:chExt cx="6540480" cy="163800"/>
          </a:xfrm>
        </p:grpSpPr>
        <p:sp>
          <p:nvSpPr>
            <p:cNvPr id="41" name=""/>
            <p:cNvSpPr/>
            <p:nvPr/>
          </p:nvSpPr>
          <p:spPr>
            <a:xfrm>
              <a:off x="311040" y="1811160"/>
              <a:ext cx="6540480" cy="93960"/>
            </a:xfrm>
            <a:prstGeom prst="rect">
              <a:avLst/>
            </a:prstGeom>
            <a:solidFill>
              <a:srgbClr val="081f5e"/>
            </a:solidFill>
            <a:ln w="12600">
              <a:solidFill>
                <a:srgbClr val="081d5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2400" strike="noStrike" u="none">
                <a:solidFill>
                  <a:srgbClr val="232323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42" name=""/>
            <p:cNvSpPr/>
            <p:nvPr/>
          </p:nvSpPr>
          <p:spPr>
            <a:xfrm>
              <a:off x="539640" y="1835280"/>
              <a:ext cx="368280" cy="139680"/>
            </a:xfrm>
            <a:prstGeom prst="rect">
              <a:avLst/>
            </a:prstGeom>
            <a:solidFill>
              <a:srgbClr val="bc3700"/>
            </a:solidFill>
            <a:ln w="12600">
              <a:solidFill>
                <a:srgbClr val="0b20b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2400" strike="noStrike" u="none">
                <a:solidFill>
                  <a:srgbClr val="232323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43" name=""/>
            <p:cNvSpPr/>
            <p:nvPr/>
          </p:nvSpPr>
          <p:spPr>
            <a:xfrm>
              <a:off x="1378080" y="1835280"/>
              <a:ext cx="368280" cy="139680"/>
            </a:xfrm>
            <a:prstGeom prst="rect">
              <a:avLst/>
            </a:prstGeom>
            <a:solidFill>
              <a:srgbClr val="bc3700"/>
            </a:solidFill>
            <a:ln w="12600">
              <a:solidFill>
                <a:srgbClr val="0b20b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2400" strike="noStrike" u="none">
                <a:solidFill>
                  <a:srgbClr val="232323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44" name=""/>
            <p:cNvSpPr/>
            <p:nvPr/>
          </p:nvSpPr>
          <p:spPr>
            <a:xfrm>
              <a:off x="2216160" y="1835280"/>
              <a:ext cx="368280" cy="139680"/>
            </a:xfrm>
            <a:prstGeom prst="rect">
              <a:avLst/>
            </a:prstGeom>
            <a:solidFill>
              <a:srgbClr val="bc3700"/>
            </a:solidFill>
            <a:ln w="12600">
              <a:solidFill>
                <a:srgbClr val="0b20b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2400" strike="noStrike" u="none">
                <a:solidFill>
                  <a:srgbClr val="232323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45" name=""/>
            <p:cNvSpPr/>
            <p:nvPr/>
          </p:nvSpPr>
          <p:spPr>
            <a:xfrm>
              <a:off x="3054240" y="1835280"/>
              <a:ext cx="368280" cy="139680"/>
            </a:xfrm>
            <a:prstGeom prst="rect">
              <a:avLst/>
            </a:prstGeom>
            <a:solidFill>
              <a:srgbClr val="bc3700"/>
            </a:solidFill>
            <a:ln w="12600">
              <a:solidFill>
                <a:srgbClr val="0b20b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2400" strike="noStrike" u="none">
                <a:solidFill>
                  <a:srgbClr val="232323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46" name=""/>
            <p:cNvSpPr/>
            <p:nvPr/>
          </p:nvSpPr>
          <p:spPr>
            <a:xfrm>
              <a:off x="3816360" y="1835280"/>
              <a:ext cx="368280" cy="139680"/>
            </a:xfrm>
            <a:prstGeom prst="rect">
              <a:avLst/>
            </a:prstGeom>
            <a:solidFill>
              <a:srgbClr val="bc3700"/>
            </a:solidFill>
            <a:ln w="12600">
              <a:solidFill>
                <a:srgbClr val="0b20b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2400" strike="noStrike" u="none">
                <a:solidFill>
                  <a:srgbClr val="232323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47" name=""/>
            <p:cNvSpPr/>
            <p:nvPr/>
          </p:nvSpPr>
          <p:spPr>
            <a:xfrm>
              <a:off x="4654440" y="1835280"/>
              <a:ext cx="368280" cy="139680"/>
            </a:xfrm>
            <a:prstGeom prst="rect">
              <a:avLst/>
            </a:prstGeom>
            <a:solidFill>
              <a:srgbClr val="bc3700"/>
            </a:solidFill>
            <a:ln w="12600">
              <a:solidFill>
                <a:srgbClr val="0b20b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2400" strike="noStrike" u="none">
                <a:solidFill>
                  <a:srgbClr val="232323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48" name=""/>
            <p:cNvSpPr/>
            <p:nvPr/>
          </p:nvSpPr>
          <p:spPr>
            <a:xfrm>
              <a:off x="5492880" y="1835280"/>
              <a:ext cx="368280" cy="139680"/>
            </a:xfrm>
            <a:prstGeom prst="rect">
              <a:avLst/>
            </a:prstGeom>
            <a:solidFill>
              <a:srgbClr val="bc3700"/>
            </a:solidFill>
            <a:ln w="12600">
              <a:solidFill>
                <a:srgbClr val="0b20b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2400" strike="noStrike" u="none">
                <a:solidFill>
                  <a:srgbClr val="232323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49" name=""/>
            <p:cNvSpPr/>
            <p:nvPr/>
          </p:nvSpPr>
          <p:spPr>
            <a:xfrm>
              <a:off x="6330960" y="1835280"/>
              <a:ext cx="368280" cy="139680"/>
            </a:xfrm>
            <a:prstGeom prst="rect">
              <a:avLst/>
            </a:prstGeom>
            <a:solidFill>
              <a:srgbClr val="bc3700"/>
            </a:solidFill>
            <a:ln w="12600">
              <a:solidFill>
                <a:srgbClr val="0b20b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2400" strike="noStrike" u="none">
                <a:solidFill>
                  <a:srgbClr val="232323"/>
                </a:solidFill>
                <a:effectLst/>
                <a:uFillTx/>
                <a:latin typeface="Times New Roman"/>
              </a:endParaRPr>
            </a:p>
          </p:txBody>
        </p:sp>
      </p:grpSp>
    </p:spTree>
  </p:cSld>
  <p:transition spd="slow">
    <p:pull dir="l"/>
  </p:transition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entr" presetID="2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7" dur="500" fill="hold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" dur="500" fill="hold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9" dur="500" fill="hold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0" dur="500" fill="hold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nodeType="clickEffect" fill="hold" presetClass="entr" presetID="2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5" dur="1000"/>
                                        <p:tgtEl>
                                          <p:spTgt spid="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16" dur="1000" fill="hold"/>
                                        <p:tgtEl>
                                          <p:spTgt spid="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7" dur="1000" fill="hold"/>
                                        <p:tgtEl>
                                          <p:spTgt spid="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nodeType="clickEffect" fill="hold" presetClass="entr" presetID="2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2" dur="1000" fill="hold"/>
                                        <p:tgtEl>
                                          <p:spTgt spid="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90"/>
                                          </p:val>
                                        </p:tav>
                                        <p:tav tm="80000">
                                          <p:val>
                                            <p:strVal val="90"/>
                                          </p:val>
                                        </p:tav>
                                        <p:tav tm="80000">
                                          <p:val>
                                            <p:strVal val="90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3" dur="1000" fill="hold"/>
                                        <p:tgtEl>
                                          <p:spTgt spid="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-1"/>
                                          </p:val>
                                        </p:tav>
                                        <p:tav tm="50000">
                                          <p:val>
                                            <p:strVal val="0.94999998807907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4" dur="1000" fill="hold"/>
                                        <p:tgtEl>
                                          <p:spTgt spid="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25" dur="1000"/>
                                        <p:tgtEl>
                                          <p:spTgt spid="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d8a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"/>
          <p:cNvSpPr/>
          <p:nvPr/>
        </p:nvSpPr>
        <p:spPr>
          <a:xfrm>
            <a:off x="68580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IN" sz="2400" strike="noStrike" u="none">
              <a:solidFill>
                <a:srgbClr val="232323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"/>
          <p:cNvSpPr/>
          <p:nvPr/>
        </p:nvSpPr>
        <p:spPr>
          <a:xfrm>
            <a:off x="3124080" y="6248520"/>
            <a:ext cx="289584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IN" sz="2400" strike="noStrike" u="none">
              <a:solidFill>
                <a:srgbClr val="232323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196560" y="0"/>
            <a:ext cx="7118280" cy="1936800"/>
          </a:xfrm>
          <a:prstGeom prst="rect">
            <a:avLst/>
          </a:prstGeom>
          <a:noFill/>
          <a:ln w="0">
            <a:noFill/>
          </a:ln>
        </p:spPr>
        <p:txBody>
          <a:bodyPr lIns="90360" rIns="90360" tIns="44280" bIns="4428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trike="noStrike" u="none">
                <a:solidFill>
                  <a:srgbClr val="051540"/>
                </a:solidFill>
                <a:effectLst/>
                <a:uFillTx/>
                <a:latin typeface="Arial"/>
              </a:rPr>
              <a:t>Americans </a:t>
            </a:r>
            <a:br>
              <a:rPr sz="4000"/>
            </a:br>
            <a:r>
              <a:rPr b="1" lang="en-IN" sz="4000" strike="noStrike" u="none">
                <a:solidFill>
                  <a:srgbClr val="051540"/>
                </a:solidFill>
                <a:effectLst/>
                <a:uFillTx/>
                <a:latin typeface="Arial"/>
              </a:rPr>
              <a:t>With Disabilities Act (1990)</a:t>
            </a:r>
            <a:endParaRPr b="0" lang="en-IN" sz="4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/>
          </p:nvPr>
        </p:nvSpPr>
        <p:spPr>
          <a:xfrm>
            <a:off x="762120" y="2133360"/>
            <a:ext cx="7772400" cy="3809880"/>
          </a:xfrm>
          <a:prstGeom prst="rect">
            <a:avLst/>
          </a:prstGeom>
          <a:noFill/>
          <a:ln w="0">
            <a:noFill/>
          </a:ln>
        </p:spPr>
        <p:txBody>
          <a:bodyPr lIns="90360" rIns="90360" tIns="44280" bIns="44280" anchor="t">
            <a:normAutofit/>
          </a:bodyPr>
          <a:p>
            <a:pPr marL="343080" indent="-343080" algn="ctr">
              <a:lnSpc>
                <a:spcPct val="100000"/>
              </a:lnSpc>
              <a:spcAft>
                <a:spcPts val="400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IN" sz="3200" strike="noStrike" u="sng">
                <a:solidFill>
                  <a:srgbClr val="051540"/>
                </a:solidFill>
                <a:effectLst/>
                <a:uFillTx/>
                <a:latin typeface="Arial"/>
              </a:rPr>
              <a:t>Titles</a:t>
            </a:r>
            <a:endParaRPr b="0" lang="en-IN" sz="3200" strike="noStrike" u="none">
              <a:solidFill>
                <a:srgbClr val="232323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40000"/>
              </a:lnSpc>
              <a:spcBef>
                <a:spcPts val="176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trike="noStrike" u="none">
                <a:solidFill>
                  <a:srgbClr val="051540"/>
                </a:solidFill>
                <a:effectLst/>
                <a:uFillTx/>
                <a:latin typeface="Times New Roman"/>
              </a:rPr>
              <a:t>	</a:t>
            </a:r>
            <a:r>
              <a:rPr b="0" lang="en-IN" sz="2400" strike="noStrike" u="none">
                <a:solidFill>
                  <a:srgbClr val="051540"/>
                </a:solidFill>
                <a:effectLst/>
                <a:uFillTx/>
                <a:latin typeface="Times New Roman"/>
              </a:rPr>
              <a:t>	</a:t>
            </a:r>
            <a:r>
              <a:rPr b="0" lang="en-IN" sz="2400" strike="noStrike" u="none">
                <a:solidFill>
                  <a:srgbClr val="051540"/>
                </a:solidFill>
                <a:effectLst/>
                <a:uFillTx/>
                <a:latin typeface="Times New Roman"/>
              </a:rPr>
              <a:t>	</a:t>
            </a:r>
            <a:r>
              <a:rPr b="1" lang="en-IN" sz="2800" strike="noStrike" u="none">
                <a:solidFill>
                  <a:srgbClr val="051540"/>
                </a:solidFill>
                <a:effectLst/>
                <a:uFillTx/>
                <a:latin typeface="Times New Roman"/>
              </a:rPr>
              <a:t>I. Employment</a:t>
            </a:r>
            <a:endParaRPr b="0" lang="en-IN" sz="2800" strike="noStrike" u="none">
              <a:solidFill>
                <a:srgbClr val="232323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40000"/>
              </a:lnSpc>
              <a:spcBef>
                <a:spcPts val="176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800" strike="noStrike" u="none">
                <a:solidFill>
                  <a:srgbClr val="051540"/>
                </a:solidFill>
                <a:effectLst/>
                <a:uFillTx/>
                <a:latin typeface="Times New Roman"/>
              </a:rPr>
              <a:t>	</a:t>
            </a:r>
            <a:r>
              <a:rPr b="1" lang="en-IN" sz="2800" strike="noStrike" u="none">
                <a:solidFill>
                  <a:srgbClr val="051540"/>
                </a:solidFill>
                <a:effectLst/>
                <a:uFillTx/>
                <a:latin typeface="Times New Roman"/>
              </a:rPr>
              <a:t>	</a:t>
            </a:r>
            <a:r>
              <a:rPr b="1" lang="en-IN" sz="2800" strike="noStrike" u="none">
                <a:solidFill>
                  <a:srgbClr val="051540"/>
                </a:solidFill>
                <a:effectLst/>
                <a:uFillTx/>
                <a:latin typeface="Times New Roman"/>
              </a:rPr>
              <a:t>	</a:t>
            </a:r>
            <a:r>
              <a:rPr b="1" lang="en-IN" sz="2800" strike="noStrike" u="none">
                <a:solidFill>
                  <a:srgbClr val="051540"/>
                </a:solidFill>
                <a:effectLst/>
                <a:uFillTx/>
                <a:latin typeface="Times New Roman"/>
              </a:rPr>
              <a:t>II. Public Service</a:t>
            </a:r>
            <a:endParaRPr b="0" lang="en-IN" sz="2800" strike="noStrike" u="none">
              <a:solidFill>
                <a:srgbClr val="232323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40000"/>
              </a:lnSpc>
              <a:spcBef>
                <a:spcPts val="176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800" strike="noStrike" u="none">
                <a:solidFill>
                  <a:srgbClr val="051540"/>
                </a:solidFill>
                <a:effectLst/>
                <a:uFillTx/>
                <a:latin typeface="Times New Roman"/>
              </a:rPr>
              <a:t>	</a:t>
            </a:r>
            <a:r>
              <a:rPr b="1" lang="en-IN" sz="2800" strike="noStrike" u="none">
                <a:solidFill>
                  <a:srgbClr val="051540"/>
                </a:solidFill>
                <a:effectLst/>
                <a:uFillTx/>
                <a:latin typeface="Times New Roman"/>
              </a:rPr>
              <a:t>	</a:t>
            </a:r>
            <a:r>
              <a:rPr b="1" lang="en-IN" sz="2800" strike="noStrike" u="none">
                <a:solidFill>
                  <a:srgbClr val="051540"/>
                </a:solidFill>
                <a:effectLst/>
                <a:uFillTx/>
                <a:latin typeface="Times New Roman"/>
              </a:rPr>
              <a:t>	</a:t>
            </a:r>
            <a:r>
              <a:rPr b="1" lang="en-IN" sz="2800" strike="noStrike" u="none">
                <a:solidFill>
                  <a:srgbClr val="051540"/>
                </a:solidFill>
                <a:effectLst/>
                <a:uFillTx/>
                <a:latin typeface="Times New Roman"/>
              </a:rPr>
              <a:t>III. Public Accommodation</a:t>
            </a:r>
            <a:endParaRPr b="0" lang="en-IN" sz="2800" strike="noStrike" u="none">
              <a:solidFill>
                <a:srgbClr val="232323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40000"/>
              </a:lnSpc>
              <a:spcBef>
                <a:spcPts val="176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800" strike="noStrike" u="none">
                <a:solidFill>
                  <a:srgbClr val="051540"/>
                </a:solidFill>
                <a:effectLst/>
                <a:uFillTx/>
                <a:latin typeface="Times New Roman"/>
              </a:rPr>
              <a:t>	</a:t>
            </a:r>
            <a:r>
              <a:rPr b="1" lang="en-IN" sz="2800" strike="noStrike" u="none">
                <a:solidFill>
                  <a:srgbClr val="051540"/>
                </a:solidFill>
                <a:effectLst/>
                <a:uFillTx/>
                <a:latin typeface="Times New Roman"/>
              </a:rPr>
              <a:t>	</a:t>
            </a:r>
            <a:r>
              <a:rPr b="1" lang="en-IN" sz="2800" strike="noStrike" u="none">
                <a:solidFill>
                  <a:srgbClr val="051540"/>
                </a:solidFill>
                <a:effectLst/>
                <a:uFillTx/>
                <a:latin typeface="Times New Roman"/>
              </a:rPr>
              <a:t>	</a:t>
            </a:r>
            <a:r>
              <a:rPr b="1" lang="en-IN" sz="2800" strike="noStrike" u="none">
                <a:solidFill>
                  <a:srgbClr val="051540"/>
                </a:solidFill>
                <a:effectLst/>
                <a:uFillTx/>
                <a:latin typeface="Times New Roman"/>
              </a:rPr>
              <a:t>IV. Telecommunications</a:t>
            </a:r>
            <a:endParaRPr b="0" lang="en-IN" sz="2800" strike="noStrike" u="none">
              <a:solidFill>
                <a:srgbClr val="232323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40000"/>
              </a:lnSpc>
              <a:spcBef>
                <a:spcPts val="176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800" strike="noStrike" u="none">
                <a:solidFill>
                  <a:srgbClr val="051540"/>
                </a:solidFill>
                <a:effectLst/>
                <a:uFillTx/>
                <a:latin typeface="Times New Roman"/>
              </a:rPr>
              <a:t>	</a:t>
            </a:r>
            <a:r>
              <a:rPr b="1" lang="en-IN" sz="2800" strike="noStrike" u="none">
                <a:solidFill>
                  <a:srgbClr val="051540"/>
                </a:solidFill>
                <a:effectLst/>
                <a:uFillTx/>
                <a:latin typeface="Times New Roman"/>
              </a:rPr>
              <a:t>	</a:t>
            </a:r>
            <a:r>
              <a:rPr b="1" lang="en-IN" sz="2800" strike="noStrike" u="none">
                <a:solidFill>
                  <a:srgbClr val="051540"/>
                </a:solidFill>
                <a:effectLst/>
                <a:uFillTx/>
                <a:latin typeface="Times New Roman"/>
              </a:rPr>
              <a:t>	</a:t>
            </a:r>
            <a:r>
              <a:rPr b="1" lang="en-IN" sz="2800" strike="noStrike" u="none">
                <a:solidFill>
                  <a:srgbClr val="051540"/>
                </a:solidFill>
                <a:effectLst/>
                <a:uFillTx/>
                <a:latin typeface="Times New Roman"/>
              </a:rPr>
              <a:t>V. Miscellaneous Provisions</a:t>
            </a:r>
            <a:endParaRPr b="0" lang="en-IN" sz="2800" strike="noStrike" u="none">
              <a:solidFill>
                <a:srgbClr val="232323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54" name=""/>
          <p:cNvGrpSpPr/>
          <p:nvPr/>
        </p:nvGrpSpPr>
        <p:grpSpPr>
          <a:xfrm>
            <a:off x="311040" y="1658880"/>
            <a:ext cx="6540480" cy="163440"/>
            <a:chOff x="311040" y="1658880"/>
            <a:chExt cx="6540480" cy="163440"/>
          </a:xfrm>
        </p:grpSpPr>
        <p:sp>
          <p:nvSpPr>
            <p:cNvPr id="55" name=""/>
            <p:cNvSpPr/>
            <p:nvPr/>
          </p:nvSpPr>
          <p:spPr>
            <a:xfrm>
              <a:off x="311040" y="1658880"/>
              <a:ext cx="6540480" cy="93600"/>
            </a:xfrm>
            <a:prstGeom prst="rect">
              <a:avLst/>
            </a:prstGeom>
            <a:solidFill>
              <a:srgbClr val="081f5e"/>
            </a:solidFill>
            <a:ln w="12600">
              <a:solidFill>
                <a:srgbClr val="081d5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2400" strike="noStrike" u="none">
                <a:solidFill>
                  <a:srgbClr val="232323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56" name=""/>
            <p:cNvSpPr/>
            <p:nvPr/>
          </p:nvSpPr>
          <p:spPr>
            <a:xfrm>
              <a:off x="539640" y="1682640"/>
              <a:ext cx="368280" cy="139680"/>
            </a:xfrm>
            <a:prstGeom prst="rect">
              <a:avLst/>
            </a:prstGeom>
            <a:solidFill>
              <a:srgbClr val="bc3700"/>
            </a:solidFill>
            <a:ln w="12600">
              <a:solidFill>
                <a:srgbClr val="0b20b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2400" strike="noStrike" u="none">
                <a:solidFill>
                  <a:srgbClr val="232323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57" name=""/>
            <p:cNvSpPr/>
            <p:nvPr/>
          </p:nvSpPr>
          <p:spPr>
            <a:xfrm>
              <a:off x="1378080" y="1682640"/>
              <a:ext cx="368280" cy="139680"/>
            </a:xfrm>
            <a:prstGeom prst="rect">
              <a:avLst/>
            </a:prstGeom>
            <a:solidFill>
              <a:srgbClr val="bc3700"/>
            </a:solidFill>
            <a:ln w="12600">
              <a:solidFill>
                <a:srgbClr val="0b20b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2400" strike="noStrike" u="none">
                <a:solidFill>
                  <a:srgbClr val="232323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58" name=""/>
            <p:cNvSpPr/>
            <p:nvPr/>
          </p:nvSpPr>
          <p:spPr>
            <a:xfrm>
              <a:off x="2216160" y="1682640"/>
              <a:ext cx="368280" cy="139680"/>
            </a:xfrm>
            <a:prstGeom prst="rect">
              <a:avLst/>
            </a:prstGeom>
            <a:solidFill>
              <a:srgbClr val="bc3700"/>
            </a:solidFill>
            <a:ln w="12600">
              <a:solidFill>
                <a:srgbClr val="0b20b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2400" strike="noStrike" u="none">
                <a:solidFill>
                  <a:srgbClr val="232323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59" name=""/>
            <p:cNvSpPr/>
            <p:nvPr/>
          </p:nvSpPr>
          <p:spPr>
            <a:xfrm>
              <a:off x="3054240" y="1682640"/>
              <a:ext cx="368280" cy="139680"/>
            </a:xfrm>
            <a:prstGeom prst="rect">
              <a:avLst/>
            </a:prstGeom>
            <a:solidFill>
              <a:srgbClr val="bc3700"/>
            </a:solidFill>
            <a:ln w="12600">
              <a:solidFill>
                <a:srgbClr val="0b20b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2400" strike="noStrike" u="none">
                <a:solidFill>
                  <a:srgbClr val="232323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60" name=""/>
            <p:cNvSpPr/>
            <p:nvPr/>
          </p:nvSpPr>
          <p:spPr>
            <a:xfrm>
              <a:off x="3816360" y="1682640"/>
              <a:ext cx="368280" cy="139680"/>
            </a:xfrm>
            <a:prstGeom prst="rect">
              <a:avLst/>
            </a:prstGeom>
            <a:solidFill>
              <a:srgbClr val="bc3700"/>
            </a:solidFill>
            <a:ln w="12600">
              <a:solidFill>
                <a:srgbClr val="0b20b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2400" strike="noStrike" u="none">
                <a:solidFill>
                  <a:srgbClr val="232323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61" name=""/>
            <p:cNvSpPr/>
            <p:nvPr/>
          </p:nvSpPr>
          <p:spPr>
            <a:xfrm>
              <a:off x="4654440" y="1682640"/>
              <a:ext cx="368280" cy="139680"/>
            </a:xfrm>
            <a:prstGeom prst="rect">
              <a:avLst/>
            </a:prstGeom>
            <a:solidFill>
              <a:srgbClr val="bc3700"/>
            </a:solidFill>
            <a:ln w="12600">
              <a:solidFill>
                <a:srgbClr val="0b20b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2400" strike="noStrike" u="none">
                <a:solidFill>
                  <a:srgbClr val="232323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62" name=""/>
            <p:cNvSpPr/>
            <p:nvPr/>
          </p:nvSpPr>
          <p:spPr>
            <a:xfrm>
              <a:off x="5492880" y="1682640"/>
              <a:ext cx="368280" cy="139680"/>
            </a:xfrm>
            <a:prstGeom prst="rect">
              <a:avLst/>
            </a:prstGeom>
            <a:solidFill>
              <a:srgbClr val="bc3700"/>
            </a:solidFill>
            <a:ln w="12600">
              <a:solidFill>
                <a:srgbClr val="0b20b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2400" strike="noStrike" u="none">
                <a:solidFill>
                  <a:srgbClr val="232323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63" name=""/>
            <p:cNvSpPr/>
            <p:nvPr/>
          </p:nvSpPr>
          <p:spPr>
            <a:xfrm>
              <a:off x="6330960" y="1682640"/>
              <a:ext cx="368280" cy="139680"/>
            </a:xfrm>
            <a:prstGeom prst="rect">
              <a:avLst/>
            </a:prstGeom>
            <a:solidFill>
              <a:srgbClr val="bc3700"/>
            </a:solidFill>
            <a:ln w="12600">
              <a:solidFill>
                <a:srgbClr val="0b20b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2400" strike="noStrike" u="none">
                <a:solidFill>
                  <a:srgbClr val="232323"/>
                </a:solidFill>
                <a:effectLst/>
                <a:uFillTx/>
                <a:latin typeface="Times New Roman"/>
              </a:endParaRPr>
            </a:p>
          </p:txBody>
        </p:sp>
      </p:grpSp>
    </p:spTree>
  </p:cSld>
  <p:transition spd="slow">
    <p:pull dir="r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d8a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"/>
          <p:cNvSpPr/>
          <p:nvPr/>
        </p:nvSpPr>
        <p:spPr>
          <a:xfrm>
            <a:off x="68580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IN" sz="2400" strike="noStrike" u="none">
              <a:solidFill>
                <a:srgbClr val="232323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"/>
          <p:cNvSpPr/>
          <p:nvPr/>
        </p:nvSpPr>
        <p:spPr>
          <a:xfrm>
            <a:off x="3124080" y="6248520"/>
            <a:ext cx="289584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IN" sz="2400" strike="noStrike" u="none">
              <a:solidFill>
                <a:srgbClr val="232323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228600" y="53316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360" rIns="90360" tIns="44280" bIns="44280" anchor="ctr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br>
              <a:rPr sz="4400"/>
            </a:br>
            <a:r>
              <a:rPr b="1" lang="en-IN" sz="4000" strike="noStrike" u="none">
                <a:solidFill>
                  <a:srgbClr val="051540"/>
                </a:solidFill>
                <a:effectLst/>
                <a:uFillTx/>
                <a:latin typeface="Arial"/>
              </a:rPr>
              <a:t>Individuals With Disabilities</a:t>
            </a:r>
            <a:br>
              <a:rPr sz="4000"/>
            </a:br>
            <a:endParaRPr b="0" lang="en-IN" sz="4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/>
          </p:nvPr>
        </p:nvSpPr>
        <p:spPr>
          <a:xfrm>
            <a:off x="762120" y="2057400"/>
            <a:ext cx="7772400" cy="4114800"/>
          </a:xfrm>
          <a:prstGeom prst="rect">
            <a:avLst/>
          </a:prstGeom>
          <a:noFill/>
          <a:ln w="0">
            <a:noFill/>
          </a:ln>
        </p:spPr>
        <p:txBody>
          <a:bodyPr lIns="90360" rIns="90360" tIns="44280" bIns="44280" anchor="t">
            <a:normAutofit/>
          </a:bodyPr>
          <a:p>
            <a:pPr marL="343080" indent="-343080">
              <a:spcBef>
                <a:spcPts val="700"/>
              </a:spcBef>
              <a:spcAft>
                <a:spcPts val="1225"/>
              </a:spcAft>
              <a:buClr>
                <a:srgbClr val="0b20bf"/>
              </a:buClr>
              <a:buSzPct val="75000"/>
              <a:buFont typeface="Monotype Sorts" charset="2"/>
              <a:buChar char="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800" strike="noStrike" u="none">
                <a:solidFill>
                  <a:srgbClr val="051540"/>
                </a:solidFill>
                <a:effectLst/>
                <a:uFillTx/>
                <a:latin typeface="Times New Roman"/>
              </a:rPr>
              <a:t>A Person with a Physical or Mental Impairment that Substantially Limits One or More of the Major Life Activities</a:t>
            </a:r>
            <a:endParaRPr b="0" lang="en-IN" sz="2800" strike="noStrike" u="none">
              <a:solidFill>
                <a:srgbClr val="232323"/>
              </a:solidFill>
              <a:effectLst/>
              <a:uFillTx/>
              <a:latin typeface="Times New Roman"/>
            </a:endParaRPr>
          </a:p>
          <a:p>
            <a:pPr marL="343080" indent="-343080">
              <a:spcBef>
                <a:spcPts val="700"/>
              </a:spcBef>
              <a:spcAft>
                <a:spcPts val="1225"/>
              </a:spcAft>
              <a:buClr>
                <a:srgbClr val="0b20bf"/>
              </a:buClr>
              <a:buSzPct val="75000"/>
              <a:buFont typeface="Monotype Sorts" charset="2"/>
              <a:buChar char="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800" strike="noStrike" u="none">
                <a:solidFill>
                  <a:srgbClr val="051540"/>
                </a:solidFill>
                <a:effectLst/>
                <a:uFillTx/>
                <a:latin typeface="Times New Roman"/>
              </a:rPr>
              <a:t>A Person with a Record of Such a Physical            or Mental Impairment</a:t>
            </a:r>
            <a:endParaRPr b="0" lang="en-IN" sz="2800" strike="noStrike" u="none">
              <a:solidFill>
                <a:srgbClr val="232323"/>
              </a:solidFill>
              <a:effectLst/>
              <a:uFillTx/>
              <a:latin typeface="Times New Roman"/>
            </a:endParaRPr>
          </a:p>
          <a:p>
            <a:pPr marL="343080" indent="-343080">
              <a:spcBef>
                <a:spcPts val="700"/>
              </a:spcBef>
              <a:spcAft>
                <a:spcPts val="1225"/>
              </a:spcAft>
              <a:buClr>
                <a:srgbClr val="0b20bf"/>
              </a:buClr>
              <a:buSzPct val="75000"/>
              <a:buFont typeface="Monotype Sorts" charset="2"/>
              <a:buChar char="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800" strike="noStrike" u="none">
                <a:solidFill>
                  <a:srgbClr val="051540"/>
                </a:solidFill>
                <a:effectLst/>
                <a:uFillTx/>
                <a:latin typeface="Times New Roman"/>
              </a:rPr>
              <a:t>A Person Who is Regarded as Having Such             an Impairment</a:t>
            </a:r>
            <a:endParaRPr b="0" lang="en-IN" sz="2800" strike="noStrike" u="none">
              <a:solidFill>
                <a:srgbClr val="232323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68" name=""/>
          <p:cNvGrpSpPr/>
          <p:nvPr/>
        </p:nvGrpSpPr>
        <p:grpSpPr>
          <a:xfrm>
            <a:off x="311040" y="1501920"/>
            <a:ext cx="6735960" cy="168120"/>
            <a:chOff x="311040" y="1501920"/>
            <a:chExt cx="6735960" cy="168120"/>
          </a:xfrm>
        </p:grpSpPr>
        <p:sp>
          <p:nvSpPr>
            <p:cNvPr id="69" name=""/>
            <p:cNvSpPr/>
            <p:nvPr/>
          </p:nvSpPr>
          <p:spPr>
            <a:xfrm>
              <a:off x="311040" y="1501920"/>
              <a:ext cx="6735960" cy="96840"/>
            </a:xfrm>
            <a:prstGeom prst="rect">
              <a:avLst/>
            </a:prstGeom>
            <a:solidFill>
              <a:srgbClr val="081f5e"/>
            </a:solidFill>
            <a:ln w="12600">
              <a:solidFill>
                <a:srgbClr val="081d5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2400" strike="noStrike" u="none">
                <a:solidFill>
                  <a:srgbClr val="232323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70" name=""/>
            <p:cNvSpPr/>
            <p:nvPr/>
          </p:nvSpPr>
          <p:spPr>
            <a:xfrm>
              <a:off x="546120" y="1525680"/>
              <a:ext cx="379440" cy="144360"/>
            </a:xfrm>
            <a:prstGeom prst="rect">
              <a:avLst/>
            </a:prstGeom>
            <a:solidFill>
              <a:srgbClr val="bc3700"/>
            </a:solidFill>
            <a:ln w="12600">
              <a:solidFill>
                <a:srgbClr val="0b20b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2400" strike="noStrike" u="none">
                <a:solidFill>
                  <a:srgbClr val="232323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71" name=""/>
            <p:cNvSpPr/>
            <p:nvPr/>
          </p:nvSpPr>
          <p:spPr>
            <a:xfrm>
              <a:off x="1409760" y="1525680"/>
              <a:ext cx="379440" cy="144360"/>
            </a:xfrm>
            <a:prstGeom prst="rect">
              <a:avLst/>
            </a:prstGeom>
            <a:solidFill>
              <a:srgbClr val="bc3700"/>
            </a:solidFill>
            <a:ln w="12600">
              <a:solidFill>
                <a:srgbClr val="0b20b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2400" strike="noStrike" u="none">
                <a:solidFill>
                  <a:srgbClr val="232323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72" name=""/>
            <p:cNvSpPr/>
            <p:nvPr/>
          </p:nvSpPr>
          <p:spPr>
            <a:xfrm>
              <a:off x="2273400" y="1525680"/>
              <a:ext cx="379440" cy="144360"/>
            </a:xfrm>
            <a:prstGeom prst="rect">
              <a:avLst/>
            </a:prstGeom>
            <a:solidFill>
              <a:srgbClr val="bc3700"/>
            </a:solidFill>
            <a:ln w="12600">
              <a:solidFill>
                <a:srgbClr val="0b20b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2400" strike="noStrike" u="none">
                <a:solidFill>
                  <a:srgbClr val="232323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73" name=""/>
            <p:cNvSpPr/>
            <p:nvPr/>
          </p:nvSpPr>
          <p:spPr>
            <a:xfrm>
              <a:off x="3135240" y="1525680"/>
              <a:ext cx="381240" cy="144360"/>
            </a:xfrm>
            <a:prstGeom prst="rect">
              <a:avLst/>
            </a:prstGeom>
            <a:solidFill>
              <a:srgbClr val="bc3700"/>
            </a:solidFill>
            <a:ln w="12600">
              <a:solidFill>
                <a:srgbClr val="0b20b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2400" strike="noStrike" u="none">
                <a:solidFill>
                  <a:srgbClr val="232323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74" name=""/>
            <p:cNvSpPr/>
            <p:nvPr/>
          </p:nvSpPr>
          <p:spPr>
            <a:xfrm>
              <a:off x="3921120" y="1525680"/>
              <a:ext cx="379440" cy="144360"/>
            </a:xfrm>
            <a:prstGeom prst="rect">
              <a:avLst/>
            </a:prstGeom>
            <a:solidFill>
              <a:srgbClr val="bc3700"/>
            </a:solidFill>
            <a:ln w="12600">
              <a:solidFill>
                <a:srgbClr val="0b20b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2400" strike="noStrike" u="none">
                <a:solidFill>
                  <a:srgbClr val="232323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75" name=""/>
            <p:cNvSpPr/>
            <p:nvPr/>
          </p:nvSpPr>
          <p:spPr>
            <a:xfrm>
              <a:off x="4784760" y="1525680"/>
              <a:ext cx="379440" cy="144360"/>
            </a:xfrm>
            <a:prstGeom prst="rect">
              <a:avLst/>
            </a:prstGeom>
            <a:solidFill>
              <a:srgbClr val="bc3700"/>
            </a:solidFill>
            <a:ln w="12600">
              <a:solidFill>
                <a:srgbClr val="0b20b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2400" strike="noStrike" u="none">
                <a:solidFill>
                  <a:srgbClr val="232323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76" name=""/>
            <p:cNvSpPr/>
            <p:nvPr/>
          </p:nvSpPr>
          <p:spPr>
            <a:xfrm>
              <a:off x="5646600" y="1525680"/>
              <a:ext cx="379440" cy="144360"/>
            </a:xfrm>
            <a:prstGeom prst="rect">
              <a:avLst/>
            </a:prstGeom>
            <a:solidFill>
              <a:srgbClr val="bc3700"/>
            </a:solidFill>
            <a:ln w="12600">
              <a:solidFill>
                <a:srgbClr val="0b20b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2400" strike="noStrike" u="none">
                <a:solidFill>
                  <a:srgbClr val="232323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77" name=""/>
            <p:cNvSpPr/>
            <p:nvPr/>
          </p:nvSpPr>
          <p:spPr>
            <a:xfrm>
              <a:off x="6510240" y="1525680"/>
              <a:ext cx="379440" cy="144360"/>
            </a:xfrm>
            <a:prstGeom prst="rect">
              <a:avLst/>
            </a:prstGeom>
            <a:solidFill>
              <a:srgbClr val="bc3700"/>
            </a:solidFill>
            <a:ln w="12600">
              <a:solidFill>
                <a:srgbClr val="0b20b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2400" strike="noStrike" u="none">
                <a:solidFill>
                  <a:srgbClr val="232323"/>
                </a:solidFill>
                <a:effectLst/>
                <a:uFillTx/>
                <a:latin typeface="Times New Roman"/>
              </a:endParaRPr>
            </a:p>
          </p:txBody>
        </p:sp>
      </p:grpSp>
    </p:spTree>
  </p:cSld>
  <p:transition spd="slow">
    <p:pull dir="l"/>
  </p:transition>
  <p:timing>
    <p:tnLst>
      <p:par>
        <p:cTn id="26" dur="indefinite" restart="never" nodeType="tmRoot">
          <p:childTnLst>
            <p:seq>
              <p:cTn id="27" dur="indefinite" nodeType="mainSeq">
                <p:childTnLst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nodeType="clickEffect" fill="hold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nodeType="clickEffect" fill="hold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nodeType="clickEffect" fill="hold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d8a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"/>
          <p:cNvSpPr/>
          <p:nvPr/>
        </p:nvSpPr>
        <p:spPr>
          <a:xfrm>
            <a:off x="68580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IN" sz="2400" strike="noStrike" u="none">
              <a:solidFill>
                <a:srgbClr val="232323"/>
              </a:solidFill>
              <a:effectLst/>
              <a:uFillTx/>
              <a:latin typeface="Times New Roman"/>
            </a:endParaRPr>
          </a:p>
        </p:txBody>
      </p:sp>
      <p:sp>
        <p:nvSpPr>
          <p:cNvPr id="79" name=""/>
          <p:cNvSpPr/>
          <p:nvPr/>
        </p:nvSpPr>
        <p:spPr>
          <a:xfrm>
            <a:off x="3124080" y="6248520"/>
            <a:ext cx="289584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IN" sz="2400" strike="noStrike" u="none">
              <a:solidFill>
                <a:srgbClr val="232323"/>
              </a:solidFill>
              <a:effectLst/>
              <a:uFillTx/>
              <a:latin typeface="Times New Roman"/>
            </a:endParaRPr>
          </a:p>
        </p:txBody>
      </p:sp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228600" y="380520"/>
            <a:ext cx="5105520" cy="838440"/>
          </a:xfrm>
          <a:prstGeom prst="rect">
            <a:avLst/>
          </a:prstGeom>
          <a:noFill/>
          <a:ln w="0">
            <a:noFill/>
          </a:ln>
        </p:spPr>
        <p:txBody>
          <a:bodyPr lIns="90360" rIns="90360" tIns="44280" bIns="44280" anchor="ctr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br>
              <a:rPr sz="4400"/>
            </a:br>
            <a:r>
              <a:rPr b="1" lang="en-IN" sz="4000" strike="noStrike" u="none">
                <a:solidFill>
                  <a:srgbClr val="051540"/>
                </a:solidFill>
                <a:effectLst/>
                <a:uFillTx/>
                <a:latin typeface="Arial"/>
              </a:rPr>
              <a:t>Major Life Activities</a:t>
            </a:r>
            <a:br>
              <a:rPr sz="2000"/>
            </a:br>
            <a:endParaRPr b="0" lang="en-IN" sz="4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" name="PlaceHolder 2"/>
          <p:cNvSpPr>
            <a:spLocks noGrp="1"/>
          </p:cNvSpPr>
          <p:nvPr>
            <p:ph/>
          </p:nvPr>
        </p:nvSpPr>
        <p:spPr>
          <a:xfrm>
            <a:off x="1600200" y="2057400"/>
            <a:ext cx="6400800" cy="4114800"/>
          </a:xfrm>
          <a:prstGeom prst="rect">
            <a:avLst/>
          </a:prstGeom>
          <a:noFill/>
          <a:ln w="0">
            <a:noFill/>
          </a:ln>
        </p:spPr>
        <p:txBody>
          <a:bodyPr lIns="90360" rIns="90360" tIns="44280" bIns="44280" anchor="t">
            <a:normAutofit/>
          </a:bodyPr>
          <a:p>
            <a:pPr marL="343080" indent="-343080">
              <a:spcBef>
                <a:spcPts val="799"/>
              </a:spcBef>
              <a:spcAft>
                <a:spcPts val="799"/>
              </a:spcAft>
              <a:buClr>
                <a:srgbClr val="0b20bf"/>
              </a:buClr>
              <a:buSzPct val="75000"/>
              <a:buFont typeface="Monotype Sorts" charset="2"/>
              <a:buChar char="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trike="noStrike" u="none">
                <a:solidFill>
                  <a:srgbClr val="051540"/>
                </a:solidFill>
                <a:effectLst/>
                <a:uFillTx/>
                <a:latin typeface="Times New Roman"/>
              </a:rPr>
              <a:t>Caring for Oneself</a:t>
            </a:r>
            <a:endParaRPr b="0" lang="en-IN" sz="3200" strike="noStrike" u="none">
              <a:solidFill>
                <a:srgbClr val="232323"/>
              </a:solidFill>
              <a:effectLst/>
              <a:uFillTx/>
              <a:latin typeface="Times New Roman"/>
            </a:endParaRPr>
          </a:p>
          <a:p>
            <a:pPr marL="343080" indent="-343080">
              <a:spcBef>
                <a:spcPts val="799"/>
              </a:spcBef>
              <a:spcAft>
                <a:spcPts val="799"/>
              </a:spcAft>
              <a:buClr>
                <a:srgbClr val="0b20bf"/>
              </a:buClr>
              <a:buSzPct val="75000"/>
              <a:buFont typeface="Monotype Sorts" charset="2"/>
              <a:buChar char="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trike="noStrike" u="none">
                <a:solidFill>
                  <a:srgbClr val="051540"/>
                </a:solidFill>
                <a:effectLst/>
                <a:uFillTx/>
                <a:latin typeface="Times New Roman"/>
              </a:rPr>
              <a:t>Performing Manual Tasks</a:t>
            </a:r>
            <a:endParaRPr b="0" lang="en-IN" sz="3200" strike="noStrike" u="none">
              <a:solidFill>
                <a:srgbClr val="232323"/>
              </a:solidFill>
              <a:effectLst/>
              <a:uFillTx/>
              <a:latin typeface="Times New Roman"/>
            </a:endParaRPr>
          </a:p>
          <a:p>
            <a:pPr marL="343080" indent="-343080">
              <a:spcBef>
                <a:spcPts val="799"/>
              </a:spcBef>
              <a:spcAft>
                <a:spcPts val="799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trike="noStrike" u="none">
                <a:solidFill>
                  <a:srgbClr val="051540"/>
                </a:solidFill>
                <a:effectLst/>
                <a:uFillTx/>
                <a:latin typeface="Times New Roman"/>
              </a:rPr>
              <a:t>Walking      Seeing       Hearing                        </a:t>
            </a:r>
            <a:endParaRPr b="0" lang="en-IN" sz="3200" strike="noStrike" u="none">
              <a:solidFill>
                <a:srgbClr val="232323"/>
              </a:solidFill>
              <a:effectLst/>
              <a:uFillTx/>
              <a:latin typeface="Times New Roman"/>
            </a:endParaRPr>
          </a:p>
          <a:p>
            <a:pPr marL="343080" indent="-343080">
              <a:spcBef>
                <a:spcPts val="799"/>
              </a:spcBef>
              <a:spcAft>
                <a:spcPts val="799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trike="noStrike" u="none">
                <a:solidFill>
                  <a:srgbClr val="051540"/>
                </a:solidFill>
                <a:effectLst/>
                <a:uFillTx/>
                <a:latin typeface="Times New Roman"/>
              </a:rPr>
              <a:t>Breathing    Speaking  Learning</a:t>
            </a:r>
            <a:endParaRPr b="0" lang="en-IN" sz="3200" strike="noStrike" u="none">
              <a:solidFill>
                <a:srgbClr val="232323"/>
              </a:solidFill>
              <a:effectLst/>
              <a:uFillTx/>
              <a:latin typeface="Times New Roman"/>
            </a:endParaRPr>
          </a:p>
          <a:p>
            <a:pPr marL="343080" indent="-343080">
              <a:spcBef>
                <a:spcPts val="799"/>
              </a:spcBef>
              <a:spcAft>
                <a:spcPts val="799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trike="noStrike" u="none">
                <a:solidFill>
                  <a:srgbClr val="051540"/>
                </a:solidFill>
                <a:effectLst/>
                <a:uFillTx/>
                <a:latin typeface="Times New Roman"/>
              </a:rPr>
              <a:t>	</a:t>
            </a:r>
            <a:r>
              <a:rPr b="1" lang="en-IN" sz="3200" strike="noStrike" u="none">
                <a:solidFill>
                  <a:srgbClr val="051540"/>
                </a:solidFill>
                <a:effectLst/>
                <a:uFillTx/>
                <a:latin typeface="Times New Roman"/>
              </a:rPr>
              <a:t>	</a:t>
            </a:r>
            <a:r>
              <a:rPr b="1" lang="en-IN" sz="3200" strike="noStrike" u="none">
                <a:solidFill>
                  <a:srgbClr val="051540"/>
                </a:solidFill>
                <a:effectLst/>
                <a:uFillTx/>
                <a:latin typeface="Times New Roman"/>
              </a:rPr>
              <a:t>	</a:t>
            </a:r>
            <a:r>
              <a:rPr b="1" lang="en-IN" sz="3200" strike="noStrike" u="none">
                <a:solidFill>
                  <a:srgbClr val="051540"/>
                </a:solidFill>
                <a:effectLst/>
                <a:uFillTx/>
                <a:latin typeface="Times New Roman"/>
              </a:rPr>
              <a:t>    Working</a:t>
            </a:r>
            <a:endParaRPr b="0" lang="en-IN" sz="3200" strike="noStrike" u="none">
              <a:solidFill>
                <a:srgbClr val="232323"/>
              </a:solidFill>
              <a:effectLst/>
              <a:uFillTx/>
              <a:latin typeface="Times New Roman"/>
            </a:endParaRPr>
          </a:p>
          <a:p>
            <a:pPr marL="343080" indent="-343080">
              <a:spcBef>
                <a:spcPts val="799"/>
              </a:spcBef>
              <a:spcAft>
                <a:spcPts val="799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trike="noStrike" u="none">
              <a:solidFill>
                <a:srgbClr val="232323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82" name=""/>
          <p:cNvGrpSpPr/>
          <p:nvPr/>
        </p:nvGrpSpPr>
        <p:grpSpPr>
          <a:xfrm>
            <a:off x="311040" y="1297080"/>
            <a:ext cx="5067360" cy="123840"/>
            <a:chOff x="311040" y="1297080"/>
            <a:chExt cx="5067360" cy="123840"/>
          </a:xfrm>
        </p:grpSpPr>
        <p:sp>
          <p:nvSpPr>
            <p:cNvPr id="83" name=""/>
            <p:cNvSpPr/>
            <p:nvPr/>
          </p:nvSpPr>
          <p:spPr>
            <a:xfrm>
              <a:off x="311040" y="1297080"/>
              <a:ext cx="5067360" cy="69840"/>
            </a:xfrm>
            <a:prstGeom prst="rect">
              <a:avLst/>
            </a:prstGeom>
            <a:solidFill>
              <a:srgbClr val="081f5e"/>
            </a:solidFill>
            <a:ln w="12600">
              <a:solidFill>
                <a:srgbClr val="081d5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3040" bIns="23040" anchor="ctr">
              <a:noAutofit/>
            </a:bodyPr>
            <a:p>
              <a:endParaRPr b="0" lang="en-IN" sz="2400" strike="noStrike" u="none">
                <a:solidFill>
                  <a:srgbClr val="232323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84" name=""/>
            <p:cNvSpPr/>
            <p:nvPr/>
          </p:nvSpPr>
          <p:spPr>
            <a:xfrm>
              <a:off x="488880" y="1314360"/>
              <a:ext cx="282600" cy="106560"/>
            </a:xfrm>
            <a:prstGeom prst="rect">
              <a:avLst/>
            </a:prstGeom>
            <a:solidFill>
              <a:srgbClr val="bc3700"/>
            </a:solidFill>
            <a:ln w="12600">
              <a:solidFill>
                <a:srgbClr val="0b20b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2400" strike="noStrike" u="none">
                <a:solidFill>
                  <a:srgbClr val="232323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85" name=""/>
            <p:cNvSpPr/>
            <p:nvPr/>
          </p:nvSpPr>
          <p:spPr>
            <a:xfrm>
              <a:off x="1138320" y="1314360"/>
              <a:ext cx="282600" cy="106560"/>
            </a:xfrm>
            <a:prstGeom prst="rect">
              <a:avLst/>
            </a:prstGeom>
            <a:solidFill>
              <a:srgbClr val="bc3700"/>
            </a:solidFill>
            <a:ln w="12600">
              <a:solidFill>
                <a:srgbClr val="0b20b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2400" strike="noStrike" u="none">
                <a:solidFill>
                  <a:srgbClr val="232323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86" name=""/>
            <p:cNvSpPr/>
            <p:nvPr/>
          </p:nvSpPr>
          <p:spPr>
            <a:xfrm>
              <a:off x="1787400" y="1314360"/>
              <a:ext cx="282600" cy="106560"/>
            </a:xfrm>
            <a:prstGeom prst="rect">
              <a:avLst/>
            </a:prstGeom>
            <a:solidFill>
              <a:srgbClr val="bc3700"/>
            </a:solidFill>
            <a:ln w="12600">
              <a:solidFill>
                <a:srgbClr val="0b20b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2400" strike="noStrike" u="none">
                <a:solidFill>
                  <a:srgbClr val="232323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87" name=""/>
            <p:cNvSpPr/>
            <p:nvPr/>
          </p:nvSpPr>
          <p:spPr>
            <a:xfrm>
              <a:off x="2438280" y="1314360"/>
              <a:ext cx="281160" cy="106560"/>
            </a:xfrm>
            <a:prstGeom prst="rect">
              <a:avLst/>
            </a:prstGeom>
            <a:solidFill>
              <a:srgbClr val="bc3700"/>
            </a:solidFill>
            <a:ln w="12600">
              <a:solidFill>
                <a:srgbClr val="0b20b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2400" strike="noStrike" u="none">
                <a:solidFill>
                  <a:srgbClr val="232323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88" name=""/>
            <p:cNvSpPr/>
            <p:nvPr/>
          </p:nvSpPr>
          <p:spPr>
            <a:xfrm>
              <a:off x="3027240" y="1314360"/>
              <a:ext cx="284400" cy="106560"/>
            </a:xfrm>
            <a:prstGeom prst="rect">
              <a:avLst/>
            </a:prstGeom>
            <a:solidFill>
              <a:srgbClr val="bc3700"/>
            </a:solidFill>
            <a:ln w="12600">
              <a:solidFill>
                <a:srgbClr val="0b20b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2400" strike="noStrike" u="none">
                <a:solidFill>
                  <a:srgbClr val="232323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89" name=""/>
            <p:cNvSpPr/>
            <p:nvPr/>
          </p:nvSpPr>
          <p:spPr>
            <a:xfrm>
              <a:off x="3678120" y="1314360"/>
              <a:ext cx="282600" cy="106560"/>
            </a:xfrm>
            <a:prstGeom prst="rect">
              <a:avLst/>
            </a:prstGeom>
            <a:solidFill>
              <a:srgbClr val="bc3700"/>
            </a:solidFill>
            <a:ln w="12600">
              <a:solidFill>
                <a:srgbClr val="0b20b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2400" strike="noStrike" u="none">
                <a:solidFill>
                  <a:srgbClr val="232323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90" name=""/>
            <p:cNvSpPr/>
            <p:nvPr/>
          </p:nvSpPr>
          <p:spPr>
            <a:xfrm>
              <a:off x="4327560" y="1314360"/>
              <a:ext cx="284040" cy="106560"/>
            </a:xfrm>
            <a:prstGeom prst="rect">
              <a:avLst/>
            </a:prstGeom>
            <a:solidFill>
              <a:srgbClr val="bc3700"/>
            </a:solidFill>
            <a:ln w="12600">
              <a:solidFill>
                <a:srgbClr val="0b20b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2400" strike="noStrike" u="none">
                <a:solidFill>
                  <a:srgbClr val="232323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91" name=""/>
            <p:cNvSpPr/>
            <p:nvPr/>
          </p:nvSpPr>
          <p:spPr>
            <a:xfrm>
              <a:off x="4978440" y="1314360"/>
              <a:ext cx="282600" cy="106560"/>
            </a:xfrm>
            <a:prstGeom prst="rect">
              <a:avLst/>
            </a:prstGeom>
            <a:solidFill>
              <a:srgbClr val="bc3700"/>
            </a:solidFill>
            <a:ln w="12600">
              <a:solidFill>
                <a:srgbClr val="0b20b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2400" strike="noStrike" u="none">
                <a:solidFill>
                  <a:srgbClr val="232323"/>
                </a:solidFill>
                <a:effectLst/>
                <a:uFillTx/>
                <a:latin typeface="Times New Roman"/>
              </a:endParaRPr>
            </a:p>
          </p:txBody>
        </p:sp>
      </p:grpSp>
    </p:spTree>
  </p:cSld>
  <p:transition spd="slow">
    <p:pull dir="r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d8a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"/>
          <p:cNvSpPr/>
          <p:nvPr/>
        </p:nvSpPr>
        <p:spPr>
          <a:xfrm>
            <a:off x="68580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IN" sz="2400" strike="noStrike" u="none">
              <a:solidFill>
                <a:srgbClr val="232323"/>
              </a:solidFill>
              <a:effectLst/>
              <a:uFillTx/>
              <a:latin typeface="Times New Roman"/>
            </a:endParaRPr>
          </a:p>
        </p:txBody>
      </p:sp>
      <p:sp>
        <p:nvSpPr>
          <p:cNvPr id="93" name=""/>
          <p:cNvSpPr/>
          <p:nvPr/>
        </p:nvSpPr>
        <p:spPr>
          <a:xfrm>
            <a:off x="3124080" y="6248520"/>
            <a:ext cx="289584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IN" sz="2400" strike="noStrike" u="none">
              <a:solidFill>
                <a:srgbClr val="232323"/>
              </a:solidFill>
              <a:effectLst/>
              <a:uFillTx/>
              <a:latin typeface="Times New Roman"/>
            </a:endParaRPr>
          </a:p>
        </p:txBody>
      </p:sp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152280" y="53316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360" rIns="90360" tIns="44280" bIns="4428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trike="noStrike" u="none">
                <a:solidFill>
                  <a:srgbClr val="051540"/>
                </a:solidFill>
                <a:effectLst/>
                <a:uFillTx/>
                <a:latin typeface="Arial"/>
              </a:rPr>
              <a:t>Qualified Individual</a:t>
            </a:r>
            <a:br>
              <a:rPr sz="4000"/>
            </a:br>
            <a:r>
              <a:rPr b="1" lang="en-IN" sz="4000" strike="noStrike" u="none">
                <a:solidFill>
                  <a:srgbClr val="051540"/>
                </a:solidFill>
                <a:effectLst/>
                <a:uFillTx/>
                <a:latin typeface="Arial"/>
              </a:rPr>
              <a:t>With A Disability</a:t>
            </a:r>
            <a:endParaRPr b="0" lang="en-IN" sz="4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/>
          </p:nvPr>
        </p:nvSpPr>
        <p:spPr>
          <a:xfrm>
            <a:off x="762120" y="2438280"/>
            <a:ext cx="7772400" cy="4114800"/>
          </a:xfrm>
          <a:prstGeom prst="rect">
            <a:avLst/>
          </a:prstGeom>
          <a:noFill/>
          <a:ln w="0">
            <a:noFill/>
          </a:ln>
        </p:spPr>
        <p:txBody>
          <a:bodyPr lIns="90360" rIns="90360" tIns="44280" bIns="44280" anchor="t">
            <a:normAutofit/>
          </a:bodyPr>
          <a:p>
            <a:pPr marL="343080" indent="-343080">
              <a:spcBef>
                <a:spcPts val="2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800" strike="noStrike" u="none">
              <a:solidFill>
                <a:srgbClr val="232323"/>
              </a:solidFill>
              <a:effectLst/>
              <a:uFillTx/>
              <a:latin typeface="Times New Roman"/>
            </a:endParaRPr>
          </a:p>
          <a:p>
            <a:pPr marL="343080" indent="-343080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trike="noStrike" u="none">
                <a:solidFill>
                  <a:srgbClr val="051540"/>
                </a:solidFill>
                <a:effectLst/>
                <a:uFillTx/>
                <a:latin typeface="Times New Roman"/>
              </a:rPr>
              <a:t>1)</a:t>
            </a:r>
            <a:r>
              <a:rPr b="1" lang="en-IN" sz="3200" strike="noStrike" u="none">
                <a:solidFill>
                  <a:srgbClr val="051540"/>
                </a:solidFill>
                <a:effectLst/>
                <a:uFillTx/>
                <a:latin typeface="Times New Roman"/>
              </a:rPr>
              <a:t>	</a:t>
            </a:r>
            <a:r>
              <a:rPr b="1" lang="en-IN" sz="3200" strike="noStrike" u="none">
                <a:solidFill>
                  <a:srgbClr val="051540"/>
                </a:solidFill>
                <a:effectLst/>
                <a:uFillTx/>
                <a:latin typeface="Times New Roman"/>
              </a:rPr>
              <a:t> Satisfy the Required Skills, Experience, and Education Required for the Position</a:t>
            </a:r>
            <a:endParaRPr b="0" lang="en-IN" sz="3200" strike="noStrike" u="none">
              <a:solidFill>
                <a:srgbClr val="232323"/>
              </a:solidFill>
              <a:effectLst/>
              <a:uFillTx/>
              <a:latin typeface="Times New Roman"/>
            </a:endParaRPr>
          </a:p>
          <a:p>
            <a:pPr marL="343080" indent="-343080">
              <a:spcBef>
                <a:spcPts val="6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trike="noStrike" u="none">
              <a:solidFill>
                <a:srgbClr val="232323"/>
              </a:solidFill>
              <a:effectLst/>
              <a:uFillTx/>
              <a:latin typeface="Times New Roman"/>
            </a:endParaRPr>
          </a:p>
          <a:p>
            <a:pPr marL="343080" indent="-343080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trike="noStrike" u="none">
                <a:solidFill>
                  <a:srgbClr val="051540"/>
                </a:solidFill>
                <a:effectLst/>
                <a:uFillTx/>
                <a:latin typeface="Times New Roman"/>
              </a:rPr>
              <a:t>2) Perform the Essential Job Functions </a:t>
            </a:r>
            <a:endParaRPr b="0" lang="en-IN" sz="3200" strike="noStrike" u="none">
              <a:solidFill>
                <a:srgbClr val="232323"/>
              </a:solidFill>
              <a:effectLst/>
              <a:uFillTx/>
              <a:latin typeface="Times New Roman"/>
            </a:endParaRPr>
          </a:p>
          <a:p>
            <a:pPr marL="343080" indent="-343080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trike="noStrike" u="none">
                <a:solidFill>
                  <a:srgbClr val="051540"/>
                </a:solidFill>
                <a:effectLst/>
                <a:uFillTx/>
                <a:latin typeface="Times New Roman"/>
              </a:rPr>
              <a:t>	</a:t>
            </a:r>
            <a:r>
              <a:rPr b="1" lang="en-IN" sz="3200" strike="noStrike" u="none">
                <a:solidFill>
                  <a:srgbClr val="051540"/>
                </a:solidFill>
                <a:effectLst/>
                <a:uFillTx/>
                <a:latin typeface="Times New Roman"/>
              </a:rPr>
              <a:t>With or Without Reasonable Accommodations</a:t>
            </a:r>
            <a:endParaRPr b="0" lang="en-IN" sz="3200" strike="noStrike" u="none">
              <a:solidFill>
                <a:srgbClr val="232323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96" name=""/>
          <p:cNvGrpSpPr/>
          <p:nvPr/>
        </p:nvGrpSpPr>
        <p:grpSpPr>
          <a:xfrm>
            <a:off x="235080" y="1811160"/>
            <a:ext cx="5029200" cy="123840"/>
            <a:chOff x="235080" y="1811160"/>
            <a:chExt cx="5029200" cy="123840"/>
          </a:xfrm>
        </p:grpSpPr>
        <p:sp>
          <p:nvSpPr>
            <p:cNvPr id="97" name=""/>
            <p:cNvSpPr/>
            <p:nvPr/>
          </p:nvSpPr>
          <p:spPr>
            <a:xfrm>
              <a:off x="235080" y="1811160"/>
              <a:ext cx="5029200" cy="70200"/>
            </a:xfrm>
            <a:prstGeom prst="rect">
              <a:avLst/>
            </a:prstGeom>
            <a:solidFill>
              <a:srgbClr val="081f5e"/>
            </a:solidFill>
            <a:ln w="12600">
              <a:solidFill>
                <a:srgbClr val="081d5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3400" bIns="23400" anchor="ctr">
              <a:noAutofit/>
            </a:bodyPr>
            <a:p>
              <a:endParaRPr b="0" lang="en-IN" sz="2400" strike="noStrike" u="none">
                <a:solidFill>
                  <a:srgbClr val="232323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98" name=""/>
            <p:cNvSpPr/>
            <p:nvPr/>
          </p:nvSpPr>
          <p:spPr>
            <a:xfrm>
              <a:off x="411120" y="1830240"/>
              <a:ext cx="279360" cy="104760"/>
            </a:xfrm>
            <a:prstGeom prst="rect">
              <a:avLst/>
            </a:prstGeom>
            <a:solidFill>
              <a:srgbClr val="bc3700"/>
            </a:solidFill>
            <a:ln w="12600">
              <a:solidFill>
                <a:srgbClr val="0b20b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2400" strike="noStrike" u="none">
                <a:solidFill>
                  <a:srgbClr val="232323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99" name=""/>
            <p:cNvSpPr/>
            <p:nvPr/>
          </p:nvSpPr>
          <p:spPr>
            <a:xfrm>
              <a:off x="1055520" y="1830240"/>
              <a:ext cx="281160" cy="104760"/>
            </a:xfrm>
            <a:prstGeom prst="rect">
              <a:avLst/>
            </a:prstGeom>
            <a:solidFill>
              <a:srgbClr val="bc3700"/>
            </a:solidFill>
            <a:ln w="12600">
              <a:solidFill>
                <a:srgbClr val="0b20b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2400" strike="noStrike" u="none">
                <a:solidFill>
                  <a:srgbClr val="232323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00" name=""/>
            <p:cNvSpPr/>
            <p:nvPr/>
          </p:nvSpPr>
          <p:spPr>
            <a:xfrm>
              <a:off x="1700280" y="1830240"/>
              <a:ext cx="280800" cy="104760"/>
            </a:xfrm>
            <a:prstGeom prst="rect">
              <a:avLst/>
            </a:prstGeom>
            <a:solidFill>
              <a:srgbClr val="bc3700"/>
            </a:solidFill>
            <a:ln w="12600">
              <a:solidFill>
                <a:srgbClr val="0b20b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2400" strike="noStrike" u="none">
                <a:solidFill>
                  <a:srgbClr val="232323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01" name=""/>
            <p:cNvSpPr/>
            <p:nvPr/>
          </p:nvSpPr>
          <p:spPr>
            <a:xfrm>
              <a:off x="2344680" y="1830240"/>
              <a:ext cx="281160" cy="104760"/>
            </a:xfrm>
            <a:prstGeom prst="rect">
              <a:avLst/>
            </a:prstGeom>
            <a:solidFill>
              <a:srgbClr val="bc3700"/>
            </a:solidFill>
            <a:ln w="12600">
              <a:solidFill>
                <a:srgbClr val="0b20b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2400" strike="noStrike" u="none">
                <a:solidFill>
                  <a:srgbClr val="232323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02" name=""/>
            <p:cNvSpPr/>
            <p:nvPr/>
          </p:nvSpPr>
          <p:spPr>
            <a:xfrm>
              <a:off x="2932200" y="1830240"/>
              <a:ext cx="279360" cy="104760"/>
            </a:xfrm>
            <a:prstGeom prst="rect">
              <a:avLst/>
            </a:prstGeom>
            <a:solidFill>
              <a:srgbClr val="bc3700"/>
            </a:solidFill>
            <a:ln w="12600">
              <a:solidFill>
                <a:srgbClr val="0b20b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2400" strike="noStrike" u="none">
                <a:solidFill>
                  <a:srgbClr val="232323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03" name=""/>
            <p:cNvSpPr/>
            <p:nvPr/>
          </p:nvSpPr>
          <p:spPr>
            <a:xfrm>
              <a:off x="3576600" y="1830240"/>
              <a:ext cx="281160" cy="104760"/>
            </a:xfrm>
            <a:prstGeom prst="rect">
              <a:avLst/>
            </a:prstGeom>
            <a:solidFill>
              <a:srgbClr val="bc3700"/>
            </a:solidFill>
            <a:ln w="12600">
              <a:solidFill>
                <a:srgbClr val="0b20b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2400" strike="noStrike" u="none">
                <a:solidFill>
                  <a:srgbClr val="232323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04" name=""/>
            <p:cNvSpPr/>
            <p:nvPr/>
          </p:nvSpPr>
          <p:spPr>
            <a:xfrm>
              <a:off x="4221000" y="1830240"/>
              <a:ext cx="281160" cy="104760"/>
            </a:xfrm>
            <a:prstGeom prst="rect">
              <a:avLst/>
            </a:prstGeom>
            <a:solidFill>
              <a:srgbClr val="bc3700"/>
            </a:solidFill>
            <a:ln w="12600">
              <a:solidFill>
                <a:srgbClr val="0b20b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2400" strike="noStrike" u="none">
                <a:solidFill>
                  <a:srgbClr val="232323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05" name=""/>
            <p:cNvSpPr/>
            <p:nvPr/>
          </p:nvSpPr>
          <p:spPr>
            <a:xfrm>
              <a:off x="4865760" y="1830240"/>
              <a:ext cx="280800" cy="104760"/>
            </a:xfrm>
            <a:prstGeom prst="rect">
              <a:avLst/>
            </a:prstGeom>
            <a:solidFill>
              <a:srgbClr val="bc3700"/>
            </a:solidFill>
            <a:ln w="12600">
              <a:solidFill>
                <a:srgbClr val="0b20b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2400" strike="noStrike" u="none">
                <a:solidFill>
                  <a:srgbClr val="232323"/>
                </a:solidFill>
                <a:effectLst/>
                <a:uFillTx/>
                <a:latin typeface="Times New Roman"/>
              </a:endParaRPr>
            </a:p>
          </p:txBody>
        </p:sp>
      </p:grpSp>
    </p:spTree>
  </p:cSld>
  <p:transition spd="slow">
    <p:pull dir="l"/>
  </p:transition>
  <p:timing>
    <p:tnLst>
      <p:par>
        <p:cTn id="46" dur="indefinite" restart="never" nodeType="tmRoot">
          <p:childTnLst>
            <p:seq>
              <p:cTn id="47" dur="indefinite" nodeType="mainSeq">
                <p:childTnLst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nodeType="clickEffect" fill="hold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nodeType="clickEffect" fill="hold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nodeType="clickEffect" fill="hold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d8a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"/>
          <p:cNvSpPr/>
          <p:nvPr/>
        </p:nvSpPr>
        <p:spPr>
          <a:xfrm>
            <a:off x="68580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IN" sz="2400" strike="noStrike" u="none">
              <a:solidFill>
                <a:srgbClr val="232323"/>
              </a:solidFill>
              <a:effectLst/>
              <a:uFillTx/>
              <a:latin typeface="Times New Roman"/>
            </a:endParaRPr>
          </a:p>
        </p:txBody>
      </p:sp>
      <p:sp>
        <p:nvSpPr>
          <p:cNvPr id="107" name=""/>
          <p:cNvSpPr/>
          <p:nvPr/>
        </p:nvSpPr>
        <p:spPr>
          <a:xfrm>
            <a:off x="3124080" y="6248520"/>
            <a:ext cx="289584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IN" sz="2400" strike="noStrike" u="none">
              <a:solidFill>
                <a:srgbClr val="232323"/>
              </a:solidFill>
              <a:effectLst/>
              <a:uFillTx/>
              <a:latin typeface="Times New Roman"/>
            </a:endParaRPr>
          </a:p>
        </p:txBody>
      </p:sp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152280" y="761760"/>
            <a:ext cx="7772400" cy="685800"/>
          </a:xfrm>
          <a:prstGeom prst="rect">
            <a:avLst/>
          </a:prstGeom>
          <a:noFill/>
          <a:ln w="0">
            <a:noFill/>
          </a:ln>
        </p:spPr>
        <p:txBody>
          <a:bodyPr lIns="90360" rIns="90360" tIns="44280" bIns="4428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trike="noStrike" u="none">
                <a:solidFill>
                  <a:srgbClr val="051540"/>
                </a:solidFill>
                <a:effectLst/>
                <a:uFillTx/>
                <a:latin typeface="Arial"/>
              </a:rPr>
              <a:t>Essential Job Functions</a:t>
            </a:r>
            <a:endParaRPr b="0" lang="en-IN" sz="4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/>
          </p:nvPr>
        </p:nvSpPr>
        <p:spPr>
          <a:xfrm>
            <a:off x="1371600" y="2209680"/>
            <a:ext cx="6858000" cy="2332080"/>
          </a:xfrm>
          <a:prstGeom prst="rect">
            <a:avLst/>
          </a:prstGeom>
          <a:noFill/>
          <a:ln w="0">
            <a:noFill/>
          </a:ln>
        </p:spPr>
        <p:txBody>
          <a:bodyPr lIns="90360" rIns="90360" tIns="44280" bIns="44280" anchor="t">
            <a:normAutofit/>
          </a:bodyPr>
          <a:p>
            <a:pPr marL="343080" indent="-343080">
              <a:spcBef>
                <a:spcPts val="799"/>
              </a:spcBef>
              <a:spcAft>
                <a:spcPts val="2200"/>
              </a:spcAft>
              <a:buClr>
                <a:srgbClr val="0b20bf"/>
              </a:buClr>
              <a:buSzPct val="75000"/>
              <a:buFont typeface="Monotype Sorts" charset="2"/>
              <a:buChar char="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trike="noStrike" u="none">
                <a:solidFill>
                  <a:srgbClr val="051540"/>
                </a:solidFill>
                <a:effectLst/>
                <a:uFillTx/>
                <a:latin typeface="Times New Roman"/>
              </a:rPr>
              <a:t>Tasks That Are Fundamental and Necessary  for the Position</a:t>
            </a:r>
            <a:endParaRPr b="0" lang="en-IN" sz="3200" strike="noStrike" u="none">
              <a:solidFill>
                <a:srgbClr val="232323"/>
              </a:solidFill>
              <a:effectLst/>
              <a:uFillTx/>
              <a:latin typeface="Times New Roman"/>
            </a:endParaRPr>
          </a:p>
          <a:p>
            <a:pPr marL="343080" indent="-343080">
              <a:spcBef>
                <a:spcPts val="799"/>
              </a:spcBef>
              <a:spcAft>
                <a:spcPts val="2200"/>
              </a:spcAft>
              <a:buClr>
                <a:srgbClr val="0b20bf"/>
              </a:buClr>
              <a:buSzPct val="75000"/>
              <a:buFont typeface="Monotype Sorts" charset="2"/>
              <a:buChar char="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trike="noStrike" u="none">
                <a:solidFill>
                  <a:srgbClr val="051540"/>
                </a:solidFill>
                <a:effectLst/>
                <a:uFillTx/>
                <a:latin typeface="Times New Roman"/>
              </a:rPr>
              <a:t>Does Not Include Incidental Duties</a:t>
            </a:r>
            <a:endParaRPr b="0" lang="en-IN" sz="3200" strike="noStrike" u="none">
              <a:solidFill>
                <a:srgbClr val="232323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110" name=""/>
          <p:cNvGrpSpPr/>
          <p:nvPr/>
        </p:nvGrpSpPr>
        <p:grpSpPr>
          <a:xfrm>
            <a:off x="235080" y="1430280"/>
            <a:ext cx="6041880" cy="150840"/>
            <a:chOff x="235080" y="1430280"/>
            <a:chExt cx="6041880" cy="150840"/>
          </a:xfrm>
        </p:grpSpPr>
        <p:sp>
          <p:nvSpPr>
            <p:cNvPr id="111" name=""/>
            <p:cNvSpPr/>
            <p:nvPr/>
          </p:nvSpPr>
          <p:spPr>
            <a:xfrm>
              <a:off x="235080" y="1430280"/>
              <a:ext cx="6041880" cy="85680"/>
            </a:xfrm>
            <a:prstGeom prst="rect">
              <a:avLst/>
            </a:prstGeom>
            <a:solidFill>
              <a:srgbClr val="081f5e"/>
            </a:solidFill>
            <a:ln w="12600">
              <a:solidFill>
                <a:srgbClr val="081d5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38880" bIns="38880" anchor="ctr">
              <a:noAutofit/>
            </a:bodyPr>
            <a:p>
              <a:endParaRPr b="0" lang="en-IN" sz="2400" strike="noStrike" u="none">
                <a:solidFill>
                  <a:srgbClr val="232323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12" name=""/>
            <p:cNvSpPr/>
            <p:nvPr/>
          </p:nvSpPr>
          <p:spPr>
            <a:xfrm>
              <a:off x="446040" y="1452600"/>
              <a:ext cx="339840" cy="128520"/>
            </a:xfrm>
            <a:prstGeom prst="rect">
              <a:avLst/>
            </a:prstGeom>
            <a:solidFill>
              <a:srgbClr val="bc3700"/>
            </a:solidFill>
            <a:ln w="12600">
              <a:solidFill>
                <a:srgbClr val="0b20b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2400" strike="noStrike" u="none">
                <a:solidFill>
                  <a:srgbClr val="232323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13" name=""/>
            <p:cNvSpPr/>
            <p:nvPr/>
          </p:nvSpPr>
          <p:spPr>
            <a:xfrm>
              <a:off x="1220760" y="1452600"/>
              <a:ext cx="339840" cy="128520"/>
            </a:xfrm>
            <a:prstGeom prst="rect">
              <a:avLst/>
            </a:prstGeom>
            <a:solidFill>
              <a:srgbClr val="bc3700"/>
            </a:solidFill>
            <a:ln w="12600">
              <a:solidFill>
                <a:srgbClr val="0b20b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2400" strike="noStrike" u="none">
                <a:solidFill>
                  <a:srgbClr val="232323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14" name=""/>
            <p:cNvSpPr/>
            <p:nvPr/>
          </p:nvSpPr>
          <p:spPr>
            <a:xfrm>
              <a:off x="1995480" y="1452600"/>
              <a:ext cx="338040" cy="128520"/>
            </a:xfrm>
            <a:prstGeom prst="rect">
              <a:avLst/>
            </a:prstGeom>
            <a:solidFill>
              <a:srgbClr val="bc3700"/>
            </a:solidFill>
            <a:ln w="12600">
              <a:solidFill>
                <a:srgbClr val="0b20b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2400" strike="noStrike" u="none">
                <a:solidFill>
                  <a:srgbClr val="232323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15" name=""/>
            <p:cNvSpPr/>
            <p:nvPr/>
          </p:nvSpPr>
          <p:spPr>
            <a:xfrm>
              <a:off x="2770200" y="1452600"/>
              <a:ext cx="338040" cy="128520"/>
            </a:xfrm>
            <a:prstGeom prst="rect">
              <a:avLst/>
            </a:prstGeom>
            <a:solidFill>
              <a:srgbClr val="bc3700"/>
            </a:solidFill>
            <a:ln w="12600">
              <a:solidFill>
                <a:srgbClr val="0b20b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2400" strike="noStrike" u="none">
                <a:solidFill>
                  <a:srgbClr val="232323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16" name=""/>
            <p:cNvSpPr/>
            <p:nvPr/>
          </p:nvSpPr>
          <p:spPr>
            <a:xfrm>
              <a:off x="3473280" y="1452600"/>
              <a:ext cx="339840" cy="128520"/>
            </a:xfrm>
            <a:prstGeom prst="rect">
              <a:avLst/>
            </a:prstGeom>
            <a:solidFill>
              <a:srgbClr val="bc3700"/>
            </a:solidFill>
            <a:ln w="12600">
              <a:solidFill>
                <a:srgbClr val="0b20b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2400" strike="noStrike" u="none">
                <a:solidFill>
                  <a:srgbClr val="232323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17" name=""/>
            <p:cNvSpPr/>
            <p:nvPr/>
          </p:nvSpPr>
          <p:spPr>
            <a:xfrm>
              <a:off x="4248000" y="1452600"/>
              <a:ext cx="339840" cy="128520"/>
            </a:xfrm>
            <a:prstGeom prst="rect">
              <a:avLst/>
            </a:prstGeom>
            <a:solidFill>
              <a:srgbClr val="bc3700"/>
            </a:solidFill>
            <a:ln w="12600">
              <a:solidFill>
                <a:srgbClr val="0b20b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2400" strike="noStrike" u="none">
                <a:solidFill>
                  <a:srgbClr val="232323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18" name=""/>
            <p:cNvSpPr/>
            <p:nvPr/>
          </p:nvSpPr>
          <p:spPr>
            <a:xfrm>
              <a:off x="5022720" y="1452600"/>
              <a:ext cx="338400" cy="128520"/>
            </a:xfrm>
            <a:prstGeom prst="rect">
              <a:avLst/>
            </a:prstGeom>
            <a:solidFill>
              <a:srgbClr val="bc3700"/>
            </a:solidFill>
            <a:ln w="12600">
              <a:solidFill>
                <a:srgbClr val="0b20b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2400" strike="noStrike" u="none">
                <a:solidFill>
                  <a:srgbClr val="232323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19" name=""/>
            <p:cNvSpPr/>
            <p:nvPr/>
          </p:nvSpPr>
          <p:spPr>
            <a:xfrm>
              <a:off x="5797440" y="1452600"/>
              <a:ext cx="338400" cy="128520"/>
            </a:xfrm>
            <a:prstGeom prst="rect">
              <a:avLst/>
            </a:prstGeom>
            <a:solidFill>
              <a:srgbClr val="bc3700"/>
            </a:solidFill>
            <a:ln w="12600">
              <a:solidFill>
                <a:srgbClr val="0b20b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2400" strike="noStrike" u="none">
                <a:solidFill>
                  <a:srgbClr val="232323"/>
                </a:solidFill>
                <a:effectLst/>
                <a:uFillTx/>
                <a:latin typeface="Times New Roman"/>
              </a:endParaRPr>
            </a:p>
          </p:txBody>
        </p:sp>
      </p:grpSp>
    </p:spTree>
  </p:cSld>
  <p:transition spd="slow">
    <p:pull dir="r"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d8a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"/>
          <p:cNvSpPr/>
          <p:nvPr/>
        </p:nvSpPr>
        <p:spPr>
          <a:xfrm>
            <a:off x="68580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IN" sz="2400" strike="noStrike" u="none">
              <a:solidFill>
                <a:srgbClr val="232323"/>
              </a:solidFill>
              <a:effectLst/>
              <a:uFillTx/>
              <a:latin typeface="Times New Roman"/>
            </a:endParaRPr>
          </a:p>
        </p:txBody>
      </p:sp>
      <p:sp>
        <p:nvSpPr>
          <p:cNvPr id="121" name=""/>
          <p:cNvSpPr/>
          <p:nvPr/>
        </p:nvSpPr>
        <p:spPr>
          <a:xfrm>
            <a:off x="3124080" y="6248520"/>
            <a:ext cx="289584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IN" sz="2400" strike="noStrike" u="none">
              <a:solidFill>
                <a:srgbClr val="232323"/>
              </a:solidFill>
              <a:effectLst/>
              <a:uFillTx/>
              <a:latin typeface="Times New Roman"/>
            </a:endParaRPr>
          </a:p>
        </p:txBody>
      </p:sp>
      <p:sp>
        <p:nvSpPr>
          <p:cNvPr id="122" name="PlaceHolder 1"/>
          <p:cNvSpPr>
            <a:spLocks noGrp="1"/>
          </p:cNvSpPr>
          <p:nvPr>
            <p:ph type="title"/>
          </p:nvPr>
        </p:nvSpPr>
        <p:spPr>
          <a:xfrm>
            <a:off x="-360" y="761760"/>
            <a:ext cx="6553080" cy="685800"/>
          </a:xfrm>
          <a:prstGeom prst="rect">
            <a:avLst/>
          </a:prstGeom>
          <a:noFill/>
          <a:ln w="0">
            <a:noFill/>
          </a:ln>
        </p:spPr>
        <p:txBody>
          <a:bodyPr lIns="90360" rIns="90360" tIns="44280" bIns="4428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trike="noStrike" u="none">
                <a:solidFill>
                  <a:srgbClr val="051540"/>
                </a:solidFill>
                <a:effectLst/>
                <a:uFillTx/>
                <a:latin typeface="Arial"/>
              </a:rPr>
              <a:t>Essential Job Functions</a:t>
            </a:r>
            <a:endParaRPr b="0" lang="en-IN" sz="4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" name="PlaceHolder 2"/>
          <p:cNvSpPr>
            <a:spLocks noGrp="1"/>
          </p:cNvSpPr>
          <p:nvPr>
            <p:ph/>
          </p:nvPr>
        </p:nvSpPr>
        <p:spPr>
          <a:xfrm>
            <a:off x="1066680" y="2133360"/>
            <a:ext cx="6934320" cy="4190760"/>
          </a:xfrm>
          <a:prstGeom prst="rect">
            <a:avLst/>
          </a:prstGeom>
          <a:noFill/>
          <a:ln w="0">
            <a:noFill/>
          </a:ln>
        </p:spPr>
        <p:txBody>
          <a:bodyPr lIns="90360" rIns="90360" tIns="44280" bIns="44280" anchor="t">
            <a:normAutofit/>
          </a:bodyPr>
          <a:p>
            <a:pPr marL="343080" indent="-343080">
              <a:spcAft>
                <a:spcPts val="2401"/>
              </a:spcAft>
              <a:buClr>
                <a:srgbClr val="0b20bf"/>
              </a:buClr>
              <a:buSzPct val="75000"/>
              <a:buFont typeface="Monotype Sorts" charset="2"/>
              <a:buChar char="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trike="noStrike" u="none">
                <a:solidFill>
                  <a:srgbClr val="051540"/>
                </a:solidFill>
                <a:effectLst/>
                <a:uFillTx/>
                <a:latin typeface="Times New Roman"/>
              </a:rPr>
              <a:t>What the Employer Believes to be Essential Job Function</a:t>
            </a:r>
            <a:endParaRPr b="0" lang="en-IN" sz="3200" strike="noStrike" u="none">
              <a:solidFill>
                <a:srgbClr val="232323"/>
              </a:solidFill>
              <a:effectLst/>
              <a:uFillTx/>
              <a:latin typeface="Times New Roman"/>
            </a:endParaRPr>
          </a:p>
          <a:p>
            <a:pPr marL="343080" indent="-343080">
              <a:spcBef>
                <a:spcPts val="799"/>
              </a:spcBef>
              <a:spcAft>
                <a:spcPts val="2401"/>
              </a:spcAft>
              <a:buClr>
                <a:srgbClr val="0b20bf"/>
              </a:buClr>
              <a:buSzPct val="75000"/>
              <a:buFont typeface="Monotype Sorts" charset="2"/>
              <a:buChar char="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trike="noStrike" u="none">
                <a:solidFill>
                  <a:srgbClr val="051540"/>
                </a:solidFill>
                <a:effectLst/>
                <a:uFillTx/>
                <a:latin typeface="Times New Roman"/>
              </a:rPr>
              <a:t>Amount of Time Spent on a Specific Task or Duty</a:t>
            </a:r>
            <a:endParaRPr b="0" lang="en-IN" sz="3200" strike="noStrike" u="none">
              <a:solidFill>
                <a:srgbClr val="232323"/>
              </a:solidFill>
              <a:effectLst/>
              <a:uFillTx/>
              <a:latin typeface="Times New Roman"/>
            </a:endParaRPr>
          </a:p>
          <a:p>
            <a:pPr marL="343080" indent="-343080">
              <a:spcAft>
                <a:spcPts val="2401"/>
              </a:spcAft>
              <a:buClr>
                <a:srgbClr val="0b20bf"/>
              </a:buClr>
              <a:buSzPct val="75000"/>
              <a:buFont typeface="Monotype Sorts" charset="2"/>
              <a:buChar char="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trike="noStrike" u="none">
                <a:solidFill>
                  <a:srgbClr val="051540"/>
                </a:solidFill>
                <a:effectLst/>
                <a:uFillTx/>
                <a:latin typeface="Times New Roman"/>
              </a:rPr>
              <a:t>Duties Performed by Past and Current Workers in the Position</a:t>
            </a:r>
            <a:endParaRPr b="0" lang="en-IN" sz="3200" strike="noStrike" u="none">
              <a:solidFill>
                <a:srgbClr val="232323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124" name=""/>
          <p:cNvGrpSpPr/>
          <p:nvPr/>
        </p:nvGrpSpPr>
        <p:grpSpPr>
          <a:xfrm>
            <a:off x="311040" y="1506600"/>
            <a:ext cx="6540480" cy="163440"/>
            <a:chOff x="311040" y="1506600"/>
            <a:chExt cx="6540480" cy="163440"/>
          </a:xfrm>
        </p:grpSpPr>
        <p:sp>
          <p:nvSpPr>
            <p:cNvPr id="125" name=""/>
            <p:cNvSpPr/>
            <p:nvPr/>
          </p:nvSpPr>
          <p:spPr>
            <a:xfrm>
              <a:off x="311040" y="1506600"/>
              <a:ext cx="6540480" cy="93600"/>
            </a:xfrm>
            <a:prstGeom prst="rect">
              <a:avLst/>
            </a:prstGeom>
            <a:solidFill>
              <a:srgbClr val="081f5e"/>
            </a:solidFill>
            <a:ln w="12600">
              <a:solidFill>
                <a:srgbClr val="081d5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2400" strike="noStrike" u="none">
                <a:solidFill>
                  <a:srgbClr val="232323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26" name=""/>
            <p:cNvSpPr/>
            <p:nvPr/>
          </p:nvSpPr>
          <p:spPr>
            <a:xfrm>
              <a:off x="539640" y="1530360"/>
              <a:ext cx="368280" cy="139680"/>
            </a:xfrm>
            <a:prstGeom prst="rect">
              <a:avLst/>
            </a:prstGeom>
            <a:solidFill>
              <a:srgbClr val="bc3700"/>
            </a:solidFill>
            <a:ln w="12600">
              <a:solidFill>
                <a:srgbClr val="0b20b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2400" strike="noStrike" u="none">
                <a:solidFill>
                  <a:srgbClr val="232323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27" name=""/>
            <p:cNvSpPr/>
            <p:nvPr/>
          </p:nvSpPr>
          <p:spPr>
            <a:xfrm>
              <a:off x="1378080" y="1530360"/>
              <a:ext cx="368280" cy="139680"/>
            </a:xfrm>
            <a:prstGeom prst="rect">
              <a:avLst/>
            </a:prstGeom>
            <a:solidFill>
              <a:srgbClr val="bc3700"/>
            </a:solidFill>
            <a:ln w="12600">
              <a:solidFill>
                <a:srgbClr val="0b20b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2400" strike="noStrike" u="none">
                <a:solidFill>
                  <a:srgbClr val="232323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28" name=""/>
            <p:cNvSpPr/>
            <p:nvPr/>
          </p:nvSpPr>
          <p:spPr>
            <a:xfrm>
              <a:off x="2216160" y="1530360"/>
              <a:ext cx="368280" cy="139680"/>
            </a:xfrm>
            <a:prstGeom prst="rect">
              <a:avLst/>
            </a:prstGeom>
            <a:solidFill>
              <a:srgbClr val="bc3700"/>
            </a:solidFill>
            <a:ln w="12600">
              <a:solidFill>
                <a:srgbClr val="0b20b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2400" strike="noStrike" u="none">
                <a:solidFill>
                  <a:srgbClr val="232323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29" name=""/>
            <p:cNvSpPr/>
            <p:nvPr/>
          </p:nvSpPr>
          <p:spPr>
            <a:xfrm>
              <a:off x="3054240" y="1530360"/>
              <a:ext cx="368280" cy="139680"/>
            </a:xfrm>
            <a:prstGeom prst="rect">
              <a:avLst/>
            </a:prstGeom>
            <a:solidFill>
              <a:srgbClr val="bc3700"/>
            </a:solidFill>
            <a:ln w="12600">
              <a:solidFill>
                <a:srgbClr val="0b20b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2400" strike="noStrike" u="none">
                <a:solidFill>
                  <a:srgbClr val="232323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30" name=""/>
            <p:cNvSpPr/>
            <p:nvPr/>
          </p:nvSpPr>
          <p:spPr>
            <a:xfrm>
              <a:off x="3816360" y="1530360"/>
              <a:ext cx="368280" cy="139680"/>
            </a:xfrm>
            <a:prstGeom prst="rect">
              <a:avLst/>
            </a:prstGeom>
            <a:solidFill>
              <a:srgbClr val="bc3700"/>
            </a:solidFill>
            <a:ln w="12600">
              <a:solidFill>
                <a:srgbClr val="0b20b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2400" strike="noStrike" u="none">
                <a:solidFill>
                  <a:srgbClr val="232323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31" name=""/>
            <p:cNvSpPr/>
            <p:nvPr/>
          </p:nvSpPr>
          <p:spPr>
            <a:xfrm>
              <a:off x="4654440" y="1530360"/>
              <a:ext cx="368280" cy="139680"/>
            </a:xfrm>
            <a:prstGeom prst="rect">
              <a:avLst/>
            </a:prstGeom>
            <a:solidFill>
              <a:srgbClr val="bc3700"/>
            </a:solidFill>
            <a:ln w="12600">
              <a:solidFill>
                <a:srgbClr val="0b20b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2400" strike="noStrike" u="none">
                <a:solidFill>
                  <a:srgbClr val="232323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32" name=""/>
            <p:cNvSpPr/>
            <p:nvPr/>
          </p:nvSpPr>
          <p:spPr>
            <a:xfrm>
              <a:off x="5492880" y="1530360"/>
              <a:ext cx="368280" cy="139680"/>
            </a:xfrm>
            <a:prstGeom prst="rect">
              <a:avLst/>
            </a:prstGeom>
            <a:solidFill>
              <a:srgbClr val="bc3700"/>
            </a:solidFill>
            <a:ln w="12600">
              <a:solidFill>
                <a:srgbClr val="0b20b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2400" strike="noStrike" u="none">
                <a:solidFill>
                  <a:srgbClr val="232323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33" name=""/>
            <p:cNvSpPr/>
            <p:nvPr/>
          </p:nvSpPr>
          <p:spPr>
            <a:xfrm>
              <a:off x="6330960" y="1530360"/>
              <a:ext cx="368280" cy="139680"/>
            </a:xfrm>
            <a:prstGeom prst="rect">
              <a:avLst/>
            </a:prstGeom>
            <a:solidFill>
              <a:srgbClr val="bc3700"/>
            </a:solidFill>
            <a:ln w="12600">
              <a:solidFill>
                <a:srgbClr val="0b20b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2400" strike="noStrike" u="none">
                <a:solidFill>
                  <a:srgbClr val="232323"/>
                </a:solidFill>
                <a:effectLst/>
                <a:uFillTx/>
                <a:latin typeface="Times New Roman"/>
              </a:endParaRPr>
            </a:p>
          </p:txBody>
        </p:sp>
      </p:grpSp>
    </p:spTree>
  </p:cSld>
  <p:transition spd="slow">
    <p:pull dir="l"/>
  </p:transition>
  <p:timing>
    <p:tnLst>
      <p:par>
        <p:cTn id="66" dur="indefinite" restart="never" nodeType="tmRoot">
          <p:childTnLst>
            <p:seq>
              <p:cTn id="67" dur="indefinite" nodeType="mainSeq">
                <p:childTnLst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nodeType="clickEffect" fill="hold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nodeType="clickEffect" fill="hold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nodeType="clickEffect" fill="hold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d8a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"/>
          <p:cNvSpPr/>
          <p:nvPr/>
        </p:nvSpPr>
        <p:spPr>
          <a:xfrm>
            <a:off x="68580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IN" sz="2400" strike="noStrike" u="none">
              <a:solidFill>
                <a:srgbClr val="232323"/>
              </a:solidFill>
              <a:effectLst/>
              <a:uFillTx/>
              <a:latin typeface="Times New Roman"/>
            </a:endParaRPr>
          </a:p>
        </p:txBody>
      </p:sp>
      <p:sp>
        <p:nvSpPr>
          <p:cNvPr id="135" name=""/>
          <p:cNvSpPr/>
          <p:nvPr/>
        </p:nvSpPr>
        <p:spPr>
          <a:xfrm>
            <a:off x="3124080" y="6248520"/>
            <a:ext cx="289584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IN" sz="2400" strike="noStrike" u="none">
              <a:solidFill>
                <a:srgbClr val="232323"/>
              </a:solidFill>
              <a:effectLst/>
              <a:uFillTx/>
              <a:latin typeface="Times New Roman"/>
            </a:endParaRPr>
          </a:p>
        </p:txBody>
      </p:sp>
      <p:sp>
        <p:nvSpPr>
          <p:cNvPr id="136" name="PlaceHolder 1"/>
          <p:cNvSpPr>
            <a:spLocks noGrp="1"/>
          </p:cNvSpPr>
          <p:nvPr>
            <p:ph type="title"/>
          </p:nvPr>
        </p:nvSpPr>
        <p:spPr>
          <a:xfrm>
            <a:off x="151920" y="761760"/>
            <a:ext cx="7543800" cy="1143000"/>
          </a:xfrm>
          <a:prstGeom prst="rect">
            <a:avLst/>
          </a:prstGeom>
          <a:noFill/>
          <a:ln w="0">
            <a:noFill/>
          </a:ln>
        </p:spPr>
        <p:txBody>
          <a:bodyPr lIns="90360" rIns="90360" tIns="44280" bIns="4428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trike="noStrike" u="none">
                <a:solidFill>
                  <a:srgbClr val="051540"/>
                </a:solidFill>
                <a:effectLst/>
                <a:uFillTx/>
                <a:latin typeface="Arial"/>
              </a:rPr>
              <a:t>Reasonable Accommodations</a:t>
            </a:r>
            <a:endParaRPr b="0" lang="en-IN" sz="4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7" name="PlaceHolder 2"/>
          <p:cNvSpPr>
            <a:spLocks noGrp="1"/>
          </p:cNvSpPr>
          <p:nvPr>
            <p:ph/>
          </p:nvPr>
        </p:nvSpPr>
        <p:spPr>
          <a:xfrm>
            <a:off x="609480" y="2514240"/>
            <a:ext cx="7772400" cy="2057400"/>
          </a:xfrm>
          <a:prstGeom prst="rect">
            <a:avLst/>
          </a:prstGeom>
          <a:noFill/>
          <a:ln w="0">
            <a:noFill/>
          </a:ln>
        </p:spPr>
        <p:txBody>
          <a:bodyPr lIns="90360" rIns="90360" tIns="44280" bIns="44280" anchor="t">
            <a:normAutofit/>
          </a:bodyPr>
          <a:p>
            <a:pPr marL="343080" indent="-343080">
              <a:lnSpc>
                <a:spcPct val="115000"/>
              </a:lnSpc>
              <a:spcBef>
                <a:spcPts val="9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051540"/>
                </a:solidFill>
                <a:effectLst/>
                <a:uFillTx/>
                <a:latin typeface="Times New Roman"/>
              </a:rPr>
              <a:t>	</a:t>
            </a:r>
            <a:r>
              <a:rPr b="1" lang="en-IN" sz="3600" strike="noStrike" u="none">
                <a:solidFill>
                  <a:srgbClr val="051540"/>
                </a:solidFill>
                <a:effectLst/>
                <a:uFillTx/>
                <a:latin typeface="Times New Roman"/>
              </a:rPr>
              <a:t>Employers are Responsible for Accommodations When the Employee Declares a Disability</a:t>
            </a:r>
            <a:endParaRPr b="0" lang="en-IN" sz="3600" strike="noStrike" u="none">
              <a:solidFill>
                <a:srgbClr val="232323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138" name=""/>
          <p:cNvGrpSpPr/>
          <p:nvPr/>
        </p:nvGrpSpPr>
        <p:grpSpPr>
          <a:xfrm>
            <a:off x="311040" y="1735200"/>
            <a:ext cx="7264440" cy="182520"/>
            <a:chOff x="311040" y="1735200"/>
            <a:chExt cx="7264440" cy="182520"/>
          </a:xfrm>
        </p:grpSpPr>
        <p:sp>
          <p:nvSpPr>
            <p:cNvPr id="139" name=""/>
            <p:cNvSpPr/>
            <p:nvPr/>
          </p:nvSpPr>
          <p:spPr>
            <a:xfrm>
              <a:off x="311040" y="1735200"/>
              <a:ext cx="7264440" cy="104760"/>
            </a:xfrm>
            <a:prstGeom prst="rect">
              <a:avLst/>
            </a:prstGeom>
            <a:solidFill>
              <a:srgbClr val="081f5e"/>
            </a:solidFill>
            <a:ln w="12600">
              <a:solidFill>
                <a:srgbClr val="081d5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2400" strike="noStrike" u="none">
                <a:solidFill>
                  <a:srgbClr val="232323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40" name=""/>
            <p:cNvSpPr/>
            <p:nvPr/>
          </p:nvSpPr>
          <p:spPr>
            <a:xfrm>
              <a:off x="565200" y="1762200"/>
              <a:ext cx="409680" cy="155520"/>
            </a:xfrm>
            <a:prstGeom prst="rect">
              <a:avLst/>
            </a:prstGeom>
            <a:solidFill>
              <a:srgbClr val="bc3700"/>
            </a:solidFill>
            <a:ln w="12600">
              <a:solidFill>
                <a:srgbClr val="0b20b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2400" strike="noStrike" u="none">
                <a:solidFill>
                  <a:srgbClr val="232323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41" name=""/>
            <p:cNvSpPr/>
            <p:nvPr/>
          </p:nvSpPr>
          <p:spPr>
            <a:xfrm>
              <a:off x="1495440" y="1762200"/>
              <a:ext cx="411120" cy="155520"/>
            </a:xfrm>
            <a:prstGeom prst="rect">
              <a:avLst/>
            </a:prstGeom>
            <a:solidFill>
              <a:srgbClr val="bc3700"/>
            </a:solidFill>
            <a:ln w="12600">
              <a:solidFill>
                <a:srgbClr val="0b20b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2400" strike="noStrike" u="none">
                <a:solidFill>
                  <a:srgbClr val="232323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42" name=""/>
            <p:cNvSpPr/>
            <p:nvPr/>
          </p:nvSpPr>
          <p:spPr>
            <a:xfrm>
              <a:off x="2427120" y="1762200"/>
              <a:ext cx="409680" cy="155520"/>
            </a:xfrm>
            <a:prstGeom prst="rect">
              <a:avLst/>
            </a:prstGeom>
            <a:solidFill>
              <a:srgbClr val="bc3700"/>
            </a:solidFill>
            <a:ln w="12600">
              <a:solidFill>
                <a:srgbClr val="0b20b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2400" strike="noStrike" u="none">
                <a:solidFill>
                  <a:srgbClr val="232323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43" name=""/>
            <p:cNvSpPr/>
            <p:nvPr/>
          </p:nvSpPr>
          <p:spPr>
            <a:xfrm>
              <a:off x="3357720" y="1762200"/>
              <a:ext cx="409320" cy="155520"/>
            </a:xfrm>
            <a:prstGeom prst="rect">
              <a:avLst/>
            </a:prstGeom>
            <a:solidFill>
              <a:srgbClr val="bc3700"/>
            </a:solidFill>
            <a:ln w="12600">
              <a:solidFill>
                <a:srgbClr val="0b20b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2400" strike="noStrike" u="none">
                <a:solidFill>
                  <a:srgbClr val="232323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44" name=""/>
            <p:cNvSpPr/>
            <p:nvPr/>
          </p:nvSpPr>
          <p:spPr>
            <a:xfrm>
              <a:off x="4203720" y="1762200"/>
              <a:ext cx="409680" cy="155520"/>
            </a:xfrm>
            <a:prstGeom prst="rect">
              <a:avLst/>
            </a:prstGeom>
            <a:solidFill>
              <a:srgbClr val="bc3700"/>
            </a:solidFill>
            <a:ln w="12600">
              <a:solidFill>
                <a:srgbClr val="0b20b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2400" strike="noStrike" u="none">
                <a:solidFill>
                  <a:srgbClr val="232323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45" name=""/>
            <p:cNvSpPr/>
            <p:nvPr/>
          </p:nvSpPr>
          <p:spPr>
            <a:xfrm>
              <a:off x="5133960" y="1762200"/>
              <a:ext cx="411120" cy="155520"/>
            </a:xfrm>
            <a:prstGeom prst="rect">
              <a:avLst/>
            </a:prstGeom>
            <a:solidFill>
              <a:srgbClr val="bc3700"/>
            </a:solidFill>
            <a:ln w="12600">
              <a:solidFill>
                <a:srgbClr val="0b20b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2400" strike="noStrike" u="none">
                <a:solidFill>
                  <a:srgbClr val="232323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46" name=""/>
            <p:cNvSpPr/>
            <p:nvPr/>
          </p:nvSpPr>
          <p:spPr>
            <a:xfrm>
              <a:off x="6066000" y="1762200"/>
              <a:ext cx="409320" cy="155520"/>
            </a:xfrm>
            <a:prstGeom prst="rect">
              <a:avLst/>
            </a:prstGeom>
            <a:solidFill>
              <a:srgbClr val="bc3700"/>
            </a:solidFill>
            <a:ln w="12600">
              <a:solidFill>
                <a:srgbClr val="0b20b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2400" strike="noStrike" u="none">
                <a:solidFill>
                  <a:srgbClr val="232323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47" name=""/>
            <p:cNvSpPr/>
            <p:nvPr/>
          </p:nvSpPr>
          <p:spPr>
            <a:xfrm>
              <a:off x="6996240" y="1762200"/>
              <a:ext cx="409320" cy="155520"/>
            </a:xfrm>
            <a:prstGeom prst="rect">
              <a:avLst/>
            </a:prstGeom>
            <a:solidFill>
              <a:srgbClr val="bc3700"/>
            </a:solidFill>
            <a:ln w="12600">
              <a:solidFill>
                <a:srgbClr val="0b20b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2400" strike="noStrike" u="none">
                <a:solidFill>
                  <a:srgbClr val="232323"/>
                </a:solidFill>
                <a:effectLst/>
                <a:uFillTx/>
                <a:latin typeface="Times New Roman"/>
              </a:endParaRPr>
            </a:p>
          </p:txBody>
        </p:sp>
      </p:grpSp>
    </p:spTree>
  </p:cSld>
  <p:transition spd="slow">
    <p:pull dir="r"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d8a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"/>
          <p:cNvSpPr/>
          <p:nvPr/>
        </p:nvSpPr>
        <p:spPr>
          <a:xfrm>
            <a:off x="68580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IN" sz="2400" strike="noStrike" u="none">
              <a:solidFill>
                <a:srgbClr val="232323"/>
              </a:solidFill>
              <a:effectLst/>
              <a:uFillTx/>
              <a:latin typeface="Times New Roman"/>
            </a:endParaRPr>
          </a:p>
        </p:txBody>
      </p:sp>
      <p:sp>
        <p:nvSpPr>
          <p:cNvPr id="149" name=""/>
          <p:cNvSpPr/>
          <p:nvPr/>
        </p:nvSpPr>
        <p:spPr>
          <a:xfrm>
            <a:off x="3124080" y="6248520"/>
            <a:ext cx="289584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IN" sz="2400" strike="noStrike" u="none">
              <a:solidFill>
                <a:srgbClr val="232323"/>
              </a:solidFill>
              <a:effectLst/>
              <a:uFillTx/>
              <a:latin typeface="Times New Roman"/>
            </a:endParaRPr>
          </a:p>
        </p:txBody>
      </p:sp>
      <p:sp>
        <p:nvSpPr>
          <p:cNvPr id="150" name=""/>
          <p:cNvSpPr/>
          <p:nvPr/>
        </p:nvSpPr>
        <p:spPr>
          <a:xfrm>
            <a:off x="152280" y="762120"/>
            <a:ext cx="7543800" cy="11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360" rIns="90360" tIns="44280" bIns="44280" anchor="ctr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trike="noStrike" u="none">
                <a:solidFill>
                  <a:srgbClr val="051540"/>
                </a:solidFill>
                <a:effectLst/>
                <a:uFillTx/>
                <a:latin typeface="Arial"/>
              </a:rPr>
              <a:t>Documentation</a:t>
            </a:r>
            <a:endParaRPr b="0" lang="en-IN" sz="4000" strike="noStrike" u="none">
              <a:solidFill>
                <a:srgbClr val="232323"/>
              </a:solidFill>
              <a:effectLst/>
              <a:uFillTx/>
              <a:latin typeface="Times New Roman"/>
            </a:endParaRPr>
          </a:p>
        </p:txBody>
      </p:sp>
      <p:sp>
        <p:nvSpPr>
          <p:cNvPr id="151" name=""/>
          <p:cNvSpPr/>
          <p:nvPr/>
        </p:nvSpPr>
        <p:spPr>
          <a:xfrm>
            <a:off x="609480" y="2057400"/>
            <a:ext cx="8001000" cy="40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360" rIns="90360" tIns="44280" bIns="44280" anchor="t">
            <a:noAutofit/>
          </a:bodyPr>
          <a:p>
            <a:pPr marL="343080" indent="-343080">
              <a:lnSpc>
                <a:spcPct val="75000"/>
              </a:lnSpc>
              <a:spcBef>
                <a:spcPts val="700"/>
              </a:spcBef>
              <a:buClr>
                <a:srgbClr val="0b20bf"/>
              </a:buClr>
              <a:buSzPct val="75000"/>
              <a:buFont typeface="Monotype Sorts" charset="2"/>
              <a:buChar char="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trike="noStrike" u="none">
                <a:solidFill>
                  <a:srgbClr val="051540"/>
                </a:solidFill>
                <a:effectLst/>
                <a:uFillTx/>
                <a:latin typeface="Times New Roman"/>
              </a:rPr>
              <a:t>	</a:t>
            </a:r>
            <a:r>
              <a:rPr b="1" lang="en-IN" sz="2800" strike="noStrike" u="none">
                <a:solidFill>
                  <a:srgbClr val="051540"/>
                </a:solidFill>
                <a:effectLst/>
                <a:uFillTx/>
                <a:latin typeface="Times New Roman"/>
              </a:rPr>
              <a:t>Current (Within past three years)</a:t>
            </a:r>
            <a:endParaRPr b="0" lang="en-IN" sz="2800" strike="noStrike" u="none">
              <a:solidFill>
                <a:srgbClr val="232323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75000"/>
              </a:lnSpc>
              <a:spcBef>
                <a:spcPts val="700"/>
              </a:spcBef>
              <a:buClr>
                <a:srgbClr val="0b20bf"/>
              </a:buClr>
              <a:buSzPct val="75000"/>
              <a:buFont typeface="Monotype Sorts" charset="2"/>
              <a:buChar char="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800" strike="noStrike" u="none">
                <a:solidFill>
                  <a:srgbClr val="051540"/>
                </a:solidFill>
                <a:effectLst/>
                <a:uFillTx/>
                <a:latin typeface="Times New Roman"/>
              </a:rPr>
              <a:t>      Qualified Professional</a:t>
            </a:r>
            <a:endParaRPr b="0" lang="en-IN" sz="2800" strike="noStrike" u="none">
              <a:solidFill>
                <a:srgbClr val="232323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75000"/>
              </a:lnSpc>
              <a:spcBef>
                <a:spcPts val="700"/>
              </a:spcBef>
              <a:buClr>
                <a:srgbClr val="0b20bf"/>
              </a:buClr>
              <a:buSzPct val="75000"/>
              <a:buFont typeface="Monotype Sorts" charset="2"/>
              <a:buChar char="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800" strike="noStrike" u="none">
                <a:solidFill>
                  <a:srgbClr val="051540"/>
                </a:solidFill>
                <a:effectLst/>
                <a:uFillTx/>
                <a:latin typeface="Times New Roman"/>
              </a:rPr>
              <a:t>      Should Include:</a:t>
            </a:r>
            <a:endParaRPr b="0" lang="en-IN" sz="2800" strike="noStrike" u="none">
              <a:solidFill>
                <a:srgbClr val="232323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75000"/>
              </a:lnSpc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trike="noStrike" u="none">
              <a:solidFill>
                <a:srgbClr val="232323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75000"/>
              </a:lnSpc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800" strike="noStrike" u="none">
                <a:solidFill>
                  <a:srgbClr val="051540"/>
                </a:solidFill>
                <a:effectLst/>
                <a:uFillTx/>
                <a:latin typeface="Times New Roman"/>
              </a:rPr>
              <a:t>	</a:t>
            </a:r>
            <a:r>
              <a:rPr b="1" lang="en-IN" sz="2800" strike="noStrike" u="none">
                <a:solidFill>
                  <a:srgbClr val="051540"/>
                </a:solidFill>
                <a:effectLst/>
                <a:uFillTx/>
                <a:latin typeface="Times New Roman"/>
              </a:rPr>
              <a:t>Description of the </a:t>
            </a:r>
            <a:r>
              <a:rPr b="1" lang="en-IN" sz="2800" strike="noStrike" u="none">
                <a:solidFill>
                  <a:srgbClr val="051540"/>
                </a:solidFill>
                <a:effectLst/>
                <a:uFillTx/>
                <a:latin typeface="Times New Roman"/>
              </a:rPr>
              <a:t>	</a:t>
            </a:r>
            <a:r>
              <a:rPr b="1" lang="en-IN" sz="2800" strike="noStrike" u="none">
                <a:solidFill>
                  <a:srgbClr val="051540"/>
                </a:solidFill>
                <a:effectLst/>
                <a:uFillTx/>
                <a:latin typeface="Times New Roman"/>
              </a:rPr>
              <a:t>    Impact on major disability </a:t>
            </a:r>
            <a:r>
              <a:rPr b="1" lang="en-IN" sz="2800" strike="noStrike" u="none">
                <a:solidFill>
                  <a:srgbClr val="051540"/>
                </a:solidFill>
                <a:effectLst/>
                <a:uFillTx/>
                <a:latin typeface="Times New Roman"/>
              </a:rPr>
              <a:t>	</a:t>
            </a:r>
            <a:r>
              <a:rPr b="1" lang="en-IN" sz="2800" strike="noStrike" u="none">
                <a:solidFill>
                  <a:srgbClr val="051540"/>
                </a:solidFill>
                <a:effectLst/>
                <a:uFillTx/>
                <a:latin typeface="Times New Roman"/>
              </a:rPr>
              <a:t>	</a:t>
            </a:r>
            <a:r>
              <a:rPr b="1" lang="en-IN" sz="2800" strike="noStrike" u="none">
                <a:solidFill>
                  <a:srgbClr val="051540"/>
                </a:solidFill>
                <a:effectLst/>
                <a:uFillTx/>
                <a:latin typeface="Times New Roman"/>
              </a:rPr>
              <a:t>    life activities</a:t>
            </a:r>
            <a:endParaRPr b="0" lang="en-IN" sz="2800" strike="noStrike" u="none">
              <a:solidFill>
                <a:srgbClr val="232323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75000"/>
              </a:lnSpc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trike="noStrike" u="none">
              <a:solidFill>
                <a:srgbClr val="232323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75000"/>
              </a:lnSpc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800" strike="noStrike" u="none">
                <a:solidFill>
                  <a:srgbClr val="051540"/>
                </a:solidFill>
                <a:effectLst/>
                <a:uFillTx/>
                <a:latin typeface="Times New Roman"/>
              </a:rPr>
              <a:t>	</a:t>
            </a:r>
            <a:r>
              <a:rPr b="1" lang="en-IN" sz="2800" strike="noStrike" u="none">
                <a:solidFill>
                  <a:srgbClr val="051540"/>
                </a:solidFill>
                <a:effectLst/>
                <a:uFillTx/>
                <a:latin typeface="Times New Roman"/>
              </a:rPr>
              <a:t>Current treatments</a:t>
            </a:r>
            <a:r>
              <a:rPr b="1" lang="en-IN" sz="2800" strike="noStrike" u="none">
                <a:solidFill>
                  <a:srgbClr val="051540"/>
                </a:solidFill>
                <a:effectLst/>
                <a:uFillTx/>
                <a:latin typeface="Times New Roman"/>
              </a:rPr>
              <a:t>	</a:t>
            </a:r>
            <a:r>
              <a:rPr b="1" lang="en-IN" sz="2800" strike="noStrike" u="none">
                <a:solidFill>
                  <a:srgbClr val="051540"/>
                </a:solidFill>
                <a:effectLst/>
                <a:uFillTx/>
                <a:latin typeface="Times New Roman"/>
              </a:rPr>
              <a:t>    Recommendations for and accommodations </a:t>
            </a:r>
            <a:r>
              <a:rPr b="1" lang="en-IN" sz="2800" strike="noStrike" u="none">
                <a:solidFill>
                  <a:srgbClr val="051540"/>
                </a:solidFill>
                <a:effectLst/>
                <a:uFillTx/>
                <a:latin typeface="Times New Roman"/>
              </a:rPr>
              <a:t>	</a:t>
            </a:r>
            <a:r>
              <a:rPr b="1" lang="en-IN" sz="2800" strike="noStrike" u="none">
                <a:solidFill>
                  <a:srgbClr val="051540"/>
                </a:solidFill>
                <a:effectLst/>
                <a:uFillTx/>
                <a:latin typeface="Times New Roman"/>
              </a:rPr>
              <a:t>    proposed work related </a:t>
            </a:r>
            <a:r>
              <a:rPr b="1" lang="en-IN" sz="2800" strike="noStrike" u="none">
                <a:solidFill>
                  <a:srgbClr val="051540"/>
                </a:solidFill>
                <a:effectLst/>
                <a:uFillTx/>
                <a:latin typeface="Times New Roman"/>
              </a:rPr>
              <a:t>	</a:t>
            </a:r>
            <a:r>
              <a:rPr b="1" lang="en-IN" sz="2800" strike="noStrike" u="none">
                <a:solidFill>
                  <a:srgbClr val="051540"/>
                </a:solidFill>
                <a:effectLst/>
                <a:uFillTx/>
                <a:latin typeface="Times New Roman"/>
              </a:rPr>
              <a:t>	</a:t>
            </a:r>
            <a:r>
              <a:rPr b="1" lang="en-IN" sz="2800" strike="noStrike" u="none">
                <a:solidFill>
                  <a:srgbClr val="051540"/>
                </a:solidFill>
                <a:effectLst/>
                <a:uFillTx/>
                <a:latin typeface="Times New Roman"/>
              </a:rPr>
              <a:t>	</a:t>
            </a:r>
            <a:r>
              <a:rPr b="1" lang="en-IN" sz="2800" strike="noStrike" u="none">
                <a:solidFill>
                  <a:srgbClr val="051540"/>
                </a:solidFill>
                <a:effectLst/>
                <a:uFillTx/>
                <a:latin typeface="Times New Roman"/>
              </a:rPr>
              <a:t>	</a:t>
            </a:r>
            <a:r>
              <a:rPr b="1" lang="en-IN" sz="2800" strike="noStrike" u="none">
                <a:solidFill>
                  <a:srgbClr val="051540"/>
                </a:solidFill>
                <a:effectLst/>
                <a:uFillTx/>
                <a:latin typeface="Times New Roman"/>
              </a:rPr>
              <a:t>    accommodations</a:t>
            </a:r>
            <a:endParaRPr b="0" lang="en-IN" sz="2800" strike="noStrike" u="none">
              <a:solidFill>
                <a:srgbClr val="232323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15000"/>
              </a:lnSpc>
              <a:spcBef>
                <a:spcPts val="700"/>
              </a:spcBef>
              <a:buClr>
                <a:srgbClr val="0b20bf"/>
              </a:buClr>
              <a:buSzPct val="75000"/>
              <a:buFont typeface="Monotype Sorts" charset="2"/>
              <a:buChar char="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trike="noStrike" u="none">
              <a:solidFill>
                <a:srgbClr val="232323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152" name=""/>
          <p:cNvGrpSpPr/>
          <p:nvPr/>
        </p:nvGrpSpPr>
        <p:grpSpPr>
          <a:xfrm>
            <a:off x="311040" y="1735200"/>
            <a:ext cx="7264440" cy="182520"/>
            <a:chOff x="311040" y="1735200"/>
            <a:chExt cx="7264440" cy="182520"/>
          </a:xfrm>
        </p:grpSpPr>
        <p:sp>
          <p:nvSpPr>
            <p:cNvPr id="153" name=""/>
            <p:cNvSpPr/>
            <p:nvPr/>
          </p:nvSpPr>
          <p:spPr>
            <a:xfrm>
              <a:off x="311040" y="1735200"/>
              <a:ext cx="7264440" cy="104760"/>
            </a:xfrm>
            <a:prstGeom prst="rect">
              <a:avLst/>
            </a:prstGeom>
            <a:solidFill>
              <a:srgbClr val="081f5e"/>
            </a:solidFill>
            <a:ln w="12600">
              <a:solidFill>
                <a:srgbClr val="081d5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2400" strike="noStrike" u="none">
                <a:solidFill>
                  <a:srgbClr val="232323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54" name=""/>
            <p:cNvSpPr/>
            <p:nvPr/>
          </p:nvSpPr>
          <p:spPr>
            <a:xfrm>
              <a:off x="565200" y="1762200"/>
              <a:ext cx="409680" cy="155520"/>
            </a:xfrm>
            <a:prstGeom prst="rect">
              <a:avLst/>
            </a:prstGeom>
            <a:solidFill>
              <a:srgbClr val="bc3700"/>
            </a:solidFill>
            <a:ln w="12600">
              <a:solidFill>
                <a:srgbClr val="0b20b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2400" strike="noStrike" u="none">
                <a:solidFill>
                  <a:srgbClr val="232323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55" name=""/>
            <p:cNvSpPr/>
            <p:nvPr/>
          </p:nvSpPr>
          <p:spPr>
            <a:xfrm>
              <a:off x="1495440" y="1762200"/>
              <a:ext cx="411120" cy="155520"/>
            </a:xfrm>
            <a:prstGeom prst="rect">
              <a:avLst/>
            </a:prstGeom>
            <a:solidFill>
              <a:srgbClr val="bc3700"/>
            </a:solidFill>
            <a:ln w="12600">
              <a:solidFill>
                <a:srgbClr val="0b20b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2400" strike="noStrike" u="none">
                <a:solidFill>
                  <a:srgbClr val="232323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56" name=""/>
            <p:cNvSpPr/>
            <p:nvPr/>
          </p:nvSpPr>
          <p:spPr>
            <a:xfrm>
              <a:off x="2427120" y="1762200"/>
              <a:ext cx="409680" cy="155520"/>
            </a:xfrm>
            <a:prstGeom prst="rect">
              <a:avLst/>
            </a:prstGeom>
            <a:solidFill>
              <a:srgbClr val="bc3700"/>
            </a:solidFill>
            <a:ln w="12600">
              <a:solidFill>
                <a:srgbClr val="0b20b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2400" strike="noStrike" u="none">
                <a:solidFill>
                  <a:srgbClr val="232323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57" name=""/>
            <p:cNvSpPr/>
            <p:nvPr/>
          </p:nvSpPr>
          <p:spPr>
            <a:xfrm>
              <a:off x="3357720" y="1762200"/>
              <a:ext cx="409320" cy="155520"/>
            </a:xfrm>
            <a:prstGeom prst="rect">
              <a:avLst/>
            </a:prstGeom>
            <a:solidFill>
              <a:srgbClr val="bc3700"/>
            </a:solidFill>
            <a:ln w="12600">
              <a:solidFill>
                <a:srgbClr val="0b20b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2400" strike="noStrike" u="none">
                <a:solidFill>
                  <a:srgbClr val="232323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58" name=""/>
            <p:cNvSpPr/>
            <p:nvPr/>
          </p:nvSpPr>
          <p:spPr>
            <a:xfrm>
              <a:off x="4203720" y="1762200"/>
              <a:ext cx="409680" cy="155520"/>
            </a:xfrm>
            <a:prstGeom prst="rect">
              <a:avLst/>
            </a:prstGeom>
            <a:solidFill>
              <a:srgbClr val="bc3700"/>
            </a:solidFill>
            <a:ln w="12600">
              <a:solidFill>
                <a:srgbClr val="0b20b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2400" strike="noStrike" u="none">
                <a:solidFill>
                  <a:srgbClr val="232323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59" name=""/>
            <p:cNvSpPr/>
            <p:nvPr/>
          </p:nvSpPr>
          <p:spPr>
            <a:xfrm>
              <a:off x="5133960" y="1762200"/>
              <a:ext cx="411120" cy="155520"/>
            </a:xfrm>
            <a:prstGeom prst="rect">
              <a:avLst/>
            </a:prstGeom>
            <a:solidFill>
              <a:srgbClr val="bc3700"/>
            </a:solidFill>
            <a:ln w="12600">
              <a:solidFill>
                <a:srgbClr val="0b20b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2400" strike="noStrike" u="none">
                <a:solidFill>
                  <a:srgbClr val="232323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60" name=""/>
            <p:cNvSpPr/>
            <p:nvPr/>
          </p:nvSpPr>
          <p:spPr>
            <a:xfrm>
              <a:off x="6066000" y="1762200"/>
              <a:ext cx="409320" cy="155520"/>
            </a:xfrm>
            <a:prstGeom prst="rect">
              <a:avLst/>
            </a:prstGeom>
            <a:solidFill>
              <a:srgbClr val="bc3700"/>
            </a:solidFill>
            <a:ln w="12600">
              <a:solidFill>
                <a:srgbClr val="0b20b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2400" strike="noStrike" u="none">
                <a:solidFill>
                  <a:srgbClr val="232323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61" name=""/>
            <p:cNvSpPr/>
            <p:nvPr/>
          </p:nvSpPr>
          <p:spPr>
            <a:xfrm>
              <a:off x="6996240" y="1762200"/>
              <a:ext cx="409320" cy="155520"/>
            </a:xfrm>
            <a:prstGeom prst="rect">
              <a:avLst/>
            </a:prstGeom>
            <a:solidFill>
              <a:srgbClr val="bc3700"/>
            </a:solidFill>
            <a:ln w="12600">
              <a:solidFill>
                <a:srgbClr val="0b20b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2400" strike="noStrike" u="none">
                <a:solidFill>
                  <a:srgbClr val="232323"/>
                </a:solidFill>
                <a:effectLst/>
                <a:uFillTx/>
                <a:latin typeface="Times New Roman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d8a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"/>
          <p:cNvSpPr/>
          <p:nvPr/>
        </p:nvSpPr>
        <p:spPr>
          <a:xfrm>
            <a:off x="68580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IN" sz="2400" strike="noStrike" u="none">
              <a:solidFill>
                <a:srgbClr val="232323"/>
              </a:solidFill>
              <a:effectLst/>
              <a:uFillTx/>
              <a:latin typeface="Times New Roman"/>
            </a:endParaRPr>
          </a:p>
        </p:txBody>
      </p:sp>
      <p:sp>
        <p:nvSpPr>
          <p:cNvPr id="163" name=""/>
          <p:cNvSpPr/>
          <p:nvPr/>
        </p:nvSpPr>
        <p:spPr>
          <a:xfrm>
            <a:off x="3124080" y="6248520"/>
            <a:ext cx="289584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IN" sz="2400" strike="noStrike" u="none">
              <a:solidFill>
                <a:srgbClr val="232323"/>
              </a:solidFill>
              <a:effectLst/>
              <a:uFillTx/>
              <a:latin typeface="Times New Roman"/>
            </a:endParaRPr>
          </a:p>
        </p:txBody>
      </p:sp>
      <p:sp>
        <p:nvSpPr>
          <p:cNvPr id="164" name="PlaceHolder 1"/>
          <p:cNvSpPr>
            <a:spLocks noGrp="1"/>
          </p:cNvSpPr>
          <p:nvPr>
            <p:ph type="title"/>
          </p:nvPr>
        </p:nvSpPr>
        <p:spPr>
          <a:xfrm>
            <a:off x="228240" y="838080"/>
            <a:ext cx="7543800" cy="609840"/>
          </a:xfrm>
          <a:prstGeom prst="rect">
            <a:avLst/>
          </a:prstGeom>
          <a:noFill/>
          <a:ln w="0">
            <a:noFill/>
          </a:ln>
        </p:spPr>
        <p:txBody>
          <a:bodyPr lIns="90360" rIns="90360" tIns="44280" bIns="4428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trike="noStrike" u="none">
                <a:solidFill>
                  <a:srgbClr val="051540"/>
                </a:solidFill>
                <a:effectLst/>
                <a:uFillTx/>
                <a:latin typeface="Arial"/>
              </a:rPr>
              <a:t>Reasonable Accommodations</a:t>
            </a:r>
            <a:endParaRPr b="0" lang="en-IN" sz="4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5" name="PlaceHolder 2"/>
          <p:cNvSpPr>
            <a:spLocks noGrp="1"/>
          </p:cNvSpPr>
          <p:nvPr>
            <p:ph/>
          </p:nvPr>
        </p:nvSpPr>
        <p:spPr>
          <a:xfrm>
            <a:off x="1295280" y="2362320"/>
            <a:ext cx="7391520" cy="4114800"/>
          </a:xfrm>
          <a:prstGeom prst="rect">
            <a:avLst/>
          </a:prstGeom>
          <a:noFill/>
          <a:ln w="0">
            <a:noFill/>
          </a:ln>
        </p:spPr>
        <p:txBody>
          <a:bodyPr lIns="90360" rIns="90360" tIns="44280" bIns="44280" anchor="t">
            <a:normAutofit/>
          </a:bodyPr>
          <a:p>
            <a:pPr marL="343080" indent="-343080">
              <a:spcBef>
                <a:spcPts val="799"/>
              </a:spcBef>
              <a:spcAft>
                <a:spcPts val="2200"/>
              </a:spcAft>
              <a:buClr>
                <a:srgbClr val="0b20bf"/>
              </a:buClr>
              <a:buSzPct val="75000"/>
              <a:buFont typeface="Monotype Sorts" charset="2"/>
              <a:buChar char="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trike="noStrike" u="none">
                <a:solidFill>
                  <a:srgbClr val="051540"/>
                </a:solidFill>
                <a:effectLst/>
                <a:uFillTx/>
                <a:latin typeface="Times New Roman"/>
              </a:rPr>
              <a:t>Provide or Modify Equipment</a:t>
            </a:r>
            <a:endParaRPr b="0" lang="en-IN" sz="3200" strike="noStrike" u="none">
              <a:solidFill>
                <a:srgbClr val="232323"/>
              </a:solidFill>
              <a:effectLst/>
              <a:uFillTx/>
              <a:latin typeface="Times New Roman"/>
            </a:endParaRPr>
          </a:p>
          <a:p>
            <a:pPr marL="343080" indent="-343080">
              <a:spcBef>
                <a:spcPts val="799"/>
              </a:spcBef>
              <a:spcAft>
                <a:spcPts val="2200"/>
              </a:spcAft>
              <a:buClr>
                <a:srgbClr val="0b20bf"/>
              </a:buClr>
              <a:buSzPct val="75000"/>
              <a:buFont typeface="Monotype Sorts" charset="2"/>
              <a:buChar char="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trike="noStrike" u="none">
                <a:solidFill>
                  <a:srgbClr val="051540"/>
                </a:solidFill>
                <a:effectLst/>
                <a:uFillTx/>
                <a:latin typeface="Times New Roman"/>
              </a:rPr>
              <a:t>Make Facilities Accessible - Remove Barriers</a:t>
            </a:r>
            <a:endParaRPr b="0" lang="en-IN" sz="3200" strike="noStrike" u="none">
              <a:solidFill>
                <a:srgbClr val="232323"/>
              </a:solidFill>
              <a:effectLst/>
              <a:uFillTx/>
              <a:latin typeface="Times New Roman"/>
            </a:endParaRPr>
          </a:p>
          <a:p>
            <a:pPr marL="343080" indent="-343080">
              <a:spcAft>
                <a:spcPts val="2200"/>
              </a:spcAft>
              <a:buClr>
                <a:srgbClr val="0b20bf"/>
              </a:buClr>
              <a:buSzPct val="75000"/>
              <a:buFont typeface="Monotype Sorts" charset="2"/>
              <a:buChar char="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trike="noStrike" u="none">
                <a:solidFill>
                  <a:srgbClr val="051540"/>
                </a:solidFill>
                <a:effectLst/>
                <a:uFillTx/>
                <a:latin typeface="Times New Roman"/>
              </a:rPr>
              <a:t>Provide Readers or Interpreters</a:t>
            </a:r>
            <a:endParaRPr b="0" lang="en-IN" sz="3200" strike="noStrike" u="none">
              <a:solidFill>
                <a:srgbClr val="232323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166" name=""/>
          <p:cNvGrpSpPr/>
          <p:nvPr/>
        </p:nvGrpSpPr>
        <p:grpSpPr>
          <a:xfrm>
            <a:off x="311040" y="1506600"/>
            <a:ext cx="7307280" cy="183960"/>
            <a:chOff x="311040" y="1506600"/>
            <a:chExt cx="7307280" cy="183960"/>
          </a:xfrm>
        </p:grpSpPr>
        <p:sp>
          <p:nvSpPr>
            <p:cNvPr id="167" name=""/>
            <p:cNvSpPr/>
            <p:nvPr/>
          </p:nvSpPr>
          <p:spPr>
            <a:xfrm>
              <a:off x="311040" y="1506600"/>
              <a:ext cx="7307280" cy="106200"/>
            </a:xfrm>
            <a:prstGeom prst="rect">
              <a:avLst/>
            </a:prstGeom>
            <a:solidFill>
              <a:srgbClr val="081f5e"/>
            </a:solidFill>
            <a:ln w="12600">
              <a:solidFill>
                <a:srgbClr val="081d5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2400" strike="noStrike" u="none">
                <a:solidFill>
                  <a:srgbClr val="232323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68" name=""/>
            <p:cNvSpPr/>
            <p:nvPr/>
          </p:nvSpPr>
          <p:spPr>
            <a:xfrm>
              <a:off x="566640" y="1533600"/>
              <a:ext cx="412920" cy="156960"/>
            </a:xfrm>
            <a:prstGeom prst="rect">
              <a:avLst/>
            </a:prstGeom>
            <a:solidFill>
              <a:srgbClr val="bc3700"/>
            </a:solidFill>
            <a:ln w="12600">
              <a:solidFill>
                <a:srgbClr val="0b20b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2400" strike="noStrike" u="none">
                <a:solidFill>
                  <a:srgbClr val="232323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69" name=""/>
            <p:cNvSpPr/>
            <p:nvPr/>
          </p:nvSpPr>
          <p:spPr>
            <a:xfrm>
              <a:off x="1503360" y="1533600"/>
              <a:ext cx="412920" cy="156960"/>
            </a:xfrm>
            <a:prstGeom prst="rect">
              <a:avLst/>
            </a:prstGeom>
            <a:solidFill>
              <a:srgbClr val="bc3700"/>
            </a:solidFill>
            <a:ln w="12600">
              <a:solidFill>
                <a:srgbClr val="0b20b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2400" strike="noStrike" u="none">
                <a:solidFill>
                  <a:srgbClr val="232323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70" name=""/>
            <p:cNvSpPr/>
            <p:nvPr/>
          </p:nvSpPr>
          <p:spPr>
            <a:xfrm>
              <a:off x="2438280" y="1533600"/>
              <a:ext cx="412920" cy="156960"/>
            </a:xfrm>
            <a:prstGeom prst="rect">
              <a:avLst/>
            </a:prstGeom>
            <a:solidFill>
              <a:srgbClr val="bc3700"/>
            </a:solidFill>
            <a:ln w="12600">
              <a:solidFill>
                <a:srgbClr val="0b20b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2400" strike="noStrike" u="none">
                <a:solidFill>
                  <a:srgbClr val="232323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71" name=""/>
            <p:cNvSpPr/>
            <p:nvPr/>
          </p:nvSpPr>
          <p:spPr>
            <a:xfrm>
              <a:off x="3375000" y="1533600"/>
              <a:ext cx="412920" cy="156960"/>
            </a:xfrm>
            <a:prstGeom prst="rect">
              <a:avLst/>
            </a:prstGeom>
            <a:solidFill>
              <a:srgbClr val="bc3700"/>
            </a:solidFill>
            <a:ln w="12600">
              <a:solidFill>
                <a:srgbClr val="0b20b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2400" strike="noStrike" u="none">
                <a:solidFill>
                  <a:srgbClr val="232323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72" name=""/>
            <p:cNvSpPr/>
            <p:nvPr/>
          </p:nvSpPr>
          <p:spPr>
            <a:xfrm>
              <a:off x="4226040" y="1533600"/>
              <a:ext cx="412560" cy="156960"/>
            </a:xfrm>
            <a:prstGeom prst="rect">
              <a:avLst/>
            </a:prstGeom>
            <a:solidFill>
              <a:srgbClr val="bc3700"/>
            </a:solidFill>
            <a:ln w="12600">
              <a:solidFill>
                <a:srgbClr val="0b20b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2400" strike="noStrike" u="none">
                <a:solidFill>
                  <a:srgbClr val="232323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73" name=""/>
            <p:cNvSpPr/>
            <p:nvPr/>
          </p:nvSpPr>
          <p:spPr>
            <a:xfrm>
              <a:off x="5162400" y="1533600"/>
              <a:ext cx="412920" cy="156960"/>
            </a:xfrm>
            <a:prstGeom prst="rect">
              <a:avLst/>
            </a:prstGeom>
            <a:solidFill>
              <a:srgbClr val="bc3700"/>
            </a:solidFill>
            <a:ln w="12600">
              <a:solidFill>
                <a:srgbClr val="0b20b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2400" strike="noStrike" u="none">
                <a:solidFill>
                  <a:srgbClr val="232323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74" name=""/>
            <p:cNvSpPr/>
            <p:nvPr/>
          </p:nvSpPr>
          <p:spPr>
            <a:xfrm>
              <a:off x="6099120" y="1533600"/>
              <a:ext cx="412920" cy="156960"/>
            </a:xfrm>
            <a:prstGeom prst="rect">
              <a:avLst/>
            </a:prstGeom>
            <a:solidFill>
              <a:srgbClr val="bc3700"/>
            </a:solidFill>
            <a:ln w="12600">
              <a:solidFill>
                <a:srgbClr val="0b20b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2400" strike="noStrike" u="none">
                <a:solidFill>
                  <a:srgbClr val="232323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75" name=""/>
            <p:cNvSpPr/>
            <p:nvPr/>
          </p:nvSpPr>
          <p:spPr>
            <a:xfrm>
              <a:off x="7035840" y="1533600"/>
              <a:ext cx="412560" cy="156960"/>
            </a:xfrm>
            <a:prstGeom prst="rect">
              <a:avLst/>
            </a:prstGeom>
            <a:solidFill>
              <a:srgbClr val="bc3700"/>
            </a:solidFill>
            <a:ln w="12600">
              <a:solidFill>
                <a:srgbClr val="0b20b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2400" strike="noStrike" u="none">
                <a:solidFill>
                  <a:srgbClr val="232323"/>
                </a:solidFill>
                <a:effectLst/>
                <a:uFillTx/>
                <a:latin typeface="Times New Roman"/>
              </a:endParaRPr>
            </a:p>
          </p:txBody>
        </p:sp>
      </p:grpSp>
    </p:spTree>
  </p:cSld>
  <p:transition spd="slow">
    <p:pull dir="l"/>
  </p:transition>
  <p:timing>
    <p:tnLst>
      <p:par>
        <p:cTn id="86" dur="indefinite" restart="never" nodeType="tmRoot">
          <p:childTnLst>
            <p:seq>
              <p:cTn id="87" dur="indefinite" nodeType="mainSeq">
                <p:childTnLst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nodeType="clickEffect" fill="hold" presetClass="entr" presetID="2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92" dur="1000" fill="hold"/>
                                        <p:tgtEl>
                                          <p:spTgt spid="1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90"/>
                                          </p:val>
                                        </p:tav>
                                        <p:tav tm="80000">
                                          <p:val>
                                            <p:strVal val="90"/>
                                          </p:val>
                                        </p:tav>
                                        <p:tav tm="80000">
                                          <p:val>
                                            <p:strVal val="90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93" dur="1000" fill="hold"/>
                                        <p:tgtEl>
                                          <p:spTgt spid="1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-1"/>
                                          </p:val>
                                        </p:tav>
                                        <p:tav tm="50000">
                                          <p:val>
                                            <p:strVal val="0.94999998807907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94" dur="1000" fill="hold"/>
                                        <p:tgtEl>
                                          <p:spTgt spid="1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95" dur="1000"/>
                                        <p:tgtEl>
                                          <p:spTgt spid="1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nodeType="clickEffect" fill="hold" presetClass="entr" presetID="2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00" dur="2000"/>
                                        <p:tgtEl>
                                          <p:spTgt spid="1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nodeType="clickEffect" fill="hold" presetClass="entr" presetID="2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arn(outHorizontal)" transition="in">
                                      <p:cBhvr additive="repl">
                                        <p:cTn id="105" dur="500"/>
                                        <p:tgtEl>
                                          <p:spTgt spid="16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d8a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"/>
          <p:cNvSpPr/>
          <p:nvPr/>
        </p:nvSpPr>
        <p:spPr>
          <a:xfrm>
            <a:off x="68580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IN" sz="2400" strike="noStrike" u="none">
              <a:solidFill>
                <a:srgbClr val="232323"/>
              </a:solidFill>
              <a:effectLst/>
              <a:uFillTx/>
              <a:latin typeface="Times New Roman"/>
            </a:endParaRPr>
          </a:p>
        </p:txBody>
      </p:sp>
      <p:sp>
        <p:nvSpPr>
          <p:cNvPr id="177" name=""/>
          <p:cNvSpPr/>
          <p:nvPr/>
        </p:nvSpPr>
        <p:spPr>
          <a:xfrm>
            <a:off x="3124080" y="6248520"/>
            <a:ext cx="289584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IN" sz="2400" strike="noStrike" u="none">
              <a:solidFill>
                <a:srgbClr val="232323"/>
              </a:solidFill>
              <a:effectLst/>
              <a:uFillTx/>
              <a:latin typeface="Times New Roman"/>
            </a:endParaRPr>
          </a:p>
        </p:txBody>
      </p:sp>
      <p:sp>
        <p:nvSpPr>
          <p:cNvPr id="178" name="PlaceHolder 1"/>
          <p:cNvSpPr>
            <a:spLocks noGrp="1"/>
          </p:cNvSpPr>
          <p:nvPr>
            <p:ph type="title"/>
          </p:nvPr>
        </p:nvSpPr>
        <p:spPr>
          <a:xfrm>
            <a:off x="272880" y="380520"/>
            <a:ext cx="4756320" cy="685800"/>
          </a:xfrm>
          <a:prstGeom prst="rect">
            <a:avLst/>
          </a:prstGeom>
          <a:noFill/>
          <a:ln w="0">
            <a:noFill/>
          </a:ln>
        </p:spPr>
        <p:txBody>
          <a:bodyPr lIns="90360" rIns="90360" tIns="44280" bIns="4428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trike="noStrike" u="none">
                <a:solidFill>
                  <a:srgbClr val="051540"/>
                </a:solidFill>
                <a:effectLst/>
                <a:uFillTx/>
                <a:latin typeface="Arial"/>
              </a:rPr>
              <a:t>Accommodations</a:t>
            </a:r>
            <a:endParaRPr b="0" lang="en-IN" sz="4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9" name="PlaceHolder 2"/>
          <p:cNvSpPr>
            <a:spLocks noGrp="1"/>
          </p:cNvSpPr>
          <p:nvPr>
            <p:ph/>
          </p:nvPr>
        </p:nvSpPr>
        <p:spPr>
          <a:xfrm>
            <a:off x="533520" y="1523880"/>
            <a:ext cx="7772400" cy="4114800"/>
          </a:xfrm>
          <a:prstGeom prst="rect">
            <a:avLst/>
          </a:prstGeom>
          <a:noFill/>
          <a:ln w="0">
            <a:noFill/>
          </a:ln>
        </p:spPr>
        <p:txBody>
          <a:bodyPr lIns="90360" rIns="90360" tIns="44280" bIns="44280" anchor="t">
            <a:normAutofit fontScale="92500" lnSpcReduction="9999"/>
          </a:bodyPr>
          <a:p>
            <a:pPr marL="343080" indent="-343080">
              <a:spcAft>
                <a:spcPts val="1650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800" strike="noStrike" u="none">
                <a:solidFill>
                  <a:srgbClr val="232323"/>
                </a:solidFill>
                <a:effectLst/>
                <a:uFillTx/>
                <a:latin typeface="Times New Roman"/>
              </a:rPr>
              <a:t>	</a:t>
            </a:r>
            <a:r>
              <a:rPr b="1" lang="en-IN" sz="2400" strike="noStrike" u="none">
                <a:solidFill>
                  <a:srgbClr val="051540"/>
                </a:solidFill>
                <a:effectLst/>
                <a:uFillTx/>
                <a:latin typeface="Times New Roman"/>
              </a:rPr>
              <a:t>Interpreters</a:t>
            </a:r>
            <a:r>
              <a:rPr b="1" lang="en-IN" sz="2400" strike="noStrike" u="none">
                <a:solidFill>
                  <a:srgbClr val="051540"/>
                </a:solidFill>
                <a:effectLst/>
                <a:uFillTx/>
                <a:latin typeface="Times New Roman"/>
              </a:rPr>
              <a:t>	</a:t>
            </a:r>
            <a:r>
              <a:rPr b="1" lang="en-IN" sz="2400" strike="noStrike" u="none">
                <a:solidFill>
                  <a:srgbClr val="051540"/>
                </a:solidFill>
                <a:effectLst/>
                <a:uFillTx/>
                <a:latin typeface="Times New Roman"/>
              </a:rPr>
              <a:t>	</a:t>
            </a:r>
            <a:r>
              <a:rPr b="1" lang="en-IN" sz="2400" strike="noStrike" u="none">
                <a:solidFill>
                  <a:srgbClr val="051540"/>
                </a:solidFill>
                <a:effectLst/>
                <a:uFillTx/>
                <a:latin typeface="Times New Roman"/>
              </a:rPr>
              <a:t>	</a:t>
            </a:r>
            <a:r>
              <a:rPr b="1" lang="en-IN" sz="2400" strike="noStrike" u="none">
                <a:solidFill>
                  <a:srgbClr val="051540"/>
                </a:solidFill>
                <a:effectLst/>
                <a:uFillTx/>
                <a:latin typeface="Times New Roman"/>
              </a:rPr>
              <a:t>Phone Adaptations</a:t>
            </a:r>
            <a:endParaRPr b="0" lang="en-IN" sz="2400" strike="noStrike" u="none">
              <a:solidFill>
                <a:srgbClr val="232323"/>
              </a:solidFill>
              <a:effectLst/>
              <a:uFillTx/>
              <a:latin typeface="Times New Roman"/>
            </a:endParaRPr>
          </a:p>
          <a:p>
            <a:pPr marL="343080" indent="-343080">
              <a:spcAft>
                <a:spcPts val="1650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400" strike="noStrike" u="none">
                <a:solidFill>
                  <a:srgbClr val="051540"/>
                </a:solidFill>
                <a:effectLst/>
                <a:uFillTx/>
                <a:latin typeface="Times New Roman"/>
              </a:rPr>
              <a:t>	</a:t>
            </a:r>
            <a:r>
              <a:rPr b="1" lang="en-IN" sz="2400" strike="noStrike" u="none">
                <a:solidFill>
                  <a:srgbClr val="051540"/>
                </a:solidFill>
                <a:effectLst/>
                <a:uFillTx/>
                <a:latin typeface="Times New Roman"/>
              </a:rPr>
              <a:t>Seating</a:t>
            </a:r>
            <a:r>
              <a:rPr b="1" lang="en-IN" sz="2400" strike="noStrike" u="none">
                <a:solidFill>
                  <a:srgbClr val="051540"/>
                </a:solidFill>
                <a:effectLst/>
                <a:uFillTx/>
                <a:latin typeface="Times New Roman"/>
              </a:rPr>
              <a:t>	</a:t>
            </a:r>
            <a:r>
              <a:rPr b="1" lang="en-IN" sz="2400" strike="noStrike" u="none">
                <a:solidFill>
                  <a:srgbClr val="051540"/>
                </a:solidFill>
                <a:effectLst/>
                <a:uFillTx/>
                <a:latin typeface="Times New Roman"/>
              </a:rPr>
              <a:t>	</a:t>
            </a:r>
            <a:r>
              <a:rPr b="1" lang="en-IN" sz="2400" strike="noStrike" u="none">
                <a:solidFill>
                  <a:srgbClr val="051540"/>
                </a:solidFill>
                <a:effectLst/>
                <a:uFillTx/>
                <a:latin typeface="Times New Roman"/>
              </a:rPr>
              <a:t>	</a:t>
            </a:r>
            <a:r>
              <a:rPr b="1" lang="en-IN" sz="2400" strike="noStrike" u="none">
                <a:solidFill>
                  <a:srgbClr val="051540"/>
                </a:solidFill>
                <a:effectLst/>
                <a:uFillTx/>
                <a:latin typeface="Times New Roman"/>
              </a:rPr>
              <a:t>	</a:t>
            </a:r>
            <a:r>
              <a:rPr b="1" lang="en-IN" sz="2400" strike="noStrike" u="none">
                <a:solidFill>
                  <a:srgbClr val="051540"/>
                </a:solidFill>
                <a:effectLst/>
                <a:uFillTx/>
                <a:latin typeface="Times New Roman"/>
              </a:rPr>
              <a:t>Oral Instructions</a:t>
            </a:r>
            <a:endParaRPr b="0" lang="en-IN" sz="2400" strike="noStrike" u="none">
              <a:solidFill>
                <a:srgbClr val="232323"/>
              </a:solidFill>
              <a:effectLst/>
              <a:uFillTx/>
              <a:latin typeface="Times New Roman"/>
            </a:endParaRPr>
          </a:p>
          <a:p>
            <a:pPr marL="343080" indent="-343080">
              <a:spcAft>
                <a:spcPts val="1650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400" strike="noStrike" u="none">
                <a:solidFill>
                  <a:srgbClr val="051540"/>
                </a:solidFill>
                <a:effectLst/>
                <a:uFillTx/>
                <a:latin typeface="Times New Roman"/>
              </a:rPr>
              <a:t>	</a:t>
            </a:r>
            <a:r>
              <a:rPr b="1" lang="en-IN" sz="2400" strike="noStrike" u="none">
                <a:solidFill>
                  <a:srgbClr val="051540"/>
                </a:solidFill>
                <a:effectLst/>
                <a:uFillTx/>
                <a:latin typeface="Times New Roman"/>
              </a:rPr>
              <a:t>Policies</a:t>
            </a:r>
            <a:r>
              <a:rPr b="1" lang="en-IN" sz="2400" strike="noStrike" u="none">
                <a:solidFill>
                  <a:srgbClr val="051540"/>
                </a:solidFill>
                <a:effectLst/>
                <a:uFillTx/>
                <a:latin typeface="Times New Roman"/>
              </a:rPr>
              <a:t>	</a:t>
            </a:r>
            <a:r>
              <a:rPr b="1" lang="en-IN" sz="2400" strike="noStrike" u="none">
                <a:solidFill>
                  <a:srgbClr val="051540"/>
                </a:solidFill>
                <a:effectLst/>
                <a:uFillTx/>
                <a:latin typeface="Times New Roman"/>
              </a:rPr>
              <a:t>	</a:t>
            </a:r>
            <a:r>
              <a:rPr b="1" lang="en-IN" sz="2400" strike="noStrike" u="none">
                <a:solidFill>
                  <a:srgbClr val="051540"/>
                </a:solidFill>
                <a:effectLst/>
                <a:uFillTx/>
                <a:latin typeface="Times New Roman"/>
              </a:rPr>
              <a:t>	</a:t>
            </a:r>
            <a:r>
              <a:rPr b="1" lang="en-IN" sz="2400" strike="noStrike" u="none">
                <a:solidFill>
                  <a:srgbClr val="051540"/>
                </a:solidFill>
                <a:effectLst/>
                <a:uFillTx/>
                <a:latin typeface="Times New Roman"/>
              </a:rPr>
              <a:t>	</a:t>
            </a:r>
            <a:r>
              <a:rPr b="1" lang="en-IN" sz="2400" strike="noStrike" u="none">
                <a:solidFill>
                  <a:srgbClr val="051540"/>
                </a:solidFill>
                <a:effectLst/>
                <a:uFillTx/>
                <a:latin typeface="Times New Roman"/>
              </a:rPr>
              <a:t>Accessible Space</a:t>
            </a:r>
            <a:endParaRPr b="0" lang="en-IN" sz="2400" strike="noStrike" u="none">
              <a:solidFill>
                <a:srgbClr val="232323"/>
              </a:solidFill>
              <a:effectLst/>
              <a:uFillTx/>
              <a:latin typeface="Times New Roman"/>
            </a:endParaRPr>
          </a:p>
          <a:p>
            <a:pPr marL="343080" indent="-343080">
              <a:spcAft>
                <a:spcPts val="1650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400" strike="noStrike" u="none">
                <a:solidFill>
                  <a:srgbClr val="051540"/>
                </a:solidFill>
                <a:effectLst/>
                <a:uFillTx/>
                <a:latin typeface="Times New Roman"/>
              </a:rPr>
              <a:t>	</a:t>
            </a:r>
            <a:r>
              <a:rPr b="1" lang="en-IN" sz="2400" strike="noStrike" u="none">
                <a:solidFill>
                  <a:srgbClr val="051540"/>
                </a:solidFill>
                <a:effectLst/>
                <a:uFillTx/>
                <a:latin typeface="Times New Roman"/>
              </a:rPr>
              <a:t>Extra Time for Tests</a:t>
            </a:r>
            <a:r>
              <a:rPr b="1" lang="en-IN" sz="2400" strike="noStrike" u="none">
                <a:solidFill>
                  <a:srgbClr val="051540"/>
                </a:solidFill>
                <a:effectLst/>
                <a:uFillTx/>
                <a:latin typeface="Times New Roman"/>
              </a:rPr>
              <a:t>	</a:t>
            </a:r>
            <a:r>
              <a:rPr b="1" lang="en-IN" sz="2400" strike="noStrike" u="none">
                <a:solidFill>
                  <a:srgbClr val="051540"/>
                </a:solidFill>
                <a:effectLst/>
                <a:uFillTx/>
                <a:latin typeface="Times New Roman"/>
              </a:rPr>
              <a:t>	</a:t>
            </a:r>
            <a:r>
              <a:rPr b="1" lang="en-IN" sz="2400" strike="noStrike" u="none">
                <a:solidFill>
                  <a:srgbClr val="051540"/>
                </a:solidFill>
                <a:effectLst/>
                <a:uFillTx/>
                <a:latin typeface="Times New Roman"/>
              </a:rPr>
              <a:t>Light Switches </a:t>
            </a:r>
            <a:endParaRPr b="0" lang="en-IN" sz="2400" strike="noStrike" u="none">
              <a:solidFill>
                <a:srgbClr val="232323"/>
              </a:solidFill>
              <a:effectLst/>
              <a:uFillTx/>
              <a:latin typeface="Times New Roman"/>
            </a:endParaRPr>
          </a:p>
          <a:p>
            <a:pPr marL="343080" indent="-343080">
              <a:spcAft>
                <a:spcPts val="1650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400" strike="noStrike" u="none">
                <a:solidFill>
                  <a:srgbClr val="051540"/>
                </a:solidFill>
                <a:effectLst/>
                <a:uFillTx/>
                <a:latin typeface="Times New Roman"/>
              </a:rPr>
              <a:t>	</a:t>
            </a:r>
            <a:r>
              <a:rPr b="1" lang="en-IN" sz="2400" strike="noStrike" u="none">
                <a:solidFill>
                  <a:srgbClr val="051540"/>
                </a:solidFill>
                <a:effectLst/>
                <a:uFillTx/>
                <a:latin typeface="Times New Roman"/>
              </a:rPr>
              <a:t>Tests on Tape</a:t>
            </a:r>
            <a:r>
              <a:rPr b="1" lang="en-IN" sz="2400" strike="noStrike" u="none">
                <a:solidFill>
                  <a:srgbClr val="051540"/>
                </a:solidFill>
                <a:effectLst/>
                <a:uFillTx/>
                <a:latin typeface="Times New Roman"/>
              </a:rPr>
              <a:t>	</a:t>
            </a:r>
            <a:r>
              <a:rPr b="1" lang="en-IN" sz="2400" strike="noStrike" u="none">
                <a:solidFill>
                  <a:srgbClr val="051540"/>
                </a:solidFill>
                <a:effectLst/>
                <a:uFillTx/>
                <a:latin typeface="Times New Roman"/>
              </a:rPr>
              <a:t>	</a:t>
            </a:r>
            <a:r>
              <a:rPr b="1" lang="en-IN" sz="2400" strike="noStrike" u="none">
                <a:solidFill>
                  <a:srgbClr val="051540"/>
                </a:solidFill>
                <a:effectLst/>
                <a:uFillTx/>
                <a:latin typeface="Times New Roman"/>
              </a:rPr>
              <a:t>	</a:t>
            </a:r>
            <a:r>
              <a:rPr b="1" lang="en-IN" sz="2400" strike="noStrike" u="none">
                <a:solidFill>
                  <a:srgbClr val="051540"/>
                </a:solidFill>
                <a:effectLst/>
                <a:uFillTx/>
                <a:latin typeface="Times New Roman"/>
              </a:rPr>
              <a:t>Calculators</a:t>
            </a:r>
            <a:endParaRPr b="0" lang="en-IN" sz="2400" strike="noStrike" u="none">
              <a:solidFill>
                <a:srgbClr val="232323"/>
              </a:solidFill>
              <a:effectLst/>
              <a:uFillTx/>
              <a:latin typeface="Times New Roman"/>
            </a:endParaRPr>
          </a:p>
          <a:p>
            <a:pPr marL="343080" indent="-343080">
              <a:spcAft>
                <a:spcPts val="1650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400" strike="noStrike" u="none">
                <a:solidFill>
                  <a:srgbClr val="051540"/>
                </a:solidFill>
                <a:effectLst/>
                <a:uFillTx/>
                <a:latin typeface="Times New Roman"/>
              </a:rPr>
              <a:t>	</a:t>
            </a:r>
            <a:r>
              <a:rPr b="1" lang="en-IN" sz="2400" strike="noStrike" u="none">
                <a:solidFill>
                  <a:srgbClr val="051540"/>
                </a:solidFill>
                <a:effectLst/>
                <a:uFillTx/>
                <a:latin typeface="Times New Roman"/>
              </a:rPr>
              <a:t>Large Print Material</a:t>
            </a:r>
            <a:r>
              <a:rPr b="1" lang="en-IN" sz="2400" strike="noStrike" u="none">
                <a:solidFill>
                  <a:srgbClr val="051540"/>
                </a:solidFill>
                <a:effectLst/>
                <a:uFillTx/>
                <a:latin typeface="Times New Roman"/>
              </a:rPr>
              <a:t>	</a:t>
            </a:r>
            <a:r>
              <a:rPr b="1" lang="en-IN" sz="2400" strike="noStrike" u="none">
                <a:solidFill>
                  <a:srgbClr val="051540"/>
                </a:solidFill>
                <a:effectLst/>
                <a:uFillTx/>
                <a:latin typeface="Times New Roman"/>
              </a:rPr>
              <a:t>	</a:t>
            </a:r>
            <a:r>
              <a:rPr b="1" lang="en-IN" sz="2400" strike="noStrike" u="none">
                <a:solidFill>
                  <a:srgbClr val="051540"/>
                </a:solidFill>
                <a:effectLst/>
                <a:uFillTx/>
                <a:latin typeface="Times New Roman"/>
              </a:rPr>
              <a:t>Accessibility</a:t>
            </a:r>
            <a:endParaRPr b="0" lang="en-IN" sz="2400" strike="noStrike" u="none">
              <a:solidFill>
                <a:srgbClr val="232323"/>
              </a:solidFill>
              <a:effectLst/>
              <a:uFillTx/>
              <a:latin typeface="Times New Roman"/>
            </a:endParaRPr>
          </a:p>
          <a:p>
            <a:pPr marL="343080" indent="-343080">
              <a:spcAft>
                <a:spcPts val="1650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400" strike="noStrike" u="none">
                <a:solidFill>
                  <a:srgbClr val="051540"/>
                </a:solidFill>
                <a:effectLst/>
                <a:uFillTx/>
                <a:latin typeface="Times New Roman"/>
              </a:rPr>
              <a:t>	</a:t>
            </a:r>
            <a:r>
              <a:rPr b="1" lang="en-IN" sz="2400" strike="noStrike" u="none">
                <a:solidFill>
                  <a:srgbClr val="051540"/>
                </a:solidFill>
                <a:effectLst/>
                <a:uFillTx/>
                <a:latin typeface="Times New Roman"/>
              </a:rPr>
              <a:t>Blocks Under Desk</a:t>
            </a:r>
            <a:r>
              <a:rPr b="1" lang="en-IN" sz="2400" strike="noStrike" u="none">
                <a:solidFill>
                  <a:srgbClr val="051540"/>
                </a:solidFill>
                <a:effectLst/>
                <a:uFillTx/>
                <a:latin typeface="Times New Roman"/>
              </a:rPr>
              <a:t>	</a:t>
            </a:r>
            <a:r>
              <a:rPr b="1" lang="en-IN" sz="2400" strike="noStrike" u="none">
                <a:solidFill>
                  <a:srgbClr val="051540"/>
                </a:solidFill>
                <a:effectLst/>
                <a:uFillTx/>
                <a:latin typeface="Times New Roman"/>
              </a:rPr>
              <a:t>	</a:t>
            </a:r>
            <a:r>
              <a:rPr b="1" lang="en-IN" sz="2400" strike="noStrike" u="none">
                <a:solidFill>
                  <a:srgbClr val="051540"/>
                </a:solidFill>
                <a:effectLst/>
                <a:uFillTx/>
                <a:latin typeface="Times New Roman"/>
              </a:rPr>
              <a:t>Note Takers</a:t>
            </a:r>
            <a:endParaRPr b="0" lang="en-IN" sz="2400" strike="noStrike" u="none">
              <a:solidFill>
                <a:srgbClr val="232323"/>
              </a:solidFill>
              <a:effectLst/>
              <a:uFillTx/>
              <a:latin typeface="Times New Roman"/>
            </a:endParaRPr>
          </a:p>
          <a:p>
            <a:pPr marL="343080" indent="-343080">
              <a:spcAft>
                <a:spcPts val="1650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400" strike="noStrike" u="none">
                <a:solidFill>
                  <a:srgbClr val="051540"/>
                </a:solidFill>
                <a:effectLst/>
                <a:uFillTx/>
                <a:latin typeface="Times New Roman"/>
              </a:rPr>
              <a:t>	</a:t>
            </a:r>
            <a:r>
              <a:rPr b="1" lang="en-IN" sz="2400" strike="noStrike" u="none">
                <a:solidFill>
                  <a:srgbClr val="051540"/>
                </a:solidFill>
                <a:effectLst/>
                <a:uFillTx/>
                <a:latin typeface="Times New Roman"/>
              </a:rPr>
              <a:t>Technical Assistance</a:t>
            </a:r>
            <a:r>
              <a:rPr b="1" lang="en-IN" sz="2400" strike="noStrike" u="none">
                <a:solidFill>
                  <a:srgbClr val="051540"/>
                </a:solidFill>
                <a:effectLst/>
                <a:uFillTx/>
                <a:latin typeface="Times New Roman"/>
              </a:rPr>
              <a:t>	</a:t>
            </a:r>
            <a:r>
              <a:rPr b="1" lang="en-IN" sz="2400" strike="noStrike" u="none">
                <a:solidFill>
                  <a:srgbClr val="051540"/>
                </a:solidFill>
                <a:effectLst/>
                <a:uFillTx/>
                <a:latin typeface="Times New Roman"/>
              </a:rPr>
              <a:t>	</a:t>
            </a:r>
            <a:r>
              <a:rPr b="1" lang="en-IN" sz="2400" strike="noStrike" u="none">
                <a:solidFill>
                  <a:srgbClr val="051540"/>
                </a:solidFill>
                <a:effectLst/>
                <a:uFillTx/>
                <a:latin typeface="Times New Roman"/>
              </a:rPr>
              <a:t>Flexible Schedule</a:t>
            </a:r>
            <a:endParaRPr b="0" lang="en-IN" sz="2400" strike="noStrike" u="none">
              <a:solidFill>
                <a:srgbClr val="232323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180" name=""/>
          <p:cNvGrpSpPr/>
          <p:nvPr/>
        </p:nvGrpSpPr>
        <p:grpSpPr>
          <a:xfrm>
            <a:off x="387360" y="1020600"/>
            <a:ext cx="4762440" cy="115920"/>
            <a:chOff x="387360" y="1020600"/>
            <a:chExt cx="4762440" cy="115920"/>
          </a:xfrm>
        </p:grpSpPr>
        <p:sp>
          <p:nvSpPr>
            <p:cNvPr id="181" name=""/>
            <p:cNvSpPr/>
            <p:nvPr/>
          </p:nvSpPr>
          <p:spPr>
            <a:xfrm>
              <a:off x="387360" y="1020600"/>
              <a:ext cx="4762440" cy="65160"/>
            </a:xfrm>
            <a:prstGeom prst="rect">
              <a:avLst/>
            </a:prstGeom>
            <a:solidFill>
              <a:srgbClr val="081f5e"/>
            </a:solidFill>
            <a:ln w="12600">
              <a:solidFill>
                <a:srgbClr val="081d5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18360" bIns="18360" anchor="ctr">
              <a:noAutofit/>
            </a:bodyPr>
            <a:p>
              <a:endParaRPr b="0" lang="en-IN" sz="2400" strike="noStrike" u="none">
                <a:solidFill>
                  <a:srgbClr val="232323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82" name=""/>
            <p:cNvSpPr/>
            <p:nvPr/>
          </p:nvSpPr>
          <p:spPr>
            <a:xfrm>
              <a:off x="554040" y="1038240"/>
              <a:ext cx="264960" cy="98280"/>
            </a:xfrm>
            <a:prstGeom prst="rect">
              <a:avLst/>
            </a:prstGeom>
            <a:solidFill>
              <a:srgbClr val="bc3700"/>
            </a:solidFill>
            <a:ln w="12600">
              <a:solidFill>
                <a:srgbClr val="0b20b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2400" strike="noStrike" u="none">
                <a:solidFill>
                  <a:srgbClr val="232323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83" name=""/>
            <p:cNvSpPr/>
            <p:nvPr/>
          </p:nvSpPr>
          <p:spPr>
            <a:xfrm>
              <a:off x="1165320" y="1038240"/>
              <a:ext cx="264960" cy="98280"/>
            </a:xfrm>
            <a:prstGeom prst="rect">
              <a:avLst/>
            </a:prstGeom>
            <a:solidFill>
              <a:srgbClr val="bc3700"/>
            </a:solidFill>
            <a:ln w="12600">
              <a:solidFill>
                <a:srgbClr val="0b20b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2400" strike="noStrike" u="none">
                <a:solidFill>
                  <a:srgbClr val="232323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84" name=""/>
            <p:cNvSpPr/>
            <p:nvPr/>
          </p:nvSpPr>
          <p:spPr>
            <a:xfrm>
              <a:off x="1774800" y="1038240"/>
              <a:ext cx="264960" cy="98280"/>
            </a:xfrm>
            <a:prstGeom prst="rect">
              <a:avLst/>
            </a:prstGeom>
            <a:solidFill>
              <a:srgbClr val="bc3700"/>
            </a:solidFill>
            <a:ln w="12600">
              <a:solidFill>
                <a:srgbClr val="0b20b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2400" strike="noStrike" u="none">
                <a:solidFill>
                  <a:srgbClr val="232323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85" name=""/>
            <p:cNvSpPr/>
            <p:nvPr/>
          </p:nvSpPr>
          <p:spPr>
            <a:xfrm>
              <a:off x="2386080" y="1038240"/>
              <a:ext cx="264960" cy="98280"/>
            </a:xfrm>
            <a:prstGeom prst="rect">
              <a:avLst/>
            </a:prstGeom>
            <a:solidFill>
              <a:srgbClr val="bc3700"/>
            </a:solidFill>
            <a:ln w="12600">
              <a:solidFill>
                <a:srgbClr val="0b20b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2400" strike="noStrike" u="none">
                <a:solidFill>
                  <a:srgbClr val="232323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86" name=""/>
            <p:cNvSpPr/>
            <p:nvPr/>
          </p:nvSpPr>
          <p:spPr>
            <a:xfrm>
              <a:off x="2941560" y="1038240"/>
              <a:ext cx="265320" cy="98280"/>
            </a:xfrm>
            <a:prstGeom prst="rect">
              <a:avLst/>
            </a:prstGeom>
            <a:solidFill>
              <a:srgbClr val="bc3700"/>
            </a:solidFill>
            <a:ln w="12600">
              <a:solidFill>
                <a:srgbClr val="0b20b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2400" strike="noStrike" u="none">
                <a:solidFill>
                  <a:srgbClr val="232323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87" name=""/>
            <p:cNvSpPr/>
            <p:nvPr/>
          </p:nvSpPr>
          <p:spPr>
            <a:xfrm>
              <a:off x="3552840" y="1038240"/>
              <a:ext cx="264960" cy="98280"/>
            </a:xfrm>
            <a:prstGeom prst="rect">
              <a:avLst/>
            </a:prstGeom>
            <a:solidFill>
              <a:srgbClr val="bc3700"/>
            </a:solidFill>
            <a:ln w="12600">
              <a:solidFill>
                <a:srgbClr val="0b20b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2400" strike="noStrike" u="none">
                <a:solidFill>
                  <a:srgbClr val="232323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88" name=""/>
            <p:cNvSpPr/>
            <p:nvPr/>
          </p:nvSpPr>
          <p:spPr>
            <a:xfrm>
              <a:off x="4162320" y="1038240"/>
              <a:ext cx="265320" cy="98280"/>
            </a:xfrm>
            <a:prstGeom prst="rect">
              <a:avLst/>
            </a:prstGeom>
            <a:solidFill>
              <a:srgbClr val="bc3700"/>
            </a:solidFill>
            <a:ln w="12600">
              <a:solidFill>
                <a:srgbClr val="0b20b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2400" strike="noStrike" u="none">
                <a:solidFill>
                  <a:srgbClr val="232323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89" name=""/>
            <p:cNvSpPr/>
            <p:nvPr/>
          </p:nvSpPr>
          <p:spPr>
            <a:xfrm>
              <a:off x="4773600" y="1038240"/>
              <a:ext cx="264960" cy="98280"/>
            </a:xfrm>
            <a:prstGeom prst="rect">
              <a:avLst/>
            </a:prstGeom>
            <a:solidFill>
              <a:srgbClr val="bc3700"/>
            </a:solidFill>
            <a:ln w="12600">
              <a:solidFill>
                <a:srgbClr val="0b20b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2400" strike="noStrike" u="none">
                <a:solidFill>
                  <a:srgbClr val="232323"/>
                </a:solidFill>
                <a:effectLst/>
                <a:uFillTx/>
                <a:latin typeface="Times New Roman"/>
              </a:endParaRPr>
            </a:p>
          </p:txBody>
        </p:sp>
      </p:grpSp>
    </p:spTree>
  </p:cSld>
  <p:transition spd="slow">
    <p:pull dir="r"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d8a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"/>
          <p:cNvSpPr/>
          <p:nvPr/>
        </p:nvSpPr>
        <p:spPr>
          <a:xfrm>
            <a:off x="68580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IN" sz="2400" strike="noStrike" u="none">
              <a:solidFill>
                <a:srgbClr val="232323"/>
              </a:solidFill>
              <a:effectLst/>
              <a:uFillTx/>
              <a:latin typeface="Times New Roman"/>
            </a:endParaRPr>
          </a:p>
        </p:txBody>
      </p:sp>
      <p:sp>
        <p:nvSpPr>
          <p:cNvPr id="191" name=""/>
          <p:cNvSpPr/>
          <p:nvPr/>
        </p:nvSpPr>
        <p:spPr>
          <a:xfrm>
            <a:off x="3124080" y="6248520"/>
            <a:ext cx="289584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IN" sz="2400" strike="noStrike" u="none">
              <a:solidFill>
                <a:srgbClr val="232323"/>
              </a:solidFill>
              <a:effectLst/>
              <a:uFillTx/>
              <a:latin typeface="Times New Roman"/>
            </a:endParaRPr>
          </a:p>
        </p:txBody>
      </p:sp>
      <p:sp>
        <p:nvSpPr>
          <p:cNvPr id="192" name="PlaceHolder 1"/>
          <p:cNvSpPr>
            <a:spLocks noGrp="1"/>
          </p:cNvSpPr>
          <p:nvPr>
            <p:ph type="title"/>
          </p:nvPr>
        </p:nvSpPr>
        <p:spPr>
          <a:xfrm>
            <a:off x="304920" y="304920"/>
            <a:ext cx="4495680" cy="761760"/>
          </a:xfrm>
          <a:prstGeom prst="rect">
            <a:avLst/>
          </a:prstGeom>
          <a:noFill/>
          <a:ln w="0">
            <a:noFill/>
          </a:ln>
        </p:spPr>
        <p:txBody>
          <a:bodyPr lIns="90360" rIns="90360" tIns="44280" bIns="4428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trike="noStrike" u="none">
                <a:solidFill>
                  <a:srgbClr val="051540"/>
                </a:solidFill>
                <a:effectLst/>
                <a:uFillTx/>
                <a:latin typeface="Arial"/>
              </a:rPr>
              <a:t>Undue Hardship</a:t>
            </a:r>
            <a:endParaRPr b="0" lang="en-IN" sz="4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3" name="PlaceHolder 2"/>
          <p:cNvSpPr>
            <a:spLocks noGrp="1"/>
          </p:cNvSpPr>
          <p:nvPr>
            <p:ph/>
          </p:nvPr>
        </p:nvSpPr>
        <p:spPr>
          <a:xfrm>
            <a:off x="1600200" y="1676520"/>
            <a:ext cx="6477120" cy="4114800"/>
          </a:xfrm>
          <a:prstGeom prst="rect">
            <a:avLst/>
          </a:prstGeom>
          <a:noFill/>
          <a:ln w="0">
            <a:noFill/>
          </a:ln>
        </p:spPr>
        <p:txBody>
          <a:bodyPr lIns="90360" rIns="90360" tIns="44280" bIns="44280" anchor="t">
            <a:normAutofit/>
          </a:bodyPr>
          <a:p>
            <a:pPr marL="343080" indent="0">
              <a:spcAft>
                <a:spcPts val="2001"/>
              </a:spcAft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trike="noStrike" u="none">
              <a:solidFill>
                <a:srgbClr val="232323"/>
              </a:solidFill>
              <a:effectLst/>
              <a:uFillTx/>
              <a:latin typeface="Times New Roman"/>
            </a:endParaRPr>
          </a:p>
          <a:p>
            <a:pPr marL="343080" indent="-343080">
              <a:spcAft>
                <a:spcPts val="2001"/>
              </a:spcAft>
              <a:buClr>
                <a:srgbClr val="0b20bf"/>
              </a:buClr>
              <a:buSzPct val="75000"/>
              <a:buFont typeface="Monotype Sorts" charset="2"/>
              <a:buChar char="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trike="noStrike" u="none">
                <a:solidFill>
                  <a:srgbClr val="051540"/>
                </a:solidFill>
                <a:effectLst/>
                <a:uFillTx/>
                <a:latin typeface="Times New Roman"/>
              </a:rPr>
              <a:t>Size of Business</a:t>
            </a:r>
            <a:endParaRPr b="0" lang="en-IN" sz="3200" strike="noStrike" u="none">
              <a:solidFill>
                <a:srgbClr val="232323"/>
              </a:solidFill>
              <a:effectLst/>
              <a:uFillTx/>
              <a:latin typeface="Times New Roman"/>
            </a:endParaRPr>
          </a:p>
          <a:p>
            <a:pPr marL="343080" indent="-343080">
              <a:spcAft>
                <a:spcPts val="2001"/>
              </a:spcAft>
              <a:buClr>
                <a:srgbClr val="0b20bf"/>
              </a:buClr>
              <a:buSzPct val="75000"/>
              <a:buFont typeface="Monotype Sorts" charset="2"/>
              <a:buChar char="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trike="noStrike" u="none">
                <a:solidFill>
                  <a:srgbClr val="051540"/>
                </a:solidFill>
                <a:effectLst/>
                <a:uFillTx/>
                <a:latin typeface="Times New Roman"/>
              </a:rPr>
              <a:t>Financial Resources</a:t>
            </a:r>
            <a:endParaRPr b="0" lang="en-IN" sz="3200" strike="noStrike" u="none">
              <a:solidFill>
                <a:srgbClr val="232323"/>
              </a:solidFill>
              <a:effectLst/>
              <a:uFillTx/>
              <a:latin typeface="Times New Roman"/>
            </a:endParaRPr>
          </a:p>
          <a:p>
            <a:pPr marL="343080" indent="-343080">
              <a:spcAft>
                <a:spcPts val="2001"/>
              </a:spcAft>
              <a:buClr>
                <a:srgbClr val="0b20bf"/>
              </a:buClr>
              <a:buSzPct val="75000"/>
              <a:buFont typeface="Monotype Sorts" charset="2"/>
              <a:buChar char="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trike="noStrike" u="none">
                <a:solidFill>
                  <a:srgbClr val="051540"/>
                </a:solidFill>
                <a:effectLst/>
                <a:uFillTx/>
                <a:latin typeface="Times New Roman"/>
              </a:rPr>
              <a:t>Cost of Accommodation </a:t>
            </a:r>
            <a:endParaRPr b="0" lang="en-IN" sz="3200" strike="noStrike" u="none">
              <a:solidFill>
                <a:srgbClr val="232323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194" name=""/>
          <p:cNvGrpSpPr/>
          <p:nvPr/>
        </p:nvGrpSpPr>
        <p:grpSpPr>
          <a:xfrm>
            <a:off x="387360" y="1028880"/>
            <a:ext cx="4508640" cy="107640"/>
            <a:chOff x="387360" y="1028880"/>
            <a:chExt cx="4508640" cy="107640"/>
          </a:xfrm>
        </p:grpSpPr>
        <p:sp>
          <p:nvSpPr>
            <p:cNvPr id="195" name=""/>
            <p:cNvSpPr/>
            <p:nvPr/>
          </p:nvSpPr>
          <p:spPr>
            <a:xfrm>
              <a:off x="387360" y="1028880"/>
              <a:ext cx="4508640" cy="60120"/>
            </a:xfrm>
            <a:prstGeom prst="rect">
              <a:avLst/>
            </a:prstGeom>
            <a:solidFill>
              <a:srgbClr val="081f5e"/>
            </a:solidFill>
            <a:ln w="12600">
              <a:solidFill>
                <a:srgbClr val="081d5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13320" bIns="13320" anchor="ctr">
              <a:noAutofit/>
            </a:bodyPr>
            <a:p>
              <a:endParaRPr b="0" lang="en-IN" sz="2400" strike="noStrike" u="none">
                <a:solidFill>
                  <a:srgbClr val="232323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96" name=""/>
            <p:cNvSpPr/>
            <p:nvPr/>
          </p:nvSpPr>
          <p:spPr>
            <a:xfrm>
              <a:off x="544680" y="1044720"/>
              <a:ext cx="250560" cy="91800"/>
            </a:xfrm>
            <a:prstGeom prst="rect">
              <a:avLst/>
            </a:prstGeom>
            <a:solidFill>
              <a:srgbClr val="bc3700"/>
            </a:solidFill>
            <a:ln w="12600">
              <a:solidFill>
                <a:srgbClr val="0b20b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en-IN" sz="2400" strike="noStrike" u="none">
                <a:solidFill>
                  <a:srgbClr val="232323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97" name=""/>
            <p:cNvSpPr/>
            <p:nvPr/>
          </p:nvSpPr>
          <p:spPr>
            <a:xfrm>
              <a:off x="1123920" y="1044720"/>
              <a:ext cx="249120" cy="91800"/>
            </a:xfrm>
            <a:prstGeom prst="rect">
              <a:avLst/>
            </a:prstGeom>
            <a:solidFill>
              <a:srgbClr val="bc3700"/>
            </a:solidFill>
            <a:ln w="12600">
              <a:solidFill>
                <a:srgbClr val="0b20b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en-IN" sz="2400" strike="noStrike" u="none">
                <a:solidFill>
                  <a:srgbClr val="232323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98" name=""/>
            <p:cNvSpPr/>
            <p:nvPr/>
          </p:nvSpPr>
          <p:spPr>
            <a:xfrm>
              <a:off x="1701720" y="1044720"/>
              <a:ext cx="249480" cy="91800"/>
            </a:xfrm>
            <a:prstGeom prst="rect">
              <a:avLst/>
            </a:prstGeom>
            <a:solidFill>
              <a:srgbClr val="bc3700"/>
            </a:solidFill>
            <a:ln w="12600">
              <a:solidFill>
                <a:srgbClr val="0b20b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en-IN" sz="2400" strike="noStrike" u="none">
                <a:solidFill>
                  <a:srgbClr val="232323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99" name=""/>
            <p:cNvSpPr/>
            <p:nvPr/>
          </p:nvSpPr>
          <p:spPr>
            <a:xfrm>
              <a:off x="2279520" y="1044720"/>
              <a:ext cx="250920" cy="91800"/>
            </a:xfrm>
            <a:prstGeom prst="rect">
              <a:avLst/>
            </a:prstGeom>
            <a:solidFill>
              <a:srgbClr val="bc3700"/>
            </a:solidFill>
            <a:ln w="12600">
              <a:solidFill>
                <a:srgbClr val="0b20b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en-IN" sz="2400" strike="noStrike" u="none">
                <a:solidFill>
                  <a:srgbClr val="232323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00" name=""/>
            <p:cNvSpPr/>
            <p:nvPr/>
          </p:nvSpPr>
          <p:spPr>
            <a:xfrm>
              <a:off x="2805120" y="1044720"/>
              <a:ext cx="250920" cy="91800"/>
            </a:xfrm>
            <a:prstGeom prst="rect">
              <a:avLst/>
            </a:prstGeom>
            <a:solidFill>
              <a:srgbClr val="bc3700"/>
            </a:solidFill>
            <a:ln w="12600">
              <a:solidFill>
                <a:srgbClr val="0b20b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en-IN" sz="2400" strike="noStrike" u="none">
                <a:solidFill>
                  <a:srgbClr val="232323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01" name=""/>
            <p:cNvSpPr/>
            <p:nvPr/>
          </p:nvSpPr>
          <p:spPr>
            <a:xfrm>
              <a:off x="3384720" y="1044720"/>
              <a:ext cx="249120" cy="91800"/>
            </a:xfrm>
            <a:prstGeom prst="rect">
              <a:avLst/>
            </a:prstGeom>
            <a:solidFill>
              <a:srgbClr val="bc3700"/>
            </a:solidFill>
            <a:ln w="12600">
              <a:solidFill>
                <a:srgbClr val="0b20b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en-IN" sz="2400" strike="noStrike" u="none">
                <a:solidFill>
                  <a:srgbClr val="232323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02" name=""/>
            <p:cNvSpPr/>
            <p:nvPr/>
          </p:nvSpPr>
          <p:spPr>
            <a:xfrm>
              <a:off x="3962520" y="1044720"/>
              <a:ext cx="249120" cy="91800"/>
            </a:xfrm>
            <a:prstGeom prst="rect">
              <a:avLst/>
            </a:prstGeom>
            <a:solidFill>
              <a:srgbClr val="bc3700"/>
            </a:solidFill>
            <a:ln w="12600">
              <a:solidFill>
                <a:srgbClr val="0b20b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en-IN" sz="2400" strike="noStrike" u="none">
                <a:solidFill>
                  <a:srgbClr val="232323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03" name=""/>
            <p:cNvSpPr/>
            <p:nvPr/>
          </p:nvSpPr>
          <p:spPr>
            <a:xfrm>
              <a:off x="4540320" y="1044720"/>
              <a:ext cx="250920" cy="91800"/>
            </a:xfrm>
            <a:prstGeom prst="rect">
              <a:avLst/>
            </a:prstGeom>
            <a:solidFill>
              <a:srgbClr val="bc3700"/>
            </a:solidFill>
            <a:ln w="12600">
              <a:solidFill>
                <a:srgbClr val="0b20b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en-IN" sz="2400" strike="noStrike" u="none">
                <a:solidFill>
                  <a:srgbClr val="232323"/>
                </a:solidFill>
                <a:effectLst/>
                <a:uFillTx/>
                <a:latin typeface="Times New Roman"/>
              </a:endParaRPr>
            </a:p>
          </p:txBody>
        </p:sp>
      </p:grpSp>
    </p:spTree>
  </p:cSld>
  <p:transition spd="slow">
    <p:pull dir="l"/>
  </p:transition>
  <p:timing>
    <p:tnLst>
      <p:par>
        <p:cTn id="106" dur="indefinite" restart="never" nodeType="tmRoot">
          <p:childTnLst>
            <p:seq>
              <p:cTn id="107" dur="indefinite" nodeType="mainSeq">
                <p:childTnLst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nodeType="clickEffect" fill="hold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19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19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nodeType="clickEffect" fill="hold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19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19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nodeType="clickEffect" fill="hold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4" dur="500" fill="hold"/>
                                        <p:tgtEl>
                                          <p:spTgt spid="19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5" dur="500" fill="hold"/>
                                        <p:tgtEl>
                                          <p:spTgt spid="19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d8a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"/>
          <p:cNvSpPr/>
          <p:nvPr/>
        </p:nvSpPr>
        <p:spPr>
          <a:xfrm>
            <a:off x="68580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IN" sz="2400" strike="noStrike" u="none">
              <a:solidFill>
                <a:srgbClr val="232323"/>
              </a:solidFill>
              <a:effectLst/>
              <a:uFillTx/>
              <a:latin typeface="Times New Roman"/>
            </a:endParaRPr>
          </a:p>
        </p:txBody>
      </p:sp>
      <p:sp>
        <p:nvSpPr>
          <p:cNvPr id="205" name=""/>
          <p:cNvSpPr/>
          <p:nvPr/>
        </p:nvSpPr>
        <p:spPr>
          <a:xfrm>
            <a:off x="3124080" y="6248520"/>
            <a:ext cx="289584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IN" sz="2400" strike="noStrike" u="none">
              <a:solidFill>
                <a:srgbClr val="232323"/>
              </a:solidFill>
              <a:effectLst/>
              <a:uFillTx/>
              <a:latin typeface="Times New Roman"/>
            </a:endParaRPr>
          </a:p>
        </p:txBody>
      </p:sp>
      <p:sp>
        <p:nvSpPr>
          <p:cNvPr id="206" name="PlaceHolder 1"/>
          <p:cNvSpPr>
            <a:spLocks noGrp="1"/>
          </p:cNvSpPr>
          <p:nvPr>
            <p:ph type="title"/>
          </p:nvPr>
        </p:nvSpPr>
        <p:spPr>
          <a:xfrm>
            <a:off x="304920" y="380520"/>
            <a:ext cx="5410080" cy="1143000"/>
          </a:xfrm>
          <a:prstGeom prst="rect">
            <a:avLst/>
          </a:prstGeom>
          <a:noFill/>
          <a:ln w="0">
            <a:noFill/>
          </a:ln>
        </p:spPr>
        <p:txBody>
          <a:bodyPr lIns="90360" rIns="90360" tIns="44280" bIns="4428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trike="noStrike" u="none">
                <a:solidFill>
                  <a:srgbClr val="051540"/>
                </a:solidFill>
                <a:effectLst/>
                <a:uFillTx/>
                <a:latin typeface="Arial"/>
              </a:rPr>
              <a:t>Title IV</a:t>
            </a:r>
            <a:br>
              <a:rPr sz="4000"/>
            </a:br>
            <a:r>
              <a:rPr b="1" lang="en-IN" sz="4000" strike="noStrike" u="none">
                <a:solidFill>
                  <a:srgbClr val="051540"/>
                </a:solidFill>
                <a:effectLst/>
                <a:uFillTx/>
                <a:latin typeface="Arial"/>
              </a:rPr>
              <a:t>Telecommunications</a:t>
            </a:r>
            <a:endParaRPr b="0" lang="en-IN" sz="4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7" name="PlaceHolder 2"/>
          <p:cNvSpPr>
            <a:spLocks noGrp="1"/>
          </p:cNvSpPr>
          <p:nvPr>
            <p:ph/>
          </p:nvPr>
        </p:nvSpPr>
        <p:spPr>
          <a:xfrm>
            <a:off x="1447560" y="2362320"/>
            <a:ext cx="6933960" cy="4114800"/>
          </a:xfrm>
          <a:prstGeom prst="rect">
            <a:avLst/>
          </a:prstGeom>
          <a:noFill/>
          <a:ln w="0">
            <a:noFill/>
          </a:ln>
        </p:spPr>
        <p:txBody>
          <a:bodyPr lIns="90360" rIns="90360" tIns="44280" bIns="44280" anchor="t">
            <a:normAutofit/>
          </a:bodyPr>
          <a:p>
            <a:pPr marL="343080" indent="-343080">
              <a:spcAft>
                <a:spcPts val="799"/>
              </a:spcAft>
              <a:buClr>
                <a:srgbClr val="0b20bf"/>
              </a:buClr>
              <a:buSzPct val="75000"/>
              <a:buFont typeface="Monotype Sorts" charset="2"/>
              <a:buChar char="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trike="noStrike" u="none">
                <a:solidFill>
                  <a:srgbClr val="051540"/>
                </a:solidFill>
                <a:effectLst/>
                <a:uFillTx/>
                <a:latin typeface="Times New Roman"/>
              </a:rPr>
              <a:t>Telecommunication Relay Services</a:t>
            </a:r>
            <a:endParaRPr b="0" lang="en-IN" sz="3200" strike="noStrike" u="none">
              <a:solidFill>
                <a:srgbClr val="232323"/>
              </a:solidFill>
              <a:effectLst/>
              <a:uFillTx/>
              <a:latin typeface="Times New Roman"/>
            </a:endParaRPr>
          </a:p>
          <a:p>
            <a:pPr marL="343080" indent="-343080">
              <a:spcAft>
                <a:spcPts val="799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trike="noStrike" u="none">
                <a:solidFill>
                  <a:srgbClr val="051540"/>
                </a:solidFill>
                <a:effectLst/>
                <a:uFillTx/>
                <a:latin typeface="Times New Roman"/>
              </a:rPr>
              <a:t>	</a:t>
            </a:r>
            <a:r>
              <a:rPr b="1" lang="en-IN" sz="3200" strike="noStrike" u="none">
                <a:solidFill>
                  <a:srgbClr val="051540"/>
                </a:solidFill>
                <a:effectLst/>
                <a:uFillTx/>
                <a:latin typeface="Times New Roman"/>
              </a:rPr>
              <a:t>	</a:t>
            </a:r>
            <a:r>
              <a:rPr b="1" lang="en-IN" sz="3200" strike="noStrike" u="none">
                <a:solidFill>
                  <a:srgbClr val="051540"/>
                </a:solidFill>
                <a:effectLst/>
                <a:uFillTx/>
                <a:latin typeface="Times New Roman"/>
              </a:rPr>
              <a:t>Voice &amp; TDD</a:t>
            </a:r>
            <a:endParaRPr b="0" lang="en-IN" sz="3200" strike="noStrike" u="none">
              <a:solidFill>
                <a:srgbClr val="232323"/>
              </a:solidFill>
              <a:effectLst/>
              <a:uFillTx/>
              <a:latin typeface="Times New Roman"/>
            </a:endParaRPr>
          </a:p>
          <a:p>
            <a:pPr marL="343080" indent="-343080">
              <a:spcAft>
                <a:spcPts val="240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trike="noStrike" u="none">
                <a:solidFill>
                  <a:srgbClr val="051540"/>
                </a:solidFill>
                <a:effectLst/>
                <a:uFillTx/>
                <a:latin typeface="Times New Roman"/>
              </a:rPr>
              <a:t>	</a:t>
            </a:r>
            <a:r>
              <a:rPr b="1" lang="en-IN" sz="3200" strike="noStrike" u="none">
                <a:solidFill>
                  <a:srgbClr val="051540"/>
                </a:solidFill>
                <a:effectLst/>
                <a:uFillTx/>
                <a:latin typeface="Times New Roman"/>
              </a:rPr>
              <a:t>	</a:t>
            </a:r>
            <a:r>
              <a:rPr b="1" lang="en-IN" sz="3200" strike="noStrike" u="none">
                <a:solidFill>
                  <a:srgbClr val="051540"/>
                </a:solidFill>
                <a:effectLst/>
                <a:uFillTx/>
                <a:latin typeface="Times New Roman"/>
              </a:rPr>
              <a:t>1-800-648-6057</a:t>
            </a:r>
            <a:endParaRPr b="0" lang="en-IN" sz="3200" strike="noStrike" u="none">
              <a:solidFill>
                <a:srgbClr val="232323"/>
              </a:solidFill>
              <a:effectLst/>
              <a:uFillTx/>
              <a:latin typeface="Times New Roman"/>
            </a:endParaRPr>
          </a:p>
          <a:p>
            <a:pPr marL="343080" indent="-343080">
              <a:spcAft>
                <a:spcPts val="1576"/>
              </a:spcAft>
              <a:buClr>
                <a:srgbClr val="0b20bf"/>
              </a:buClr>
              <a:buSzPct val="75000"/>
              <a:buFont typeface="Monotype Sorts" charset="2"/>
              <a:buChar char="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trike="noStrike" u="none">
                <a:solidFill>
                  <a:srgbClr val="051540"/>
                </a:solidFill>
                <a:effectLst/>
                <a:uFillTx/>
                <a:latin typeface="Times New Roman"/>
              </a:rPr>
              <a:t>Closed Captioning                          </a:t>
            </a:r>
            <a:r>
              <a:rPr b="1" i="1" lang="en-IN" sz="2800" strike="noStrike" u="none">
                <a:solidFill>
                  <a:srgbClr val="051540"/>
                </a:solidFill>
                <a:effectLst/>
                <a:uFillTx/>
                <a:latin typeface="Times New Roman"/>
              </a:rPr>
              <a:t>(Public Service Announcements)</a:t>
            </a:r>
            <a:endParaRPr b="0" lang="en-IN" sz="2800" strike="noStrike" u="none">
              <a:solidFill>
                <a:srgbClr val="232323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208" name=""/>
          <p:cNvGrpSpPr/>
          <p:nvPr/>
        </p:nvGrpSpPr>
        <p:grpSpPr>
          <a:xfrm>
            <a:off x="387360" y="1614600"/>
            <a:ext cx="5359320" cy="131760"/>
            <a:chOff x="387360" y="1614600"/>
            <a:chExt cx="5359320" cy="131760"/>
          </a:xfrm>
        </p:grpSpPr>
        <p:sp>
          <p:nvSpPr>
            <p:cNvPr id="209" name=""/>
            <p:cNvSpPr/>
            <p:nvPr/>
          </p:nvSpPr>
          <p:spPr>
            <a:xfrm>
              <a:off x="387360" y="1614600"/>
              <a:ext cx="5359320" cy="74520"/>
            </a:xfrm>
            <a:prstGeom prst="rect">
              <a:avLst/>
            </a:prstGeom>
            <a:solidFill>
              <a:srgbClr val="081f5e"/>
            </a:solidFill>
            <a:ln w="12600">
              <a:solidFill>
                <a:srgbClr val="081d5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7720" bIns="27720" anchor="ctr">
              <a:noAutofit/>
            </a:bodyPr>
            <a:p>
              <a:endParaRPr b="0" lang="en-IN" sz="2400" strike="noStrike" u="none">
                <a:solidFill>
                  <a:srgbClr val="232323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10" name=""/>
            <p:cNvSpPr/>
            <p:nvPr/>
          </p:nvSpPr>
          <p:spPr>
            <a:xfrm>
              <a:off x="574560" y="1633680"/>
              <a:ext cx="300240" cy="112680"/>
            </a:xfrm>
            <a:prstGeom prst="rect">
              <a:avLst/>
            </a:prstGeom>
            <a:solidFill>
              <a:srgbClr val="bc3700"/>
            </a:solidFill>
            <a:ln w="12600">
              <a:solidFill>
                <a:srgbClr val="0b20b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2400" strike="noStrike" u="none">
                <a:solidFill>
                  <a:srgbClr val="232323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11" name=""/>
            <p:cNvSpPr/>
            <p:nvPr/>
          </p:nvSpPr>
          <p:spPr>
            <a:xfrm>
              <a:off x="1262160" y="1633680"/>
              <a:ext cx="299880" cy="112680"/>
            </a:xfrm>
            <a:prstGeom prst="rect">
              <a:avLst/>
            </a:prstGeom>
            <a:solidFill>
              <a:srgbClr val="bc3700"/>
            </a:solidFill>
            <a:ln w="12600">
              <a:solidFill>
                <a:srgbClr val="0b20b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2400" strike="noStrike" u="none">
                <a:solidFill>
                  <a:srgbClr val="232323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12" name=""/>
            <p:cNvSpPr/>
            <p:nvPr/>
          </p:nvSpPr>
          <p:spPr>
            <a:xfrm>
              <a:off x="1949400" y="1633680"/>
              <a:ext cx="298440" cy="112680"/>
            </a:xfrm>
            <a:prstGeom prst="rect">
              <a:avLst/>
            </a:prstGeom>
            <a:solidFill>
              <a:srgbClr val="bc3700"/>
            </a:solidFill>
            <a:ln w="12600">
              <a:solidFill>
                <a:srgbClr val="0b20b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2400" strike="noStrike" u="none">
                <a:solidFill>
                  <a:srgbClr val="232323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13" name=""/>
            <p:cNvSpPr/>
            <p:nvPr/>
          </p:nvSpPr>
          <p:spPr>
            <a:xfrm>
              <a:off x="2637000" y="1633680"/>
              <a:ext cx="298440" cy="112680"/>
            </a:xfrm>
            <a:prstGeom prst="rect">
              <a:avLst/>
            </a:prstGeom>
            <a:solidFill>
              <a:srgbClr val="bc3700"/>
            </a:solidFill>
            <a:ln w="12600">
              <a:solidFill>
                <a:srgbClr val="0b20b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2400" strike="noStrike" u="none">
                <a:solidFill>
                  <a:srgbClr val="232323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14" name=""/>
            <p:cNvSpPr/>
            <p:nvPr/>
          </p:nvSpPr>
          <p:spPr>
            <a:xfrm>
              <a:off x="3260880" y="1633680"/>
              <a:ext cx="299880" cy="112680"/>
            </a:xfrm>
            <a:prstGeom prst="rect">
              <a:avLst/>
            </a:prstGeom>
            <a:solidFill>
              <a:srgbClr val="bc3700"/>
            </a:solidFill>
            <a:ln w="12600">
              <a:solidFill>
                <a:srgbClr val="0b20b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2400" strike="noStrike" u="none">
                <a:solidFill>
                  <a:srgbClr val="232323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15" name=""/>
            <p:cNvSpPr/>
            <p:nvPr/>
          </p:nvSpPr>
          <p:spPr>
            <a:xfrm>
              <a:off x="3948120" y="1633680"/>
              <a:ext cx="299880" cy="112680"/>
            </a:xfrm>
            <a:prstGeom prst="rect">
              <a:avLst/>
            </a:prstGeom>
            <a:solidFill>
              <a:srgbClr val="bc3700"/>
            </a:solidFill>
            <a:ln w="12600">
              <a:solidFill>
                <a:srgbClr val="0b20b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2400" strike="noStrike" u="none">
                <a:solidFill>
                  <a:srgbClr val="232323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16" name=""/>
            <p:cNvSpPr/>
            <p:nvPr/>
          </p:nvSpPr>
          <p:spPr>
            <a:xfrm>
              <a:off x="4635360" y="1633680"/>
              <a:ext cx="298440" cy="112680"/>
            </a:xfrm>
            <a:prstGeom prst="rect">
              <a:avLst/>
            </a:prstGeom>
            <a:solidFill>
              <a:srgbClr val="bc3700"/>
            </a:solidFill>
            <a:ln w="12600">
              <a:solidFill>
                <a:srgbClr val="0b20b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2400" strike="noStrike" u="none">
                <a:solidFill>
                  <a:srgbClr val="232323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17" name=""/>
            <p:cNvSpPr/>
            <p:nvPr/>
          </p:nvSpPr>
          <p:spPr>
            <a:xfrm>
              <a:off x="5322960" y="1633680"/>
              <a:ext cx="298440" cy="112680"/>
            </a:xfrm>
            <a:prstGeom prst="rect">
              <a:avLst/>
            </a:prstGeom>
            <a:solidFill>
              <a:srgbClr val="bc3700"/>
            </a:solidFill>
            <a:ln w="12600">
              <a:solidFill>
                <a:srgbClr val="0b20b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2400" strike="noStrike" u="none">
                <a:solidFill>
                  <a:srgbClr val="232323"/>
                </a:solidFill>
                <a:effectLst/>
                <a:uFillTx/>
                <a:latin typeface="Times New Roman"/>
              </a:endParaRPr>
            </a:p>
          </p:txBody>
        </p:sp>
      </p:grpSp>
    </p:spTree>
  </p:cSld>
  <p:transition spd="slow">
    <p:pull dir="r"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d8a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"/>
          <p:cNvSpPr/>
          <p:nvPr/>
        </p:nvSpPr>
        <p:spPr>
          <a:xfrm>
            <a:off x="68580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IN" sz="2400" strike="noStrike" u="none">
              <a:solidFill>
                <a:srgbClr val="232323"/>
              </a:solidFill>
              <a:effectLst/>
              <a:uFillTx/>
              <a:latin typeface="Times New Roman"/>
            </a:endParaRPr>
          </a:p>
        </p:txBody>
      </p:sp>
      <p:sp>
        <p:nvSpPr>
          <p:cNvPr id="219" name=""/>
          <p:cNvSpPr/>
          <p:nvPr/>
        </p:nvSpPr>
        <p:spPr>
          <a:xfrm>
            <a:off x="3124080" y="6248520"/>
            <a:ext cx="289584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IN" sz="2400" strike="noStrike" u="none">
              <a:solidFill>
                <a:srgbClr val="232323"/>
              </a:solidFill>
              <a:effectLst/>
              <a:uFillTx/>
              <a:latin typeface="Times New Roman"/>
            </a:endParaRPr>
          </a:p>
        </p:txBody>
      </p:sp>
      <p:sp>
        <p:nvSpPr>
          <p:cNvPr id="220" name="PlaceHolder 1"/>
          <p:cNvSpPr>
            <a:spLocks noGrp="1"/>
          </p:cNvSpPr>
          <p:nvPr>
            <p:ph type="title"/>
          </p:nvPr>
        </p:nvSpPr>
        <p:spPr>
          <a:xfrm>
            <a:off x="304920" y="304560"/>
            <a:ext cx="7772400" cy="1066680"/>
          </a:xfrm>
          <a:prstGeom prst="rect">
            <a:avLst/>
          </a:prstGeom>
          <a:noFill/>
          <a:ln w="0">
            <a:noFill/>
          </a:ln>
        </p:spPr>
        <p:txBody>
          <a:bodyPr lIns="90360" rIns="90360" tIns="44280" bIns="44280" anchor="ctr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br>
              <a:rPr sz="4400"/>
            </a:br>
            <a:r>
              <a:rPr b="1" lang="en-IN" sz="4000" strike="noStrike" u="none">
                <a:solidFill>
                  <a:srgbClr val="051540"/>
                </a:solidFill>
                <a:effectLst/>
                <a:uFillTx/>
                <a:latin typeface="Arial"/>
              </a:rPr>
              <a:t>TAX INCENTIVES</a:t>
            </a:r>
            <a:br>
              <a:rPr sz="4000"/>
            </a:br>
            <a:endParaRPr b="0" lang="en-IN" sz="4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1" name="PlaceHolder 2"/>
          <p:cNvSpPr>
            <a:spLocks noGrp="1"/>
          </p:cNvSpPr>
          <p:nvPr>
            <p:ph/>
          </p:nvPr>
        </p:nvSpPr>
        <p:spPr>
          <a:xfrm>
            <a:off x="762120" y="2133360"/>
            <a:ext cx="7772400" cy="3886200"/>
          </a:xfrm>
          <a:prstGeom prst="rect">
            <a:avLst/>
          </a:prstGeom>
          <a:noFill/>
          <a:ln w="0">
            <a:noFill/>
          </a:ln>
        </p:spPr>
        <p:txBody>
          <a:bodyPr lIns="90360" rIns="90360" tIns="44280" bIns="44280" anchor="t">
            <a:normAutofit fontScale="92500" lnSpcReduction="19999"/>
          </a:bodyPr>
          <a:p>
            <a:pPr marL="343080" indent="-343080">
              <a:lnSpc>
                <a:spcPct val="90000"/>
              </a:lnSpc>
              <a:spcBef>
                <a:spcPts val="799"/>
              </a:spcBef>
              <a:spcAft>
                <a:spcPts val="1199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trike="noStrike" u="sng">
                <a:solidFill>
                  <a:srgbClr val="232323"/>
                </a:solidFill>
                <a:effectLst/>
                <a:uFillTx/>
                <a:latin typeface="Tahoma"/>
                <a:ea typeface="Tahoma"/>
              </a:rPr>
              <a:t>SMALL BUSINESS TAX CREDIT: </a:t>
            </a:r>
            <a:endParaRPr b="0" lang="en-IN" sz="3200" strike="noStrike" u="none">
              <a:solidFill>
                <a:srgbClr val="232323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spcAft>
                <a:spcPts val="1199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trike="noStrike" u="sng">
                <a:solidFill>
                  <a:srgbClr val="232323"/>
                </a:solidFill>
                <a:effectLst/>
                <a:uFillTx/>
                <a:latin typeface="Tahoma"/>
                <a:ea typeface="Tahoma"/>
              </a:rPr>
              <a:t>IRS CODE SECTION 44, </a:t>
            </a:r>
            <a:endParaRPr b="0" lang="en-IN" sz="3200" strike="noStrike" u="none">
              <a:solidFill>
                <a:srgbClr val="232323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spcAft>
                <a:spcPts val="1199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trike="noStrike" u="sng">
                <a:solidFill>
                  <a:srgbClr val="232323"/>
                </a:solidFill>
                <a:effectLst/>
                <a:uFillTx/>
                <a:latin typeface="Tahoma"/>
                <a:ea typeface="Tahoma"/>
              </a:rPr>
              <a:t>DISABLED ACCESS CREDIT </a:t>
            </a:r>
            <a:endParaRPr b="0" lang="en-IN" sz="3200" strike="noStrike" u="none">
              <a:solidFill>
                <a:srgbClr val="232323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spcAft>
                <a:spcPts val="1199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trike="noStrike" u="none">
                <a:solidFill>
                  <a:srgbClr val="051540"/>
                </a:solidFill>
                <a:effectLst/>
                <a:uFillTx/>
                <a:latin typeface="Times New Roman"/>
                <a:ea typeface="Times New Roman"/>
              </a:rPr>
              <a:t>   </a:t>
            </a:r>
            <a:r>
              <a:rPr b="1" lang="en-IN" sz="3200" strike="noStrike" u="none">
                <a:solidFill>
                  <a:srgbClr val="051540"/>
                </a:solidFill>
                <a:effectLst/>
                <a:uFillTx/>
                <a:latin typeface="Tahoma"/>
                <a:ea typeface="Tahoma"/>
              </a:rPr>
              <a:t>SMALL BUSINESSES MAY TAKE AN ANNUAL TAX CREDIT FOR MAKING THEIR BUSINESSES ACCESSIBLE TO PERSONS WITH DISABILITIES. </a:t>
            </a:r>
            <a:br>
              <a:rPr sz="3200"/>
            </a:br>
            <a:br>
              <a:rPr sz="3200"/>
            </a:br>
            <a:endParaRPr b="0" lang="en-IN" sz="3200" strike="noStrike" u="none">
              <a:solidFill>
                <a:srgbClr val="232323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222" name=""/>
          <p:cNvGrpSpPr/>
          <p:nvPr/>
        </p:nvGrpSpPr>
        <p:grpSpPr>
          <a:xfrm>
            <a:off x="311040" y="1811160"/>
            <a:ext cx="6540480" cy="163800"/>
            <a:chOff x="311040" y="1811160"/>
            <a:chExt cx="6540480" cy="163800"/>
          </a:xfrm>
        </p:grpSpPr>
        <p:sp>
          <p:nvSpPr>
            <p:cNvPr id="223" name=""/>
            <p:cNvSpPr/>
            <p:nvPr/>
          </p:nvSpPr>
          <p:spPr>
            <a:xfrm>
              <a:off x="311040" y="1811160"/>
              <a:ext cx="6540480" cy="93960"/>
            </a:xfrm>
            <a:prstGeom prst="rect">
              <a:avLst/>
            </a:prstGeom>
            <a:solidFill>
              <a:srgbClr val="081f5e"/>
            </a:solidFill>
            <a:ln w="12600">
              <a:solidFill>
                <a:srgbClr val="081d5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2400" strike="noStrike" u="none">
                <a:solidFill>
                  <a:srgbClr val="232323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24" name=""/>
            <p:cNvSpPr/>
            <p:nvPr/>
          </p:nvSpPr>
          <p:spPr>
            <a:xfrm>
              <a:off x="539640" y="1835280"/>
              <a:ext cx="368280" cy="139680"/>
            </a:xfrm>
            <a:prstGeom prst="rect">
              <a:avLst/>
            </a:prstGeom>
            <a:solidFill>
              <a:srgbClr val="bc3700"/>
            </a:solidFill>
            <a:ln w="12600">
              <a:solidFill>
                <a:srgbClr val="0b20b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2400" strike="noStrike" u="none">
                <a:solidFill>
                  <a:srgbClr val="232323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25" name=""/>
            <p:cNvSpPr/>
            <p:nvPr/>
          </p:nvSpPr>
          <p:spPr>
            <a:xfrm>
              <a:off x="1378080" y="1835280"/>
              <a:ext cx="368280" cy="139680"/>
            </a:xfrm>
            <a:prstGeom prst="rect">
              <a:avLst/>
            </a:prstGeom>
            <a:solidFill>
              <a:srgbClr val="bc3700"/>
            </a:solidFill>
            <a:ln w="12600">
              <a:solidFill>
                <a:srgbClr val="0b20b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2400" strike="noStrike" u="none">
                <a:solidFill>
                  <a:srgbClr val="232323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26" name=""/>
            <p:cNvSpPr/>
            <p:nvPr/>
          </p:nvSpPr>
          <p:spPr>
            <a:xfrm>
              <a:off x="2216160" y="1835280"/>
              <a:ext cx="368280" cy="139680"/>
            </a:xfrm>
            <a:prstGeom prst="rect">
              <a:avLst/>
            </a:prstGeom>
            <a:solidFill>
              <a:srgbClr val="bc3700"/>
            </a:solidFill>
            <a:ln w="12600">
              <a:solidFill>
                <a:srgbClr val="0b20b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2400" strike="noStrike" u="none">
                <a:solidFill>
                  <a:srgbClr val="232323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27" name=""/>
            <p:cNvSpPr/>
            <p:nvPr/>
          </p:nvSpPr>
          <p:spPr>
            <a:xfrm>
              <a:off x="3054240" y="1835280"/>
              <a:ext cx="368280" cy="139680"/>
            </a:xfrm>
            <a:prstGeom prst="rect">
              <a:avLst/>
            </a:prstGeom>
            <a:solidFill>
              <a:srgbClr val="bc3700"/>
            </a:solidFill>
            <a:ln w="12600">
              <a:solidFill>
                <a:srgbClr val="0b20b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2400" strike="noStrike" u="none">
                <a:solidFill>
                  <a:srgbClr val="232323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28" name=""/>
            <p:cNvSpPr/>
            <p:nvPr/>
          </p:nvSpPr>
          <p:spPr>
            <a:xfrm>
              <a:off x="3816360" y="1835280"/>
              <a:ext cx="368280" cy="139680"/>
            </a:xfrm>
            <a:prstGeom prst="rect">
              <a:avLst/>
            </a:prstGeom>
            <a:solidFill>
              <a:srgbClr val="bc3700"/>
            </a:solidFill>
            <a:ln w="12600">
              <a:solidFill>
                <a:srgbClr val="0b20b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2400" strike="noStrike" u="none">
                <a:solidFill>
                  <a:srgbClr val="232323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29" name=""/>
            <p:cNvSpPr/>
            <p:nvPr/>
          </p:nvSpPr>
          <p:spPr>
            <a:xfrm>
              <a:off x="4654440" y="1835280"/>
              <a:ext cx="368280" cy="139680"/>
            </a:xfrm>
            <a:prstGeom prst="rect">
              <a:avLst/>
            </a:prstGeom>
            <a:solidFill>
              <a:srgbClr val="bc3700"/>
            </a:solidFill>
            <a:ln w="12600">
              <a:solidFill>
                <a:srgbClr val="0b20b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2400" strike="noStrike" u="none">
                <a:solidFill>
                  <a:srgbClr val="232323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30" name=""/>
            <p:cNvSpPr/>
            <p:nvPr/>
          </p:nvSpPr>
          <p:spPr>
            <a:xfrm>
              <a:off x="5492880" y="1835280"/>
              <a:ext cx="368280" cy="139680"/>
            </a:xfrm>
            <a:prstGeom prst="rect">
              <a:avLst/>
            </a:prstGeom>
            <a:solidFill>
              <a:srgbClr val="bc3700"/>
            </a:solidFill>
            <a:ln w="12600">
              <a:solidFill>
                <a:srgbClr val="0b20b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2400" strike="noStrike" u="none">
                <a:solidFill>
                  <a:srgbClr val="232323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31" name=""/>
            <p:cNvSpPr/>
            <p:nvPr/>
          </p:nvSpPr>
          <p:spPr>
            <a:xfrm>
              <a:off x="6330960" y="1835280"/>
              <a:ext cx="368280" cy="139680"/>
            </a:xfrm>
            <a:prstGeom prst="rect">
              <a:avLst/>
            </a:prstGeom>
            <a:solidFill>
              <a:srgbClr val="bc3700"/>
            </a:solidFill>
            <a:ln w="12600">
              <a:solidFill>
                <a:srgbClr val="0b20b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2400" strike="noStrike" u="none">
                <a:solidFill>
                  <a:srgbClr val="232323"/>
                </a:solidFill>
                <a:effectLst/>
                <a:uFillTx/>
                <a:latin typeface="Times New Roman"/>
              </a:endParaRPr>
            </a:p>
          </p:txBody>
        </p:sp>
      </p:grpSp>
    </p:spTree>
  </p:cSld>
  <p:transition spd="slow">
    <p:pull dir="l"/>
  </p:transition>
  <p:timing>
    <p:tnLst>
      <p:par>
        <p:cTn id="126" dur="indefinite" restart="never" nodeType="tmRoot">
          <p:childTnLst>
            <p:seq>
              <p:cTn id="127" dur="indefinite" nodeType="mainSeq">
                <p:childTnLst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nodeType="clickEffect" fill="hold" presetClass="entr" presetID="2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32" dur="1000" fill="hold"/>
                                        <p:tgtEl>
                                          <p:spTgt spid="2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90"/>
                                          </p:val>
                                        </p:tav>
                                        <p:tav tm="80000">
                                          <p:val>
                                            <p:strVal val="90"/>
                                          </p:val>
                                        </p:tav>
                                        <p:tav tm="80000">
                                          <p:val>
                                            <p:strVal val="90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33" dur="1000" fill="hold"/>
                                        <p:tgtEl>
                                          <p:spTgt spid="2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-1"/>
                                          </p:val>
                                        </p:tav>
                                        <p:tav tm="50000">
                                          <p:val>
                                            <p:strVal val="0.94999998807907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34" dur="1000" fill="hold"/>
                                        <p:tgtEl>
                                          <p:spTgt spid="2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135" dur="1000"/>
                                        <p:tgtEl>
                                          <p:spTgt spid="2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nodeType="clickEffect" fill="hold" presetClass="entr" presetID="2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out)" transition="in">
                                      <p:cBhvr additive="repl">
                                        <p:cTn id="140" dur="500"/>
                                        <p:tgtEl>
                                          <p:spTgt spid="2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nodeType="clickEffect" fill="hold" presetClass="entr" presetID="2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45" dur="15000" fill="hold"/>
                                        <p:tgtEl>
                                          <p:spTgt spid="2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46" dur="15000" fill="hold"/>
                                        <p:tgtEl>
                                          <p:spTgt spid="2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nodeType="clickEffect" fill="hold" presetClass="entr" presetID="2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51" dur="2000"/>
                                        <p:tgtEl>
                                          <p:spTgt spid="2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152" dur="2000" fill="hold"/>
                                        <p:tgtEl>
                                          <p:spTgt spid="2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width*sin(2.5*pi*$)" tm="0">
                                          <p:val>
                                            <p:strVal val="0"/>
                                          </p:val>
                                        </p:tav>
                                        <p:tav fmla="width*sin(2.5*pi*$)"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53" dur="2000" fill="hold"/>
                                        <p:tgtEl>
                                          <p:spTgt spid="2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d8a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"/>
          <p:cNvSpPr/>
          <p:nvPr/>
        </p:nvSpPr>
        <p:spPr>
          <a:xfrm>
            <a:off x="68580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IN" sz="2400" strike="noStrike" u="none">
              <a:solidFill>
                <a:srgbClr val="232323"/>
              </a:solidFill>
              <a:effectLst/>
              <a:uFillTx/>
              <a:latin typeface="Times New Roman"/>
            </a:endParaRPr>
          </a:p>
        </p:txBody>
      </p:sp>
      <p:sp>
        <p:nvSpPr>
          <p:cNvPr id="233" name=""/>
          <p:cNvSpPr/>
          <p:nvPr/>
        </p:nvSpPr>
        <p:spPr>
          <a:xfrm>
            <a:off x="3124080" y="6248520"/>
            <a:ext cx="289584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IN" sz="2400" strike="noStrike" u="none">
              <a:solidFill>
                <a:srgbClr val="232323"/>
              </a:solidFill>
              <a:effectLst/>
              <a:uFillTx/>
              <a:latin typeface="Times New Roman"/>
            </a:endParaRPr>
          </a:p>
        </p:txBody>
      </p:sp>
      <p:sp>
        <p:nvSpPr>
          <p:cNvPr id="234" name="PlaceHolder 1"/>
          <p:cNvSpPr>
            <a:spLocks noGrp="1"/>
          </p:cNvSpPr>
          <p:nvPr>
            <p:ph type="title"/>
          </p:nvPr>
        </p:nvSpPr>
        <p:spPr>
          <a:xfrm>
            <a:off x="196560" y="0"/>
            <a:ext cx="7118280" cy="1936800"/>
          </a:xfrm>
          <a:prstGeom prst="rect">
            <a:avLst/>
          </a:prstGeom>
          <a:noFill/>
          <a:ln w="0">
            <a:noFill/>
          </a:ln>
        </p:spPr>
        <p:txBody>
          <a:bodyPr lIns="90360" rIns="90360" tIns="44280" bIns="4428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trike="noStrike" u="none">
                <a:solidFill>
                  <a:srgbClr val="051540"/>
                </a:solidFill>
                <a:effectLst/>
                <a:uFillTx/>
                <a:latin typeface="Arial"/>
              </a:rPr>
              <a:t>TAX INCENTIVES</a:t>
            </a:r>
            <a:endParaRPr b="0" lang="en-IN" sz="4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5" name="PlaceHolder 2"/>
          <p:cNvSpPr>
            <a:spLocks noGrp="1"/>
          </p:cNvSpPr>
          <p:nvPr>
            <p:ph/>
          </p:nvPr>
        </p:nvSpPr>
        <p:spPr>
          <a:xfrm>
            <a:off x="761760" y="1371600"/>
            <a:ext cx="7924680" cy="4572000"/>
          </a:xfrm>
          <a:prstGeom prst="rect">
            <a:avLst/>
          </a:prstGeom>
          <a:noFill/>
          <a:ln w="0">
            <a:noFill/>
          </a:ln>
        </p:spPr>
        <p:txBody>
          <a:bodyPr lIns="90360" rIns="90360" tIns="44280" bIns="44280" anchor="t">
            <a:normAutofit fontScale="77500" lnSpcReduction="19999"/>
          </a:bodyPr>
          <a:p>
            <a:pPr marL="343080" indent="-343080">
              <a:lnSpc>
                <a:spcPct val="90000"/>
              </a:lnSpc>
              <a:spcBef>
                <a:spcPts val="799"/>
              </a:spcBef>
              <a:spcAft>
                <a:spcPts val="1199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trike="noStrike" u="none">
              <a:solidFill>
                <a:srgbClr val="232323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spcAft>
                <a:spcPts val="1199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trike="noStrike" u="none">
                <a:solidFill>
                  <a:srgbClr val="051540"/>
                </a:solidFill>
                <a:effectLst/>
                <a:uFillTx/>
                <a:latin typeface="Tahoma"/>
                <a:ea typeface="Tahoma"/>
              </a:rPr>
              <a:t>   WHO IS ELIGIBLE? </a:t>
            </a:r>
            <a:endParaRPr b="0" lang="en-IN" sz="3200" strike="noStrike" u="none">
              <a:solidFill>
                <a:srgbClr val="232323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spcAft>
                <a:spcPts val="1199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trike="noStrike" u="none">
                <a:solidFill>
                  <a:srgbClr val="051540"/>
                </a:solidFill>
                <a:effectLst/>
                <a:uFillTx/>
                <a:latin typeface="Tahoma"/>
                <a:ea typeface="Tahoma"/>
              </a:rPr>
              <a:t>   SMALL BUSINESSES </a:t>
            </a:r>
            <a:endParaRPr b="0" lang="en-IN" sz="3200" strike="noStrike" u="none">
              <a:solidFill>
                <a:srgbClr val="232323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spcAft>
                <a:spcPts val="1199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trike="noStrike" u="none">
                <a:solidFill>
                  <a:srgbClr val="051540"/>
                </a:solidFill>
                <a:effectLst/>
                <a:uFillTx/>
                <a:latin typeface="Tahoma"/>
                <a:ea typeface="Tahoma"/>
              </a:rPr>
              <a:t>  THAT IN THE PREVIOUS YEAR EARNED A MAXIMUM OF $1 MILLION IN REVENUE OR HAD 30 OR FEWER FULL-TIME EMPLOYEES. </a:t>
            </a:r>
            <a:br>
              <a:rPr sz="3200"/>
            </a:br>
            <a:br>
              <a:rPr sz="3200"/>
            </a:br>
            <a:br>
              <a:rPr sz="3200"/>
            </a:br>
            <a:br>
              <a:rPr sz="3200"/>
            </a:br>
            <a:endParaRPr b="0" lang="en-IN" sz="3200" strike="noStrike" u="none">
              <a:solidFill>
                <a:srgbClr val="232323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90000"/>
              </a:lnSpc>
              <a:spcAft>
                <a:spcPts val="45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600" strike="noStrike" u="none">
                <a:solidFill>
                  <a:srgbClr val="051540"/>
                </a:solidFill>
                <a:effectLst/>
                <a:uFillTx/>
                <a:latin typeface="Times New Roman"/>
              </a:rPr>
              <a:t>	</a:t>
            </a:r>
            <a:endParaRPr b="0" lang="en-IN" sz="3600" strike="noStrike" u="none">
              <a:solidFill>
                <a:srgbClr val="232323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90000"/>
              </a:lnSpc>
              <a:spcAft>
                <a:spcPts val="45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600" strike="noStrike" u="none">
              <a:solidFill>
                <a:srgbClr val="232323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90000"/>
              </a:lnSpc>
              <a:spcAft>
                <a:spcPts val="45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600" strike="noStrike" u="none">
              <a:solidFill>
                <a:srgbClr val="232323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236" name=""/>
          <p:cNvGrpSpPr/>
          <p:nvPr/>
        </p:nvGrpSpPr>
        <p:grpSpPr>
          <a:xfrm>
            <a:off x="380880" y="1295280"/>
            <a:ext cx="6540480" cy="163440"/>
            <a:chOff x="380880" y="1295280"/>
            <a:chExt cx="6540480" cy="163440"/>
          </a:xfrm>
        </p:grpSpPr>
        <p:sp>
          <p:nvSpPr>
            <p:cNvPr id="237" name=""/>
            <p:cNvSpPr/>
            <p:nvPr/>
          </p:nvSpPr>
          <p:spPr>
            <a:xfrm>
              <a:off x="380880" y="1295280"/>
              <a:ext cx="6540480" cy="93600"/>
            </a:xfrm>
            <a:prstGeom prst="rect">
              <a:avLst/>
            </a:prstGeom>
            <a:solidFill>
              <a:srgbClr val="081f5e"/>
            </a:solidFill>
            <a:ln w="12600">
              <a:solidFill>
                <a:srgbClr val="081d5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2400" strike="noStrike" u="none">
                <a:solidFill>
                  <a:srgbClr val="232323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38" name=""/>
            <p:cNvSpPr/>
            <p:nvPr/>
          </p:nvSpPr>
          <p:spPr>
            <a:xfrm>
              <a:off x="609480" y="1319040"/>
              <a:ext cx="368280" cy="139680"/>
            </a:xfrm>
            <a:prstGeom prst="rect">
              <a:avLst/>
            </a:prstGeom>
            <a:solidFill>
              <a:srgbClr val="bc3700"/>
            </a:solidFill>
            <a:ln w="12600">
              <a:solidFill>
                <a:srgbClr val="0b20b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2400" strike="noStrike" u="none">
                <a:solidFill>
                  <a:srgbClr val="232323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39" name=""/>
            <p:cNvSpPr/>
            <p:nvPr/>
          </p:nvSpPr>
          <p:spPr>
            <a:xfrm>
              <a:off x="1447920" y="1319040"/>
              <a:ext cx="368280" cy="139680"/>
            </a:xfrm>
            <a:prstGeom prst="rect">
              <a:avLst/>
            </a:prstGeom>
            <a:solidFill>
              <a:srgbClr val="bc3700"/>
            </a:solidFill>
            <a:ln w="12600">
              <a:solidFill>
                <a:srgbClr val="0b20b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2400" strike="noStrike" u="none">
                <a:solidFill>
                  <a:srgbClr val="232323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40" name=""/>
            <p:cNvSpPr/>
            <p:nvPr/>
          </p:nvSpPr>
          <p:spPr>
            <a:xfrm>
              <a:off x="2286000" y="1319040"/>
              <a:ext cx="368280" cy="139680"/>
            </a:xfrm>
            <a:prstGeom prst="rect">
              <a:avLst/>
            </a:prstGeom>
            <a:solidFill>
              <a:srgbClr val="bc3700"/>
            </a:solidFill>
            <a:ln w="12600">
              <a:solidFill>
                <a:srgbClr val="0b20b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2400" strike="noStrike" u="none">
                <a:solidFill>
                  <a:srgbClr val="232323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41" name=""/>
            <p:cNvSpPr/>
            <p:nvPr/>
          </p:nvSpPr>
          <p:spPr>
            <a:xfrm>
              <a:off x="3124080" y="1319040"/>
              <a:ext cx="368280" cy="139680"/>
            </a:xfrm>
            <a:prstGeom prst="rect">
              <a:avLst/>
            </a:prstGeom>
            <a:solidFill>
              <a:srgbClr val="bc3700"/>
            </a:solidFill>
            <a:ln w="12600">
              <a:solidFill>
                <a:srgbClr val="0b20b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2400" strike="noStrike" u="none">
                <a:solidFill>
                  <a:srgbClr val="232323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42" name=""/>
            <p:cNvSpPr/>
            <p:nvPr/>
          </p:nvSpPr>
          <p:spPr>
            <a:xfrm>
              <a:off x="3886200" y="1319040"/>
              <a:ext cx="368280" cy="139680"/>
            </a:xfrm>
            <a:prstGeom prst="rect">
              <a:avLst/>
            </a:prstGeom>
            <a:solidFill>
              <a:srgbClr val="bc3700"/>
            </a:solidFill>
            <a:ln w="12600">
              <a:solidFill>
                <a:srgbClr val="0b20b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2400" strike="noStrike" u="none">
                <a:solidFill>
                  <a:srgbClr val="232323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43" name=""/>
            <p:cNvSpPr/>
            <p:nvPr/>
          </p:nvSpPr>
          <p:spPr>
            <a:xfrm>
              <a:off x="4724280" y="1319040"/>
              <a:ext cx="368280" cy="139680"/>
            </a:xfrm>
            <a:prstGeom prst="rect">
              <a:avLst/>
            </a:prstGeom>
            <a:solidFill>
              <a:srgbClr val="bc3700"/>
            </a:solidFill>
            <a:ln w="12600">
              <a:solidFill>
                <a:srgbClr val="0b20b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2400" strike="noStrike" u="none">
                <a:solidFill>
                  <a:srgbClr val="232323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44" name=""/>
            <p:cNvSpPr/>
            <p:nvPr/>
          </p:nvSpPr>
          <p:spPr>
            <a:xfrm>
              <a:off x="5562720" y="1319040"/>
              <a:ext cx="368280" cy="139680"/>
            </a:xfrm>
            <a:prstGeom prst="rect">
              <a:avLst/>
            </a:prstGeom>
            <a:solidFill>
              <a:srgbClr val="bc3700"/>
            </a:solidFill>
            <a:ln w="12600">
              <a:solidFill>
                <a:srgbClr val="0b20b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2400" strike="noStrike" u="none">
                <a:solidFill>
                  <a:srgbClr val="232323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45" name=""/>
            <p:cNvSpPr/>
            <p:nvPr/>
          </p:nvSpPr>
          <p:spPr>
            <a:xfrm>
              <a:off x="6400800" y="1319040"/>
              <a:ext cx="368280" cy="139680"/>
            </a:xfrm>
            <a:prstGeom prst="rect">
              <a:avLst/>
            </a:prstGeom>
            <a:solidFill>
              <a:srgbClr val="bc3700"/>
            </a:solidFill>
            <a:ln w="12600">
              <a:solidFill>
                <a:srgbClr val="0b20b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2400" strike="noStrike" u="none">
                <a:solidFill>
                  <a:srgbClr val="232323"/>
                </a:solidFill>
                <a:effectLst/>
                <a:uFillTx/>
                <a:latin typeface="Times New Roman"/>
              </a:endParaRPr>
            </a:p>
          </p:txBody>
        </p:sp>
      </p:grpSp>
    </p:spTree>
  </p:cSld>
  <p:transition spd="slow">
    <p:pull dir="r"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d8a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"/>
          <p:cNvSpPr/>
          <p:nvPr/>
        </p:nvSpPr>
        <p:spPr>
          <a:xfrm>
            <a:off x="68580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IN" sz="2400" strike="noStrike" u="none">
              <a:solidFill>
                <a:srgbClr val="232323"/>
              </a:solidFill>
              <a:effectLst/>
              <a:uFillTx/>
              <a:latin typeface="Times New Roman"/>
            </a:endParaRPr>
          </a:p>
        </p:txBody>
      </p:sp>
      <p:sp>
        <p:nvSpPr>
          <p:cNvPr id="247" name=""/>
          <p:cNvSpPr/>
          <p:nvPr/>
        </p:nvSpPr>
        <p:spPr>
          <a:xfrm>
            <a:off x="3124080" y="6248520"/>
            <a:ext cx="289584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IN" sz="2400" strike="noStrike" u="none">
              <a:solidFill>
                <a:srgbClr val="232323"/>
              </a:solidFill>
              <a:effectLst/>
              <a:uFillTx/>
              <a:latin typeface="Times New Roman"/>
            </a:endParaRPr>
          </a:p>
        </p:txBody>
      </p:sp>
      <p:sp>
        <p:nvSpPr>
          <p:cNvPr id="248" name="PlaceHolder 1"/>
          <p:cNvSpPr>
            <a:spLocks noGrp="1"/>
          </p:cNvSpPr>
          <p:nvPr>
            <p:ph type="title"/>
          </p:nvPr>
        </p:nvSpPr>
        <p:spPr>
          <a:xfrm>
            <a:off x="228600" y="53316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360" rIns="90360" tIns="44280" bIns="44280" anchor="ctr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br>
              <a:rPr sz="4400"/>
            </a:br>
            <a:r>
              <a:rPr b="1" lang="en-IN" sz="4000" strike="noStrike" u="none">
                <a:solidFill>
                  <a:srgbClr val="051540"/>
                </a:solidFill>
                <a:effectLst/>
                <a:uFillTx/>
                <a:latin typeface="Arial"/>
              </a:rPr>
              <a:t>TAX INCENTIVE</a:t>
            </a:r>
            <a:br>
              <a:rPr sz="4000"/>
            </a:br>
            <a:endParaRPr b="0" lang="en-IN" sz="4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9" name="PlaceHolder 2"/>
          <p:cNvSpPr>
            <a:spLocks noGrp="1"/>
          </p:cNvSpPr>
          <p:nvPr>
            <p:ph/>
          </p:nvPr>
        </p:nvSpPr>
        <p:spPr>
          <a:xfrm>
            <a:off x="762120" y="1752120"/>
            <a:ext cx="7772400" cy="4419720"/>
          </a:xfrm>
          <a:prstGeom prst="rect">
            <a:avLst/>
          </a:prstGeom>
          <a:noFill/>
          <a:ln w="0">
            <a:noFill/>
          </a:ln>
        </p:spPr>
        <p:txBody>
          <a:bodyPr lIns="90360" rIns="90360" tIns="44280" bIns="44280" anchor="t">
            <a:normAutofit fontScale="92500" lnSpcReduction="19999"/>
          </a:bodyPr>
          <a:p>
            <a:pPr marL="343080" indent="-343080">
              <a:lnSpc>
                <a:spcPct val="90000"/>
              </a:lnSpc>
              <a:spcBef>
                <a:spcPts val="799"/>
              </a:spcBef>
              <a:spcAft>
                <a:spcPts val="1199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trike="noStrike" u="none">
                <a:solidFill>
                  <a:srgbClr val="051540"/>
                </a:solidFill>
                <a:effectLst/>
                <a:uFillTx/>
                <a:latin typeface="Tahoma"/>
                <a:ea typeface="Tahoma"/>
              </a:rPr>
              <a:t>  </a:t>
            </a:r>
            <a:endParaRPr b="0" lang="en-IN" sz="3200" strike="noStrike" u="none">
              <a:solidFill>
                <a:srgbClr val="232323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spcAft>
                <a:spcPts val="1199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trike="noStrike" u="none">
                <a:solidFill>
                  <a:srgbClr val="051540"/>
                </a:solidFill>
                <a:effectLst/>
                <a:uFillTx/>
                <a:latin typeface="Tahoma"/>
                <a:ea typeface="Tahoma"/>
              </a:rPr>
              <a:t> THE CREDIT IS 50 PERCENT OF EXPENDITURES OVER $250, </a:t>
            </a:r>
            <a:endParaRPr b="0" lang="en-IN" sz="3200" strike="noStrike" u="none">
              <a:solidFill>
                <a:srgbClr val="232323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spcAft>
                <a:spcPts val="1199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trike="noStrike" u="none">
                <a:solidFill>
                  <a:srgbClr val="051540"/>
                </a:solidFill>
                <a:effectLst/>
                <a:uFillTx/>
                <a:latin typeface="Tahoma"/>
                <a:ea typeface="Tahoma"/>
              </a:rPr>
              <a:t>   NOT TO EXCEED $10,250, FOR A MAXIMUM BENEFIT OF $5,000. </a:t>
            </a:r>
            <a:endParaRPr b="0" lang="en-IN" sz="3200" strike="noStrike" u="none">
              <a:solidFill>
                <a:srgbClr val="232323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spcAft>
                <a:spcPts val="1199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trike="noStrike" u="none">
                <a:solidFill>
                  <a:srgbClr val="051540"/>
                </a:solidFill>
                <a:effectLst/>
                <a:uFillTx/>
                <a:latin typeface="Tahoma"/>
                <a:ea typeface="Tahoma"/>
              </a:rPr>
              <a:t>  THE CREDIT AMOUNT IS SUBTRACTED FROM THE TOTAL TAX LIABILITY. </a:t>
            </a:r>
            <a:br>
              <a:rPr sz="3200"/>
            </a:br>
            <a:br>
              <a:rPr sz="3200"/>
            </a:br>
            <a:endParaRPr b="0" lang="en-IN" sz="3200" strike="noStrike" u="none">
              <a:solidFill>
                <a:srgbClr val="232323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250" name=""/>
          <p:cNvGrpSpPr/>
          <p:nvPr/>
        </p:nvGrpSpPr>
        <p:grpSpPr>
          <a:xfrm>
            <a:off x="311040" y="1501920"/>
            <a:ext cx="6735960" cy="168120"/>
            <a:chOff x="311040" y="1501920"/>
            <a:chExt cx="6735960" cy="168120"/>
          </a:xfrm>
        </p:grpSpPr>
        <p:sp>
          <p:nvSpPr>
            <p:cNvPr id="251" name=""/>
            <p:cNvSpPr/>
            <p:nvPr/>
          </p:nvSpPr>
          <p:spPr>
            <a:xfrm>
              <a:off x="311040" y="1501920"/>
              <a:ext cx="6735960" cy="96840"/>
            </a:xfrm>
            <a:prstGeom prst="rect">
              <a:avLst/>
            </a:prstGeom>
            <a:solidFill>
              <a:srgbClr val="081f5e"/>
            </a:solidFill>
            <a:ln w="12600">
              <a:solidFill>
                <a:srgbClr val="081d5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2400" strike="noStrike" u="none">
                <a:solidFill>
                  <a:srgbClr val="232323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52" name=""/>
            <p:cNvSpPr/>
            <p:nvPr/>
          </p:nvSpPr>
          <p:spPr>
            <a:xfrm>
              <a:off x="546120" y="1525680"/>
              <a:ext cx="379440" cy="144360"/>
            </a:xfrm>
            <a:prstGeom prst="rect">
              <a:avLst/>
            </a:prstGeom>
            <a:solidFill>
              <a:srgbClr val="bc3700"/>
            </a:solidFill>
            <a:ln w="12600">
              <a:solidFill>
                <a:srgbClr val="0b20b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2400" strike="noStrike" u="none">
                <a:solidFill>
                  <a:srgbClr val="232323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53" name=""/>
            <p:cNvSpPr/>
            <p:nvPr/>
          </p:nvSpPr>
          <p:spPr>
            <a:xfrm>
              <a:off x="1409760" y="1525680"/>
              <a:ext cx="379440" cy="144360"/>
            </a:xfrm>
            <a:prstGeom prst="rect">
              <a:avLst/>
            </a:prstGeom>
            <a:solidFill>
              <a:srgbClr val="bc3700"/>
            </a:solidFill>
            <a:ln w="12600">
              <a:solidFill>
                <a:srgbClr val="0b20b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2400" strike="noStrike" u="none">
                <a:solidFill>
                  <a:srgbClr val="232323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54" name=""/>
            <p:cNvSpPr/>
            <p:nvPr/>
          </p:nvSpPr>
          <p:spPr>
            <a:xfrm>
              <a:off x="2273400" y="1525680"/>
              <a:ext cx="379440" cy="144360"/>
            </a:xfrm>
            <a:prstGeom prst="rect">
              <a:avLst/>
            </a:prstGeom>
            <a:solidFill>
              <a:srgbClr val="bc3700"/>
            </a:solidFill>
            <a:ln w="12600">
              <a:solidFill>
                <a:srgbClr val="0b20b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2400" strike="noStrike" u="none">
                <a:solidFill>
                  <a:srgbClr val="232323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55" name=""/>
            <p:cNvSpPr/>
            <p:nvPr/>
          </p:nvSpPr>
          <p:spPr>
            <a:xfrm>
              <a:off x="3135240" y="1525680"/>
              <a:ext cx="381240" cy="144360"/>
            </a:xfrm>
            <a:prstGeom prst="rect">
              <a:avLst/>
            </a:prstGeom>
            <a:solidFill>
              <a:srgbClr val="bc3700"/>
            </a:solidFill>
            <a:ln w="12600">
              <a:solidFill>
                <a:srgbClr val="0b20b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2400" strike="noStrike" u="none">
                <a:solidFill>
                  <a:srgbClr val="232323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56" name=""/>
            <p:cNvSpPr/>
            <p:nvPr/>
          </p:nvSpPr>
          <p:spPr>
            <a:xfrm>
              <a:off x="3921120" y="1525680"/>
              <a:ext cx="379440" cy="144360"/>
            </a:xfrm>
            <a:prstGeom prst="rect">
              <a:avLst/>
            </a:prstGeom>
            <a:solidFill>
              <a:srgbClr val="bc3700"/>
            </a:solidFill>
            <a:ln w="12600">
              <a:solidFill>
                <a:srgbClr val="0b20b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2400" strike="noStrike" u="none">
                <a:solidFill>
                  <a:srgbClr val="232323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57" name=""/>
            <p:cNvSpPr/>
            <p:nvPr/>
          </p:nvSpPr>
          <p:spPr>
            <a:xfrm>
              <a:off x="4784760" y="1525680"/>
              <a:ext cx="379440" cy="144360"/>
            </a:xfrm>
            <a:prstGeom prst="rect">
              <a:avLst/>
            </a:prstGeom>
            <a:solidFill>
              <a:srgbClr val="bc3700"/>
            </a:solidFill>
            <a:ln w="12600">
              <a:solidFill>
                <a:srgbClr val="0b20b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2400" strike="noStrike" u="none">
                <a:solidFill>
                  <a:srgbClr val="232323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58" name=""/>
            <p:cNvSpPr/>
            <p:nvPr/>
          </p:nvSpPr>
          <p:spPr>
            <a:xfrm>
              <a:off x="5646600" y="1525680"/>
              <a:ext cx="379440" cy="144360"/>
            </a:xfrm>
            <a:prstGeom prst="rect">
              <a:avLst/>
            </a:prstGeom>
            <a:solidFill>
              <a:srgbClr val="bc3700"/>
            </a:solidFill>
            <a:ln w="12600">
              <a:solidFill>
                <a:srgbClr val="0b20b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2400" strike="noStrike" u="none">
                <a:solidFill>
                  <a:srgbClr val="232323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59" name=""/>
            <p:cNvSpPr/>
            <p:nvPr/>
          </p:nvSpPr>
          <p:spPr>
            <a:xfrm>
              <a:off x="6510240" y="1525680"/>
              <a:ext cx="379440" cy="144360"/>
            </a:xfrm>
            <a:prstGeom prst="rect">
              <a:avLst/>
            </a:prstGeom>
            <a:solidFill>
              <a:srgbClr val="bc3700"/>
            </a:solidFill>
            <a:ln w="12600">
              <a:solidFill>
                <a:srgbClr val="0b20b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2400" strike="noStrike" u="none">
                <a:solidFill>
                  <a:srgbClr val="232323"/>
                </a:solidFill>
                <a:effectLst/>
                <a:uFillTx/>
                <a:latin typeface="Times New Roman"/>
              </a:endParaRPr>
            </a:p>
          </p:txBody>
        </p:sp>
      </p:grpSp>
    </p:spTree>
  </p:cSld>
  <p:transition spd="slow">
    <p:pull dir="l"/>
  </p:transition>
  <p:timing>
    <p:tnLst>
      <p:par>
        <p:cTn id="154" dur="indefinite" restart="never" nodeType="tmRoot">
          <p:childTnLst>
            <p:seq>
              <p:cTn id="155" dur="indefinite" nodeType="mainSeq">
                <p:childTnLst>
                  <p:par>
                    <p:cTn id="156" fill="hold">
                      <p:stCondLst>
                        <p:cond delay="indefinite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nodeType="clickEffect" fill="hold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0" dur="500" fill="hold"/>
                                        <p:tgtEl>
                                          <p:spTgt spid="2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1" dur="500" fill="hold"/>
                                        <p:tgtEl>
                                          <p:spTgt spid="2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>
                      <p:stCondLst>
                        <p:cond delay="indefinite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nodeType="clickEffect" fill="hold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6" dur="500" fill="hold"/>
                                        <p:tgtEl>
                                          <p:spTgt spid="2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7" dur="500" fill="hold"/>
                                        <p:tgtEl>
                                          <p:spTgt spid="2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indefinite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nodeType="clickEffect" fill="hold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2" dur="500" fill="hold"/>
                                        <p:tgtEl>
                                          <p:spTgt spid="2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3" dur="500" fill="hold"/>
                                        <p:tgtEl>
                                          <p:spTgt spid="2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>
                      <p:stCondLst>
                        <p:cond delay="indefinite"/>
                      </p:stCondLst>
                      <p:childTnLst>
                        <p:par>
                          <p:cTn id="175" fill="hold">
                            <p:stCondLst>
                              <p:cond delay="0"/>
                            </p:stCondLst>
                            <p:childTnLst>
                              <p:par>
                                <p:cTn id="176" nodeType="clickEffect" fill="hold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8" dur="500" fill="hold"/>
                                        <p:tgtEl>
                                          <p:spTgt spid="24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9" dur="500" fill="hold"/>
                                        <p:tgtEl>
                                          <p:spTgt spid="24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d8a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"/>
          <p:cNvSpPr/>
          <p:nvPr/>
        </p:nvSpPr>
        <p:spPr>
          <a:xfrm>
            <a:off x="68580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IN" sz="2400" strike="noStrike" u="none">
              <a:solidFill>
                <a:srgbClr val="232323"/>
              </a:solidFill>
              <a:effectLst/>
              <a:uFillTx/>
              <a:latin typeface="Times New Roman"/>
            </a:endParaRPr>
          </a:p>
        </p:txBody>
      </p:sp>
      <p:sp>
        <p:nvSpPr>
          <p:cNvPr id="261" name=""/>
          <p:cNvSpPr/>
          <p:nvPr/>
        </p:nvSpPr>
        <p:spPr>
          <a:xfrm>
            <a:off x="3124080" y="6248520"/>
            <a:ext cx="289584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IN" sz="2400" strike="noStrike" u="none">
              <a:solidFill>
                <a:srgbClr val="232323"/>
              </a:solidFill>
              <a:effectLst/>
              <a:uFillTx/>
              <a:latin typeface="Times New Roman"/>
            </a:endParaRPr>
          </a:p>
        </p:txBody>
      </p:sp>
      <p:sp>
        <p:nvSpPr>
          <p:cNvPr id="262" name="PlaceHolder 1"/>
          <p:cNvSpPr>
            <a:spLocks noGrp="1"/>
          </p:cNvSpPr>
          <p:nvPr>
            <p:ph type="title"/>
          </p:nvPr>
        </p:nvSpPr>
        <p:spPr>
          <a:xfrm>
            <a:off x="228240" y="380520"/>
            <a:ext cx="7467480" cy="838440"/>
          </a:xfrm>
          <a:prstGeom prst="rect">
            <a:avLst/>
          </a:prstGeom>
          <a:noFill/>
          <a:ln w="0">
            <a:noFill/>
          </a:ln>
        </p:spPr>
        <p:txBody>
          <a:bodyPr lIns="90360" rIns="90360" tIns="44280" bIns="44280" anchor="ctr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br>
              <a:rPr sz="4400"/>
            </a:br>
            <a:r>
              <a:rPr b="1" lang="en-IN" sz="4000" strike="noStrike" u="none">
                <a:solidFill>
                  <a:srgbClr val="051540"/>
                </a:solidFill>
                <a:effectLst/>
                <a:uFillTx/>
                <a:latin typeface="Arial"/>
              </a:rPr>
              <a:t>TAX INCENTIVE</a:t>
            </a:r>
            <a:endParaRPr b="0" lang="en-IN" sz="4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3" name="PlaceHolder 2"/>
          <p:cNvSpPr>
            <a:spLocks noGrp="1"/>
          </p:cNvSpPr>
          <p:nvPr>
            <p:ph/>
          </p:nvPr>
        </p:nvSpPr>
        <p:spPr>
          <a:xfrm>
            <a:off x="380880" y="1447560"/>
            <a:ext cx="8305920" cy="4647960"/>
          </a:xfrm>
          <a:prstGeom prst="rect">
            <a:avLst/>
          </a:prstGeom>
          <a:noFill/>
          <a:ln w="0">
            <a:noFill/>
          </a:ln>
        </p:spPr>
        <p:txBody>
          <a:bodyPr lIns="90360" rIns="90360" tIns="44280" bIns="44280" anchor="t">
            <a:normAutofit/>
          </a:bodyPr>
          <a:p>
            <a:pPr marL="343080" indent="-343080">
              <a:spcBef>
                <a:spcPts val="700"/>
              </a:spcBef>
              <a:spcAft>
                <a:spcPts val="700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trike="noStrike" u="none">
              <a:solidFill>
                <a:srgbClr val="232323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799"/>
              </a:spcBef>
              <a:spcAft>
                <a:spcPts val="1199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trike="noStrike" u="none">
                <a:solidFill>
                  <a:srgbClr val="051540"/>
                </a:solidFill>
                <a:effectLst/>
                <a:uFillTx/>
                <a:latin typeface="Tahoma"/>
                <a:ea typeface="Tahoma"/>
              </a:rPr>
              <a:t>WHAT EXPENSES ARE COVERED? </a:t>
            </a:r>
            <a:endParaRPr b="0" lang="en-IN" sz="3200" strike="noStrike" u="none">
              <a:solidFill>
                <a:srgbClr val="232323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799"/>
              </a:spcBef>
              <a:spcAft>
                <a:spcPts val="1199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trike="noStrike" u="none">
                <a:solidFill>
                  <a:srgbClr val="051540"/>
                </a:solidFill>
                <a:effectLst/>
                <a:uFillTx/>
                <a:latin typeface="Tahoma"/>
                <a:ea typeface="Tahoma"/>
              </a:rPr>
              <a:t>  THE CREDIT IS AVAILABLE EVERY YEAR </a:t>
            </a:r>
            <a:endParaRPr b="0" lang="en-IN" sz="3200" strike="noStrike" u="none">
              <a:solidFill>
                <a:srgbClr val="232323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799"/>
              </a:spcBef>
              <a:spcAft>
                <a:spcPts val="1199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trike="noStrike" u="none">
                <a:solidFill>
                  <a:srgbClr val="051540"/>
                </a:solidFill>
                <a:effectLst/>
                <a:uFillTx/>
                <a:latin typeface="Tahoma"/>
                <a:ea typeface="Tahoma"/>
              </a:rPr>
              <a:t>   SIGN LANGUAGE INTERPRETERS FOR EMPLOYEES OR CUSTOMERS WHO HAVE HEARING IMPAIRMENTS; </a:t>
            </a:r>
            <a:endParaRPr b="0" lang="en-IN" sz="3200" strike="noStrike" u="none">
              <a:solidFill>
                <a:srgbClr val="232323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264" name=""/>
          <p:cNvGrpSpPr/>
          <p:nvPr/>
        </p:nvGrpSpPr>
        <p:grpSpPr>
          <a:xfrm>
            <a:off x="533520" y="1371600"/>
            <a:ext cx="5067360" cy="123840"/>
            <a:chOff x="533520" y="1371600"/>
            <a:chExt cx="5067360" cy="123840"/>
          </a:xfrm>
        </p:grpSpPr>
        <p:sp>
          <p:nvSpPr>
            <p:cNvPr id="265" name=""/>
            <p:cNvSpPr/>
            <p:nvPr/>
          </p:nvSpPr>
          <p:spPr>
            <a:xfrm>
              <a:off x="533520" y="1371600"/>
              <a:ext cx="5067360" cy="69840"/>
            </a:xfrm>
            <a:prstGeom prst="rect">
              <a:avLst/>
            </a:prstGeom>
            <a:solidFill>
              <a:srgbClr val="081f5e"/>
            </a:solidFill>
            <a:ln w="12600">
              <a:solidFill>
                <a:srgbClr val="081d5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3040" bIns="23040" anchor="ctr">
              <a:noAutofit/>
            </a:bodyPr>
            <a:p>
              <a:endParaRPr b="0" lang="en-IN" sz="2400" strike="noStrike" u="none">
                <a:solidFill>
                  <a:srgbClr val="232323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66" name=""/>
            <p:cNvSpPr/>
            <p:nvPr/>
          </p:nvSpPr>
          <p:spPr>
            <a:xfrm>
              <a:off x="711360" y="1388880"/>
              <a:ext cx="282600" cy="106560"/>
            </a:xfrm>
            <a:prstGeom prst="rect">
              <a:avLst/>
            </a:prstGeom>
            <a:solidFill>
              <a:srgbClr val="bc3700"/>
            </a:solidFill>
            <a:ln w="12600">
              <a:solidFill>
                <a:srgbClr val="0b20b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2400" strike="noStrike" u="none">
                <a:solidFill>
                  <a:srgbClr val="232323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67" name=""/>
            <p:cNvSpPr/>
            <p:nvPr/>
          </p:nvSpPr>
          <p:spPr>
            <a:xfrm>
              <a:off x="1360800" y="1388880"/>
              <a:ext cx="282600" cy="106560"/>
            </a:xfrm>
            <a:prstGeom prst="rect">
              <a:avLst/>
            </a:prstGeom>
            <a:solidFill>
              <a:srgbClr val="bc3700"/>
            </a:solidFill>
            <a:ln w="12600">
              <a:solidFill>
                <a:srgbClr val="0b20b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2400" strike="noStrike" u="none">
                <a:solidFill>
                  <a:srgbClr val="232323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68" name=""/>
            <p:cNvSpPr/>
            <p:nvPr/>
          </p:nvSpPr>
          <p:spPr>
            <a:xfrm>
              <a:off x="2009880" y="1388880"/>
              <a:ext cx="282600" cy="106560"/>
            </a:xfrm>
            <a:prstGeom prst="rect">
              <a:avLst/>
            </a:prstGeom>
            <a:solidFill>
              <a:srgbClr val="bc3700"/>
            </a:solidFill>
            <a:ln w="12600">
              <a:solidFill>
                <a:srgbClr val="0b20b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2400" strike="noStrike" u="none">
                <a:solidFill>
                  <a:srgbClr val="232323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69" name=""/>
            <p:cNvSpPr/>
            <p:nvPr/>
          </p:nvSpPr>
          <p:spPr>
            <a:xfrm>
              <a:off x="2660760" y="1388880"/>
              <a:ext cx="281160" cy="106560"/>
            </a:xfrm>
            <a:prstGeom prst="rect">
              <a:avLst/>
            </a:prstGeom>
            <a:solidFill>
              <a:srgbClr val="bc3700"/>
            </a:solidFill>
            <a:ln w="12600">
              <a:solidFill>
                <a:srgbClr val="0b20b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2400" strike="noStrike" u="none">
                <a:solidFill>
                  <a:srgbClr val="232323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70" name=""/>
            <p:cNvSpPr/>
            <p:nvPr/>
          </p:nvSpPr>
          <p:spPr>
            <a:xfrm>
              <a:off x="3249720" y="1388880"/>
              <a:ext cx="284400" cy="106560"/>
            </a:xfrm>
            <a:prstGeom prst="rect">
              <a:avLst/>
            </a:prstGeom>
            <a:solidFill>
              <a:srgbClr val="bc3700"/>
            </a:solidFill>
            <a:ln w="12600">
              <a:solidFill>
                <a:srgbClr val="0b20b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2400" strike="noStrike" u="none">
                <a:solidFill>
                  <a:srgbClr val="232323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71" name=""/>
            <p:cNvSpPr/>
            <p:nvPr/>
          </p:nvSpPr>
          <p:spPr>
            <a:xfrm>
              <a:off x="3900600" y="1388880"/>
              <a:ext cx="282600" cy="106560"/>
            </a:xfrm>
            <a:prstGeom prst="rect">
              <a:avLst/>
            </a:prstGeom>
            <a:solidFill>
              <a:srgbClr val="bc3700"/>
            </a:solidFill>
            <a:ln w="12600">
              <a:solidFill>
                <a:srgbClr val="0b20b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2400" strike="noStrike" u="none">
                <a:solidFill>
                  <a:srgbClr val="232323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72" name=""/>
            <p:cNvSpPr/>
            <p:nvPr/>
          </p:nvSpPr>
          <p:spPr>
            <a:xfrm>
              <a:off x="4550040" y="1388880"/>
              <a:ext cx="284040" cy="106560"/>
            </a:xfrm>
            <a:prstGeom prst="rect">
              <a:avLst/>
            </a:prstGeom>
            <a:solidFill>
              <a:srgbClr val="bc3700"/>
            </a:solidFill>
            <a:ln w="12600">
              <a:solidFill>
                <a:srgbClr val="0b20b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2400" strike="noStrike" u="none">
                <a:solidFill>
                  <a:srgbClr val="232323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73" name=""/>
            <p:cNvSpPr/>
            <p:nvPr/>
          </p:nvSpPr>
          <p:spPr>
            <a:xfrm>
              <a:off x="5200920" y="1388880"/>
              <a:ext cx="282600" cy="106560"/>
            </a:xfrm>
            <a:prstGeom prst="rect">
              <a:avLst/>
            </a:prstGeom>
            <a:solidFill>
              <a:srgbClr val="bc3700"/>
            </a:solidFill>
            <a:ln w="12600">
              <a:solidFill>
                <a:srgbClr val="0b20b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2400" strike="noStrike" u="none">
                <a:solidFill>
                  <a:srgbClr val="232323"/>
                </a:solidFill>
                <a:effectLst/>
                <a:uFillTx/>
                <a:latin typeface="Times New Roman"/>
              </a:endParaRPr>
            </a:p>
          </p:txBody>
        </p:sp>
      </p:grpSp>
    </p:spTree>
  </p:cSld>
  <p:transition spd="slow">
    <p:pull dir="r"/>
  </p:transition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d8a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"/>
          <p:cNvSpPr/>
          <p:nvPr/>
        </p:nvSpPr>
        <p:spPr>
          <a:xfrm>
            <a:off x="68580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IN" sz="2400" strike="noStrike" u="none">
              <a:solidFill>
                <a:srgbClr val="232323"/>
              </a:solidFill>
              <a:effectLst/>
              <a:uFillTx/>
              <a:latin typeface="Times New Roman"/>
            </a:endParaRPr>
          </a:p>
        </p:txBody>
      </p:sp>
      <p:sp>
        <p:nvSpPr>
          <p:cNvPr id="275" name=""/>
          <p:cNvSpPr/>
          <p:nvPr/>
        </p:nvSpPr>
        <p:spPr>
          <a:xfrm>
            <a:off x="3124080" y="6248520"/>
            <a:ext cx="289584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IN" sz="2400" strike="noStrike" u="none">
              <a:solidFill>
                <a:srgbClr val="232323"/>
              </a:solidFill>
              <a:effectLst/>
              <a:uFillTx/>
              <a:latin typeface="Times New Roman"/>
            </a:endParaRPr>
          </a:p>
        </p:txBody>
      </p:sp>
      <p:sp>
        <p:nvSpPr>
          <p:cNvPr id="276" name="PlaceHolder 1"/>
          <p:cNvSpPr>
            <a:spLocks noGrp="1"/>
          </p:cNvSpPr>
          <p:nvPr>
            <p:ph type="title"/>
          </p:nvPr>
        </p:nvSpPr>
        <p:spPr>
          <a:xfrm>
            <a:off x="228240" y="380520"/>
            <a:ext cx="7467480" cy="838440"/>
          </a:xfrm>
          <a:prstGeom prst="rect">
            <a:avLst/>
          </a:prstGeom>
          <a:noFill/>
          <a:ln w="0">
            <a:noFill/>
          </a:ln>
        </p:spPr>
        <p:txBody>
          <a:bodyPr lIns="90360" rIns="90360" tIns="44280" bIns="44280" anchor="ctr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br>
              <a:rPr sz="4400"/>
            </a:br>
            <a:r>
              <a:rPr b="1" lang="en-IN" sz="4000" strike="noStrike" u="none">
                <a:solidFill>
                  <a:srgbClr val="051540"/>
                </a:solidFill>
                <a:effectLst/>
                <a:uFillTx/>
                <a:latin typeface="Arial"/>
              </a:rPr>
              <a:t>TAX INCENTIVE</a:t>
            </a:r>
            <a:endParaRPr b="0" lang="en-IN" sz="4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7" name="PlaceHolder 2"/>
          <p:cNvSpPr>
            <a:spLocks noGrp="1"/>
          </p:cNvSpPr>
          <p:nvPr>
            <p:ph/>
          </p:nvPr>
        </p:nvSpPr>
        <p:spPr>
          <a:xfrm>
            <a:off x="457200" y="1523880"/>
            <a:ext cx="8305920" cy="4648320"/>
          </a:xfrm>
          <a:prstGeom prst="rect">
            <a:avLst/>
          </a:prstGeom>
          <a:noFill/>
          <a:ln w="0">
            <a:noFill/>
          </a:ln>
        </p:spPr>
        <p:txBody>
          <a:bodyPr lIns="90360" rIns="90360" tIns="44280" bIns="44280" anchor="t">
            <a:normAutofit lnSpcReduction="9999"/>
          </a:bodyPr>
          <a:p>
            <a:pPr marL="343080" indent="-343080">
              <a:lnSpc>
                <a:spcPct val="90000"/>
              </a:lnSpc>
              <a:spcBef>
                <a:spcPts val="799"/>
              </a:spcBef>
              <a:spcAft>
                <a:spcPts val="1199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trike="noStrike" u="none">
              <a:solidFill>
                <a:srgbClr val="232323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spcAft>
                <a:spcPts val="1199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trike="noStrike" u="none">
                <a:solidFill>
                  <a:srgbClr val="051540"/>
                </a:solidFill>
                <a:effectLst/>
                <a:uFillTx/>
                <a:latin typeface="Tahoma"/>
                <a:ea typeface="Tahoma"/>
              </a:rPr>
              <a:t>READERS FOR EMPLOYEES OR CUSTOMERS WHO HAVE VISUAL IMPAIRMENTS; </a:t>
            </a:r>
            <a:endParaRPr b="0" lang="en-IN" sz="3200" strike="noStrike" u="none">
              <a:solidFill>
                <a:srgbClr val="232323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spcAft>
                <a:spcPts val="1199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trike="noStrike" u="none">
                <a:solidFill>
                  <a:srgbClr val="051540"/>
                </a:solidFill>
                <a:effectLst/>
                <a:uFillTx/>
                <a:latin typeface="Tahoma"/>
                <a:ea typeface="Tahoma"/>
              </a:rPr>
              <a:t>THE PURCHASE OF ADAPTIVE EQUIPMENT OR THE MODIFICATION OF EQUIPMENT; </a:t>
            </a:r>
            <a:endParaRPr b="0" lang="en-IN" sz="3200" strike="noStrike" u="none">
              <a:solidFill>
                <a:srgbClr val="232323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spcAft>
                <a:spcPts val="1199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br>
              <a:rPr sz="3200"/>
            </a:br>
            <a:endParaRPr b="0" lang="en-IN" sz="3200" strike="noStrike" u="none">
              <a:solidFill>
                <a:srgbClr val="232323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spcAft>
                <a:spcPts val="799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trike="noStrike" u="none">
              <a:solidFill>
                <a:srgbClr val="232323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278" name=""/>
          <p:cNvGrpSpPr/>
          <p:nvPr/>
        </p:nvGrpSpPr>
        <p:grpSpPr>
          <a:xfrm>
            <a:off x="533520" y="1371600"/>
            <a:ext cx="5067360" cy="123840"/>
            <a:chOff x="533520" y="1371600"/>
            <a:chExt cx="5067360" cy="123840"/>
          </a:xfrm>
        </p:grpSpPr>
        <p:sp>
          <p:nvSpPr>
            <p:cNvPr id="279" name=""/>
            <p:cNvSpPr/>
            <p:nvPr/>
          </p:nvSpPr>
          <p:spPr>
            <a:xfrm>
              <a:off x="533520" y="1371600"/>
              <a:ext cx="5067360" cy="69840"/>
            </a:xfrm>
            <a:prstGeom prst="rect">
              <a:avLst/>
            </a:prstGeom>
            <a:solidFill>
              <a:srgbClr val="081f5e"/>
            </a:solidFill>
            <a:ln w="12600">
              <a:solidFill>
                <a:srgbClr val="081d5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3040" bIns="23040" anchor="ctr">
              <a:noAutofit/>
            </a:bodyPr>
            <a:p>
              <a:endParaRPr b="0" lang="en-IN" sz="2400" strike="noStrike" u="none">
                <a:solidFill>
                  <a:srgbClr val="232323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80" name=""/>
            <p:cNvSpPr/>
            <p:nvPr/>
          </p:nvSpPr>
          <p:spPr>
            <a:xfrm>
              <a:off x="711360" y="1388880"/>
              <a:ext cx="282600" cy="106560"/>
            </a:xfrm>
            <a:prstGeom prst="rect">
              <a:avLst/>
            </a:prstGeom>
            <a:solidFill>
              <a:srgbClr val="bc3700"/>
            </a:solidFill>
            <a:ln w="12600">
              <a:solidFill>
                <a:srgbClr val="0b20b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2400" strike="noStrike" u="none">
                <a:solidFill>
                  <a:srgbClr val="232323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81" name=""/>
            <p:cNvSpPr/>
            <p:nvPr/>
          </p:nvSpPr>
          <p:spPr>
            <a:xfrm>
              <a:off x="1360800" y="1388880"/>
              <a:ext cx="282600" cy="106560"/>
            </a:xfrm>
            <a:prstGeom prst="rect">
              <a:avLst/>
            </a:prstGeom>
            <a:solidFill>
              <a:srgbClr val="bc3700"/>
            </a:solidFill>
            <a:ln w="12600">
              <a:solidFill>
                <a:srgbClr val="0b20b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2400" strike="noStrike" u="none">
                <a:solidFill>
                  <a:srgbClr val="232323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82" name=""/>
            <p:cNvSpPr/>
            <p:nvPr/>
          </p:nvSpPr>
          <p:spPr>
            <a:xfrm>
              <a:off x="2009880" y="1388880"/>
              <a:ext cx="282600" cy="106560"/>
            </a:xfrm>
            <a:prstGeom prst="rect">
              <a:avLst/>
            </a:prstGeom>
            <a:solidFill>
              <a:srgbClr val="bc3700"/>
            </a:solidFill>
            <a:ln w="12600">
              <a:solidFill>
                <a:srgbClr val="0b20b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2400" strike="noStrike" u="none">
                <a:solidFill>
                  <a:srgbClr val="232323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83" name=""/>
            <p:cNvSpPr/>
            <p:nvPr/>
          </p:nvSpPr>
          <p:spPr>
            <a:xfrm>
              <a:off x="2660760" y="1388880"/>
              <a:ext cx="281160" cy="106560"/>
            </a:xfrm>
            <a:prstGeom prst="rect">
              <a:avLst/>
            </a:prstGeom>
            <a:solidFill>
              <a:srgbClr val="bc3700"/>
            </a:solidFill>
            <a:ln w="12600">
              <a:solidFill>
                <a:srgbClr val="0b20b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2400" strike="noStrike" u="none">
                <a:solidFill>
                  <a:srgbClr val="232323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84" name=""/>
            <p:cNvSpPr/>
            <p:nvPr/>
          </p:nvSpPr>
          <p:spPr>
            <a:xfrm>
              <a:off x="3249720" y="1388880"/>
              <a:ext cx="284400" cy="106560"/>
            </a:xfrm>
            <a:prstGeom prst="rect">
              <a:avLst/>
            </a:prstGeom>
            <a:solidFill>
              <a:srgbClr val="bc3700"/>
            </a:solidFill>
            <a:ln w="12600">
              <a:solidFill>
                <a:srgbClr val="0b20b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2400" strike="noStrike" u="none">
                <a:solidFill>
                  <a:srgbClr val="232323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85" name=""/>
            <p:cNvSpPr/>
            <p:nvPr/>
          </p:nvSpPr>
          <p:spPr>
            <a:xfrm>
              <a:off x="3900600" y="1388880"/>
              <a:ext cx="282600" cy="106560"/>
            </a:xfrm>
            <a:prstGeom prst="rect">
              <a:avLst/>
            </a:prstGeom>
            <a:solidFill>
              <a:srgbClr val="bc3700"/>
            </a:solidFill>
            <a:ln w="12600">
              <a:solidFill>
                <a:srgbClr val="0b20b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2400" strike="noStrike" u="none">
                <a:solidFill>
                  <a:srgbClr val="232323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86" name=""/>
            <p:cNvSpPr/>
            <p:nvPr/>
          </p:nvSpPr>
          <p:spPr>
            <a:xfrm>
              <a:off x="4550040" y="1388880"/>
              <a:ext cx="284040" cy="106560"/>
            </a:xfrm>
            <a:prstGeom prst="rect">
              <a:avLst/>
            </a:prstGeom>
            <a:solidFill>
              <a:srgbClr val="bc3700"/>
            </a:solidFill>
            <a:ln w="12600">
              <a:solidFill>
                <a:srgbClr val="0b20b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2400" strike="noStrike" u="none">
                <a:solidFill>
                  <a:srgbClr val="232323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87" name=""/>
            <p:cNvSpPr/>
            <p:nvPr/>
          </p:nvSpPr>
          <p:spPr>
            <a:xfrm>
              <a:off x="5200920" y="1388880"/>
              <a:ext cx="282600" cy="106560"/>
            </a:xfrm>
            <a:prstGeom prst="rect">
              <a:avLst/>
            </a:prstGeom>
            <a:solidFill>
              <a:srgbClr val="bc3700"/>
            </a:solidFill>
            <a:ln w="12600">
              <a:solidFill>
                <a:srgbClr val="0b20b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2400" strike="noStrike" u="none">
                <a:solidFill>
                  <a:srgbClr val="232323"/>
                </a:solidFill>
                <a:effectLst/>
                <a:uFillTx/>
                <a:latin typeface="Times New Roman"/>
              </a:endParaRPr>
            </a:p>
          </p:txBody>
        </p:sp>
      </p:grpSp>
    </p:spTree>
  </p:cSld>
  <p:transition spd="slow">
    <p:pull dir="r"/>
  </p:transition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d8a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"/>
          <p:cNvSpPr/>
          <p:nvPr/>
        </p:nvSpPr>
        <p:spPr>
          <a:xfrm>
            <a:off x="68580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IN" sz="2400" strike="noStrike" u="none">
              <a:solidFill>
                <a:srgbClr val="232323"/>
              </a:solidFill>
              <a:effectLst/>
              <a:uFillTx/>
              <a:latin typeface="Times New Roman"/>
            </a:endParaRPr>
          </a:p>
        </p:txBody>
      </p:sp>
      <p:sp>
        <p:nvSpPr>
          <p:cNvPr id="289" name=""/>
          <p:cNvSpPr/>
          <p:nvPr/>
        </p:nvSpPr>
        <p:spPr>
          <a:xfrm>
            <a:off x="3124080" y="6248520"/>
            <a:ext cx="289584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IN" sz="2400" strike="noStrike" u="none">
              <a:solidFill>
                <a:srgbClr val="232323"/>
              </a:solidFill>
              <a:effectLst/>
              <a:uFillTx/>
              <a:latin typeface="Times New Roman"/>
            </a:endParaRPr>
          </a:p>
        </p:txBody>
      </p:sp>
      <p:sp>
        <p:nvSpPr>
          <p:cNvPr id="290" name="PlaceHolder 1"/>
          <p:cNvSpPr>
            <a:spLocks noGrp="1"/>
          </p:cNvSpPr>
          <p:nvPr>
            <p:ph type="title"/>
          </p:nvPr>
        </p:nvSpPr>
        <p:spPr>
          <a:xfrm>
            <a:off x="228240" y="380520"/>
            <a:ext cx="7467480" cy="838440"/>
          </a:xfrm>
          <a:prstGeom prst="rect">
            <a:avLst/>
          </a:prstGeom>
          <a:noFill/>
          <a:ln w="0">
            <a:noFill/>
          </a:ln>
        </p:spPr>
        <p:txBody>
          <a:bodyPr lIns="90360" rIns="90360" tIns="44280" bIns="44280" anchor="ctr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br>
              <a:rPr sz="4400"/>
            </a:br>
            <a:r>
              <a:rPr b="1" lang="en-IN" sz="4000" strike="noStrike" u="none">
                <a:solidFill>
                  <a:srgbClr val="051540"/>
                </a:solidFill>
                <a:effectLst/>
                <a:uFillTx/>
                <a:latin typeface="Arial"/>
              </a:rPr>
              <a:t>TAX INCENTIVE</a:t>
            </a:r>
            <a:endParaRPr b="0" lang="en-IN" sz="4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1" name="PlaceHolder 2"/>
          <p:cNvSpPr>
            <a:spLocks noGrp="1"/>
          </p:cNvSpPr>
          <p:nvPr>
            <p:ph/>
          </p:nvPr>
        </p:nvSpPr>
        <p:spPr>
          <a:xfrm>
            <a:off x="457200" y="1523880"/>
            <a:ext cx="8305920" cy="4648320"/>
          </a:xfrm>
          <a:prstGeom prst="rect">
            <a:avLst/>
          </a:prstGeom>
          <a:noFill/>
          <a:ln w="0">
            <a:noFill/>
          </a:ln>
        </p:spPr>
        <p:txBody>
          <a:bodyPr lIns="90360" rIns="90360" tIns="44280" bIns="44280" anchor="t">
            <a:normAutofit/>
          </a:bodyPr>
          <a:p>
            <a:pPr marL="343080" indent="-343080">
              <a:lnSpc>
                <a:spcPct val="100000"/>
              </a:lnSpc>
              <a:spcBef>
                <a:spcPts val="700"/>
              </a:spcBef>
              <a:spcAft>
                <a:spcPts val="1049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600" strike="noStrike" u="none">
                <a:solidFill>
                  <a:srgbClr val="051540"/>
                </a:solidFill>
                <a:effectLst/>
                <a:uFillTx/>
                <a:latin typeface="Tahoma"/>
                <a:ea typeface="Tahoma"/>
              </a:rPr>
              <a:t>THE PRODUCTION OF PRINT MATERIALS IN ALTERNATE FORMATS </a:t>
            </a:r>
            <a:r>
              <a:rPr b="1" lang="en-IN" sz="2800" strike="noStrike" u="none">
                <a:solidFill>
                  <a:srgbClr val="051540"/>
                </a:solidFill>
                <a:effectLst/>
                <a:uFillTx/>
                <a:latin typeface="Tahoma"/>
                <a:ea typeface="Tahoma"/>
              </a:rPr>
              <a:t>(E.G., BRAILLE, AUDIO TAPE, LARGE PRINT); </a:t>
            </a:r>
            <a:endParaRPr b="0" lang="en-IN" sz="2800" strike="noStrike" u="none">
              <a:solidFill>
                <a:srgbClr val="232323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901"/>
              </a:spcBef>
              <a:spcAft>
                <a:spcPts val="1349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600" strike="noStrike" u="none">
                <a:solidFill>
                  <a:srgbClr val="051540"/>
                </a:solidFill>
                <a:effectLst/>
                <a:uFillTx/>
                <a:latin typeface="Tahoma"/>
                <a:ea typeface="Tahoma"/>
              </a:rPr>
              <a:t>THE REMOVAL OF BARRIERS, </a:t>
            </a:r>
            <a:endParaRPr b="0" lang="en-IN" sz="3600" strike="noStrike" u="none">
              <a:solidFill>
                <a:srgbClr val="232323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901"/>
              </a:spcBef>
              <a:spcAft>
                <a:spcPts val="1349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600" strike="noStrike" u="none">
                <a:solidFill>
                  <a:srgbClr val="051540"/>
                </a:solidFill>
                <a:effectLst/>
                <a:uFillTx/>
                <a:latin typeface="Tahoma"/>
                <a:ea typeface="Tahoma"/>
              </a:rPr>
              <a:t>IN BUILDINGS ANDTRANSPORTATION, </a:t>
            </a:r>
            <a:endParaRPr b="0" lang="en-IN" sz="3600" strike="noStrike" u="none">
              <a:solidFill>
                <a:srgbClr val="232323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292" name=""/>
          <p:cNvGrpSpPr/>
          <p:nvPr/>
        </p:nvGrpSpPr>
        <p:grpSpPr>
          <a:xfrm>
            <a:off x="533520" y="1371600"/>
            <a:ext cx="5067360" cy="123840"/>
            <a:chOff x="533520" y="1371600"/>
            <a:chExt cx="5067360" cy="123840"/>
          </a:xfrm>
        </p:grpSpPr>
        <p:sp>
          <p:nvSpPr>
            <p:cNvPr id="293" name=""/>
            <p:cNvSpPr/>
            <p:nvPr/>
          </p:nvSpPr>
          <p:spPr>
            <a:xfrm>
              <a:off x="533520" y="1371600"/>
              <a:ext cx="5067360" cy="69840"/>
            </a:xfrm>
            <a:prstGeom prst="rect">
              <a:avLst/>
            </a:prstGeom>
            <a:solidFill>
              <a:srgbClr val="081f5e"/>
            </a:solidFill>
            <a:ln w="12600">
              <a:solidFill>
                <a:srgbClr val="081d5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3040" bIns="23040" anchor="ctr">
              <a:noAutofit/>
            </a:bodyPr>
            <a:p>
              <a:endParaRPr b="0" lang="en-IN" sz="2400" strike="noStrike" u="none">
                <a:solidFill>
                  <a:srgbClr val="232323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94" name=""/>
            <p:cNvSpPr/>
            <p:nvPr/>
          </p:nvSpPr>
          <p:spPr>
            <a:xfrm>
              <a:off x="711360" y="1388880"/>
              <a:ext cx="282600" cy="106560"/>
            </a:xfrm>
            <a:prstGeom prst="rect">
              <a:avLst/>
            </a:prstGeom>
            <a:solidFill>
              <a:srgbClr val="bc3700"/>
            </a:solidFill>
            <a:ln w="12600">
              <a:solidFill>
                <a:srgbClr val="0b20b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2400" strike="noStrike" u="none">
                <a:solidFill>
                  <a:srgbClr val="232323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95" name=""/>
            <p:cNvSpPr/>
            <p:nvPr/>
          </p:nvSpPr>
          <p:spPr>
            <a:xfrm>
              <a:off x="1360800" y="1388880"/>
              <a:ext cx="282600" cy="106560"/>
            </a:xfrm>
            <a:prstGeom prst="rect">
              <a:avLst/>
            </a:prstGeom>
            <a:solidFill>
              <a:srgbClr val="bc3700"/>
            </a:solidFill>
            <a:ln w="12600">
              <a:solidFill>
                <a:srgbClr val="0b20b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2400" strike="noStrike" u="none">
                <a:solidFill>
                  <a:srgbClr val="232323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96" name=""/>
            <p:cNvSpPr/>
            <p:nvPr/>
          </p:nvSpPr>
          <p:spPr>
            <a:xfrm>
              <a:off x="2009880" y="1388880"/>
              <a:ext cx="282600" cy="106560"/>
            </a:xfrm>
            <a:prstGeom prst="rect">
              <a:avLst/>
            </a:prstGeom>
            <a:solidFill>
              <a:srgbClr val="bc3700"/>
            </a:solidFill>
            <a:ln w="12600">
              <a:solidFill>
                <a:srgbClr val="0b20b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2400" strike="noStrike" u="none">
                <a:solidFill>
                  <a:srgbClr val="232323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97" name=""/>
            <p:cNvSpPr/>
            <p:nvPr/>
          </p:nvSpPr>
          <p:spPr>
            <a:xfrm>
              <a:off x="2660760" y="1388880"/>
              <a:ext cx="281160" cy="106560"/>
            </a:xfrm>
            <a:prstGeom prst="rect">
              <a:avLst/>
            </a:prstGeom>
            <a:solidFill>
              <a:srgbClr val="bc3700"/>
            </a:solidFill>
            <a:ln w="12600">
              <a:solidFill>
                <a:srgbClr val="0b20b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2400" strike="noStrike" u="none">
                <a:solidFill>
                  <a:srgbClr val="232323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98" name=""/>
            <p:cNvSpPr/>
            <p:nvPr/>
          </p:nvSpPr>
          <p:spPr>
            <a:xfrm>
              <a:off x="3249720" y="1388880"/>
              <a:ext cx="284400" cy="106560"/>
            </a:xfrm>
            <a:prstGeom prst="rect">
              <a:avLst/>
            </a:prstGeom>
            <a:solidFill>
              <a:srgbClr val="bc3700"/>
            </a:solidFill>
            <a:ln w="12600">
              <a:solidFill>
                <a:srgbClr val="0b20b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2400" strike="noStrike" u="none">
                <a:solidFill>
                  <a:srgbClr val="232323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99" name=""/>
            <p:cNvSpPr/>
            <p:nvPr/>
          </p:nvSpPr>
          <p:spPr>
            <a:xfrm>
              <a:off x="3900600" y="1388880"/>
              <a:ext cx="282600" cy="106560"/>
            </a:xfrm>
            <a:prstGeom prst="rect">
              <a:avLst/>
            </a:prstGeom>
            <a:solidFill>
              <a:srgbClr val="bc3700"/>
            </a:solidFill>
            <a:ln w="12600">
              <a:solidFill>
                <a:srgbClr val="0b20b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2400" strike="noStrike" u="none">
                <a:solidFill>
                  <a:srgbClr val="232323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300" name=""/>
            <p:cNvSpPr/>
            <p:nvPr/>
          </p:nvSpPr>
          <p:spPr>
            <a:xfrm>
              <a:off x="4550040" y="1388880"/>
              <a:ext cx="284040" cy="106560"/>
            </a:xfrm>
            <a:prstGeom prst="rect">
              <a:avLst/>
            </a:prstGeom>
            <a:solidFill>
              <a:srgbClr val="bc3700"/>
            </a:solidFill>
            <a:ln w="12600">
              <a:solidFill>
                <a:srgbClr val="0b20b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2400" strike="noStrike" u="none">
                <a:solidFill>
                  <a:srgbClr val="232323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301" name=""/>
            <p:cNvSpPr/>
            <p:nvPr/>
          </p:nvSpPr>
          <p:spPr>
            <a:xfrm>
              <a:off x="5200920" y="1388880"/>
              <a:ext cx="282600" cy="106560"/>
            </a:xfrm>
            <a:prstGeom prst="rect">
              <a:avLst/>
            </a:prstGeom>
            <a:solidFill>
              <a:srgbClr val="bc3700"/>
            </a:solidFill>
            <a:ln w="12600">
              <a:solidFill>
                <a:srgbClr val="0b20b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2400" strike="noStrike" u="none">
                <a:solidFill>
                  <a:srgbClr val="232323"/>
                </a:solidFill>
                <a:effectLst/>
                <a:uFillTx/>
                <a:latin typeface="Times New Roman"/>
              </a:endParaRPr>
            </a:p>
          </p:txBody>
        </p:sp>
      </p:grpSp>
    </p:spTree>
  </p:cSld>
  <p:transition spd="slow">
    <p:pull dir="r"/>
  </p:transition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d8a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"/>
          <p:cNvSpPr/>
          <p:nvPr/>
        </p:nvSpPr>
        <p:spPr>
          <a:xfrm>
            <a:off x="68580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IN" sz="2400" strike="noStrike" u="none">
              <a:solidFill>
                <a:srgbClr val="232323"/>
              </a:solidFill>
              <a:effectLst/>
              <a:uFillTx/>
              <a:latin typeface="Times New Roman"/>
            </a:endParaRPr>
          </a:p>
        </p:txBody>
      </p:sp>
      <p:sp>
        <p:nvSpPr>
          <p:cNvPr id="303" name=""/>
          <p:cNvSpPr/>
          <p:nvPr/>
        </p:nvSpPr>
        <p:spPr>
          <a:xfrm>
            <a:off x="3124080" y="6248520"/>
            <a:ext cx="289584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IN" sz="2400" strike="noStrike" u="none">
              <a:solidFill>
                <a:srgbClr val="232323"/>
              </a:solidFill>
              <a:effectLst/>
              <a:uFillTx/>
              <a:latin typeface="Times New Roman"/>
            </a:endParaRPr>
          </a:p>
        </p:txBody>
      </p:sp>
      <p:sp>
        <p:nvSpPr>
          <p:cNvPr id="304" name="PlaceHolder 1"/>
          <p:cNvSpPr>
            <a:spLocks noGrp="1"/>
          </p:cNvSpPr>
          <p:nvPr>
            <p:ph type="title"/>
          </p:nvPr>
        </p:nvSpPr>
        <p:spPr>
          <a:xfrm>
            <a:off x="228240" y="380520"/>
            <a:ext cx="7467480" cy="838440"/>
          </a:xfrm>
          <a:prstGeom prst="rect">
            <a:avLst/>
          </a:prstGeom>
          <a:noFill/>
          <a:ln w="0">
            <a:noFill/>
          </a:ln>
        </p:spPr>
        <p:txBody>
          <a:bodyPr lIns="90360" rIns="90360" tIns="44280" bIns="44280" anchor="ctr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br>
              <a:rPr sz="4400"/>
            </a:br>
            <a:r>
              <a:rPr b="1" lang="en-IN" sz="4000" strike="noStrike" u="none">
                <a:solidFill>
                  <a:srgbClr val="051540"/>
                </a:solidFill>
                <a:effectLst/>
                <a:uFillTx/>
                <a:latin typeface="Arial"/>
              </a:rPr>
              <a:t>TAX INCENTIVE</a:t>
            </a:r>
            <a:endParaRPr b="0" lang="en-IN" sz="4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5" name="PlaceHolder 2"/>
          <p:cNvSpPr>
            <a:spLocks noGrp="1"/>
          </p:cNvSpPr>
          <p:nvPr>
            <p:ph/>
          </p:nvPr>
        </p:nvSpPr>
        <p:spPr>
          <a:xfrm>
            <a:off x="457200" y="1523880"/>
            <a:ext cx="8305920" cy="4648320"/>
          </a:xfrm>
          <a:prstGeom prst="rect">
            <a:avLst/>
          </a:prstGeom>
          <a:noFill/>
          <a:ln w="0">
            <a:noFill/>
          </a:ln>
        </p:spPr>
        <p:txBody>
          <a:bodyPr lIns="90360" rIns="90360" tIns="44280" bIns="44280" anchor="t">
            <a:normAutofit/>
          </a:bodyPr>
          <a:p>
            <a:pPr marL="343080" indent="-343080">
              <a:lnSpc>
                <a:spcPct val="100000"/>
              </a:lnSpc>
              <a:spcBef>
                <a:spcPts val="799"/>
              </a:spcBef>
              <a:spcAft>
                <a:spcPts val="1199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trike="noStrike" u="none">
                <a:solidFill>
                  <a:srgbClr val="051540"/>
                </a:solidFill>
                <a:effectLst/>
                <a:uFillTx/>
                <a:latin typeface="Tahoma"/>
                <a:ea typeface="Tahoma"/>
              </a:rPr>
              <a:t>  </a:t>
            </a:r>
            <a:endParaRPr b="0" lang="en-IN" sz="3200" strike="noStrike" u="none">
              <a:solidFill>
                <a:srgbClr val="232323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799"/>
              </a:spcBef>
              <a:spcAft>
                <a:spcPts val="1199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trike="noStrike" u="none">
                <a:solidFill>
                  <a:srgbClr val="051540"/>
                </a:solidFill>
                <a:effectLst/>
                <a:uFillTx/>
                <a:latin typeface="Tahoma"/>
                <a:ea typeface="Tahoma"/>
              </a:rPr>
              <a:t>  </a:t>
            </a:r>
            <a:r>
              <a:rPr b="1" lang="en-IN" sz="3200" strike="noStrike" u="none">
                <a:solidFill>
                  <a:srgbClr val="232323"/>
                </a:solidFill>
                <a:effectLst/>
                <a:uFillTx/>
                <a:latin typeface="Tahoma"/>
                <a:ea typeface="Tahoma"/>
              </a:rPr>
              <a:t>ARCHITECTURAL/TRANSPORTATION TAX DEDUCTION: </a:t>
            </a:r>
            <a:endParaRPr b="0" lang="en-IN" sz="3200" strike="noStrike" u="none">
              <a:solidFill>
                <a:srgbClr val="232323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799"/>
              </a:spcBef>
              <a:spcAft>
                <a:spcPts val="1199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trike="noStrike" u="none">
                <a:solidFill>
                  <a:srgbClr val="051540"/>
                </a:solidFill>
                <a:effectLst/>
                <a:uFillTx/>
                <a:latin typeface="Tahoma"/>
                <a:ea typeface="Tahoma"/>
              </a:rPr>
              <a:t>   BUSINESSES MAY TAKE AN ANNUAL DEDUCTION FOR EXPENSES INCURRED TO REMOVE PHYSICAL, STRUCTURAL, </a:t>
            </a:r>
            <a:endParaRPr b="0" lang="en-IN" sz="3200" strike="noStrike" u="none">
              <a:solidFill>
                <a:srgbClr val="232323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306" name=""/>
          <p:cNvGrpSpPr/>
          <p:nvPr/>
        </p:nvGrpSpPr>
        <p:grpSpPr>
          <a:xfrm>
            <a:off x="533520" y="1371600"/>
            <a:ext cx="5067360" cy="123840"/>
            <a:chOff x="533520" y="1371600"/>
            <a:chExt cx="5067360" cy="123840"/>
          </a:xfrm>
        </p:grpSpPr>
        <p:sp>
          <p:nvSpPr>
            <p:cNvPr id="307" name=""/>
            <p:cNvSpPr/>
            <p:nvPr/>
          </p:nvSpPr>
          <p:spPr>
            <a:xfrm>
              <a:off x="533520" y="1371600"/>
              <a:ext cx="5067360" cy="69840"/>
            </a:xfrm>
            <a:prstGeom prst="rect">
              <a:avLst/>
            </a:prstGeom>
            <a:solidFill>
              <a:srgbClr val="081f5e"/>
            </a:solidFill>
            <a:ln w="12600">
              <a:solidFill>
                <a:srgbClr val="081d5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3040" bIns="23040" anchor="ctr">
              <a:noAutofit/>
            </a:bodyPr>
            <a:p>
              <a:endParaRPr b="0" lang="en-IN" sz="2400" strike="noStrike" u="none">
                <a:solidFill>
                  <a:srgbClr val="232323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308" name=""/>
            <p:cNvSpPr/>
            <p:nvPr/>
          </p:nvSpPr>
          <p:spPr>
            <a:xfrm>
              <a:off x="711360" y="1388880"/>
              <a:ext cx="282600" cy="106560"/>
            </a:xfrm>
            <a:prstGeom prst="rect">
              <a:avLst/>
            </a:prstGeom>
            <a:solidFill>
              <a:srgbClr val="bc3700"/>
            </a:solidFill>
            <a:ln w="12600">
              <a:solidFill>
                <a:srgbClr val="0b20b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2400" strike="noStrike" u="none">
                <a:solidFill>
                  <a:srgbClr val="232323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309" name=""/>
            <p:cNvSpPr/>
            <p:nvPr/>
          </p:nvSpPr>
          <p:spPr>
            <a:xfrm>
              <a:off x="1360800" y="1388880"/>
              <a:ext cx="282600" cy="106560"/>
            </a:xfrm>
            <a:prstGeom prst="rect">
              <a:avLst/>
            </a:prstGeom>
            <a:solidFill>
              <a:srgbClr val="bc3700"/>
            </a:solidFill>
            <a:ln w="12600">
              <a:solidFill>
                <a:srgbClr val="0b20b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2400" strike="noStrike" u="none">
                <a:solidFill>
                  <a:srgbClr val="232323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310" name=""/>
            <p:cNvSpPr/>
            <p:nvPr/>
          </p:nvSpPr>
          <p:spPr>
            <a:xfrm>
              <a:off x="2009880" y="1388880"/>
              <a:ext cx="282600" cy="106560"/>
            </a:xfrm>
            <a:prstGeom prst="rect">
              <a:avLst/>
            </a:prstGeom>
            <a:solidFill>
              <a:srgbClr val="bc3700"/>
            </a:solidFill>
            <a:ln w="12600">
              <a:solidFill>
                <a:srgbClr val="0b20b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2400" strike="noStrike" u="none">
                <a:solidFill>
                  <a:srgbClr val="232323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311" name=""/>
            <p:cNvSpPr/>
            <p:nvPr/>
          </p:nvSpPr>
          <p:spPr>
            <a:xfrm>
              <a:off x="2660760" y="1388880"/>
              <a:ext cx="281160" cy="106560"/>
            </a:xfrm>
            <a:prstGeom prst="rect">
              <a:avLst/>
            </a:prstGeom>
            <a:solidFill>
              <a:srgbClr val="bc3700"/>
            </a:solidFill>
            <a:ln w="12600">
              <a:solidFill>
                <a:srgbClr val="0b20b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2400" strike="noStrike" u="none">
                <a:solidFill>
                  <a:srgbClr val="232323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312" name=""/>
            <p:cNvSpPr/>
            <p:nvPr/>
          </p:nvSpPr>
          <p:spPr>
            <a:xfrm>
              <a:off x="3249720" y="1388880"/>
              <a:ext cx="284400" cy="106560"/>
            </a:xfrm>
            <a:prstGeom prst="rect">
              <a:avLst/>
            </a:prstGeom>
            <a:solidFill>
              <a:srgbClr val="bc3700"/>
            </a:solidFill>
            <a:ln w="12600">
              <a:solidFill>
                <a:srgbClr val="0b20b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2400" strike="noStrike" u="none">
                <a:solidFill>
                  <a:srgbClr val="232323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313" name=""/>
            <p:cNvSpPr/>
            <p:nvPr/>
          </p:nvSpPr>
          <p:spPr>
            <a:xfrm>
              <a:off x="3900600" y="1388880"/>
              <a:ext cx="282600" cy="106560"/>
            </a:xfrm>
            <a:prstGeom prst="rect">
              <a:avLst/>
            </a:prstGeom>
            <a:solidFill>
              <a:srgbClr val="bc3700"/>
            </a:solidFill>
            <a:ln w="12600">
              <a:solidFill>
                <a:srgbClr val="0b20b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2400" strike="noStrike" u="none">
                <a:solidFill>
                  <a:srgbClr val="232323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314" name=""/>
            <p:cNvSpPr/>
            <p:nvPr/>
          </p:nvSpPr>
          <p:spPr>
            <a:xfrm>
              <a:off x="4550040" y="1388880"/>
              <a:ext cx="284040" cy="106560"/>
            </a:xfrm>
            <a:prstGeom prst="rect">
              <a:avLst/>
            </a:prstGeom>
            <a:solidFill>
              <a:srgbClr val="bc3700"/>
            </a:solidFill>
            <a:ln w="12600">
              <a:solidFill>
                <a:srgbClr val="0b20b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2400" strike="noStrike" u="none">
                <a:solidFill>
                  <a:srgbClr val="232323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315" name=""/>
            <p:cNvSpPr/>
            <p:nvPr/>
          </p:nvSpPr>
          <p:spPr>
            <a:xfrm>
              <a:off x="5200920" y="1388880"/>
              <a:ext cx="282600" cy="106560"/>
            </a:xfrm>
            <a:prstGeom prst="rect">
              <a:avLst/>
            </a:prstGeom>
            <a:solidFill>
              <a:srgbClr val="bc3700"/>
            </a:solidFill>
            <a:ln w="12600">
              <a:solidFill>
                <a:srgbClr val="0b20b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2400" strike="noStrike" u="none">
                <a:solidFill>
                  <a:srgbClr val="232323"/>
                </a:solidFill>
                <a:effectLst/>
                <a:uFillTx/>
                <a:latin typeface="Times New Roman"/>
              </a:endParaRPr>
            </a:p>
          </p:txBody>
        </p:sp>
      </p:grpSp>
    </p:spTree>
  </p:cSld>
  <p:transition spd="slow">
    <p:pull dir="r"/>
  </p:transition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d8a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"/>
          <p:cNvSpPr/>
          <p:nvPr/>
        </p:nvSpPr>
        <p:spPr>
          <a:xfrm>
            <a:off x="68580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IN" sz="2400" strike="noStrike" u="none">
              <a:solidFill>
                <a:srgbClr val="232323"/>
              </a:solidFill>
              <a:effectLst/>
              <a:uFillTx/>
              <a:latin typeface="Times New Roman"/>
            </a:endParaRPr>
          </a:p>
        </p:txBody>
      </p:sp>
      <p:sp>
        <p:nvSpPr>
          <p:cNvPr id="317" name=""/>
          <p:cNvSpPr/>
          <p:nvPr/>
        </p:nvSpPr>
        <p:spPr>
          <a:xfrm>
            <a:off x="3124080" y="6248520"/>
            <a:ext cx="289584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IN" sz="2400" strike="noStrike" u="none">
              <a:solidFill>
                <a:srgbClr val="232323"/>
              </a:solidFill>
              <a:effectLst/>
              <a:uFillTx/>
              <a:latin typeface="Times New Roman"/>
            </a:endParaRPr>
          </a:p>
        </p:txBody>
      </p:sp>
      <p:sp>
        <p:nvSpPr>
          <p:cNvPr id="318" name="PlaceHolder 1"/>
          <p:cNvSpPr>
            <a:spLocks noGrp="1"/>
          </p:cNvSpPr>
          <p:nvPr>
            <p:ph type="title"/>
          </p:nvPr>
        </p:nvSpPr>
        <p:spPr>
          <a:xfrm>
            <a:off x="228240" y="380520"/>
            <a:ext cx="7467480" cy="838440"/>
          </a:xfrm>
          <a:prstGeom prst="rect">
            <a:avLst/>
          </a:prstGeom>
          <a:noFill/>
          <a:ln w="0">
            <a:noFill/>
          </a:ln>
        </p:spPr>
        <p:txBody>
          <a:bodyPr lIns="90360" rIns="90360" tIns="44280" bIns="44280" anchor="ctr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br>
              <a:rPr sz="4400"/>
            </a:br>
            <a:r>
              <a:rPr b="1" lang="en-IN" sz="4000" strike="noStrike" u="none">
                <a:solidFill>
                  <a:srgbClr val="051540"/>
                </a:solidFill>
                <a:effectLst/>
                <a:uFillTx/>
                <a:latin typeface="Arial"/>
              </a:rPr>
              <a:t>TAX INCENTIVE</a:t>
            </a:r>
            <a:endParaRPr b="0" lang="en-IN" sz="4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9" name="PlaceHolder 2"/>
          <p:cNvSpPr>
            <a:spLocks noGrp="1"/>
          </p:cNvSpPr>
          <p:nvPr>
            <p:ph/>
          </p:nvPr>
        </p:nvSpPr>
        <p:spPr>
          <a:xfrm>
            <a:off x="457200" y="1523880"/>
            <a:ext cx="8305920" cy="4648320"/>
          </a:xfrm>
          <a:prstGeom prst="rect">
            <a:avLst/>
          </a:prstGeom>
          <a:noFill/>
          <a:ln w="0">
            <a:noFill/>
          </a:ln>
        </p:spPr>
        <p:txBody>
          <a:bodyPr lIns="90360" rIns="90360" tIns="44280" bIns="44280" anchor="t">
            <a:normAutofit fontScale="85000" lnSpcReduction="19999"/>
          </a:bodyPr>
          <a:p>
            <a:pPr marL="343080" indent="-343080">
              <a:lnSpc>
                <a:spcPct val="90000"/>
              </a:lnSpc>
              <a:spcBef>
                <a:spcPts val="799"/>
              </a:spcBef>
              <a:spcAft>
                <a:spcPts val="1199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trike="noStrike" u="none">
                <a:solidFill>
                  <a:srgbClr val="051540"/>
                </a:solidFill>
                <a:effectLst/>
                <a:uFillTx/>
                <a:latin typeface="Tahoma"/>
                <a:ea typeface="Tahoma"/>
              </a:rPr>
              <a:t>  </a:t>
            </a:r>
            <a:endParaRPr b="0" lang="en-IN" sz="3200" strike="noStrike" u="none">
              <a:solidFill>
                <a:srgbClr val="232323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spcAft>
                <a:spcPts val="1199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trike="noStrike" u="none">
                <a:solidFill>
                  <a:srgbClr val="051540"/>
                </a:solidFill>
                <a:effectLst/>
                <a:uFillTx/>
                <a:latin typeface="Tahoma"/>
                <a:ea typeface="Tahoma"/>
              </a:rPr>
              <a:t>AND TRANSPORTATION BARRIERS FOR PERSONS WITH DISABILITIES AT THE WORKPLACE. </a:t>
            </a:r>
            <a:br>
              <a:rPr sz="3200"/>
            </a:br>
            <a:br>
              <a:rPr sz="3200"/>
            </a:br>
            <a:r>
              <a:rPr b="1" lang="en-IN" sz="3200" strike="noStrike" u="none">
                <a:solidFill>
                  <a:srgbClr val="051540"/>
                </a:solidFill>
                <a:effectLst/>
                <a:uFillTx/>
                <a:latin typeface="Tahoma"/>
                <a:ea typeface="Tahoma"/>
              </a:rPr>
              <a:t>WHO IS ELIGIBLE? </a:t>
            </a:r>
            <a:endParaRPr b="0" lang="en-IN" sz="3200" strike="noStrike" u="none">
              <a:solidFill>
                <a:srgbClr val="232323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spcAft>
                <a:spcPts val="1199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trike="noStrike" u="none">
                <a:solidFill>
                  <a:srgbClr val="051540"/>
                </a:solidFill>
                <a:effectLst/>
                <a:uFillTx/>
                <a:latin typeface="Tahoma"/>
                <a:ea typeface="Tahoma"/>
              </a:rPr>
              <a:t>    ALL BUSINESSES ARE ELIGIBLE. </a:t>
            </a:r>
            <a:br>
              <a:rPr sz="3200"/>
            </a:br>
            <a:br>
              <a:rPr sz="3200"/>
            </a:br>
            <a:br>
              <a:rPr sz="3200"/>
            </a:br>
            <a:endParaRPr b="0" lang="en-IN" sz="3200" strike="noStrike" u="none">
              <a:solidFill>
                <a:srgbClr val="232323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spcAft>
                <a:spcPts val="1199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trike="noStrike" u="none">
              <a:solidFill>
                <a:srgbClr val="232323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spcAft>
                <a:spcPts val="1199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trike="noStrike" u="none">
                <a:solidFill>
                  <a:srgbClr val="051540"/>
                </a:solidFill>
                <a:effectLst/>
                <a:uFillTx/>
                <a:latin typeface="Tahoma"/>
                <a:ea typeface="Tahoma"/>
              </a:rPr>
              <a:t>  </a:t>
            </a:r>
            <a:endParaRPr b="0" lang="en-IN" sz="3200" strike="noStrike" u="none">
              <a:solidFill>
                <a:srgbClr val="232323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320" name=""/>
          <p:cNvGrpSpPr/>
          <p:nvPr/>
        </p:nvGrpSpPr>
        <p:grpSpPr>
          <a:xfrm>
            <a:off x="533520" y="1371600"/>
            <a:ext cx="5067360" cy="123840"/>
            <a:chOff x="533520" y="1371600"/>
            <a:chExt cx="5067360" cy="123840"/>
          </a:xfrm>
        </p:grpSpPr>
        <p:sp>
          <p:nvSpPr>
            <p:cNvPr id="321" name=""/>
            <p:cNvSpPr/>
            <p:nvPr/>
          </p:nvSpPr>
          <p:spPr>
            <a:xfrm>
              <a:off x="533520" y="1371600"/>
              <a:ext cx="5067360" cy="69840"/>
            </a:xfrm>
            <a:prstGeom prst="rect">
              <a:avLst/>
            </a:prstGeom>
            <a:solidFill>
              <a:srgbClr val="081f5e"/>
            </a:solidFill>
            <a:ln w="12600">
              <a:solidFill>
                <a:srgbClr val="081d5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3040" bIns="23040" anchor="ctr">
              <a:noAutofit/>
            </a:bodyPr>
            <a:p>
              <a:endParaRPr b="0" lang="en-IN" sz="2400" strike="noStrike" u="none">
                <a:solidFill>
                  <a:srgbClr val="232323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322" name=""/>
            <p:cNvSpPr/>
            <p:nvPr/>
          </p:nvSpPr>
          <p:spPr>
            <a:xfrm>
              <a:off x="711360" y="1388880"/>
              <a:ext cx="282600" cy="106560"/>
            </a:xfrm>
            <a:prstGeom prst="rect">
              <a:avLst/>
            </a:prstGeom>
            <a:solidFill>
              <a:srgbClr val="bc3700"/>
            </a:solidFill>
            <a:ln w="12600">
              <a:solidFill>
                <a:srgbClr val="0b20b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2400" strike="noStrike" u="none">
                <a:solidFill>
                  <a:srgbClr val="232323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323" name=""/>
            <p:cNvSpPr/>
            <p:nvPr/>
          </p:nvSpPr>
          <p:spPr>
            <a:xfrm>
              <a:off x="1360800" y="1388880"/>
              <a:ext cx="282600" cy="106560"/>
            </a:xfrm>
            <a:prstGeom prst="rect">
              <a:avLst/>
            </a:prstGeom>
            <a:solidFill>
              <a:srgbClr val="bc3700"/>
            </a:solidFill>
            <a:ln w="12600">
              <a:solidFill>
                <a:srgbClr val="0b20b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2400" strike="noStrike" u="none">
                <a:solidFill>
                  <a:srgbClr val="232323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324" name=""/>
            <p:cNvSpPr/>
            <p:nvPr/>
          </p:nvSpPr>
          <p:spPr>
            <a:xfrm>
              <a:off x="2009880" y="1388880"/>
              <a:ext cx="282600" cy="106560"/>
            </a:xfrm>
            <a:prstGeom prst="rect">
              <a:avLst/>
            </a:prstGeom>
            <a:solidFill>
              <a:srgbClr val="bc3700"/>
            </a:solidFill>
            <a:ln w="12600">
              <a:solidFill>
                <a:srgbClr val="0b20b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2400" strike="noStrike" u="none">
                <a:solidFill>
                  <a:srgbClr val="232323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325" name=""/>
            <p:cNvSpPr/>
            <p:nvPr/>
          </p:nvSpPr>
          <p:spPr>
            <a:xfrm>
              <a:off x="2660760" y="1388880"/>
              <a:ext cx="281160" cy="106560"/>
            </a:xfrm>
            <a:prstGeom prst="rect">
              <a:avLst/>
            </a:prstGeom>
            <a:solidFill>
              <a:srgbClr val="bc3700"/>
            </a:solidFill>
            <a:ln w="12600">
              <a:solidFill>
                <a:srgbClr val="0b20b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2400" strike="noStrike" u="none">
                <a:solidFill>
                  <a:srgbClr val="232323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326" name=""/>
            <p:cNvSpPr/>
            <p:nvPr/>
          </p:nvSpPr>
          <p:spPr>
            <a:xfrm>
              <a:off x="3249720" y="1388880"/>
              <a:ext cx="284400" cy="106560"/>
            </a:xfrm>
            <a:prstGeom prst="rect">
              <a:avLst/>
            </a:prstGeom>
            <a:solidFill>
              <a:srgbClr val="bc3700"/>
            </a:solidFill>
            <a:ln w="12600">
              <a:solidFill>
                <a:srgbClr val="0b20b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2400" strike="noStrike" u="none">
                <a:solidFill>
                  <a:srgbClr val="232323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327" name=""/>
            <p:cNvSpPr/>
            <p:nvPr/>
          </p:nvSpPr>
          <p:spPr>
            <a:xfrm>
              <a:off x="3900600" y="1388880"/>
              <a:ext cx="282600" cy="106560"/>
            </a:xfrm>
            <a:prstGeom prst="rect">
              <a:avLst/>
            </a:prstGeom>
            <a:solidFill>
              <a:srgbClr val="bc3700"/>
            </a:solidFill>
            <a:ln w="12600">
              <a:solidFill>
                <a:srgbClr val="0b20b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2400" strike="noStrike" u="none">
                <a:solidFill>
                  <a:srgbClr val="232323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328" name=""/>
            <p:cNvSpPr/>
            <p:nvPr/>
          </p:nvSpPr>
          <p:spPr>
            <a:xfrm>
              <a:off x="4550040" y="1388880"/>
              <a:ext cx="284040" cy="106560"/>
            </a:xfrm>
            <a:prstGeom prst="rect">
              <a:avLst/>
            </a:prstGeom>
            <a:solidFill>
              <a:srgbClr val="bc3700"/>
            </a:solidFill>
            <a:ln w="12600">
              <a:solidFill>
                <a:srgbClr val="0b20b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2400" strike="noStrike" u="none">
                <a:solidFill>
                  <a:srgbClr val="232323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329" name=""/>
            <p:cNvSpPr/>
            <p:nvPr/>
          </p:nvSpPr>
          <p:spPr>
            <a:xfrm>
              <a:off x="5200920" y="1388880"/>
              <a:ext cx="282600" cy="106560"/>
            </a:xfrm>
            <a:prstGeom prst="rect">
              <a:avLst/>
            </a:prstGeom>
            <a:solidFill>
              <a:srgbClr val="bc3700"/>
            </a:solidFill>
            <a:ln w="12600">
              <a:solidFill>
                <a:srgbClr val="0b20b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2400" strike="noStrike" u="none">
                <a:solidFill>
                  <a:srgbClr val="232323"/>
                </a:solidFill>
                <a:effectLst/>
                <a:uFillTx/>
                <a:latin typeface="Times New Roman"/>
              </a:endParaRPr>
            </a:p>
          </p:txBody>
        </p:sp>
      </p:grpSp>
    </p:spTree>
  </p:cSld>
  <p:transition spd="slow">
    <p:pull dir="r"/>
  </p:transition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d8a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"/>
          <p:cNvSpPr/>
          <p:nvPr/>
        </p:nvSpPr>
        <p:spPr>
          <a:xfrm>
            <a:off x="68580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IN" sz="2400" strike="noStrike" u="none">
              <a:solidFill>
                <a:srgbClr val="232323"/>
              </a:solidFill>
              <a:effectLst/>
              <a:uFillTx/>
              <a:latin typeface="Times New Roman"/>
            </a:endParaRPr>
          </a:p>
        </p:txBody>
      </p:sp>
      <p:sp>
        <p:nvSpPr>
          <p:cNvPr id="331" name=""/>
          <p:cNvSpPr/>
          <p:nvPr/>
        </p:nvSpPr>
        <p:spPr>
          <a:xfrm>
            <a:off x="3124080" y="6248520"/>
            <a:ext cx="289584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IN" sz="2400" strike="noStrike" u="none">
              <a:solidFill>
                <a:srgbClr val="232323"/>
              </a:solidFill>
              <a:effectLst/>
              <a:uFillTx/>
              <a:latin typeface="Times New Roman"/>
            </a:endParaRPr>
          </a:p>
        </p:txBody>
      </p:sp>
      <p:sp>
        <p:nvSpPr>
          <p:cNvPr id="332" name="PlaceHolder 1"/>
          <p:cNvSpPr>
            <a:spLocks noGrp="1"/>
          </p:cNvSpPr>
          <p:nvPr>
            <p:ph type="title"/>
          </p:nvPr>
        </p:nvSpPr>
        <p:spPr>
          <a:xfrm>
            <a:off x="228240" y="380520"/>
            <a:ext cx="7467480" cy="838440"/>
          </a:xfrm>
          <a:prstGeom prst="rect">
            <a:avLst/>
          </a:prstGeom>
          <a:noFill/>
          <a:ln w="0">
            <a:noFill/>
          </a:ln>
        </p:spPr>
        <p:txBody>
          <a:bodyPr lIns="90360" rIns="90360" tIns="44280" bIns="44280" anchor="ctr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br>
              <a:rPr sz="4400"/>
            </a:br>
            <a:r>
              <a:rPr b="1" lang="en-IN" sz="4000" strike="noStrike" u="none">
                <a:solidFill>
                  <a:srgbClr val="051540"/>
                </a:solidFill>
                <a:effectLst/>
                <a:uFillTx/>
                <a:latin typeface="Arial"/>
              </a:rPr>
              <a:t>TAX INCENTIVE</a:t>
            </a:r>
            <a:endParaRPr b="0" lang="en-IN" sz="4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3" name="PlaceHolder 2"/>
          <p:cNvSpPr>
            <a:spLocks noGrp="1"/>
          </p:cNvSpPr>
          <p:nvPr>
            <p:ph/>
          </p:nvPr>
        </p:nvSpPr>
        <p:spPr>
          <a:xfrm>
            <a:off x="457200" y="1523880"/>
            <a:ext cx="8305920" cy="4648320"/>
          </a:xfrm>
          <a:prstGeom prst="rect">
            <a:avLst/>
          </a:prstGeom>
          <a:noFill/>
          <a:ln w="0">
            <a:noFill/>
          </a:ln>
        </p:spPr>
        <p:txBody>
          <a:bodyPr lIns="90360" rIns="90360" tIns="44280" bIns="44280" anchor="t">
            <a:normAutofit lnSpcReduction="9999"/>
          </a:bodyPr>
          <a:p>
            <a:pPr marL="343080" indent="-343080">
              <a:lnSpc>
                <a:spcPct val="90000"/>
              </a:lnSpc>
              <a:spcBef>
                <a:spcPts val="799"/>
              </a:spcBef>
              <a:spcAft>
                <a:spcPts val="1199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trike="noStrike" u="none">
                <a:solidFill>
                  <a:srgbClr val="051540"/>
                </a:solidFill>
                <a:effectLst/>
                <a:uFillTx/>
                <a:latin typeface="Tahoma"/>
                <a:ea typeface="Tahoma"/>
              </a:rPr>
              <a:t> </a:t>
            </a:r>
            <a:endParaRPr b="0" lang="en-IN" sz="3200" strike="noStrike" u="none">
              <a:solidFill>
                <a:srgbClr val="232323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spcAft>
                <a:spcPts val="1199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trike="noStrike" u="none">
                <a:solidFill>
                  <a:srgbClr val="051540"/>
                </a:solidFill>
                <a:effectLst/>
                <a:uFillTx/>
                <a:latin typeface="Tahoma"/>
                <a:ea typeface="Tahoma"/>
              </a:rPr>
              <a:t>  BUSINESSES MAY TAKE A TAX DEDUCTION OF UP TO $15,000 A YEAR FOR EXPENSES INCURRED TO REMOVE BARRIERS FOR PERSONS WITH DISABILITIES. </a:t>
            </a:r>
            <a:br>
              <a:rPr sz="3200"/>
            </a:br>
            <a:endParaRPr b="0" lang="en-IN" sz="3200" strike="noStrike" u="none">
              <a:solidFill>
                <a:srgbClr val="232323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spcAft>
                <a:spcPts val="1199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trike="noStrike" u="none">
              <a:solidFill>
                <a:srgbClr val="232323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spcAft>
                <a:spcPts val="1199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trike="noStrike" u="none">
                <a:solidFill>
                  <a:srgbClr val="051540"/>
                </a:solidFill>
                <a:effectLst/>
                <a:uFillTx/>
                <a:latin typeface="Tahoma"/>
                <a:ea typeface="Tahoma"/>
              </a:rPr>
              <a:t>  </a:t>
            </a:r>
            <a:endParaRPr b="0" lang="en-IN" sz="3200" strike="noStrike" u="none">
              <a:solidFill>
                <a:srgbClr val="232323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334" name=""/>
          <p:cNvGrpSpPr/>
          <p:nvPr/>
        </p:nvGrpSpPr>
        <p:grpSpPr>
          <a:xfrm>
            <a:off x="533520" y="1371600"/>
            <a:ext cx="5067360" cy="123840"/>
            <a:chOff x="533520" y="1371600"/>
            <a:chExt cx="5067360" cy="123840"/>
          </a:xfrm>
        </p:grpSpPr>
        <p:sp>
          <p:nvSpPr>
            <p:cNvPr id="335" name=""/>
            <p:cNvSpPr/>
            <p:nvPr/>
          </p:nvSpPr>
          <p:spPr>
            <a:xfrm>
              <a:off x="533520" y="1371600"/>
              <a:ext cx="5067360" cy="69840"/>
            </a:xfrm>
            <a:prstGeom prst="rect">
              <a:avLst/>
            </a:prstGeom>
            <a:solidFill>
              <a:srgbClr val="081f5e"/>
            </a:solidFill>
            <a:ln w="12600">
              <a:solidFill>
                <a:srgbClr val="081d5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3040" bIns="23040" anchor="ctr">
              <a:noAutofit/>
            </a:bodyPr>
            <a:p>
              <a:endParaRPr b="0" lang="en-IN" sz="2400" strike="noStrike" u="none">
                <a:solidFill>
                  <a:srgbClr val="232323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336" name=""/>
            <p:cNvSpPr/>
            <p:nvPr/>
          </p:nvSpPr>
          <p:spPr>
            <a:xfrm>
              <a:off x="711360" y="1388880"/>
              <a:ext cx="282600" cy="106560"/>
            </a:xfrm>
            <a:prstGeom prst="rect">
              <a:avLst/>
            </a:prstGeom>
            <a:solidFill>
              <a:srgbClr val="bc3700"/>
            </a:solidFill>
            <a:ln w="12600">
              <a:solidFill>
                <a:srgbClr val="0b20b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2400" strike="noStrike" u="none">
                <a:solidFill>
                  <a:srgbClr val="232323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337" name=""/>
            <p:cNvSpPr/>
            <p:nvPr/>
          </p:nvSpPr>
          <p:spPr>
            <a:xfrm>
              <a:off x="1360800" y="1388880"/>
              <a:ext cx="282600" cy="106560"/>
            </a:xfrm>
            <a:prstGeom prst="rect">
              <a:avLst/>
            </a:prstGeom>
            <a:solidFill>
              <a:srgbClr val="bc3700"/>
            </a:solidFill>
            <a:ln w="12600">
              <a:solidFill>
                <a:srgbClr val="0b20b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2400" strike="noStrike" u="none">
                <a:solidFill>
                  <a:srgbClr val="232323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338" name=""/>
            <p:cNvSpPr/>
            <p:nvPr/>
          </p:nvSpPr>
          <p:spPr>
            <a:xfrm>
              <a:off x="2009880" y="1388880"/>
              <a:ext cx="282600" cy="106560"/>
            </a:xfrm>
            <a:prstGeom prst="rect">
              <a:avLst/>
            </a:prstGeom>
            <a:solidFill>
              <a:srgbClr val="bc3700"/>
            </a:solidFill>
            <a:ln w="12600">
              <a:solidFill>
                <a:srgbClr val="0b20b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2400" strike="noStrike" u="none">
                <a:solidFill>
                  <a:srgbClr val="232323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339" name=""/>
            <p:cNvSpPr/>
            <p:nvPr/>
          </p:nvSpPr>
          <p:spPr>
            <a:xfrm>
              <a:off x="2660760" y="1388880"/>
              <a:ext cx="281160" cy="106560"/>
            </a:xfrm>
            <a:prstGeom prst="rect">
              <a:avLst/>
            </a:prstGeom>
            <a:solidFill>
              <a:srgbClr val="bc3700"/>
            </a:solidFill>
            <a:ln w="12600">
              <a:solidFill>
                <a:srgbClr val="0b20b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2400" strike="noStrike" u="none">
                <a:solidFill>
                  <a:srgbClr val="232323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340" name=""/>
            <p:cNvSpPr/>
            <p:nvPr/>
          </p:nvSpPr>
          <p:spPr>
            <a:xfrm>
              <a:off x="3249720" y="1388880"/>
              <a:ext cx="284400" cy="106560"/>
            </a:xfrm>
            <a:prstGeom prst="rect">
              <a:avLst/>
            </a:prstGeom>
            <a:solidFill>
              <a:srgbClr val="bc3700"/>
            </a:solidFill>
            <a:ln w="12600">
              <a:solidFill>
                <a:srgbClr val="0b20b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2400" strike="noStrike" u="none">
                <a:solidFill>
                  <a:srgbClr val="232323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341" name=""/>
            <p:cNvSpPr/>
            <p:nvPr/>
          </p:nvSpPr>
          <p:spPr>
            <a:xfrm>
              <a:off x="3900600" y="1388880"/>
              <a:ext cx="282600" cy="106560"/>
            </a:xfrm>
            <a:prstGeom prst="rect">
              <a:avLst/>
            </a:prstGeom>
            <a:solidFill>
              <a:srgbClr val="bc3700"/>
            </a:solidFill>
            <a:ln w="12600">
              <a:solidFill>
                <a:srgbClr val="0b20b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2400" strike="noStrike" u="none">
                <a:solidFill>
                  <a:srgbClr val="232323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342" name=""/>
            <p:cNvSpPr/>
            <p:nvPr/>
          </p:nvSpPr>
          <p:spPr>
            <a:xfrm>
              <a:off x="4550040" y="1388880"/>
              <a:ext cx="284040" cy="106560"/>
            </a:xfrm>
            <a:prstGeom prst="rect">
              <a:avLst/>
            </a:prstGeom>
            <a:solidFill>
              <a:srgbClr val="bc3700"/>
            </a:solidFill>
            <a:ln w="12600">
              <a:solidFill>
                <a:srgbClr val="0b20b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2400" strike="noStrike" u="none">
                <a:solidFill>
                  <a:srgbClr val="232323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343" name=""/>
            <p:cNvSpPr/>
            <p:nvPr/>
          </p:nvSpPr>
          <p:spPr>
            <a:xfrm>
              <a:off x="5200920" y="1388880"/>
              <a:ext cx="282600" cy="106560"/>
            </a:xfrm>
            <a:prstGeom prst="rect">
              <a:avLst/>
            </a:prstGeom>
            <a:solidFill>
              <a:srgbClr val="bc3700"/>
            </a:solidFill>
            <a:ln w="12600">
              <a:solidFill>
                <a:srgbClr val="0b20b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2400" strike="noStrike" u="none">
                <a:solidFill>
                  <a:srgbClr val="232323"/>
                </a:solidFill>
                <a:effectLst/>
                <a:uFillTx/>
                <a:latin typeface="Times New Roman"/>
              </a:endParaRPr>
            </a:p>
          </p:txBody>
        </p:sp>
      </p:grpSp>
    </p:spTree>
  </p:cSld>
  <p:transition spd="slow">
    <p:pull dir="r"/>
  </p:transition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d8a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"/>
          <p:cNvSpPr/>
          <p:nvPr/>
        </p:nvSpPr>
        <p:spPr>
          <a:xfrm>
            <a:off x="68580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IN" sz="2400" strike="noStrike" u="none">
              <a:solidFill>
                <a:srgbClr val="232323"/>
              </a:solidFill>
              <a:effectLst/>
              <a:uFillTx/>
              <a:latin typeface="Times New Roman"/>
            </a:endParaRPr>
          </a:p>
        </p:txBody>
      </p:sp>
      <p:sp>
        <p:nvSpPr>
          <p:cNvPr id="345" name=""/>
          <p:cNvSpPr/>
          <p:nvPr/>
        </p:nvSpPr>
        <p:spPr>
          <a:xfrm>
            <a:off x="3124080" y="6248520"/>
            <a:ext cx="289584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IN" sz="2400" strike="noStrike" u="none">
              <a:solidFill>
                <a:srgbClr val="232323"/>
              </a:solidFill>
              <a:effectLst/>
              <a:uFillTx/>
              <a:latin typeface="Times New Roman"/>
            </a:endParaRPr>
          </a:p>
        </p:txBody>
      </p:sp>
      <p:sp>
        <p:nvSpPr>
          <p:cNvPr id="346" name="PlaceHolder 1"/>
          <p:cNvSpPr>
            <a:spLocks noGrp="1"/>
          </p:cNvSpPr>
          <p:nvPr>
            <p:ph type="title"/>
          </p:nvPr>
        </p:nvSpPr>
        <p:spPr>
          <a:xfrm>
            <a:off x="228240" y="380520"/>
            <a:ext cx="7467480" cy="838440"/>
          </a:xfrm>
          <a:prstGeom prst="rect">
            <a:avLst/>
          </a:prstGeom>
          <a:noFill/>
          <a:ln w="0">
            <a:noFill/>
          </a:ln>
        </p:spPr>
        <p:txBody>
          <a:bodyPr lIns="90360" rIns="90360" tIns="44280" bIns="44280" anchor="ctr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br>
              <a:rPr sz="4400"/>
            </a:br>
            <a:r>
              <a:rPr b="1" lang="en-IN" sz="4000" strike="noStrike" u="none">
                <a:solidFill>
                  <a:srgbClr val="051540"/>
                </a:solidFill>
                <a:effectLst/>
                <a:uFillTx/>
                <a:latin typeface="Arial"/>
              </a:rPr>
              <a:t>TAX INCENTIVE</a:t>
            </a:r>
            <a:endParaRPr b="0" lang="en-IN" sz="4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7" name="PlaceHolder 2"/>
          <p:cNvSpPr>
            <a:spLocks noGrp="1"/>
          </p:cNvSpPr>
          <p:nvPr>
            <p:ph/>
          </p:nvPr>
        </p:nvSpPr>
        <p:spPr>
          <a:xfrm>
            <a:off x="457200" y="1523880"/>
            <a:ext cx="8305920" cy="4648320"/>
          </a:xfrm>
          <a:prstGeom prst="rect">
            <a:avLst/>
          </a:prstGeom>
          <a:noFill/>
          <a:ln w="0">
            <a:noFill/>
          </a:ln>
        </p:spPr>
        <p:txBody>
          <a:bodyPr lIns="90360" rIns="90360" tIns="44280" bIns="44280" anchor="t">
            <a:normAutofit/>
          </a:bodyPr>
          <a:p>
            <a:pPr marL="343080" indent="-343080">
              <a:lnSpc>
                <a:spcPct val="90000"/>
              </a:lnSpc>
              <a:spcBef>
                <a:spcPts val="799"/>
              </a:spcBef>
              <a:spcAft>
                <a:spcPts val="1199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trike="noStrike" u="none">
                <a:solidFill>
                  <a:srgbClr val="051540"/>
                </a:solidFill>
                <a:effectLst/>
                <a:uFillTx/>
                <a:latin typeface="Tahoma"/>
                <a:ea typeface="Tahoma"/>
              </a:rPr>
              <a:t> </a:t>
            </a:r>
            <a:endParaRPr b="0" lang="en-IN" sz="3200" strike="noStrike" u="none">
              <a:solidFill>
                <a:srgbClr val="232323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spcAft>
                <a:spcPts val="1199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trike="noStrike" u="none">
                <a:solidFill>
                  <a:srgbClr val="051540"/>
                </a:solidFill>
                <a:effectLst/>
                <a:uFillTx/>
                <a:latin typeface="Tahoma"/>
                <a:ea typeface="Tahoma"/>
              </a:rPr>
              <a:t>  WHAT EXPENSES ARE COVERED? </a:t>
            </a:r>
            <a:endParaRPr b="0" lang="en-IN" sz="3200" strike="noStrike" u="none">
              <a:solidFill>
                <a:srgbClr val="232323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spcAft>
                <a:spcPts val="1199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trike="noStrike" u="none">
                <a:solidFill>
                  <a:srgbClr val="051540"/>
                </a:solidFill>
                <a:effectLst/>
                <a:uFillTx/>
                <a:latin typeface="Tahoma"/>
                <a:ea typeface="Tahoma"/>
              </a:rPr>
              <a:t>  THE DEDUCTION IS AVAILABLE EVERY YEAR. IT CAN BE USED FOR A VARIETY OF COSTS TO MAKE A FACILITY OR PUBLIC</a:t>
            </a:r>
            <a:endParaRPr b="0" lang="en-IN" sz="3200" strike="noStrike" u="none">
              <a:solidFill>
                <a:srgbClr val="232323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spcAft>
                <a:spcPts val="1199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trike="noStrike" u="none">
              <a:solidFill>
                <a:srgbClr val="232323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spcAft>
                <a:spcPts val="1199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trike="noStrike" u="none">
                <a:solidFill>
                  <a:srgbClr val="051540"/>
                </a:solidFill>
                <a:effectLst/>
                <a:uFillTx/>
                <a:latin typeface="Tahoma"/>
                <a:ea typeface="Tahoma"/>
              </a:rPr>
              <a:t>  </a:t>
            </a:r>
            <a:endParaRPr b="0" lang="en-IN" sz="3200" strike="noStrike" u="none">
              <a:solidFill>
                <a:srgbClr val="232323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348" name=""/>
          <p:cNvGrpSpPr/>
          <p:nvPr/>
        </p:nvGrpSpPr>
        <p:grpSpPr>
          <a:xfrm>
            <a:off x="533520" y="1371600"/>
            <a:ext cx="5067360" cy="123840"/>
            <a:chOff x="533520" y="1371600"/>
            <a:chExt cx="5067360" cy="123840"/>
          </a:xfrm>
        </p:grpSpPr>
        <p:sp>
          <p:nvSpPr>
            <p:cNvPr id="349" name=""/>
            <p:cNvSpPr/>
            <p:nvPr/>
          </p:nvSpPr>
          <p:spPr>
            <a:xfrm>
              <a:off x="533520" y="1371600"/>
              <a:ext cx="5067360" cy="69840"/>
            </a:xfrm>
            <a:prstGeom prst="rect">
              <a:avLst/>
            </a:prstGeom>
            <a:solidFill>
              <a:srgbClr val="081f5e"/>
            </a:solidFill>
            <a:ln w="12600">
              <a:solidFill>
                <a:srgbClr val="081d5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3040" bIns="23040" anchor="ctr">
              <a:noAutofit/>
            </a:bodyPr>
            <a:p>
              <a:endParaRPr b="0" lang="en-IN" sz="2400" strike="noStrike" u="none">
                <a:solidFill>
                  <a:srgbClr val="232323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350" name=""/>
            <p:cNvSpPr/>
            <p:nvPr/>
          </p:nvSpPr>
          <p:spPr>
            <a:xfrm>
              <a:off x="711360" y="1388880"/>
              <a:ext cx="282600" cy="106560"/>
            </a:xfrm>
            <a:prstGeom prst="rect">
              <a:avLst/>
            </a:prstGeom>
            <a:solidFill>
              <a:srgbClr val="bc3700"/>
            </a:solidFill>
            <a:ln w="12600">
              <a:solidFill>
                <a:srgbClr val="0b20b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2400" strike="noStrike" u="none">
                <a:solidFill>
                  <a:srgbClr val="232323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351" name=""/>
            <p:cNvSpPr/>
            <p:nvPr/>
          </p:nvSpPr>
          <p:spPr>
            <a:xfrm>
              <a:off x="1360800" y="1388880"/>
              <a:ext cx="282600" cy="106560"/>
            </a:xfrm>
            <a:prstGeom prst="rect">
              <a:avLst/>
            </a:prstGeom>
            <a:solidFill>
              <a:srgbClr val="bc3700"/>
            </a:solidFill>
            <a:ln w="12600">
              <a:solidFill>
                <a:srgbClr val="0b20b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2400" strike="noStrike" u="none">
                <a:solidFill>
                  <a:srgbClr val="232323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352" name=""/>
            <p:cNvSpPr/>
            <p:nvPr/>
          </p:nvSpPr>
          <p:spPr>
            <a:xfrm>
              <a:off x="2009880" y="1388880"/>
              <a:ext cx="282600" cy="106560"/>
            </a:xfrm>
            <a:prstGeom prst="rect">
              <a:avLst/>
            </a:prstGeom>
            <a:solidFill>
              <a:srgbClr val="bc3700"/>
            </a:solidFill>
            <a:ln w="12600">
              <a:solidFill>
                <a:srgbClr val="0b20b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2400" strike="noStrike" u="none">
                <a:solidFill>
                  <a:srgbClr val="232323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353" name=""/>
            <p:cNvSpPr/>
            <p:nvPr/>
          </p:nvSpPr>
          <p:spPr>
            <a:xfrm>
              <a:off x="2660760" y="1388880"/>
              <a:ext cx="281160" cy="106560"/>
            </a:xfrm>
            <a:prstGeom prst="rect">
              <a:avLst/>
            </a:prstGeom>
            <a:solidFill>
              <a:srgbClr val="bc3700"/>
            </a:solidFill>
            <a:ln w="12600">
              <a:solidFill>
                <a:srgbClr val="0b20b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2400" strike="noStrike" u="none">
                <a:solidFill>
                  <a:srgbClr val="232323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354" name=""/>
            <p:cNvSpPr/>
            <p:nvPr/>
          </p:nvSpPr>
          <p:spPr>
            <a:xfrm>
              <a:off x="3249720" y="1388880"/>
              <a:ext cx="284400" cy="106560"/>
            </a:xfrm>
            <a:prstGeom prst="rect">
              <a:avLst/>
            </a:prstGeom>
            <a:solidFill>
              <a:srgbClr val="bc3700"/>
            </a:solidFill>
            <a:ln w="12600">
              <a:solidFill>
                <a:srgbClr val="0b20b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2400" strike="noStrike" u="none">
                <a:solidFill>
                  <a:srgbClr val="232323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355" name=""/>
            <p:cNvSpPr/>
            <p:nvPr/>
          </p:nvSpPr>
          <p:spPr>
            <a:xfrm>
              <a:off x="3900600" y="1388880"/>
              <a:ext cx="282600" cy="106560"/>
            </a:xfrm>
            <a:prstGeom prst="rect">
              <a:avLst/>
            </a:prstGeom>
            <a:solidFill>
              <a:srgbClr val="bc3700"/>
            </a:solidFill>
            <a:ln w="12600">
              <a:solidFill>
                <a:srgbClr val="0b20b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2400" strike="noStrike" u="none">
                <a:solidFill>
                  <a:srgbClr val="232323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356" name=""/>
            <p:cNvSpPr/>
            <p:nvPr/>
          </p:nvSpPr>
          <p:spPr>
            <a:xfrm>
              <a:off x="4550040" y="1388880"/>
              <a:ext cx="284040" cy="106560"/>
            </a:xfrm>
            <a:prstGeom prst="rect">
              <a:avLst/>
            </a:prstGeom>
            <a:solidFill>
              <a:srgbClr val="bc3700"/>
            </a:solidFill>
            <a:ln w="12600">
              <a:solidFill>
                <a:srgbClr val="0b20b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2400" strike="noStrike" u="none">
                <a:solidFill>
                  <a:srgbClr val="232323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357" name=""/>
            <p:cNvSpPr/>
            <p:nvPr/>
          </p:nvSpPr>
          <p:spPr>
            <a:xfrm>
              <a:off x="5200920" y="1388880"/>
              <a:ext cx="282600" cy="106560"/>
            </a:xfrm>
            <a:prstGeom prst="rect">
              <a:avLst/>
            </a:prstGeom>
            <a:solidFill>
              <a:srgbClr val="bc3700"/>
            </a:solidFill>
            <a:ln w="12600">
              <a:solidFill>
                <a:srgbClr val="0b20b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2400" strike="noStrike" u="none">
                <a:solidFill>
                  <a:srgbClr val="232323"/>
                </a:solidFill>
                <a:effectLst/>
                <a:uFillTx/>
                <a:latin typeface="Times New Roman"/>
              </a:endParaRPr>
            </a:p>
          </p:txBody>
        </p:sp>
      </p:grpSp>
    </p:spTree>
  </p:cSld>
  <p:transition spd="slow">
    <p:pull dir="r"/>
  </p:transition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d8a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"/>
          <p:cNvSpPr/>
          <p:nvPr/>
        </p:nvSpPr>
        <p:spPr>
          <a:xfrm>
            <a:off x="68580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IN" sz="2400" strike="noStrike" u="none">
              <a:solidFill>
                <a:srgbClr val="232323"/>
              </a:solidFill>
              <a:effectLst/>
              <a:uFillTx/>
              <a:latin typeface="Times New Roman"/>
            </a:endParaRPr>
          </a:p>
        </p:txBody>
      </p:sp>
      <p:sp>
        <p:nvSpPr>
          <p:cNvPr id="359" name=""/>
          <p:cNvSpPr/>
          <p:nvPr/>
        </p:nvSpPr>
        <p:spPr>
          <a:xfrm>
            <a:off x="3124080" y="6248520"/>
            <a:ext cx="289584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IN" sz="2400" strike="noStrike" u="none">
              <a:solidFill>
                <a:srgbClr val="232323"/>
              </a:solidFill>
              <a:effectLst/>
              <a:uFillTx/>
              <a:latin typeface="Times New Roman"/>
            </a:endParaRPr>
          </a:p>
        </p:txBody>
      </p:sp>
      <p:sp>
        <p:nvSpPr>
          <p:cNvPr id="360" name="PlaceHolder 1"/>
          <p:cNvSpPr>
            <a:spLocks noGrp="1"/>
          </p:cNvSpPr>
          <p:nvPr>
            <p:ph type="title"/>
          </p:nvPr>
        </p:nvSpPr>
        <p:spPr>
          <a:xfrm>
            <a:off x="228240" y="380520"/>
            <a:ext cx="7467480" cy="838440"/>
          </a:xfrm>
          <a:prstGeom prst="rect">
            <a:avLst/>
          </a:prstGeom>
          <a:noFill/>
          <a:ln w="0">
            <a:noFill/>
          </a:ln>
        </p:spPr>
        <p:txBody>
          <a:bodyPr lIns="90360" rIns="90360" tIns="44280" bIns="44280" anchor="ctr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br>
              <a:rPr sz="4400"/>
            </a:br>
            <a:r>
              <a:rPr b="1" lang="en-IN" sz="4000" strike="noStrike" u="none">
                <a:solidFill>
                  <a:srgbClr val="051540"/>
                </a:solidFill>
                <a:effectLst/>
                <a:uFillTx/>
                <a:latin typeface="Arial"/>
              </a:rPr>
              <a:t>TAX INCENTIVE</a:t>
            </a:r>
            <a:endParaRPr b="0" lang="en-IN" sz="4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1" name="PlaceHolder 2"/>
          <p:cNvSpPr>
            <a:spLocks noGrp="1"/>
          </p:cNvSpPr>
          <p:nvPr>
            <p:ph/>
          </p:nvPr>
        </p:nvSpPr>
        <p:spPr>
          <a:xfrm>
            <a:off x="457200" y="1523880"/>
            <a:ext cx="8305920" cy="4648320"/>
          </a:xfrm>
          <a:prstGeom prst="rect">
            <a:avLst/>
          </a:prstGeom>
          <a:noFill/>
          <a:ln w="0">
            <a:noFill/>
          </a:ln>
        </p:spPr>
        <p:txBody>
          <a:bodyPr lIns="90360" rIns="90360" tIns="44280" bIns="44280" anchor="t">
            <a:normAutofit/>
          </a:bodyPr>
          <a:p>
            <a:pPr marL="343080" indent="-343080">
              <a:lnSpc>
                <a:spcPct val="100000"/>
              </a:lnSpc>
              <a:spcBef>
                <a:spcPts val="799"/>
              </a:spcBef>
              <a:spcAft>
                <a:spcPts val="1199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trike="noStrike" u="none">
                <a:solidFill>
                  <a:srgbClr val="051540"/>
                </a:solidFill>
                <a:effectLst/>
                <a:uFillTx/>
                <a:latin typeface="Tahoma"/>
                <a:ea typeface="Tahoma"/>
              </a:rPr>
              <a:t> </a:t>
            </a:r>
            <a:endParaRPr b="0" lang="en-IN" sz="3200" strike="noStrike" u="none">
              <a:solidFill>
                <a:srgbClr val="232323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799"/>
              </a:spcBef>
              <a:spcAft>
                <a:spcPts val="1199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trike="noStrike" u="none">
                <a:solidFill>
                  <a:srgbClr val="051540"/>
                </a:solidFill>
                <a:effectLst/>
                <a:uFillTx/>
                <a:latin typeface="Tahoma"/>
                <a:ea typeface="Tahoma"/>
              </a:rPr>
              <a:t>  THE COST OF PROVIDING: </a:t>
            </a:r>
            <a:endParaRPr b="0" lang="en-IN" sz="3200" strike="noStrike" u="none">
              <a:solidFill>
                <a:srgbClr val="232323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799"/>
              </a:spcBef>
              <a:spcAft>
                <a:spcPts val="1199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trike="noStrike" u="none">
                <a:solidFill>
                  <a:srgbClr val="051540"/>
                </a:solidFill>
                <a:effectLst/>
                <a:uFillTx/>
                <a:latin typeface="Tahoma"/>
                <a:ea typeface="Tahoma"/>
              </a:rPr>
              <a:t>   ACCESSIBLE PARKING SPACES, RAMPS, AND CURB CUTS; </a:t>
            </a:r>
            <a:endParaRPr b="0" lang="en-IN" sz="3200" strike="noStrike" u="none">
              <a:solidFill>
                <a:srgbClr val="232323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799"/>
              </a:spcBef>
              <a:spcAft>
                <a:spcPts val="1199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trike="noStrike" u="none">
                <a:solidFill>
                  <a:srgbClr val="051540"/>
                </a:solidFill>
                <a:effectLst/>
                <a:uFillTx/>
                <a:latin typeface="Tahoma"/>
                <a:ea typeface="Tahoma"/>
              </a:rPr>
              <a:t>   PROVIDING TELEPHONES, WATER FOUNTAINS, AND RESTROOMS </a:t>
            </a:r>
            <a:endParaRPr b="0" lang="en-IN" sz="3200" strike="noStrike" u="none">
              <a:solidFill>
                <a:srgbClr val="232323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799"/>
              </a:spcBef>
              <a:spcAft>
                <a:spcPts val="1199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trike="noStrike" u="none">
                <a:solidFill>
                  <a:srgbClr val="051540"/>
                </a:solidFill>
                <a:effectLst/>
                <a:uFillTx/>
                <a:latin typeface="Tahoma"/>
                <a:ea typeface="Tahoma"/>
              </a:rPr>
              <a:t>   WIDENING OF WALKWAYS</a:t>
            </a:r>
            <a:endParaRPr b="0" lang="en-IN" sz="3200" strike="noStrike" u="none">
              <a:solidFill>
                <a:srgbClr val="232323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362" name=""/>
          <p:cNvGrpSpPr/>
          <p:nvPr/>
        </p:nvGrpSpPr>
        <p:grpSpPr>
          <a:xfrm>
            <a:off x="533520" y="1371600"/>
            <a:ext cx="5067360" cy="123840"/>
            <a:chOff x="533520" y="1371600"/>
            <a:chExt cx="5067360" cy="123840"/>
          </a:xfrm>
        </p:grpSpPr>
        <p:sp>
          <p:nvSpPr>
            <p:cNvPr id="363" name=""/>
            <p:cNvSpPr/>
            <p:nvPr/>
          </p:nvSpPr>
          <p:spPr>
            <a:xfrm>
              <a:off x="533520" y="1371600"/>
              <a:ext cx="5067360" cy="69840"/>
            </a:xfrm>
            <a:prstGeom prst="rect">
              <a:avLst/>
            </a:prstGeom>
            <a:solidFill>
              <a:srgbClr val="081f5e"/>
            </a:solidFill>
            <a:ln w="12600">
              <a:solidFill>
                <a:srgbClr val="081d5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3040" bIns="23040" anchor="ctr">
              <a:noAutofit/>
            </a:bodyPr>
            <a:p>
              <a:endParaRPr b="0" lang="en-IN" sz="2400" strike="noStrike" u="none">
                <a:solidFill>
                  <a:srgbClr val="232323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364" name=""/>
            <p:cNvSpPr/>
            <p:nvPr/>
          </p:nvSpPr>
          <p:spPr>
            <a:xfrm>
              <a:off x="711360" y="1388880"/>
              <a:ext cx="282600" cy="106560"/>
            </a:xfrm>
            <a:prstGeom prst="rect">
              <a:avLst/>
            </a:prstGeom>
            <a:solidFill>
              <a:srgbClr val="bc3700"/>
            </a:solidFill>
            <a:ln w="12600">
              <a:solidFill>
                <a:srgbClr val="0b20b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2400" strike="noStrike" u="none">
                <a:solidFill>
                  <a:srgbClr val="232323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365" name=""/>
            <p:cNvSpPr/>
            <p:nvPr/>
          </p:nvSpPr>
          <p:spPr>
            <a:xfrm>
              <a:off x="1360800" y="1388880"/>
              <a:ext cx="282600" cy="106560"/>
            </a:xfrm>
            <a:prstGeom prst="rect">
              <a:avLst/>
            </a:prstGeom>
            <a:solidFill>
              <a:srgbClr val="bc3700"/>
            </a:solidFill>
            <a:ln w="12600">
              <a:solidFill>
                <a:srgbClr val="0b20b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2400" strike="noStrike" u="none">
                <a:solidFill>
                  <a:srgbClr val="232323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366" name=""/>
            <p:cNvSpPr/>
            <p:nvPr/>
          </p:nvSpPr>
          <p:spPr>
            <a:xfrm>
              <a:off x="2009880" y="1388880"/>
              <a:ext cx="282600" cy="106560"/>
            </a:xfrm>
            <a:prstGeom prst="rect">
              <a:avLst/>
            </a:prstGeom>
            <a:solidFill>
              <a:srgbClr val="bc3700"/>
            </a:solidFill>
            <a:ln w="12600">
              <a:solidFill>
                <a:srgbClr val="0b20b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2400" strike="noStrike" u="none">
                <a:solidFill>
                  <a:srgbClr val="232323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367" name=""/>
            <p:cNvSpPr/>
            <p:nvPr/>
          </p:nvSpPr>
          <p:spPr>
            <a:xfrm>
              <a:off x="2660760" y="1388880"/>
              <a:ext cx="281160" cy="106560"/>
            </a:xfrm>
            <a:prstGeom prst="rect">
              <a:avLst/>
            </a:prstGeom>
            <a:solidFill>
              <a:srgbClr val="bc3700"/>
            </a:solidFill>
            <a:ln w="12600">
              <a:solidFill>
                <a:srgbClr val="0b20b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2400" strike="noStrike" u="none">
                <a:solidFill>
                  <a:srgbClr val="232323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368" name=""/>
            <p:cNvSpPr/>
            <p:nvPr/>
          </p:nvSpPr>
          <p:spPr>
            <a:xfrm>
              <a:off x="3249720" y="1388880"/>
              <a:ext cx="284400" cy="106560"/>
            </a:xfrm>
            <a:prstGeom prst="rect">
              <a:avLst/>
            </a:prstGeom>
            <a:solidFill>
              <a:srgbClr val="bc3700"/>
            </a:solidFill>
            <a:ln w="12600">
              <a:solidFill>
                <a:srgbClr val="0b20b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2400" strike="noStrike" u="none">
                <a:solidFill>
                  <a:srgbClr val="232323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369" name=""/>
            <p:cNvSpPr/>
            <p:nvPr/>
          </p:nvSpPr>
          <p:spPr>
            <a:xfrm>
              <a:off x="3900600" y="1388880"/>
              <a:ext cx="282600" cy="106560"/>
            </a:xfrm>
            <a:prstGeom prst="rect">
              <a:avLst/>
            </a:prstGeom>
            <a:solidFill>
              <a:srgbClr val="bc3700"/>
            </a:solidFill>
            <a:ln w="12600">
              <a:solidFill>
                <a:srgbClr val="0b20b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2400" strike="noStrike" u="none">
                <a:solidFill>
                  <a:srgbClr val="232323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370" name=""/>
            <p:cNvSpPr/>
            <p:nvPr/>
          </p:nvSpPr>
          <p:spPr>
            <a:xfrm>
              <a:off x="4550040" y="1388880"/>
              <a:ext cx="284040" cy="106560"/>
            </a:xfrm>
            <a:prstGeom prst="rect">
              <a:avLst/>
            </a:prstGeom>
            <a:solidFill>
              <a:srgbClr val="bc3700"/>
            </a:solidFill>
            <a:ln w="12600">
              <a:solidFill>
                <a:srgbClr val="0b20b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2400" strike="noStrike" u="none">
                <a:solidFill>
                  <a:srgbClr val="232323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371" name=""/>
            <p:cNvSpPr/>
            <p:nvPr/>
          </p:nvSpPr>
          <p:spPr>
            <a:xfrm>
              <a:off x="5200920" y="1388880"/>
              <a:ext cx="282600" cy="106560"/>
            </a:xfrm>
            <a:prstGeom prst="rect">
              <a:avLst/>
            </a:prstGeom>
            <a:solidFill>
              <a:srgbClr val="bc3700"/>
            </a:solidFill>
            <a:ln w="12600">
              <a:solidFill>
                <a:srgbClr val="0b20b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2400" strike="noStrike" u="none">
                <a:solidFill>
                  <a:srgbClr val="232323"/>
                </a:solidFill>
                <a:effectLst/>
                <a:uFillTx/>
                <a:latin typeface="Times New Roman"/>
              </a:endParaRPr>
            </a:p>
          </p:txBody>
        </p:sp>
      </p:grpSp>
    </p:spTree>
  </p:cSld>
  <p:transition spd="slow">
    <p:pull dir="r"/>
  </p:transition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d8a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"/>
          <p:cNvSpPr/>
          <p:nvPr/>
        </p:nvSpPr>
        <p:spPr>
          <a:xfrm>
            <a:off x="68580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IN" sz="2400" strike="noStrike" u="none">
              <a:solidFill>
                <a:srgbClr val="232323"/>
              </a:solidFill>
              <a:effectLst/>
              <a:uFillTx/>
              <a:latin typeface="Times New Roman"/>
            </a:endParaRPr>
          </a:p>
        </p:txBody>
      </p:sp>
      <p:sp>
        <p:nvSpPr>
          <p:cNvPr id="373" name=""/>
          <p:cNvSpPr/>
          <p:nvPr/>
        </p:nvSpPr>
        <p:spPr>
          <a:xfrm>
            <a:off x="3124080" y="6248520"/>
            <a:ext cx="289584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IN" sz="2400" strike="noStrike" u="none">
              <a:solidFill>
                <a:srgbClr val="232323"/>
              </a:solidFill>
              <a:effectLst/>
              <a:uFillTx/>
              <a:latin typeface="Times New Roman"/>
            </a:endParaRPr>
          </a:p>
        </p:txBody>
      </p:sp>
      <p:sp>
        <p:nvSpPr>
          <p:cNvPr id="374" name="PlaceHolder 1"/>
          <p:cNvSpPr>
            <a:spLocks noGrp="1"/>
          </p:cNvSpPr>
          <p:nvPr>
            <p:ph type="title"/>
          </p:nvPr>
        </p:nvSpPr>
        <p:spPr>
          <a:xfrm>
            <a:off x="228240" y="380520"/>
            <a:ext cx="7467480" cy="838440"/>
          </a:xfrm>
          <a:prstGeom prst="rect">
            <a:avLst/>
          </a:prstGeom>
          <a:noFill/>
          <a:ln w="0">
            <a:noFill/>
          </a:ln>
        </p:spPr>
        <p:txBody>
          <a:bodyPr lIns="90360" rIns="90360" tIns="44280" bIns="44280" anchor="ctr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br>
              <a:rPr sz="4400"/>
            </a:br>
            <a:r>
              <a:rPr b="1" lang="en-IN" sz="4000" strike="noStrike" u="none">
                <a:solidFill>
                  <a:srgbClr val="051540"/>
                </a:solidFill>
                <a:effectLst/>
                <a:uFillTx/>
                <a:latin typeface="Arial"/>
              </a:rPr>
              <a:t>TAX INCENTIVE</a:t>
            </a:r>
            <a:endParaRPr b="0" lang="en-IN" sz="4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5" name="PlaceHolder 2"/>
          <p:cNvSpPr>
            <a:spLocks noGrp="1"/>
          </p:cNvSpPr>
          <p:nvPr>
            <p:ph/>
          </p:nvPr>
        </p:nvSpPr>
        <p:spPr>
          <a:xfrm>
            <a:off x="457200" y="1523880"/>
            <a:ext cx="8305920" cy="4648320"/>
          </a:xfrm>
          <a:prstGeom prst="rect">
            <a:avLst/>
          </a:prstGeom>
          <a:noFill/>
          <a:ln w="0">
            <a:noFill/>
          </a:ln>
        </p:spPr>
        <p:txBody>
          <a:bodyPr lIns="90360" rIns="90360" tIns="44280" bIns="44280" anchor="t">
            <a:normAutofit fontScale="92500" lnSpcReduction="9999"/>
          </a:bodyPr>
          <a:p>
            <a:pPr marL="343080" indent="-343080">
              <a:lnSpc>
                <a:spcPct val="90000"/>
              </a:lnSpc>
              <a:spcBef>
                <a:spcPts val="799"/>
              </a:spcBef>
              <a:spcAft>
                <a:spcPts val="1199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trike="noStrike" u="none">
                <a:solidFill>
                  <a:srgbClr val="051540"/>
                </a:solidFill>
                <a:effectLst/>
                <a:uFillTx/>
                <a:latin typeface="Tahoma"/>
                <a:ea typeface="Tahoma"/>
              </a:rPr>
              <a:t> </a:t>
            </a:r>
            <a:endParaRPr b="0" lang="en-IN" sz="3200" strike="noStrike" u="none">
              <a:solidFill>
                <a:srgbClr val="232323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spcAft>
                <a:spcPts val="1199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trike="noStrike" u="none">
                <a:solidFill>
                  <a:srgbClr val="051540"/>
                </a:solidFill>
                <a:effectLst/>
                <a:uFillTx/>
                <a:latin typeface="Tahoma"/>
                <a:ea typeface="Tahoma"/>
              </a:rPr>
              <a:t>  </a:t>
            </a:r>
            <a:r>
              <a:rPr b="1" lang="en-IN" sz="3200" strike="noStrike" u="none">
                <a:solidFill>
                  <a:srgbClr val="051540"/>
                </a:solidFill>
                <a:effectLst/>
                <a:uFillTx/>
                <a:latin typeface="Tahoma"/>
                <a:ea typeface="Times New Roman"/>
              </a:rPr>
              <a:t>WHAT EXPENSES ARE NOT COVERED? NEW CONSTRUCTION, </a:t>
            </a:r>
            <a:endParaRPr b="0" lang="en-IN" sz="3200" strike="noStrike" u="none">
              <a:solidFill>
                <a:srgbClr val="232323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spcAft>
                <a:spcPts val="1199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trike="noStrike" u="none">
                <a:solidFill>
                  <a:srgbClr val="051540"/>
                </a:solidFill>
                <a:effectLst/>
                <a:uFillTx/>
                <a:latin typeface="Tahoma"/>
                <a:ea typeface="Times New Roman"/>
              </a:rPr>
              <a:t>   COMPLETE RENOVATION OF A FACILITY OR PUBLIC TRANSPORTATION</a:t>
            </a:r>
            <a:endParaRPr b="0" lang="en-IN" sz="3200" strike="noStrike" u="none">
              <a:solidFill>
                <a:srgbClr val="232323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spcAft>
                <a:spcPts val="1199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trike="noStrike" u="none">
                <a:solidFill>
                  <a:srgbClr val="051540"/>
                </a:solidFill>
                <a:effectLst/>
                <a:uFillTx/>
                <a:latin typeface="Tahoma"/>
                <a:ea typeface="Times New Roman"/>
              </a:rPr>
              <a:t>   NORMAL REPLACEMENT OF DEPRECIABLE PROPERTY. </a:t>
            </a:r>
            <a:br>
              <a:rPr sz="3200"/>
            </a:br>
            <a:br>
              <a:rPr sz="3200"/>
            </a:br>
            <a:endParaRPr b="0" lang="en-IN" sz="3200" strike="noStrike" u="none">
              <a:solidFill>
                <a:srgbClr val="232323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376" name=""/>
          <p:cNvGrpSpPr/>
          <p:nvPr/>
        </p:nvGrpSpPr>
        <p:grpSpPr>
          <a:xfrm>
            <a:off x="533520" y="1371600"/>
            <a:ext cx="5067360" cy="123840"/>
            <a:chOff x="533520" y="1371600"/>
            <a:chExt cx="5067360" cy="123840"/>
          </a:xfrm>
        </p:grpSpPr>
        <p:sp>
          <p:nvSpPr>
            <p:cNvPr id="377" name=""/>
            <p:cNvSpPr/>
            <p:nvPr/>
          </p:nvSpPr>
          <p:spPr>
            <a:xfrm>
              <a:off x="533520" y="1371600"/>
              <a:ext cx="5067360" cy="69840"/>
            </a:xfrm>
            <a:prstGeom prst="rect">
              <a:avLst/>
            </a:prstGeom>
            <a:solidFill>
              <a:srgbClr val="081f5e"/>
            </a:solidFill>
            <a:ln w="12600">
              <a:solidFill>
                <a:srgbClr val="081d5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3040" bIns="23040" anchor="ctr">
              <a:noAutofit/>
            </a:bodyPr>
            <a:p>
              <a:endParaRPr b="0" lang="en-IN" sz="2400" strike="noStrike" u="none">
                <a:solidFill>
                  <a:srgbClr val="232323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378" name=""/>
            <p:cNvSpPr/>
            <p:nvPr/>
          </p:nvSpPr>
          <p:spPr>
            <a:xfrm>
              <a:off x="711360" y="1388880"/>
              <a:ext cx="282600" cy="106560"/>
            </a:xfrm>
            <a:prstGeom prst="rect">
              <a:avLst/>
            </a:prstGeom>
            <a:solidFill>
              <a:srgbClr val="bc3700"/>
            </a:solidFill>
            <a:ln w="12600">
              <a:solidFill>
                <a:srgbClr val="0b20b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2400" strike="noStrike" u="none">
                <a:solidFill>
                  <a:srgbClr val="232323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379" name=""/>
            <p:cNvSpPr/>
            <p:nvPr/>
          </p:nvSpPr>
          <p:spPr>
            <a:xfrm>
              <a:off x="1360800" y="1388880"/>
              <a:ext cx="282600" cy="106560"/>
            </a:xfrm>
            <a:prstGeom prst="rect">
              <a:avLst/>
            </a:prstGeom>
            <a:solidFill>
              <a:srgbClr val="bc3700"/>
            </a:solidFill>
            <a:ln w="12600">
              <a:solidFill>
                <a:srgbClr val="0b20b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2400" strike="noStrike" u="none">
                <a:solidFill>
                  <a:srgbClr val="232323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380" name=""/>
            <p:cNvSpPr/>
            <p:nvPr/>
          </p:nvSpPr>
          <p:spPr>
            <a:xfrm>
              <a:off x="2009880" y="1388880"/>
              <a:ext cx="282600" cy="106560"/>
            </a:xfrm>
            <a:prstGeom prst="rect">
              <a:avLst/>
            </a:prstGeom>
            <a:solidFill>
              <a:srgbClr val="bc3700"/>
            </a:solidFill>
            <a:ln w="12600">
              <a:solidFill>
                <a:srgbClr val="0b20b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2400" strike="noStrike" u="none">
                <a:solidFill>
                  <a:srgbClr val="232323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381" name=""/>
            <p:cNvSpPr/>
            <p:nvPr/>
          </p:nvSpPr>
          <p:spPr>
            <a:xfrm>
              <a:off x="2660760" y="1388880"/>
              <a:ext cx="281160" cy="106560"/>
            </a:xfrm>
            <a:prstGeom prst="rect">
              <a:avLst/>
            </a:prstGeom>
            <a:solidFill>
              <a:srgbClr val="bc3700"/>
            </a:solidFill>
            <a:ln w="12600">
              <a:solidFill>
                <a:srgbClr val="0b20b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2400" strike="noStrike" u="none">
                <a:solidFill>
                  <a:srgbClr val="232323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382" name=""/>
            <p:cNvSpPr/>
            <p:nvPr/>
          </p:nvSpPr>
          <p:spPr>
            <a:xfrm>
              <a:off x="3249720" y="1388880"/>
              <a:ext cx="284400" cy="106560"/>
            </a:xfrm>
            <a:prstGeom prst="rect">
              <a:avLst/>
            </a:prstGeom>
            <a:solidFill>
              <a:srgbClr val="bc3700"/>
            </a:solidFill>
            <a:ln w="12600">
              <a:solidFill>
                <a:srgbClr val="0b20b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2400" strike="noStrike" u="none">
                <a:solidFill>
                  <a:srgbClr val="232323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383" name=""/>
            <p:cNvSpPr/>
            <p:nvPr/>
          </p:nvSpPr>
          <p:spPr>
            <a:xfrm>
              <a:off x="3900600" y="1388880"/>
              <a:ext cx="282600" cy="106560"/>
            </a:xfrm>
            <a:prstGeom prst="rect">
              <a:avLst/>
            </a:prstGeom>
            <a:solidFill>
              <a:srgbClr val="bc3700"/>
            </a:solidFill>
            <a:ln w="12600">
              <a:solidFill>
                <a:srgbClr val="0b20b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2400" strike="noStrike" u="none">
                <a:solidFill>
                  <a:srgbClr val="232323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384" name=""/>
            <p:cNvSpPr/>
            <p:nvPr/>
          </p:nvSpPr>
          <p:spPr>
            <a:xfrm>
              <a:off x="4550040" y="1388880"/>
              <a:ext cx="284040" cy="106560"/>
            </a:xfrm>
            <a:prstGeom prst="rect">
              <a:avLst/>
            </a:prstGeom>
            <a:solidFill>
              <a:srgbClr val="bc3700"/>
            </a:solidFill>
            <a:ln w="12600">
              <a:solidFill>
                <a:srgbClr val="0b20b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2400" strike="noStrike" u="none">
                <a:solidFill>
                  <a:srgbClr val="232323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385" name=""/>
            <p:cNvSpPr/>
            <p:nvPr/>
          </p:nvSpPr>
          <p:spPr>
            <a:xfrm>
              <a:off x="5200920" y="1388880"/>
              <a:ext cx="282600" cy="106560"/>
            </a:xfrm>
            <a:prstGeom prst="rect">
              <a:avLst/>
            </a:prstGeom>
            <a:solidFill>
              <a:srgbClr val="bc3700"/>
            </a:solidFill>
            <a:ln w="12600">
              <a:solidFill>
                <a:srgbClr val="0b20b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2400" strike="noStrike" u="none">
                <a:solidFill>
                  <a:srgbClr val="232323"/>
                </a:solidFill>
                <a:effectLst/>
                <a:uFillTx/>
                <a:latin typeface="Times New Roman"/>
              </a:endParaRPr>
            </a:p>
          </p:txBody>
        </p:sp>
      </p:grpSp>
    </p:spTree>
  </p:cSld>
  <p:transition spd="slow">
    <p:pull dir="r"/>
  </p:transition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d8a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"/>
          <p:cNvSpPr/>
          <p:nvPr/>
        </p:nvSpPr>
        <p:spPr>
          <a:xfrm>
            <a:off x="68580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IN" sz="2400" strike="noStrike" u="none">
              <a:solidFill>
                <a:srgbClr val="232323"/>
              </a:solidFill>
              <a:effectLst/>
              <a:uFillTx/>
              <a:latin typeface="Times New Roman"/>
            </a:endParaRPr>
          </a:p>
        </p:txBody>
      </p:sp>
      <p:sp>
        <p:nvSpPr>
          <p:cNvPr id="387" name=""/>
          <p:cNvSpPr/>
          <p:nvPr/>
        </p:nvSpPr>
        <p:spPr>
          <a:xfrm>
            <a:off x="3124080" y="6248520"/>
            <a:ext cx="289584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IN" sz="2400" strike="noStrike" u="none">
              <a:solidFill>
                <a:srgbClr val="232323"/>
              </a:solidFill>
              <a:effectLst/>
              <a:uFillTx/>
              <a:latin typeface="Times New Roman"/>
            </a:endParaRPr>
          </a:p>
        </p:txBody>
      </p:sp>
      <p:sp>
        <p:nvSpPr>
          <p:cNvPr id="388" name="PlaceHolder 1"/>
          <p:cNvSpPr>
            <a:spLocks noGrp="1"/>
          </p:cNvSpPr>
          <p:nvPr>
            <p:ph type="title"/>
          </p:nvPr>
        </p:nvSpPr>
        <p:spPr>
          <a:xfrm>
            <a:off x="228240" y="380520"/>
            <a:ext cx="7467480" cy="838440"/>
          </a:xfrm>
          <a:prstGeom prst="rect">
            <a:avLst/>
          </a:prstGeom>
          <a:noFill/>
          <a:ln w="0">
            <a:noFill/>
          </a:ln>
        </p:spPr>
        <p:txBody>
          <a:bodyPr lIns="90360" rIns="90360" tIns="44280" bIns="44280" anchor="ctr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br>
              <a:rPr sz="4400"/>
            </a:br>
            <a:r>
              <a:rPr b="1" lang="en-IN" sz="4000" strike="noStrike" u="none">
                <a:solidFill>
                  <a:srgbClr val="051540"/>
                </a:solidFill>
                <a:effectLst/>
                <a:uFillTx/>
                <a:latin typeface="Arial"/>
              </a:rPr>
              <a:t>TAX INCENTIVE</a:t>
            </a:r>
            <a:endParaRPr b="0" lang="en-IN" sz="4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9" name="PlaceHolder 2"/>
          <p:cNvSpPr>
            <a:spLocks noGrp="1"/>
          </p:cNvSpPr>
          <p:nvPr>
            <p:ph/>
          </p:nvPr>
        </p:nvSpPr>
        <p:spPr>
          <a:xfrm>
            <a:off x="457200" y="1523880"/>
            <a:ext cx="8305920" cy="4648320"/>
          </a:xfrm>
          <a:prstGeom prst="rect">
            <a:avLst/>
          </a:prstGeom>
          <a:noFill/>
          <a:ln w="0">
            <a:noFill/>
          </a:ln>
        </p:spPr>
        <p:txBody>
          <a:bodyPr lIns="90360" rIns="90360" tIns="44280" bIns="44280" anchor="t">
            <a:normAutofit/>
          </a:bodyPr>
          <a:p>
            <a:pPr marL="343080" indent="-343080">
              <a:lnSpc>
                <a:spcPct val="90000"/>
              </a:lnSpc>
              <a:spcBef>
                <a:spcPts val="901"/>
              </a:spcBef>
              <a:spcAft>
                <a:spcPts val="1349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600" strike="noStrike" u="none">
                <a:solidFill>
                  <a:srgbClr val="051540"/>
                </a:solidFill>
                <a:effectLst/>
                <a:uFillTx/>
                <a:latin typeface="Tahoma"/>
                <a:ea typeface="Tahoma"/>
              </a:rPr>
              <a:t> </a:t>
            </a:r>
            <a:endParaRPr b="0" lang="en-IN" sz="3600" strike="noStrike" u="none">
              <a:solidFill>
                <a:srgbClr val="232323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90000"/>
              </a:lnSpc>
              <a:spcBef>
                <a:spcPts val="901"/>
              </a:spcBef>
              <a:spcAft>
                <a:spcPts val="1349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600" strike="noStrike" u="none">
                <a:solidFill>
                  <a:srgbClr val="051540"/>
                </a:solidFill>
                <a:effectLst/>
                <a:uFillTx/>
                <a:latin typeface="Tahoma"/>
                <a:ea typeface="Times New Roman"/>
              </a:rPr>
              <a:t>   MAY I USE THE TAX CREDIT AND TAX DEDUCTION TOGETHER? SMALL BUSINESSES MAY USE THE CREDIT AND DEDUCTION TOGETHER, </a:t>
            </a:r>
            <a:endParaRPr b="0" lang="en-IN" sz="3600" strike="noStrike" u="none">
              <a:solidFill>
                <a:srgbClr val="232323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90000"/>
              </a:lnSpc>
              <a:spcBef>
                <a:spcPts val="901"/>
              </a:spcBef>
              <a:spcAft>
                <a:spcPts val="1349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br>
              <a:rPr sz="3600"/>
            </a:br>
            <a:endParaRPr b="0" lang="en-IN" sz="3600" strike="noStrike" u="none">
              <a:solidFill>
                <a:srgbClr val="232323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390" name=""/>
          <p:cNvGrpSpPr/>
          <p:nvPr/>
        </p:nvGrpSpPr>
        <p:grpSpPr>
          <a:xfrm>
            <a:off x="533520" y="1371600"/>
            <a:ext cx="5067360" cy="123840"/>
            <a:chOff x="533520" y="1371600"/>
            <a:chExt cx="5067360" cy="123840"/>
          </a:xfrm>
        </p:grpSpPr>
        <p:sp>
          <p:nvSpPr>
            <p:cNvPr id="391" name=""/>
            <p:cNvSpPr/>
            <p:nvPr/>
          </p:nvSpPr>
          <p:spPr>
            <a:xfrm>
              <a:off x="533520" y="1371600"/>
              <a:ext cx="5067360" cy="69840"/>
            </a:xfrm>
            <a:prstGeom prst="rect">
              <a:avLst/>
            </a:prstGeom>
            <a:solidFill>
              <a:srgbClr val="081f5e"/>
            </a:solidFill>
            <a:ln w="12600">
              <a:solidFill>
                <a:srgbClr val="081d5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3040" bIns="23040" anchor="ctr">
              <a:noAutofit/>
            </a:bodyPr>
            <a:p>
              <a:endParaRPr b="0" lang="en-IN" sz="2400" strike="noStrike" u="none">
                <a:solidFill>
                  <a:srgbClr val="232323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392" name=""/>
            <p:cNvSpPr/>
            <p:nvPr/>
          </p:nvSpPr>
          <p:spPr>
            <a:xfrm>
              <a:off x="711360" y="1388880"/>
              <a:ext cx="282600" cy="106560"/>
            </a:xfrm>
            <a:prstGeom prst="rect">
              <a:avLst/>
            </a:prstGeom>
            <a:solidFill>
              <a:srgbClr val="bc3700"/>
            </a:solidFill>
            <a:ln w="12600">
              <a:solidFill>
                <a:srgbClr val="0b20b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2400" strike="noStrike" u="none">
                <a:solidFill>
                  <a:srgbClr val="232323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393" name=""/>
            <p:cNvSpPr/>
            <p:nvPr/>
          </p:nvSpPr>
          <p:spPr>
            <a:xfrm>
              <a:off x="1360800" y="1388880"/>
              <a:ext cx="282600" cy="106560"/>
            </a:xfrm>
            <a:prstGeom prst="rect">
              <a:avLst/>
            </a:prstGeom>
            <a:solidFill>
              <a:srgbClr val="bc3700"/>
            </a:solidFill>
            <a:ln w="12600">
              <a:solidFill>
                <a:srgbClr val="0b20b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2400" strike="noStrike" u="none">
                <a:solidFill>
                  <a:srgbClr val="232323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394" name=""/>
            <p:cNvSpPr/>
            <p:nvPr/>
          </p:nvSpPr>
          <p:spPr>
            <a:xfrm>
              <a:off x="2009880" y="1388880"/>
              <a:ext cx="282600" cy="106560"/>
            </a:xfrm>
            <a:prstGeom prst="rect">
              <a:avLst/>
            </a:prstGeom>
            <a:solidFill>
              <a:srgbClr val="bc3700"/>
            </a:solidFill>
            <a:ln w="12600">
              <a:solidFill>
                <a:srgbClr val="0b20b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2400" strike="noStrike" u="none">
                <a:solidFill>
                  <a:srgbClr val="232323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395" name=""/>
            <p:cNvSpPr/>
            <p:nvPr/>
          </p:nvSpPr>
          <p:spPr>
            <a:xfrm>
              <a:off x="2660760" y="1388880"/>
              <a:ext cx="281160" cy="106560"/>
            </a:xfrm>
            <a:prstGeom prst="rect">
              <a:avLst/>
            </a:prstGeom>
            <a:solidFill>
              <a:srgbClr val="bc3700"/>
            </a:solidFill>
            <a:ln w="12600">
              <a:solidFill>
                <a:srgbClr val="0b20b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2400" strike="noStrike" u="none">
                <a:solidFill>
                  <a:srgbClr val="232323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396" name=""/>
            <p:cNvSpPr/>
            <p:nvPr/>
          </p:nvSpPr>
          <p:spPr>
            <a:xfrm>
              <a:off x="3249720" y="1388880"/>
              <a:ext cx="284400" cy="106560"/>
            </a:xfrm>
            <a:prstGeom prst="rect">
              <a:avLst/>
            </a:prstGeom>
            <a:solidFill>
              <a:srgbClr val="bc3700"/>
            </a:solidFill>
            <a:ln w="12600">
              <a:solidFill>
                <a:srgbClr val="0b20b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2400" strike="noStrike" u="none">
                <a:solidFill>
                  <a:srgbClr val="232323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397" name=""/>
            <p:cNvSpPr/>
            <p:nvPr/>
          </p:nvSpPr>
          <p:spPr>
            <a:xfrm>
              <a:off x="3900600" y="1388880"/>
              <a:ext cx="282600" cy="106560"/>
            </a:xfrm>
            <a:prstGeom prst="rect">
              <a:avLst/>
            </a:prstGeom>
            <a:solidFill>
              <a:srgbClr val="bc3700"/>
            </a:solidFill>
            <a:ln w="12600">
              <a:solidFill>
                <a:srgbClr val="0b20b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2400" strike="noStrike" u="none">
                <a:solidFill>
                  <a:srgbClr val="232323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398" name=""/>
            <p:cNvSpPr/>
            <p:nvPr/>
          </p:nvSpPr>
          <p:spPr>
            <a:xfrm>
              <a:off x="4550040" y="1388880"/>
              <a:ext cx="284040" cy="106560"/>
            </a:xfrm>
            <a:prstGeom prst="rect">
              <a:avLst/>
            </a:prstGeom>
            <a:solidFill>
              <a:srgbClr val="bc3700"/>
            </a:solidFill>
            <a:ln w="12600">
              <a:solidFill>
                <a:srgbClr val="0b20b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2400" strike="noStrike" u="none">
                <a:solidFill>
                  <a:srgbClr val="232323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399" name=""/>
            <p:cNvSpPr/>
            <p:nvPr/>
          </p:nvSpPr>
          <p:spPr>
            <a:xfrm>
              <a:off x="5200920" y="1388880"/>
              <a:ext cx="282600" cy="106560"/>
            </a:xfrm>
            <a:prstGeom prst="rect">
              <a:avLst/>
            </a:prstGeom>
            <a:solidFill>
              <a:srgbClr val="bc3700"/>
            </a:solidFill>
            <a:ln w="12600">
              <a:solidFill>
                <a:srgbClr val="0b20b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2400" strike="noStrike" u="none">
                <a:solidFill>
                  <a:srgbClr val="232323"/>
                </a:solidFill>
                <a:effectLst/>
                <a:uFillTx/>
                <a:latin typeface="Times New Roman"/>
              </a:endParaRPr>
            </a:p>
          </p:txBody>
        </p:sp>
      </p:grpSp>
    </p:spTree>
  </p:cSld>
  <p:transition spd="slow">
    <p:pull dir="r"/>
  </p:transition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d8a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"/>
          <p:cNvSpPr/>
          <p:nvPr/>
        </p:nvSpPr>
        <p:spPr>
          <a:xfrm>
            <a:off x="68580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IN" sz="2400" strike="noStrike" u="none">
              <a:solidFill>
                <a:srgbClr val="232323"/>
              </a:solidFill>
              <a:effectLst/>
              <a:uFillTx/>
              <a:latin typeface="Times New Roman"/>
            </a:endParaRPr>
          </a:p>
        </p:txBody>
      </p:sp>
      <p:sp>
        <p:nvSpPr>
          <p:cNvPr id="401" name=""/>
          <p:cNvSpPr/>
          <p:nvPr/>
        </p:nvSpPr>
        <p:spPr>
          <a:xfrm>
            <a:off x="3124080" y="6248520"/>
            <a:ext cx="289584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IN" sz="2400" strike="noStrike" u="none">
              <a:solidFill>
                <a:srgbClr val="232323"/>
              </a:solidFill>
              <a:effectLst/>
              <a:uFillTx/>
              <a:latin typeface="Times New Roman"/>
            </a:endParaRPr>
          </a:p>
        </p:txBody>
      </p:sp>
      <p:sp>
        <p:nvSpPr>
          <p:cNvPr id="402" name="PlaceHolder 1"/>
          <p:cNvSpPr>
            <a:spLocks noGrp="1"/>
          </p:cNvSpPr>
          <p:nvPr>
            <p:ph type="title"/>
          </p:nvPr>
        </p:nvSpPr>
        <p:spPr>
          <a:xfrm>
            <a:off x="228240" y="380520"/>
            <a:ext cx="7467480" cy="838440"/>
          </a:xfrm>
          <a:prstGeom prst="rect">
            <a:avLst/>
          </a:prstGeom>
          <a:noFill/>
          <a:ln w="0">
            <a:noFill/>
          </a:ln>
        </p:spPr>
        <p:txBody>
          <a:bodyPr lIns="90360" rIns="90360" tIns="44280" bIns="44280" anchor="ctr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br>
              <a:rPr sz="4400"/>
            </a:br>
            <a:r>
              <a:rPr b="1" lang="en-IN" sz="4000" strike="noStrike" u="none">
                <a:solidFill>
                  <a:srgbClr val="051540"/>
                </a:solidFill>
                <a:effectLst/>
                <a:uFillTx/>
                <a:latin typeface="Arial"/>
              </a:rPr>
              <a:t>TAX INCENTIVE</a:t>
            </a:r>
            <a:endParaRPr b="0" lang="en-IN" sz="4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3" name="PlaceHolder 2"/>
          <p:cNvSpPr>
            <a:spLocks noGrp="1"/>
          </p:cNvSpPr>
          <p:nvPr>
            <p:ph/>
          </p:nvPr>
        </p:nvSpPr>
        <p:spPr>
          <a:xfrm>
            <a:off x="457200" y="1523880"/>
            <a:ext cx="8305920" cy="4648320"/>
          </a:xfrm>
          <a:prstGeom prst="rect">
            <a:avLst/>
          </a:prstGeom>
          <a:noFill/>
          <a:ln w="0">
            <a:noFill/>
          </a:ln>
        </p:spPr>
        <p:txBody>
          <a:bodyPr lIns="90360" rIns="90360" tIns="44280" bIns="44280" anchor="t">
            <a:normAutofit fontScale="85000" lnSpcReduction="19999"/>
          </a:bodyPr>
          <a:p>
            <a:pPr marL="343080" indent="-343080">
              <a:lnSpc>
                <a:spcPct val="90000"/>
              </a:lnSpc>
              <a:spcBef>
                <a:spcPts val="799"/>
              </a:spcBef>
              <a:spcAft>
                <a:spcPts val="1199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trike="noStrike" u="none">
                <a:solidFill>
                  <a:srgbClr val="051540"/>
                </a:solidFill>
                <a:effectLst/>
                <a:uFillTx/>
                <a:latin typeface="Tahoma"/>
                <a:ea typeface="Tahoma"/>
              </a:rPr>
              <a:t> </a:t>
            </a:r>
            <a:endParaRPr b="0" lang="en-IN" sz="3200" strike="noStrike" u="none">
              <a:solidFill>
                <a:srgbClr val="232323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spcAft>
                <a:spcPts val="1199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trike="noStrike" u="none">
                <a:solidFill>
                  <a:srgbClr val="051540"/>
                </a:solidFill>
                <a:effectLst/>
                <a:uFillTx/>
                <a:latin typeface="Tahoma"/>
                <a:ea typeface="Times New Roman"/>
              </a:rPr>
              <a:t>   LIMITS ON ANNUAL USAGE? </a:t>
            </a:r>
            <a:endParaRPr b="0" lang="en-IN" sz="3200" strike="noStrike" u="none">
              <a:solidFill>
                <a:srgbClr val="232323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spcAft>
                <a:spcPts val="1199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trike="noStrike" u="none">
                <a:solidFill>
                  <a:srgbClr val="051540"/>
                </a:solidFill>
                <a:effectLst/>
                <a:uFillTx/>
                <a:latin typeface="Tahoma"/>
                <a:ea typeface="Times New Roman"/>
              </a:rPr>
              <a:t>   BOTH THE TAX CREDIT AND DEDUCTION MAY BE USED ANNUALLY, IF A BUSINESS SPENDS MORE THAN MAY BE CLAIMED IN ONE YEAR, IT CANNOT CARRY OVER THOSE EXPENSES AND CLAIM A TAX BENEFIT IN THE NEXT YEAR. </a:t>
            </a:r>
            <a:br>
              <a:rPr sz="3200"/>
            </a:br>
            <a:br>
              <a:rPr sz="3200"/>
            </a:br>
            <a:endParaRPr b="0" lang="en-IN" sz="3200" strike="noStrike" u="none">
              <a:solidFill>
                <a:srgbClr val="232323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spcAft>
                <a:spcPts val="1199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br>
              <a:rPr sz="3200"/>
            </a:br>
            <a:endParaRPr b="0" lang="en-IN" sz="3200" strike="noStrike" u="none">
              <a:solidFill>
                <a:srgbClr val="232323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spcAft>
                <a:spcPts val="1199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trike="noStrike" u="none">
              <a:solidFill>
                <a:srgbClr val="232323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404" name=""/>
          <p:cNvGrpSpPr/>
          <p:nvPr/>
        </p:nvGrpSpPr>
        <p:grpSpPr>
          <a:xfrm>
            <a:off x="533520" y="1371600"/>
            <a:ext cx="5067360" cy="123840"/>
            <a:chOff x="533520" y="1371600"/>
            <a:chExt cx="5067360" cy="123840"/>
          </a:xfrm>
        </p:grpSpPr>
        <p:sp>
          <p:nvSpPr>
            <p:cNvPr id="405" name=""/>
            <p:cNvSpPr/>
            <p:nvPr/>
          </p:nvSpPr>
          <p:spPr>
            <a:xfrm>
              <a:off x="533520" y="1371600"/>
              <a:ext cx="5067360" cy="69840"/>
            </a:xfrm>
            <a:prstGeom prst="rect">
              <a:avLst/>
            </a:prstGeom>
            <a:solidFill>
              <a:srgbClr val="081f5e"/>
            </a:solidFill>
            <a:ln w="12600">
              <a:solidFill>
                <a:srgbClr val="081d5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3040" bIns="23040" anchor="ctr">
              <a:noAutofit/>
            </a:bodyPr>
            <a:p>
              <a:endParaRPr b="0" lang="en-IN" sz="2400" strike="noStrike" u="none">
                <a:solidFill>
                  <a:srgbClr val="232323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406" name=""/>
            <p:cNvSpPr/>
            <p:nvPr/>
          </p:nvSpPr>
          <p:spPr>
            <a:xfrm>
              <a:off x="711360" y="1388880"/>
              <a:ext cx="282600" cy="106560"/>
            </a:xfrm>
            <a:prstGeom prst="rect">
              <a:avLst/>
            </a:prstGeom>
            <a:solidFill>
              <a:srgbClr val="bc3700"/>
            </a:solidFill>
            <a:ln w="12600">
              <a:solidFill>
                <a:srgbClr val="0b20b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2400" strike="noStrike" u="none">
                <a:solidFill>
                  <a:srgbClr val="232323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407" name=""/>
            <p:cNvSpPr/>
            <p:nvPr/>
          </p:nvSpPr>
          <p:spPr>
            <a:xfrm>
              <a:off x="1360800" y="1388880"/>
              <a:ext cx="282600" cy="106560"/>
            </a:xfrm>
            <a:prstGeom prst="rect">
              <a:avLst/>
            </a:prstGeom>
            <a:solidFill>
              <a:srgbClr val="bc3700"/>
            </a:solidFill>
            <a:ln w="12600">
              <a:solidFill>
                <a:srgbClr val="0b20b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2400" strike="noStrike" u="none">
                <a:solidFill>
                  <a:srgbClr val="232323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408" name=""/>
            <p:cNvSpPr/>
            <p:nvPr/>
          </p:nvSpPr>
          <p:spPr>
            <a:xfrm>
              <a:off x="2009880" y="1388880"/>
              <a:ext cx="282600" cy="106560"/>
            </a:xfrm>
            <a:prstGeom prst="rect">
              <a:avLst/>
            </a:prstGeom>
            <a:solidFill>
              <a:srgbClr val="bc3700"/>
            </a:solidFill>
            <a:ln w="12600">
              <a:solidFill>
                <a:srgbClr val="0b20b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2400" strike="noStrike" u="none">
                <a:solidFill>
                  <a:srgbClr val="232323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409" name=""/>
            <p:cNvSpPr/>
            <p:nvPr/>
          </p:nvSpPr>
          <p:spPr>
            <a:xfrm>
              <a:off x="2660760" y="1388880"/>
              <a:ext cx="281160" cy="106560"/>
            </a:xfrm>
            <a:prstGeom prst="rect">
              <a:avLst/>
            </a:prstGeom>
            <a:solidFill>
              <a:srgbClr val="bc3700"/>
            </a:solidFill>
            <a:ln w="12600">
              <a:solidFill>
                <a:srgbClr val="0b20b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2400" strike="noStrike" u="none">
                <a:solidFill>
                  <a:srgbClr val="232323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410" name=""/>
            <p:cNvSpPr/>
            <p:nvPr/>
          </p:nvSpPr>
          <p:spPr>
            <a:xfrm>
              <a:off x="3249720" y="1388880"/>
              <a:ext cx="284400" cy="106560"/>
            </a:xfrm>
            <a:prstGeom prst="rect">
              <a:avLst/>
            </a:prstGeom>
            <a:solidFill>
              <a:srgbClr val="bc3700"/>
            </a:solidFill>
            <a:ln w="12600">
              <a:solidFill>
                <a:srgbClr val="0b20b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2400" strike="noStrike" u="none">
                <a:solidFill>
                  <a:srgbClr val="232323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411" name=""/>
            <p:cNvSpPr/>
            <p:nvPr/>
          </p:nvSpPr>
          <p:spPr>
            <a:xfrm>
              <a:off x="3900600" y="1388880"/>
              <a:ext cx="282600" cy="106560"/>
            </a:xfrm>
            <a:prstGeom prst="rect">
              <a:avLst/>
            </a:prstGeom>
            <a:solidFill>
              <a:srgbClr val="bc3700"/>
            </a:solidFill>
            <a:ln w="12600">
              <a:solidFill>
                <a:srgbClr val="0b20b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2400" strike="noStrike" u="none">
                <a:solidFill>
                  <a:srgbClr val="232323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412" name=""/>
            <p:cNvSpPr/>
            <p:nvPr/>
          </p:nvSpPr>
          <p:spPr>
            <a:xfrm>
              <a:off x="4550040" y="1388880"/>
              <a:ext cx="284040" cy="106560"/>
            </a:xfrm>
            <a:prstGeom prst="rect">
              <a:avLst/>
            </a:prstGeom>
            <a:solidFill>
              <a:srgbClr val="bc3700"/>
            </a:solidFill>
            <a:ln w="12600">
              <a:solidFill>
                <a:srgbClr val="0b20b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2400" strike="noStrike" u="none">
                <a:solidFill>
                  <a:srgbClr val="232323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413" name=""/>
            <p:cNvSpPr/>
            <p:nvPr/>
          </p:nvSpPr>
          <p:spPr>
            <a:xfrm>
              <a:off x="5200920" y="1388880"/>
              <a:ext cx="282600" cy="106560"/>
            </a:xfrm>
            <a:prstGeom prst="rect">
              <a:avLst/>
            </a:prstGeom>
            <a:solidFill>
              <a:srgbClr val="bc3700"/>
            </a:solidFill>
            <a:ln w="12600">
              <a:solidFill>
                <a:srgbClr val="0b20b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2400" strike="noStrike" u="none">
                <a:solidFill>
                  <a:srgbClr val="232323"/>
                </a:solidFill>
                <a:effectLst/>
                <a:uFillTx/>
                <a:latin typeface="Times New Roman"/>
              </a:endParaRPr>
            </a:p>
          </p:txBody>
        </p:sp>
      </p:grpSp>
    </p:spTree>
  </p:cSld>
  <p:transition spd="slow">
    <p:pull dir="r"/>
  </p:transition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d8a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"/>
          <p:cNvSpPr/>
          <p:nvPr/>
        </p:nvSpPr>
        <p:spPr>
          <a:xfrm>
            <a:off x="68580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IN" sz="2400" strike="noStrike" u="none">
              <a:solidFill>
                <a:srgbClr val="232323"/>
              </a:solidFill>
              <a:effectLst/>
              <a:uFillTx/>
              <a:latin typeface="Times New Roman"/>
            </a:endParaRPr>
          </a:p>
        </p:txBody>
      </p:sp>
      <p:sp>
        <p:nvSpPr>
          <p:cNvPr id="415" name=""/>
          <p:cNvSpPr/>
          <p:nvPr/>
        </p:nvSpPr>
        <p:spPr>
          <a:xfrm>
            <a:off x="3124080" y="6248520"/>
            <a:ext cx="289584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IN" sz="2400" strike="noStrike" u="none">
              <a:solidFill>
                <a:srgbClr val="232323"/>
              </a:solidFill>
              <a:effectLst/>
              <a:uFillTx/>
              <a:latin typeface="Times New Roman"/>
            </a:endParaRPr>
          </a:p>
        </p:txBody>
      </p:sp>
      <p:sp>
        <p:nvSpPr>
          <p:cNvPr id="416" name="PlaceHolder 1"/>
          <p:cNvSpPr>
            <a:spLocks noGrp="1"/>
          </p:cNvSpPr>
          <p:nvPr>
            <p:ph type="title"/>
          </p:nvPr>
        </p:nvSpPr>
        <p:spPr>
          <a:xfrm>
            <a:off x="228240" y="380520"/>
            <a:ext cx="7467480" cy="838440"/>
          </a:xfrm>
          <a:prstGeom prst="rect">
            <a:avLst/>
          </a:prstGeom>
          <a:noFill/>
          <a:ln w="0">
            <a:noFill/>
          </a:ln>
        </p:spPr>
        <p:txBody>
          <a:bodyPr lIns="90360" rIns="90360" tIns="44280" bIns="44280" anchor="ctr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br>
              <a:rPr sz="4400"/>
            </a:br>
            <a:r>
              <a:rPr b="1" lang="en-IN" sz="4000" strike="noStrike" u="none">
                <a:solidFill>
                  <a:srgbClr val="051540"/>
                </a:solidFill>
                <a:effectLst/>
                <a:uFillTx/>
                <a:latin typeface="Arial"/>
              </a:rPr>
              <a:t>TAX INCENTIVE</a:t>
            </a:r>
            <a:endParaRPr b="0" lang="en-IN" sz="4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7" name="PlaceHolder 2"/>
          <p:cNvSpPr>
            <a:spLocks noGrp="1"/>
          </p:cNvSpPr>
          <p:nvPr>
            <p:ph/>
          </p:nvPr>
        </p:nvSpPr>
        <p:spPr>
          <a:xfrm>
            <a:off x="457200" y="1523880"/>
            <a:ext cx="8305920" cy="4648320"/>
          </a:xfrm>
          <a:prstGeom prst="rect">
            <a:avLst/>
          </a:prstGeom>
          <a:noFill/>
          <a:ln w="0">
            <a:noFill/>
          </a:ln>
        </p:spPr>
        <p:txBody>
          <a:bodyPr lIns="90360" rIns="90360" tIns="44280" bIns="44280" anchor="t">
            <a:normAutofit/>
          </a:bodyPr>
          <a:p>
            <a:pPr marL="343080" indent="-343080">
              <a:lnSpc>
                <a:spcPct val="90000"/>
              </a:lnSpc>
              <a:spcBef>
                <a:spcPts val="249"/>
              </a:spcBef>
              <a:spcAft>
                <a:spcPts val="374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1000" strike="noStrike" u="none">
              <a:solidFill>
                <a:srgbClr val="232323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spcAft>
                <a:spcPts val="1199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trike="noStrike" u="none">
                <a:solidFill>
                  <a:srgbClr val="051540"/>
                </a:solidFill>
                <a:effectLst/>
                <a:uFillTx/>
                <a:latin typeface="Tahoma"/>
                <a:ea typeface="Times New Roman"/>
              </a:rPr>
              <a:t>  HOW CAN THIS CREDIT BE </a:t>
            </a:r>
            <a:endParaRPr b="0" lang="en-IN" sz="3200" strike="noStrike" u="none">
              <a:solidFill>
                <a:srgbClr val="232323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spcAft>
                <a:spcPts val="1199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trike="noStrike" u="none">
                <a:solidFill>
                  <a:srgbClr val="051540"/>
                </a:solidFill>
                <a:effectLst/>
                <a:uFillTx/>
                <a:latin typeface="Tahoma"/>
                <a:ea typeface="Times New Roman"/>
              </a:rPr>
              <a:t>  DEDUCTED? THE AMOUNT SPENT IS SUBTRACTED FROM THE TOTAL INCOME OF A BUSINESS TO ESTABLISH ITS TAXABLE INCOME. </a:t>
            </a:r>
            <a:br>
              <a:rPr sz="3200"/>
            </a:br>
            <a:endParaRPr b="0" lang="en-IN" sz="3200" strike="noStrike" u="none">
              <a:solidFill>
                <a:srgbClr val="232323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spcAft>
                <a:spcPts val="1199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br>
              <a:rPr sz="3200"/>
            </a:br>
            <a:endParaRPr b="0" lang="en-IN" sz="3200" strike="noStrike" u="none">
              <a:solidFill>
                <a:srgbClr val="232323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spcAft>
                <a:spcPts val="1199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trike="noStrike" u="none">
              <a:solidFill>
                <a:srgbClr val="232323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418" name=""/>
          <p:cNvGrpSpPr/>
          <p:nvPr/>
        </p:nvGrpSpPr>
        <p:grpSpPr>
          <a:xfrm>
            <a:off x="533520" y="1371600"/>
            <a:ext cx="5067360" cy="123840"/>
            <a:chOff x="533520" y="1371600"/>
            <a:chExt cx="5067360" cy="123840"/>
          </a:xfrm>
        </p:grpSpPr>
        <p:sp>
          <p:nvSpPr>
            <p:cNvPr id="419" name=""/>
            <p:cNvSpPr/>
            <p:nvPr/>
          </p:nvSpPr>
          <p:spPr>
            <a:xfrm>
              <a:off x="533520" y="1371600"/>
              <a:ext cx="5067360" cy="69840"/>
            </a:xfrm>
            <a:prstGeom prst="rect">
              <a:avLst/>
            </a:prstGeom>
            <a:solidFill>
              <a:srgbClr val="081f5e"/>
            </a:solidFill>
            <a:ln w="12600">
              <a:solidFill>
                <a:srgbClr val="081d5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3040" bIns="23040" anchor="ctr">
              <a:noAutofit/>
            </a:bodyPr>
            <a:p>
              <a:endParaRPr b="0" lang="en-IN" sz="2400" strike="noStrike" u="none">
                <a:solidFill>
                  <a:srgbClr val="232323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420" name=""/>
            <p:cNvSpPr/>
            <p:nvPr/>
          </p:nvSpPr>
          <p:spPr>
            <a:xfrm>
              <a:off x="711360" y="1388880"/>
              <a:ext cx="282600" cy="106560"/>
            </a:xfrm>
            <a:prstGeom prst="rect">
              <a:avLst/>
            </a:prstGeom>
            <a:solidFill>
              <a:srgbClr val="bc3700"/>
            </a:solidFill>
            <a:ln w="12600">
              <a:solidFill>
                <a:srgbClr val="0b20b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2400" strike="noStrike" u="none">
                <a:solidFill>
                  <a:srgbClr val="232323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421" name=""/>
            <p:cNvSpPr/>
            <p:nvPr/>
          </p:nvSpPr>
          <p:spPr>
            <a:xfrm>
              <a:off x="1360800" y="1388880"/>
              <a:ext cx="282600" cy="106560"/>
            </a:xfrm>
            <a:prstGeom prst="rect">
              <a:avLst/>
            </a:prstGeom>
            <a:solidFill>
              <a:srgbClr val="bc3700"/>
            </a:solidFill>
            <a:ln w="12600">
              <a:solidFill>
                <a:srgbClr val="0b20b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2400" strike="noStrike" u="none">
                <a:solidFill>
                  <a:srgbClr val="232323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422" name=""/>
            <p:cNvSpPr/>
            <p:nvPr/>
          </p:nvSpPr>
          <p:spPr>
            <a:xfrm>
              <a:off x="2009880" y="1388880"/>
              <a:ext cx="282600" cy="106560"/>
            </a:xfrm>
            <a:prstGeom prst="rect">
              <a:avLst/>
            </a:prstGeom>
            <a:solidFill>
              <a:srgbClr val="bc3700"/>
            </a:solidFill>
            <a:ln w="12600">
              <a:solidFill>
                <a:srgbClr val="0b20b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2400" strike="noStrike" u="none">
                <a:solidFill>
                  <a:srgbClr val="232323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423" name=""/>
            <p:cNvSpPr/>
            <p:nvPr/>
          </p:nvSpPr>
          <p:spPr>
            <a:xfrm>
              <a:off x="2660760" y="1388880"/>
              <a:ext cx="281160" cy="106560"/>
            </a:xfrm>
            <a:prstGeom prst="rect">
              <a:avLst/>
            </a:prstGeom>
            <a:solidFill>
              <a:srgbClr val="bc3700"/>
            </a:solidFill>
            <a:ln w="12600">
              <a:solidFill>
                <a:srgbClr val="0b20b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2400" strike="noStrike" u="none">
                <a:solidFill>
                  <a:srgbClr val="232323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424" name=""/>
            <p:cNvSpPr/>
            <p:nvPr/>
          </p:nvSpPr>
          <p:spPr>
            <a:xfrm>
              <a:off x="3249720" y="1388880"/>
              <a:ext cx="284400" cy="106560"/>
            </a:xfrm>
            <a:prstGeom prst="rect">
              <a:avLst/>
            </a:prstGeom>
            <a:solidFill>
              <a:srgbClr val="bc3700"/>
            </a:solidFill>
            <a:ln w="12600">
              <a:solidFill>
                <a:srgbClr val="0b20b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2400" strike="noStrike" u="none">
                <a:solidFill>
                  <a:srgbClr val="232323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425" name=""/>
            <p:cNvSpPr/>
            <p:nvPr/>
          </p:nvSpPr>
          <p:spPr>
            <a:xfrm>
              <a:off x="3900600" y="1388880"/>
              <a:ext cx="282600" cy="106560"/>
            </a:xfrm>
            <a:prstGeom prst="rect">
              <a:avLst/>
            </a:prstGeom>
            <a:solidFill>
              <a:srgbClr val="bc3700"/>
            </a:solidFill>
            <a:ln w="12600">
              <a:solidFill>
                <a:srgbClr val="0b20b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2400" strike="noStrike" u="none">
                <a:solidFill>
                  <a:srgbClr val="232323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426" name=""/>
            <p:cNvSpPr/>
            <p:nvPr/>
          </p:nvSpPr>
          <p:spPr>
            <a:xfrm>
              <a:off x="4550040" y="1388880"/>
              <a:ext cx="284040" cy="106560"/>
            </a:xfrm>
            <a:prstGeom prst="rect">
              <a:avLst/>
            </a:prstGeom>
            <a:solidFill>
              <a:srgbClr val="bc3700"/>
            </a:solidFill>
            <a:ln w="12600">
              <a:solidFill>
                <a:srgbClr val="0b20b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2400" strike="noStrike" u="none">
                <a:solidFill>
                  <a:srgbClr val="232323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427" name=""/>
            <p:cNvSpPr/>
            <p:nvPr/>
          </p:nvSpPr>
          <p:spPr>
            <a:xfrm>
              <a:off x="5200920" y="1388880"/>
              <a:ext cx="282600" cy="106560"/>
            </a:xfrm>
            <a:prstGeom prst="rect">
              <a:avLst/>
            </a:prstGeom>
            <a:solidFill>
              <a:srgbClr val="bc3700"/>
            </a:solidFill>
            <a:ln w="12600">
              <a:solidFill>
                <a:srgbClr val="0b20b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2400" strike="noStrike" u="none">
                <a:solidFill>
                  <a:srgbClr val="232323"/>
                </a:solidFill>
                <a:effectLst/>
                <a:uFillTx/>
                <a:latin typeface="Times New Roman"/>
              </a:endParaRPr>
            </a:p>
          </p:txBody>
        </p:sp>
      </p:grpSp>
    </p:spTree>
  </p:cSld>
  <p:transition spd="slow">
    <p:pull dir="r"/>
  </p:transition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d8a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PlaceHolder 1"/>
          <p:cNvSpPr>
            <a:spLocks noGrp="1"/>
          </p:cNvSpPr>
          <p:nvPr>
            <p:ph type="title"/>
          </p:nvPr>
        </p:nvSpPr>
        <p:spPr>
          <a:xfrm>
            <a:off x="685800" y="837720"/>
            <a:ext cx="7772400" cy="1752840"/>
          </a:xfrm>
          <a:prstGeom prst="rect">
            <a:avLst/>
          </a:prstGeom>
          <a:noFill/>
          <a:ln w="0">
            <a:noFill/>
          </a:ln>
        </p:spPr>
        <p:txBody>
          <a:bodyPr lIns="90360" rIns="90360" tIns="44280" bIns="4428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600" strike="noStrike" u="none">
                <a:solidFill>
                  <a:srgbClr val="051540"/>
                </a:solidFill>
                <a:effectLst/>
                <a:uFillTx/>
                <a:latin typeface="Arial"/>
              </a:rPr>
              <a:t>Kentucky State ADA Coordinator</a:t>
            </a:r>
            <a:br>
              <a:rPr sz="3600"/>
            </a:br>
            <a:br>
              <a:rPr sz="1400"/>
            </a:br>
            <a:endParaRPr b="0" lang="en-IN" sz="3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9" name="PlaceHolder 2"/>
          <p:cNvSpPr>
            <a:spLocks noGrp="1"/>
          </p:cNvSpPr>
          <p:nvPr>
            <p:ph/>
          </p:nvPr>
        </p:nvSpPr>
        <p:spPr>
          <a:xfrm>
            <a:off x="685800" y="2133720"/>
            <a:ext cx="7772400" cy="3962160"/>
          </a:xfrm>
          <a:prstGeom prst="rect">
            <a:avLst/>
          </a:prstGeom>
          <a:noFill/>
          <a:ln w="0">
            <a:noFill/>
          </a:ln>
        </p:spPr>
        <p:txBody>
          <a:bodyPr lIns="90360" rIns="90360" tIns="44280" bIns="44280" anchor="t">
            <a:normAutofit/>
          </a:bodyPr>
          <a:p>
            <a:pPr marL="343080" indent="-343080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trike="noStrike" u="none">
              <a:solidFill>
                <a:srgbClr val="232323"/>
              </a:solidFill>
              <a:effectLst/>
              <a:uFillTx/>
              <a:latin typeface="Times New Roman"/>
            </a:endParaRPr>
          </a:p>
          <a:p>
            <a:pPr marL="343080" indent="-343080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trike="noStrike" u="none">
              <a:solidFill>
                <a:srgbClr val="232323"/>
              </a:solidFill>
              <a:effectLst/>
              <a:uFillTx/>
              <a:latin typeface="Times New Roman"/>
            </a:endParaRPr>
          </a:p>
        </p:txBody>
      </p:sp>
      <p:sp>
        <p:nvSpPr>
          <p:cNvPr id="430" name=""/>
          <p:cNvSpPr/>
          <p:nvPr/>
        </p:nvSpPr>
        <p:spPr>
          <a:xfrm>
            <a:off x="68580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IN" sz="2400" strike="noStrike" u="none">
              <a:solidFill>
                <a:srgbClr val="232323"/>
              </a:solidFill>
              <a:effectLst/>
              <a:uFillTx/>
              <a:latin typeface="Times New Roman"/>
            </a:endParaRPr>
          </a:p>
        </p:txBody>
      </p:sp>
      <p:sp>
        <p:nvSpPr>
          <p:cNvPr id="431" name=""/>
          <p:cNvSpPr/>
          <p:nvPr/>
        </p:nvSpPr>
        <p:spPr>
          <a:xfrm>
            <a:off x="3124080" y="6248520"/>
            <a:ext cx="289584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IN" sz="2400" strike="noStrike" u="none">
              <a:solidFill>
                <a:srgbClr val="232323"/>
              </a:solidFill>
              <a:effectLst/>
              <a:uFillTx/>
              <a:latin typeface="Times New Roman"/>
            </a:endParaRPr>
          </a:p>
        </p:txBody>
      </p:sp>
      <p:sp>
        <p:nvSpPr>
          <p:cNvPr id="432" name=""/>
          <p:cNvSpPr/>
          <p:nvPr/>
        </p:nvSpPr>
        <p:spPr>
          <a:xfrm>
            <a:off x="349200" y="380880"/>
            <a:ext cx="7042320" cy="243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360" rIns="90360" tIns="44280" bIns="4428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br>
              <a:rPr sz="900"/>
            </a:br>
            <a:endParaRPr b="0" lang="en-IN" sz="900" strike="noStrike" u="none">
              <a:solidFill>
                <a:srgbClr val="232323"/>
              </a:solidFill>
              <a:effectLst/>
              <a:uFillTx/>
              <a:latin typeface="Times New Roman"/>
            </a:endParaRPr>
          </a:p>
        </p:txBody>
      </p:sp>
      <p:sp>
        <p:nvSpPr>
          <p:cNvPr id="433" name=""/>
          <p:cNvSpPr/>
          <p:nvPr/>
        </p:nvSpPr>
        <p:spPr>
          <a:xfrm>
            <a:off x="685800" y="2286000"/>
            <a:ext cx="7696080" cy="327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360" rIns="90360" tIns="44280" bIns="44280" anchor="t">
            <a:normAutofit fontScale="85000" lnSpcReduction="9999"/>
          </a:bodyPr>
          <a:p>
            <a:pPr marL="343080" indent="-343080"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trike="noStrike" u="none">
              <a:solidFill>
                <a:srgbClr val="232323"/>
              </a:solidFill>
              <a:effectLst/>
              <a:uFillTx/>
              <a:latin typeface="Times New Roman"/>
            </a:endParaRPr>
          </a:p>
          <a:p>
            <a:pPr marL="343080" indent="-343080"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400" strike="noStrike" u="none">
                <a:solidFill>
                  <a:srgbClr val="051540"/>
                </a:solidFill>
                <a:effectLst/>
                <a:uFillTx/>
                <a:latin typeface="Times New Roman"/>
              </a:rPr>
              <a:t>Norb Ryan</a:t>
            </a:r>
            <a:r>
              <a:rPr b="1" lang="en-IN" sz="2400" strike="noStrike" u="none">
                <a:solidFill>
                  <a:srgbClr val="051540"/>
                </a:solidFill>
                <a:effectLst/>
                <a:uFillTx/>
                <a:latin typeface="Times New Roman"/>
              </a:rPr>
              <a:t>	</a:t>
            </a:r>
            <a:r>
              <a:rPr b="1" lang="en-IN" sz="2400" strike="noStrike" u="none">
                <a:solidFill>
                  <a:srgbClr val="051540"/>
                </a:solidFill>
                <a:effectLst/>
                <a:uFillTx/>
                <a:latin typeface="Times New Roman"/>
              </a:rPr>
              <a:t>	</a:t>
            </a:r>
            <a:r>
              <a:rPr b="1" lang="en-IN" sz="2400" strike="noStrike" u="none">
                <a:solidFill>
                  <a:srgbClr val="051540"/>
                </a:solidFill>
                <a:effectLst/>
                <a:uFillTx/>
                <a:latin typeface="Times New Roman"/>
              </a:rPr>
              <a:t>	</a:t>
            </a:r>
            <a:r>
              <a:rPr b="1" lang="en-IN" sz="2400" strike="noStrike" u="none">
                <a:solidFill>
                  <a:srgbClr val="051540"/>
                </a:solidFill>
                <a:effectLst/>
                <a:uFillTx/>
                <a:latin typeface="Times New Roman"/>
              </a:rPr>
              <a:t>	</a:t>
            </a:r>
            <a:r>
              <a:rPr b="1" lang="en-IN" sz="2400" strike="noStrike" u="none">
                <a:solidFill>
                  <a:srgbClr val="051540"/>
                </a:solidFill>
                <a:effectLst/>
                <a:uFillTx/>
                <a:latin typeface="Times New Roman"/>
              </a:rPr>
              <a:t>	</a:t>
            </a:r>
            <a:endParaRPr b="0" lang="en-IN" sz="2400" strike="noStrike" u="none">
              <a:solidFill>
                <a:srgbClr val="232323"/>
              </a:solidFill>
              <a:effectLst/>
              <a:uFillTx/>
              <a:latin typeface="Times New Roman"/>
            </a:endParaRPr>
          </a:p>
          <a:p>
            <a:pPr marL="343080" indent="-343080"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400" strike="noStrike" u="none">
                <a:solidFill>
                  <a:srgbClr val="051540"/>
                </a:solidFill>
                <a:effectLst/>
                <a:uFillTx/>
                <a:latin typeface="Times New Roman"/>
              </a:rPr>
              <a:t>Capital Plaza Tower                                     1-877-423-2933</a:t>
            </a:r>
            <a:endParaRPr b="0" lang="en-IN" sz="2400" strike="noStrike" u="none">
              <a:solidFill>
                <a:srgbClr val="232323"/>
              </a:solidFill>
              <a:effectLst/>
              <a:uFillTx/>
              <a:latin typeface="Times New Roman"/>
            </a:endParaRPr>
          </a:p>
          <a:p>
            <a:pPr marL="343080" indent="-343080"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400" strike="noStrike" u="none">
                <a:solidFill>
                  <a:srgbClr val="051540"/>
                </a:solidFill>
                <a:effectLst/>
                <a:uFillTx/>
                <a:latin typeface="Times New Roman"/>
              </a:rPr>
              <a:t>2nd Floor                                                       1-502-564-3548</a:t>
            </a:r>
            <a:endParaRPr b="0" lang="en-IN" sz="2400" strike="noStrike" u="none">
              <a:solidFill>
                <a:srgbClr val="232323"/>
              </a:solidFill>
              <a:effectLst/>
              <a:uFillTx/>
              <a:latin typeface="Times New Roman"/>
            </a:endParaRPr>
          </a:p>
          <a:p>
            <a:pPr marL="343080" indent="-343080"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400" strike="noStrike" u="none">
                <a:solidFill>
                  <a:srgbClr val="051540"/>
                </a:solidFill>
                <a:effectLst/>
                <a:uFillTx/>
                <a:latin typeface="Times New Roman"/>
              </a:rPr>
              <a:t>500 Mero Street                                         Fax 502-564-2316</a:t>
            </a:r>
            <a:endParaRPr b="0" lang="en-IN" sz="2400" strike="noStrike" u="none">
              <a:solidFill>
                <a:srgbClr val="232323"/>
              </a:solidFill>
              <a:effectLst/>
              <a:uFillTx/>
              <a:latin typeface="Times New Roman"/>
            </a:endParaRPr>
          </a:p>
          <a:p>
            <a:pPr marL="343080" indent="-343080"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400" strike="noStrike" u="none">
                <a:solidFill>
                  <a:srgbClr val="051540"/>
                </a:solidFill>
                <a:effectLst/>
                <a:uFillTx/>
                <a:latin typeface="Times New Roman"/>
              </a:rPr>
              <a:t>Frankfort, Kentucky 40601   </a:t>
            </a:r>
            <a:endParaRPr b="0" lang="en-IN" sz="2400" strike="noStrike" u="none">
              <a:solidFill>
                <a:srgbClr val="232323"/>
              </a:solidFill>
              <a:effectLst/>
              <a:uFillTx/>
              <a:latin typeface="Times New Roman"/>
            </a:endParaRPr>
          </a:p>
          <a:p>
            <a:pPr marL="343080" indent="-343080" algn="ctr"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400" strike="noStrike" u="none">
                <a:solidFill>
                  <a:srgbClr val="051540"/>
                </a:solidFill>
                <a:effectLst/>
                <a:uFillTx/>
                <a:latin typeface="Times New Roman"/>
              </a:rPr>
              <a:t>norbj.ryan@ky.gov</a:t>
            </a:r>
            <a:endParaRPr b="0" lang="en-IN" sz="2400" strike="noStrike" u="none">
              <a:solidFill>
                <a:srgbClr val="232323"/>
              </a:solidFill>
              <a:effectLst/>
              <a:uFillTx/>
              <a:latin typeface="Times New Roman"/>
            </a:endParaRPr>
          </a:p>
          <a:p>
            <a:pPr marL="343080" indent="-343080">
              <a:spcBef>
                <a:spcPts val="24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1000" strike="noStrike" u="none">
              <a:solidFill>
                <a:srgbClr val="232323"/>
              </a:solidFill>
              <a:effectLst/>
              <a:uFillTx/>
              <a:latin typeface="Times New Roman"/>
            </a:endParaRPr>
          </a:p>
          <a:p>
            <a:pPr marL="343080" indent="-343080" algn="ctr"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400" strike="noStrike" u="none">
                <a:solidFill>
                  <a:srgbClr val="051540"/>
                </a:solidFill>
                <a:effectLst/>
                <a:uFillTx/>
                <a:latin typeface="Times New Roman"/>
              </a:rPr>
              <a:t> World Wide Web  http://ada.state.ky.us</a:t>
            </a:r>
            <a:endParaRPr b="0" lang="en-IN" sz="2400" strike="noStrike" u="none">
              <a:solidFill>
                <a:srgbClr val="232323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434" name=""/>
          <p:cNvGrpSpPr/>
          <p:nvPr/>
        </p:nvGrpSpPr>
        <p:grpSpPr>
          <a:xfrm>
            <a:off x="311040" y="1887480"/>
            <a:ext cx="8451720" cy="321480"/>
            <a:chOff x="311040" y="1887480"/>
            <a:chExt cx="8451720" cy="321480"/>
          </a:xfrm>
        </p:grpSpPr>
        <p:sp>
          <p:nvSpPr>
            <p:cNvPr id="435" name=""/>
            <p:cNvSpPr/>
            <p:nvPr/>
          </p:nvSpPr>
          <p:spPr>
            <a:xfrm>
              <a:off x="311040" y="1887480"/>
              <a:ext cx="8451720" cy="184320"/>
            </a:xfrm>
            <a:prstGeom prst="rect">
              <a:avLst/>
            </a:prstGeom>
            <a:solidFill>
              <a:srgbClr val="081f5e"/>
            </a:solidFill>
            <a:ln w="12600">
              <a:solidFill>
                <a:srgbClr val="081d5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2400" strike="noStrike" u="none">
                <a:solidFill>
                  <a:srgbClr val="232323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436" name=""/>
            <p:cNvSpPr/>
            <p:nvPr/>
          </p:nvSpPr>
          <p:spPr>
            <a:xfrm>
              <a:off x="606240" y="1933920"/>
              <a:ext cx="475560" cy="275040"/>
            </a:xfrm>
            <a:prstGeom prst="rect">
              <a:avLst/>
            </a:prstGeom>
            <a:solidFill>
              <a:srgbClr val="bc3700"/>
            </a:solidFill>
            <a:ln w="12600">
              <a:solidFill>
                <a:srgbClr val="0b20b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2400" strike="noStrike" u="none">
                <a:solidFill>
                  <a:srgbClr val="232323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437" name=""/>
            <p:cNvSpPr/>
            <p:nvPr/>
          </p:nvSpPr>
          <p:spPr>
            <a:xfrm>
              <a:off x="1689840" y="1933920"/>
              <a:ext cx="475560" cy="275040"/>
            </a:xfrm>
            <a:prstGeom prst="rect">
              <a:avLst/>
            </a:prstGeom>
            <a:solidFill>
              <a:srgbClr val="bc3700"/>
            </a:solidFill>
            <a:ln w="12600">
              <a:solidFill>
                <a:srgbClr val="0b20b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2400" strike="noStrike" u="none">
                <a:solidFill>
                  <a:srgbClr val="232323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438" name=""/>
            <p:cNvSpPr/>
            <p:nvPr/>
          </p:nvSpPr>
          <p:spPr>
            <a:xfrm>
              <a:off x="2772720" y="1933920"/>
              <a:ext cx="475560" cy="275040"/>
            </a:xfrm>
            <a:prstGeom prst="rect">
              <a:avLst/>
            </a:prstGeom>
            <a:solidFill>
              <a:srgbClr val="bc3700"/>
            </a:solidFill>
            <a:ln w="12600">
              <a:solidFill>
                <a:srgbClr val="0b20b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2400" strike="noStrike" u="none">
                <a:solidFill>
                  <a:srgbClr val="232323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439" name=""/>
            <p:cNvSpPr/>
            <p:nvPr/>
          </p:nvSpPr>
          <p:spPr>
            <a:xfrm>
              <a:off x="3855600" y="1933920"/>
              <a:ext cx="475560" cy="275040"/>
            </a:xfrm>
            <a:prstGeom prst="rect">
              <a:avLst/>
            </a:prstGeom>
            <a:solidFill>
              <a:srgbClr val="bc3700"/>
            </a:solidFill>
            <a:ln w="12600">
              <a:solidFill>
                <a:srgbClr val="0b20b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2400" strike="noStrike" u="none">
                <a:solidFill>
                  <a:srgbClr val="232323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440" name=""/>
            <p:cNvSpPr/>
            <p:nvPr/>
          </p:nvSpPr>
          <p:spPr>
            <a:xfrm>
              <a:off x="4840560" y="1933920"/>
              <a:ext cx="475560" cy="275040"/>
            </a:xfrm>
            <a:prstGeom prst="rect">
              <a:avLst/>
            </a:prstGeom>
            <a:solidFill>
              <a:srgbClr val="bc3700"/>
            </a:solidFill>
            <a:ln w="12600">
              <a:solidFill>
                <a:srgbClr val="0b20b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2400" strike="noStrike" u="none">
                <a:solidFill>
                  <a:srgbClr val="232323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441" name=""/>
            <p:cNvSpPr/>
            <p:nvPr/>
          </p:nvSpPr>
          <p:spPr>
            <a:xfrm>
              <a:off x="5923800" y="1933920"/>
              <a:ext cx="475560" cy="275040"/>
            </a:xfrm>
            <a:prstGeom prst="rect">
              <a:avLst/>
            </a:prstGeom>
            <a:solidFill>
              <a:srgbClr val="bc3700"/>
            </a:solidFill>
            <a:ln w="12600">
              <a:solidFill>
                <a:srgbClr val="0b20b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2400" strike="noStrike" u="none">
                <a:solidFill>
                  <a:srgbClr val="232323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442" name=""/>
            <p:cNvSpPr/>
            <p:nvPr/>
          </p:nvSpPr>
          <p:spPr>
            <a:xfrm>
              <a:off x="7007040" y="1933920"/>
              <a:ext cx="475560" cy="275040"/>
            </a:xfrm>
            <a:prstGeom prst="rect">
              <a:avLst/>
            </a:prstGeom>
            <a:solidFill>
              <a:srgbClr val="bc3700"/>
            </a:solidFill>
            <a:ln w="12600">
              <a:solidFill>
                <a:srgbClr val="0b20b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2400" strike="noStrike" u="none">
                <a:solidFill>
                  <a:srgbClr val="232323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443" name=""/>
            <p:cNvSpPr/>
            <p:nvPr/>
          </p:nvSpPr>
          <p:spPr>
            <a:xfrm>
              <a:off x="8090280" y="1933920"/>
              <a:ext cx="475560" cy="275040"/>
            </a:xfrm>
            <a:prstGeom prst="rect">
              <a:avLst/>
            </a:prstGeom>
            <a:solidFill>
              <a:srgbClr val="bc3700"/>
            </a:solidFill>
            <a:ln w="12600">
              <a:solidFill>
                <a:srgbClr val="0b20b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2400" strike="noStrike" u="none">
                <a:solidFill>
                  <a:srgbClr val="232323"/>
                </a:solidFill>
                <a:effectLst/>
                <a:uFillTx/>
                <a:latin typeface="Times New Roman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28038</TotalTime>
  <Application>LibreOffice/25.2.3.2$Windows_X86_64 LibreOffice_project/bbb074479178df812d175f709636b368952c2ce3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1998-12-17T07:31:23Z</dcterms:created>
  <dc:creator>Norb Ryan</dc:creator>
  <dc:description/>
  <cp:keywords/>
  <dc:language>en-IN</dc:language>
  <cp:lastModifiedBy>AWETHERBY</cp:lastModifiedBy>
  <cp:lastPrinted>2002-05-01T12:37:53Z</cp:lastPrinted>
  <dcterms:modified xsi:type="dcterms:W3CDTF">2005-03-25T08:56:39Z</dcterms:modified>
  <cp:revision>47</cp:revision>
  <dc:subject/>
  <dc:title>   Human Development Institute Promoting Independence, Productivity, and Integration for All People _________________________________   </dc:title>
</cp:coreProperties>
</file>