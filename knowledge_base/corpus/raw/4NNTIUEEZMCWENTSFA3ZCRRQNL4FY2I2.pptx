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.png" ContentType="image/png"/>
  <Override PartName="/ppt/media/image8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wmf" ContentType="image/x-wmf"/>
  <Override PartName="/ppt/media/image6.wmf" ContentType="image/x-wmf"/>
  <Override PartName="/ppt/media/image7.wmf" ContentType="image/x-wmf"/>
  <Override PartName="/ppt/media/image9.wmf" ContentType="image/x-wmf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5695920"/>
            <a:ext cx="9144000" cy="116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" descr=""/>
          <p:cNvPicPr/>
          <p:nvPr/>
        </p:nvPicPr>
        <p:blipFill>
          <a:blip r:embed="rId3"/>
          <a:stretch/>
        </p:blipFill>
        <p:spPr>
          <a:xfrm>
            <a:off x="0" y="-781200"/>
            <a:ext cx="9144000" cy="11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8.wmf"/><Relationship Id="rId5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228600" y="76320"/>
            <a:ext cx="9906120" cy="685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03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Strengths of SDFSCA </a:t>
            </a:r>
            <a:br>
              <a:rPr sz="4000"/>
            </a:b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 Grants Program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676520"/>
            <a:ext cx="8229600" cy="4449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Only program available to LEA’s in every state providing backbone necessary to address youth substance abuse and violence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Administered through SEA’s to LEA’s mandating comprehensive prevention planning and use of science-based programs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Ensures that LEA’s have a district contact responsible for addressing the impact of alcohol, other drugs and violence on the school learning environment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Often the foundation of effective prevention planning built by LEA’s and in turn used to leverage other national, state and local resources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1920" y="457200"/>
            <a:ext cx="8991720" cy="96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Washington State SDFSCA Program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1143000" y="1219320"/>
            <a:ext cx="6858000" cy="472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4568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Washington State SDFSCA Program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95280"/>
            <a:ext cx="8229600" cy="457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Authorized Activities Provided by LEA’s: 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 Alert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Olweus Bullying Prevention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Strengthening Families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Steps to Respect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Life Skills Training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Step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 Northland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Reconnecting Youth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 SUCCESS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2005-06 Washington State SAPISP</a:t>
            </a: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9600" cy="498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Mission</a:t>
            </a: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r>
              <a:rPr b="1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a comprehensive model of student assistance program prevention, intervention, and support services to assist students in achieving academic excellence and realizing their personal potential.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Goals</a:t>
            </a: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Services Provided10% of youth participants will show a reduction in tobacco, alcohol, and marijuana use.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10% of youth participants will show an increase in understanding of perceived risk toward substance abuse.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10% of youth participants will show an increase in school bonding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Documented Services: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12,708 universal prevention awareness activities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18,446 indicated student engagements (3 or more visits with Specialist)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2005-06 Outcomes: Substance Use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" name=""/>
          <p:cNvGraphicFramePr/>
          <p:nvPr/>
        </p:nvGraphicFramePr>
        <p:xfrm>
          <a:off x="380880" y="1219320"/>
          <a:ext cx="6280200" cy="4687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3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80880" y="1219320"/>
                    <a:ext cx="6280200" cy="4687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4" name=""/>
          <p:cNvGraphicFramePr/>
          <p:nvPr/>
        </p:nvGraphicFramePr>
        <p:xfrm>
          <a:off x="6400800" y="998640"/>
          <a:ext cx="2403360" cy="48258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25" name="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6400800" y="998640"/>
                    <a:ext cx="2403360" cy="4825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6" name=""/>
          <p:cNvSpPr/>
          <p:nvPr/>
        </p:nvSpPr>
        <p:spPr>
          <a:xfrm>
            <a:off x="1676520" y="6019920"/>
            <a:ext cx="7086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 (</a:t>
            </a:r>
            <a:r>
              <a:rPr b="0" i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 3,873)   Includes only students with a substance related intervention goal.</a:t>
            </a: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79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2005-06 Outcomes: School Behavior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" name=""/>
          <p:cNvGraphicFramePr/>
          <p:nvPr/>
        </p:nvGraphicFramePr>
        <p:xfrm>
          <a:off x="533520" y="1143000"/>
          <a:ext cx="6300720" cy="47354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33520" y="1143000"/>
                    <a:ext cx="6300720" cy="4735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0" name=""/>
          <p:cNvGraphicFramePr/>
          <p:nvPr/>
        </p:nvGraphicFramePr>
        <p:xfrm>
          <a:off x="6541920" y="915840"/>
          <a:ext cx="2156040" cy="49053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31" name="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6541920" y="915840"/>
                    <a:ext cx="2156040" cy="4905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2" name=""/>
          <p:cNvSpPr/>
          <p:nvPr/>
        </p:nvSpPr>
        <p:spPr>
          <a:xfrm>
            <a:off x="1523880" y="6019920"/>
            <a:ext cx="63248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 (</a:t>
            </a:r>
            <a:r>
              <a:rPr b="0" i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 3,356)  Includes only students with a behavior intervention goal.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2005-06 Outcomes: Protective Factors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" name=""/>
          <p:cNvGraphicFramePr/>
          <p:nvPr/>
        </p:nvGraphicFramePr>
        <p:xfrm>
          <a:off x="469800" y="914400"/>
          <a:ext cx="8245440" cy="4876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69800" y="914400"/>
                    <a:ext cx="8245440" cy="4876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6" name=""/>
          <p:cNvSpPr/>
          <p:nvPr/>
        </p:nvSpPr>
        <p:spPr>
          <a:xfrm>
            <a:off x="2286000" y="5514840"/>
            <a:ext cx="1828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Very negative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315200" y="5514840"/>
            <a:ext cx="1828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Very positive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4267080" y="5667480"/>
            <a:ext cx="2743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Average Protection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447920" y="6019920"/>
            <a:ext cx="70102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 (</a:t>
            </a:r>
            <a:r>
              <a:rPr b="0" i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 6,694)  Includes all students with matched pre/post data.</a:t>
            </a: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2005-06 LEA Outcomes: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7200" y="990360"/>
            <a:ext cx="4038480" cy="513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South Kitsap School District SAPISP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10,400 Students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$48,874.00 SDFS funds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Goals: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Reduction in alcohol, tobacco &amp; marijuana use by students participating in program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Increase in school bonding for participating youth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Outcomes: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24% reduction in use, alcohol, tobacco and marijuana use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11% increase in school bonding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Measured by participant pre and post tests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648320" y="990360"/>
            <a:ext cx="4038480" cy="513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Queets Clear Water School District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 Students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$1,521.00 SDFS funds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Goals: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Train 100% of staff in Second Step;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Measure decrease in problem behavior and increase in classroom learning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Outcomes: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100% of staff trained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21% decrease in problem behavior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15% increase in classroom learning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Measured by teacher survey and behavior tracking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03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Leadership Role of SEA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9600" cy="49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Technical Assistance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Connect SDFSCA to larger mandates of NCLB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Professional Development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Facilitate state and local prevention collaboration and capacity building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Develop systematic comprehensive data collection and outcome measures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Maintain accountability at local, state and federal levels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6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Current Challenges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9600" cy="49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37% reduction of SDFSCA funds in Washington State over last 10 years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Decreased resources but increased accountability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Communities resilient and being stretched dangerously thin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Need coordinated leadership at federal level across prevention agencies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Need to tie SDFSCA program to larger work in schools focusing on NCLB, supportive learning environments, and student achievement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38052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Recommendations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219320"/>
            <a:ext cx="8229600" cy="49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Increase funding and resources – Our schools are ready for more not less!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Maintain emphasis on comprehensive prevention planning (POE’s) and science-based programming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Provide coordinated federal leadership, guidance and technical assistance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Evaluate program in context of school improvement linking to NCLB and in turn providing support to disenfranchised youth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2006-08-07T12:16:52Z</dcterms:created>
  <dc:creator>lbull</dc:creator>
  <dc:description/>
  <dc:language>en-IN</dc:language>
  <cp:lastModifiedBy>sharon.robinson</cp:lastModifiedBy>
  <dcterms:modified xsi:type="dcterms:W3CDTF">2006-09-06T10:43:30Z</dcterms:modified>
  <cp:revision>100</cp:revision>
  <dc:subject/>
  <dc:title>Slide 1 -- State Education Perspective (PowerPoint)</dc:title>
</cp:coreProperties>
</file>