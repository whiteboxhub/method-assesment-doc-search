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_rels/notesSlide68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67.xml.rels" ContentType="application/vnd.openxmlformats-package.relationships+xml"/>
  <Override PartName="/ppt/notesSlides/notesSlide67.xml" ContentType="application/vnd.openxmlformats-officedocument.presentationml.notesSlide+xml"/>
  <Override PartName="/ppt/embeddings/oleObject1.bin" ContentType="application/vnd.openxmlformats-officedocument.oleObject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53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media/jep3.wav" ContentType="audio/x-wav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</p:sldIdLst>
  <p:sldSz cx="9144000" cy="6858000"/>
  <p:notesSz cx="7008813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70092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036960" cy="4651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973320" y="0"/>
            <a:ext cx="3036600" cy="4651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89640" rIns="89640" tIns="44640" bIns="4464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move the slide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934560" y="4414680"/>
            <a:ext cx="5140440" cy="418464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0" y="8831160"/>
            <a:ext cx="3036960" cy="4651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973320" y="8831160"/>
            <a:ext cx="3036600" cy="46512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b">
            <a:noAutofit/>
          </a:bodyPr>
          <a:lstStyle>
            <a:lvl1pPr indent="0" algn="r">
              <a:buNone/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8D69F935-D167-456A-935C-08049C8D193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7"/>
          <p:cNvSpPr/>
          <p:nvPr/>
        </p:nvSpPr>
        <p:spPr>
          <a:xfrm>
            <a:off x="3973680" y="8831160"/>
            <a:ext cx="30366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440" bIns="46440" anchor="b">
            <a:noAutofit/>
          </a:bodyPr>
          <a:p>
            <a:pPr algn="r"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DCAB5EBE-028D-4087-81A1-6941690A4D1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934560" y="4414680"/>
            <a:ext cx="5140440" cy="41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7"/>
          <p:cNvSpPr/>
          <p:nvPr/>
        </p:nvSpPr>
        <p:spPr>
          <a:xfrm>
            <a:off x="3973680" y="8831160"/>
            <a:ext cx="30366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440" bIns="46440" anchor="b">
            <a:noAutofit/>
          </a:bodyPr>
          <a:p>
            <a:pPr algn="r"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61E75C24-F9D0-4E70-8702-1935CC53860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934560" y="4414680"/>
            <a:ext cx="5140440" cy="41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7"/>
          <p:cNvSpPr/>
          <p:nvPr/>
        </p:nvSpPr>
        <p:spPr>
          <a:xfrm>
            <a:off x="3973680" y="8831160"/>
            <a:ext cx="30366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440" bIns="46440" anchor="b">
            <a:noAutofit/>
          </a:bodyPr>
          <a:p>
            <a:pPr algn="r"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82DAFEC6-B873-4E62-AAAE-66C9D2E7547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934560" y="4414680"/>
            <a:ext cx="5140440" cy="41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7"/>
          <p:cNvSpPr/>
          <p:nvPr/>
        </p:nvSpPr>
        <p:spPr>
          <a:xfrm>
            <a:off x="3973680" y="8831160"/>
            <a:ext cx="30366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440" bIns="46440" anchor="b">
            <a:noAutofit/>
          </a:bodyPr>
          <a:p>
            <a:pPr algn="r"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DD340495-54FA-4B24-BBE2-5062368FDB2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934560" y="4414680"/>
            <a:ext cx="5140440" cy="41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7"/>
          <p:cNvSpPr/>
          <p:nvPr/>
        </p:nvSpPr>
        <p:spPr>
          <a:xfrm>
            <a:off x="3973680" y="8831160"/>
            <a:ext cx="30366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440" bIns="46440" anchor="b">
            <a:noAutofit/>
          </a:bodyPr>
          <a:p>
            <a:pPr algn="r"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C7ADC31D-040F-4DE2-8723-786EE35A5EA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934560" y="4414680"/>
            <a:ext cx="5140440" cy="4184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7"/>
          <p:cNvSpPr/>
          <p:nvPr/>
        </p:nvSpPr>
        <p:spPr>
          <a:xfrm>
            <a:off x="3973680" y="8831160"/>
            <a:ext cx="30366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3240" rIns="93240" tIns="46440" bIns="46440" anchor="b">
            <a:noAutofit/>
          </a:bodyPr>
          <a:p>
            <a:pPr algn="r"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E91B678C-CF89-47B0-9348-D72DF1FAC49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934560" y="4414680"/>
            <a:ext cx="5140440" cy="41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B66A43-AAA0-445C-A600-6ACA0422A8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36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0F39F6-6C55-4B2C-B3C6-23942D45F55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audio" Target="../media/jep3.wav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slide" Target="slide15.xml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slide" Target="slide25.xml"/><Relationship Id="rId9" Type="http://schemas.openxmlformats.org/officeDocument/2006/relationships/image" Target="../media/image2.png"/><Relationship Id="rId10" Type="http://schemas.openxmlformats.org/officeDocument/2006/relationships/image" Target="../media/image1.png"/><Relationship Id="rId11" Type="http://schemas.openxmlformats.org/officeDocument/2006/relationships/slide" Target="slide35.xml"/><Relationship Id="rId12" Type="http://schemas.openxmlformats.org/officeDocument/2006/relationships/image" Target="../media/image2.png"/><Relationship Id="rId13" Type="http://schemas.openxmlformats.org/officeDocument/2006/relationships/image" Target="../media/image1.png"/><Relationship Id="rId14" Type="http://schemas.openxmlformats.org/officeDocument/2006/relationships/slide" Target="slide45.xml"/><Relationship Id="rId15" Type="http://schemas.openxmlformats.org/officeDocument/2006/relationships/image" Target="../media/image2.png"/><Relationship Id="rId16" Type="http://schemas.openxmlformats.org/officeDocument/2006/relationships/image" Target="../media/image1.png"/><Relationship Id="rId17" Type="http://schemas.openxmlformats.org/officeDocument/2006/relationships/slide" Target="slide55.xml"/><Relationship Id="rId18" Type="http://schemas.openxmlformats.org/officeDocument/2006/relationships/image" Target="../media/image2.png"/><Relationship Id="rId19" Type="http://schemas.openxmlformats.org/officeDocument/2006/relationships/image" Target="../media/image1.png"/><Relationship Id="rId20" Type="http://schemas.openxmlformats.org/officeDocument/2006/relationships/slide" Target="slide7.xml"/><Relationship Id="rId21" Type="http://schemas.openxmlformats.org/officeDocument/2006/relationships/image" Target="../media/image2.png"/><Relationship Id="rId22" Type="http://schemas.openxmlformats.org/officeDocument/2006/relationships/image" Target="../media/image1.png"/><Relationship Id="rId23" Type="http://schemas.openxmlformats.org/officeDocument/2006/relationships/slide" Target="slide17.xml"/><Relationship Id="rId24" Type="http://schemas.openxmlformats.org/officeDocument/2006/relationships/image" Target="../media/image2.png"/><Relationship Id="rId25" Type="http://schemas.openxmlformats.org/officeDocument/2006/relationships/image" Target="../media/image1.png"/><Relationship Id="rId26" Type="http://schemas.openxmlformats.org/officeDocument/2006/relationships/slide" Target="slide27.xml"/><Relationship Id="rId27" Type="http://schemas.openxmlformats.org/officeDocument/2006/relationships/image" Target="../media/image2.png"/><Relationship Id="rId28" Type="http://schemas.openxmlformats.org/officeDocument/2006/relationships/image" Target="../media/image1.png"/><Relationship Id="rId29" Type="http://schemas.openxmlformats.org/officeDocument/2006/relationships/slide" Target="slide37.xml"/><Relationship Id="rId30" Type="http://schemas.openxmlformats.org/officeDocument/2006/relationships/image" Target="../media/image2.png"/><Relationship Id="rId31" Type="http://schemas.openxmlformats.org/officeDocument/2006/relationships/image" Target="../media/image1.png"/><Relationship Id="rId32" Type="http://schemas.openxmlformats.org/officeDocument/2006/relationships/slide" Target="slide47.xml"/><Relationship Id="rId33" Type="http://schemas.openxmlformats.org/officeDocument/2006/relationships/image" Target="../media/image2.png"/><Relationship Id="rId34" Type="http://schemas.openxmlformats.org/officeDocument/2006/relationships/image" Target="../media/image1.png"/><Relationship Id="rId35" Type="http://schemas.openxmlformats.org/officeDocument/2006/relationships/slide" Target="slide57.xml"/><Relationship Id="rId36" Type="http://schemas.openxmlformats.org/officeDocument/2006/relationships/image" Target="../media/image2.png"/><Relationship Id="rId37" Type="http://schemas.openxmlformats.org/officeDocument/2006/relationships/image" Target="../media/image1.png"/><Relationship Id="rId38" Type="http://schemas.openxmlformats.org/officeDocument/2006/relationships/slide" Target="slide9.xml"/><Relationship Id="rId39" Type="http://schemas.openxmlformats.org/officeDocument/2006/relationships/image" Target="../media/image2.png"/><Relationship Id="rId40" Type="http://schemas.openxmlformats.org/officeDocument/2006/relationships/image" Target="../media/image1.png"/><Relationship Id="rId41" Type="http://schemas.openxmlformats.org/officeDocument/2006/relationships/slide" Target="slide19.xml"/><Relationship Id="rId42" Type="http://schemas.openxmlformats.org/officeDocument/2006/relationships/image" Target="../media/image2.png"/><Relationship Id="rId43" Type="http://schemas.openxmlformats.org/officeDocument/2006/relationships/image" Target="../media/image1.png"/><Relationship Id="rId44" Type="http://schemas.openxmlformats.org/officeDocument/2006/relationships/slide" Target="slide29.xml"/><Relationship Id="rId45" Type="http://schemas.openxmlformats.org/officeDocument/2006/relationships/image" Target="../media/image2.png"/><Relationship Id="rId46" Type="http://schemas.openxmlformats.org/officeDocument/2006/relationships/image" Target="../media/image1.png"/><Relationship Id="rId47" Type="http://schemas.openxmlformats.org/officeDocument/2006/relationships/slide" Target="slide39.xml"/><Relationship Id="rId48" Type="http://schemas.openxmlformats.org/officeDocument/2006/relationships/image" Target="../media/image2.png"/><Relationship Id="rId49" Type="http://schemas.openxmlformats.org/officeDocument/2006/relationships/image" Target="../media/image1.png"/><Relationship Id="rId50" Type="http://schemas.openxmlformats.org/officeDocument/2006/relationships/slide" Target="slide49.xml"/><Relationship Id="rId51" Type="http://schemas.openxmlformats.org/officeDocument/2006/relationships/image" Target="../media/image2.png"/><Relationship Id="rId52" Type="http://schemas.openxmlformats.org/officeDocument/2006/relationships/image" Target="../media/image1.png"/><Relationship Id="rId53" Type="http://schemas.openxmlformats.org/officeDocument/2006/relationships/slide" Target="slide59.xml"/><Relationship Id="rId54" Type="http://schemas.openxmlformats.org/officeDocument/2006/relationships/image" Target="../media/image2.png"/><Relationship Id="rId55" Type="http://schemas.openxmlformats.org/officeDocument/2006/relationships/image" Target="../media/image1.png"/><Relationship Id="rId56" Type="http://schemas.openxmlformats.org/officeDocument/2006/relationships/slide" Target="slide11.xml"/><Relationship Id="rId57" Type="http://schemas.openxmlformats.org/officeDocument/2006/relationships/image" Target="../media/image2.png"/><Relationship Id="rId58" Type="http://schemas.openxmlformats.org/officeDocument/2006/relationships/image" Target="../media/image1.png"/><Relationship Id="rId59" Type="http://schemas.openxmlformats.org/officeDocument/2006/relationships/slide" Target="slide21.xml"/><Relationship Id="rId60" Type="http://schemas.openxmlformats.org/officeDocument/2006/relationships/image" Target="../media/image2.png"/><Relationship Id="rId61" Type="http://schemas.openxmlformats.org/officeDocument/2006/relationships/image" Target="../media/image1.png"/><Relationship Id="rId62" Type="http://schemas.openxmlformats.org/officeDocument/2006/relationships/slide" Target="slide31.xml"/><Relationship Id="rId63" Type="http://schemas.openxmlformats.org/officeDocument/2006/relationships/image" Target="../media/image2.png"/><Relationship Id="rId64" Type="http://schemas.openxmlformats.org/officeDocument/2006/relationships/image" Target="../media/image1.png"/><Relationship Id="rId65" Type="http://schemas.openxmlformats.org/officeDocument/2006/relationships/slide" Target="slide41.xml"/><Relationship Id="rId66" Type="http://schemas.openxmlformats.org/officeDocument/2006/relationships/image" Target="../media/image2.png"/><Relationship Id="rId67" Type="http://schemas.openxmlformats.org/officeDocument/2006/relationships/image" Target="../media/image1.png"/><Relationship Id="rId68" Type="http://schemas.openxmlformats.org/officeDocument/2006/relationships/slide" Target="slide51.xml"/><Relationship Id="rId69" Type="http://schemas.openxmlformats.org/officeDocument/2006/relationships/image" Target="../media/image2.png"/><Relationship Id="rId70" Type="http://schemas.openxmlformats.org/officeDocument/2006/relationships/image" Target="../media/image1.png"/><Relationship Id="rId71" Type="http://schemas.openxmlformats.org/officeDocument/2006/relationships/slide" Target="slide61.xml"/><Relationship Id="rId72" Type="http://schemas.openxmlformats.org/officeDocument/2006/relationships/image" Target="../media/image2.png"/><Relationship Id="rId73" Type="http://schemas.openxmlformats.org/officeDocument/2006/relationships/image" Target="../media/image1.png"/><Relationship Id="rId74" Type="http://schemas.openxmlformats.org/officeDocument/2006/relationships/slide" Target="slide13.xml"/><Relationship Id="rId75" Type="http://schemas.openxmlformats.org/officeDocument/2006/relationships/image" Target="../media/image2.png"/><Relationship Id="rId76" Type="http://schemas.openxmlformats.org/officeDocument/2006/relationships/image" Target="../media/image1.png"/><Relationship Id="rId77" Type="http://schemas.openxmlformats.org/officeDocument/2006/relationships/slide" Target="slide23.xml"/><Relationship Id="rId78" Type="http://schemas.openxmlformats.org/officeDocument/2006/relationships/image" Target="../media/image2.png"/><Relationship Id="rId79" Type="http://schemas.openxmlformats.org/officeDocument/2006/relationships/image" Target="../media/image1.png"/><Relationship Id="rId80" Type="http://schemas.openxmlformats.org/officeDocument/2006/relationships/slide" Target="slide33.xml"/><Relationship Id="rId81" Type="http://schemas.openxmlformats.org/officeDocument/2006/relationships/image" Target="../media/image2.png"/><Relationship Id="rId82" Type="http://schemas.openxmlformats.org/officeDocument/2006/relationships/image" Target="../media/image1.png"/><Relationship Id="rId83" Type="http://schemas.openxmlformats.org/officeDocument/2006/relationships/slide" Target="slide43.xml"/><Relationship Id="rId84" Type="http://schemas.openxmlformats.org/officeDocument/2006/relationships/image" Target="../media/image2.png"/><Relationship Id="rId85" Type="http://schemas.openxmlformats.org/officeDocument/2006/relationships/image" Target="../media/image1.png"/><Relationship Id="rId86" Type="http://schemas.openxmlformats.org/officeDocument/2006/relationships/slide" Target="slide53.xml"/><Relationship Id="rId87" Type="http://schemas.openxmlformats.org/officeDocument/2006/relationships/image" Target="../media/image2.png"/><Relationship Id="rId88" Type="http://schemas.openxmlformats.org/officeDocument/2006/relationships/image" Target="../media/image1.png"/><Relationship Id="rId89" Type="http://schemas.openxmlformats.org/officeDocument/2006/relationships/slide" Target="slide63.xml"/><Relationship Id="rId90" Type="http://schemas.openxmlformats.org/officeDocument/2006/relationships/image" Target="../media/image2.png"/><Relationship Id="rId91" Type="http://schemas.openxmlformats.org/officeDocument/2006/relationships/image" Target="../media/image1.png"/><Relationship Id="rId92" Type="http://schemas.openxmlformats.org/officeDocument/2006/relationships/image" Target="../media/image1.png"/><Relationship Id="rId93" Type="http://schemas.openxmlformats.org/officeDocument/2006/relationships/image" Target="../media/image1.png"/><Relationship Id="rId94" Type="http://schemas.openxmlformats.org/officeDocument/2006/relationships/image" Target="../media/image1.png"/><Relationship Id="rId95" Type="http://schemas.openxmlformats.org/officeDocument/2006/relationships/image" Target="../media/image1.png"/><Relationship Id="rId96" Type="http://schemas.openxmlformats.org/officeDocument/2006/relationships/image" Target="../media/image1.png"/><Relationship Id="rId97" Type="http://schemas.openxmlformats.org/officeDocument/2006/relationships/hyperlink" Target="file:///C:/Users/AI%20ML%20PC%20Ajmeer/AppData/Roaming/LibreOffice/4/user/gallery/APPLAUSE.WAV" TargetMode="External"/><Relationship Id="rId98" Type="http://schemas.openxmlformats.org/officeDocument/2006/relationships/image" Target="../media/image3.png"/><Relationship Id="rId99" Type="http://schemas.openxmlformats.org/officeDocument/2006/relationships/oleObject" Target="../embeddings/oleObject1.bin"/><Relationship Id="rId100" Type="http://schemas.openxmlformats.org/officeDocument/2006/relationships/slide" Target="slide65.xml"/><Relationship Id="rId101" Type="http://schemas.openxmlformats.org/officeDocument/2006/relationships/image" Target="../media/image4.png"/><Relationship Id="rId102" Type="http://schemas.openxmlformats.org/officeDocument/2006/relationships/image" Target="../media/image5.png"/><Relationship Id="rId103" Type="http://schemas.openxmlformats.org/officeDocument/2006/relationships/slideLayout" Target="../slideLayouts/slideLayout1.xml"/><Relationship Id="rId10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" Target="slide18.xml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" Target="slide26.xml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" Target="slide36.xml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" Target="slide40.xml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" Target="slide42.xml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" Target="slide44.xml"/><Relationship Id="rId2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" Target="slide46.xml"/><Relationship Id="rId2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" Target="slide48.xml"/><Relationship Id="rId2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" Target="slide52.xml"/><Relationship Id="rId2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8377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THIS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Rectangle 3"/>
          <p:cNvSpPr/>
          <p:nvPr/>
        </p:nvSpPr>
        <p:spPr>
          <a:xfrm>
            <a:off x="685800" y="24382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IS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WordArt 5"/>
          <p:cNvSpPr txBox="1"/>
          <p:nvPr/>
        </p:nvSpPr>
        <p:spPr>
          <a:xfrm>
            <a:off x="990720" y="3962520"/>
            <a:ext cx="7391160" cy="196200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9600" spc="3" strike="noStrike" u="none">
                <a:ln w="9360">
                  <a:solidFill>
                    <a:srgbClr val="000000"/>
                  </a:solidFill>
                  <a:miter/>
                </a:ln>
                <a:gradFill rotWithShape="0">
                  <a:gsLst>
                    <a:gs pos="0">
                      <a:srgbClr val="eaeaea"/>
                    </a:gs>
                    <a:gs pos="100000">
                      <a:srgbClr val="cbcbcb"/>
                    </a:gs>
                  </a:gsLst>
                  <a:lin ang="18900000"/>
                </a:gradFill>
                <a:uFillTx/>
                <a:latin typeface="Arial Black"/>
              </a:rPr>
              <a:t>Jeopardy</a:t>
            </a:r>
            <a:endParaRPr b="0" lang="en-IN" sz="9600" spc="3" strike="noStrike" u="none">
              <a:ln w="9360">
                <a:solidFill>
                  <a:srgbClr val="000000"/>
                </a:solidFill>
                <a:miter/>
              </a:ln>
              <a:gradFill rotWithShape="0">
                <a:gsLst>
                  <a:gs pos="0">
                    <a:srgbClr val="eaeaea"/>
                  </a:gs>
                  <a:gs pos="100000">
                    <a:srgbClr val="cbcbcb"/>
                  </a:gs>
                </a:gsLst>
                <a:lin ang="18900000"/>
              </a:gradFill>
              <a:uFillTx/>
              <a:latin typeface="Arial Black"/>
              <a:ea typeface="Arial Black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23" presetSubtype="52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nodeType="afterEffect" fill="hold" presetClass="entr" presetID="23" presetSubtype="52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3" presetSubtype="52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143000" y="837720"/>
            <a:ext cx="403848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 With</a:t>
            </a:r>
            <a:r>
              <a:rPr b="0" lang="en-US" sz="8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Rectangle 3"/>
          <p:cNvSpPr/>
          <p:nvPr/>
        </p:nvSpPr>
        <p:spPr>
          <a:xfrm>
            <a:off x="685800" y="24382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Host...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Rectangle 6"/>
          <p:cNvSpPr/>
          <p:nvPr/>
        </p:nvSpPr>
        <p:spPr>
          <a:xfrm>
            <a:off x="4343400" y="838080"/>
            <a:ext cx="41911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Your</a:t>
            </a:r>
            <a:r>
              <a:rPr b="0" lang="en-US" sz="8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WordArt 10"/>
          <p:cNvSpPr txBox="1"/>
          <p:nvPr/>
        </p:nvSpPr>
        <p:spPr>
          <a:xfrm>
            <a:off x="685800" y="4191120"/>
            <a:ext cx="7848720" cy="1828800"/>
          </a:xfrm>
          <a:prstGeom prst="rect">
            <a:avLst/>
          </a:prstGeom>
        </p:spPr>
        <p:txBody>
          <a:bodyPr wrap="none" lIns="90000" rIns="90000" tIns="46800" bIns="46800" anchor="t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8000" spc="3" strike="noStrike" u="none">
                <a:ln w="9360">
                  <a:solidFill>
                    <a:srgbClr val="000000"/>
                  </a:solidFill>
                  <a:miter/>
                </a:ln>
                <a:gradFill rotWithShape="0">
                  <a:gsLst>
                    <a:gs pos="0">
                      <a:srgbClr val="eaeaea"/>
                    </a:gs>
                    <a:gs pos="100000">
                      <a:srgbClr val="cbcbcb"/>
                    </a:gs>
                  </a:gsLst>
                  <a:lin ang="18900000"/>
                </a:gradFill>
                <a:uFillTx/>
                <a:latin typeface="Arial Black"/>
              </a:rPr>
              <a:t>FABULOUS TRAINER</a:t>
            </a:r>
            <a:endParaRPr b="0" lang="en-IN" sz="8000" spc="3" strike="noStrike" u="none">
              <a:ln w="9360">
                <a:solidFill>
                  <a:srgbClr val="000000"/>
                </a:solidFill>
                <a:miter/>
              </a:ln>
              <a:gradFill rotWithShape="0">
                <a:gsLst>
                  <a:gs pos="0">
                    <a:srgbClr val="eaeaea"/>
                  </a:gs>
                  <a:gs pos="100000">
                    <a:srgbClr val="cbcbcb"/>
                  </a:gs>
                </a:gsLst>
                <a:lin ang="18900000"/>
              </a:gradFill>
              <a:uFillTx/>
              <a:latin typeface="Arial Black"/>
              <a:ea typeface="Arial Black"/>
            </a:endParaRPr>
          </a:p>
        </p:txBody>
      </p:sp>
    </p:spTree>
  </p:cSld>
  <p:timing>
    <p:tnLst>
      <p:par>
        <p:cTn id="26" dur="indefinite" restart="never" nodeType="tmRoot">
          <p:childTnLst>
            <p:seq>
              <p:cTn id="27" dur="indefinite" nodeType="mainSeq">
                <p:childTnLst>
                  <p:par>
                    <p:cTn id="28" nodeType="clickEffect" fill="hold">
                      <p:stCondLst>
                        <p:cond delay="0"/>
                      </p:stCondLst>
                      <p:childTnLst>
                        <p:par>
                          <p:cTn id="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afterEffect" fill="hold" presetClass="entr" presetID="1" repeatCount="1000">
                                  <p:stCondLst>
                                    <p:cond delay="250"/>
                                  </p:stCondLst>
                                  <p:iterate type="wd">
                                    <p:tmAbs val="3.00000011920929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nodeType="afterEffect" fill="hold">
                            <p:stCondLst>
                              <p:cond delay="1550"/>
                            </p:stCondLst>
                            <p:childTnLst>
                              <p:par>
                                <p:cTn id="33" nodeType="afterEffect" fill="hold" presetClass="entr" presetID="1" repeatCount="1000">
                                  <p:stCondLst>
                                    <p:cond delay="250"/>
                                  </p:stCondLst>
                                  <p:iterate type="wd">
                                    <p:tmAbs val="0.900000035762787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nodeType="afterEffect" fill="hold">
                            <p:stCondLst>
                              <p:cond delay="2100"/>
                            </p:stCondLst>
                            <p:childTnLst>
                              <p:par>
                                <p:cTn id="36" nodeType="afterEffect" fill="hold" presetClass="entr" presetID="1" repeatCount="100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nodeType="afterEffect" fill="hold">
                            <p:stCondLst>
                              <p:cond delay="3600"/>
                            </p:stCondLst>
                            <p:childTnLst>
                              <p:par>
                                <p:cTn id="39" nodeType="afterEffect" fill="hold" presetClass="entr" presetID="42" repeatCount="100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2" descr="screenj"/>
          <p:cNvPicPr/>
          <p:nvPr/>
        </p:nvPicPr>
        <p:blipFill>
          <a:blip r:embed="rId1"/>
          <a:stretch/>
        </p:blipFill>
        <p:spPr>
          <a:xfrm>
            <a:off x="152280" y="19335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20" name="Text Box 45"/>
          <p:cNvSpPr/>
          <p:nvPr/>
        </p:nvSpPr>
        <p:spPr>
          <a:xfrm>
            <a:off x="325440" y="2162160"/>
            <a:ext cx="105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2" action="ppaction://hlinksldjump"/>
              </a:rPr>
              <a:t>100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" name="Picture 99" descr="blue"/>
          <p:cNvPicPr/>
          <p:nvPr/>
        </p:nvPicPr>
        <p:blipFill>
          <a:blip r:embed="rId3"/>
          <a:stretch/>
        </p:blipFill>
        <p:spPr>
          <a:xfrm>
            <a:off x="339840" y="25430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100" descr="screenj"/>
          <p:cNvPicPr/>
          <p:nvPr/>
        </p:nvPicPr>
        <p:blipFill>
          <a:blip r:embed="rId4"/>
          <a:stretch/>
        </p:blipFill>
        <p:spPr>
          <a:xfrm>
            <a:off x="1647720" y="19335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23" name="Text Box 101"/>
          <p:cNvSpPr/>
          <p:nvPr/>
        </p:nvSpPr>
        <p:spPr>
          <a:xfrm>
            <a:off x="1766880" y="215748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5" action="ppaction://hlinksldjump"/>
              </a:rPr>
              <a:t>100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" name="Picture 102" descr="blue"/>
          <p:cNvPicPr/>
          <p:nvPr/>
        </p:nvPicPr>
        <p:blipFill>
          <a:blip r:embed="rId6"/>
          <a:stretch/>
        </p:blipFill>
        <p:spPr>
          <a:xfrm>
            <a:off x="1835280" y="25430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103" descr="screenj"/>
          <p:cNvPicPr/>
          <p:nvPr/>
        </p:nvPicPr>
        <p:blipFill>
          <a:blip r:embed="rId7"/>
          <a:stretch/>
        </p:blipFill>
        <p:spPr>
          <a:xfrm>
            <a:off x="3171960" y="193356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26" name="Text Box 104"/>
          <p:cNvSpPr/>
          <p:nvPr/>
        </p:nvSpPr>
        <p:spPr>
          <a:xfrm>
            <a:off x="3290760" y="212868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8" action="ppaction://hlinksldjump"/>
              </a:rPr>
              <a:t>100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" name="Picture 105" descr="blue"/>
          <p:cNvPicPr/>
          <p:nvPr/>
        </p:nvPicPr>
        <p:blipFill>
          <a:blip r:embed="rId9"/>
          <a:stretch/>
        </p:blipFill>
        <p:spPr>
          <a:xfrm>
            <a:off x="3359160" y="25430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Picture 106" descr="screenj"/>
          <p:cNvPicPr/>
          <p:nvPr/>
        </p:nvPicPr>
        <p:blipFill>
          <a:blip r:embed="rId10"/>
          <a:stretch/>
        </p:blipFill>
        <p:spPr>
          <a:xfrm>
            <a:off x="4695840" y="19335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29" name="Text Box 107"/>
          <p:cNvSpPr/>
          <p:nvPr/>
        </p:nvSpPr>
        <p:spPr>
          <a:xfrm>
            <a:off x="4843440" y="2124000"/>
            <a:ext cx="105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11" action="ppaction://hlinksldjump"/>
              </a:rPr>
              <a:t>100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" name="Picture 108" descr="blue"/>
          <p:cNvPicPr/>
          <p:nvPr/>
        </p:nvPicPr>
        <p:blipFill>
          <a:blip r:embed="rId12"/>
          <a:stretch/>
        </p:blipFill>
        <p:spPr>
          <a:xfrm>
            <a:off x="4883040" y="2543040"/>
            <a:ext cx="102888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109" descr="screenj"/>
          <p:cNvPicPr/>
          <p:nvPr/>
        </p:nvPicPr>
        <p:blipFill>
          <a:blip r:embed="rId13"/>
          <a:stretch/>
        </p:blipFill>
        <p:spPr>
          <a:xfrm>
            <a:off x="6219720" y="19335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32" name="Text Box 110"/>
          <p:cNvSpPr/>
          <p:nvPr/>
        </p:nvSpPr>
        <p:spPr>
          <a:xfrm>
            <a:off x="6353280" y="21240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14" action="ppaction://hlinksldjump"/>
              </a:rPr>
              <a:t>100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Picture 111" descr="blue"/>
          <p:cNvPicPr/>
          <p:nvPr/>
        </p:nvPicPr>
        <p:blipFill>
          <a:blip r:embed="rId15"/>
          <a:stretch/>
        </p:blipFill>
        <p:spPr>
          <a:xfrm>
            <a:off x="6407280" y="25430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Picture 112" descr="screenj"/>
          <p:cNvPicPr/>
          <p:nvPr/>
        </p:nvPicPr>
        <p:blipFill>
          <a:blip r:embed="rId16"/>
          <a:stretch/>
        </p:blipFill>
        <p:spPr>
          <a:xfrm>
            <a:off x="7743960" y="193356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35" name="Text Box 113"/>
          <p:cNvSpPr/>
          <p:nvPr/>
        </p:nvSpPr>
        <p:spPr>
          <a:xfrm>
            <a:off x="7862760" y="216216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17" action="ppaction://hlinksldjump"/>
              </a:rPr>
              <a:t>100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" name="Picture 114" descr="blue"/>
          <p:cNvPicPr/>
          <p:nvPr/>
        </p:nvPicPr>
        <p:blipFill>
          <a:blip r:embed="rId18"/>
          <a:stretch/>
        </p:blipFill>
        <p:spPr>
          <a:xfrm>
            <a:off x="7931160" y="25430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115" descr="screenj"/>
          <p:cNvPicPr/>
          <p:nvPr/>
        </p:nvPicPr>
        <p:blipFill>
          <a:blip r:embed="rId19"/>
          <a:stretch/>
        </p:blipFill>
        <p:spPr>
          <a:xfrm>
            <a:off x="152280" y="29242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38" name="Text Box 116"/>
          <p:cNvSpPr/>
          <p:nvPr/>
        </p:nvSpPr>
        <p:spPr>
          <a:xfrm>
            <a:off x="271440" y="315288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20" action="ppaction://hlinksldjump"/>
              </a:rPr>
              <a:t>200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" name="Picture 117" descr="blue"/>
          <p:cNvPicPr/>
          <p:nvPr/>
        </p:nvPicPr>
        <p:blipFill>
          <a:blip r:embed="rId21"/>
          <a:stretch/>
        </p:blipFill>
        <p:spPr>
          <a:xfrm>
            <a:off x="339840" y="35337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Picture 118" descr="screenj"/>
          <p:cNvPicPr/>
          <p:nvPr/>
        </p:nvPicPr>
        <p:blipFill>
          <a:blip r:embed="rId22"/>
          <a:stretch/>
        </p:blipFill>
        <p:spPr>
          <a:xfrm>
            <a:off x="1647720" y="29242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41" name="Text Box 119"/>
          <p:cNvSpPr/>
          <p:nvPr/>
        </p:nvSpPr>
        <p:spPr>
          <a:xfrm>
            <a:off x="1766880" y="315288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23" action="ppaction://hlinksldjump"/>
              </a:rPr>
              <a:t>200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Picture 120" descr="blue"/>
          <p:cNvPicPr/>
          <p:nvPr/>
        </p:nvPicPr>
        <p:blipFill>
          <a:blip r:embed="rId24"/>
          <a:stretch/>
        </p:blipFill>
        <p:spPr>
          <a:xfrm>
            <a:off x="1835280" y="35337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121" descr="screenj"/>
          <p:cNvPicPr/>
          <p:nvPr/>
        </p:nvPicPr>
        <p:blipFill>
          <a:blip r:embed="rId25"/>
          <a:stretch/>
        </p:blipFill>
        <p:spPr>
          <a:xfrm>
            <a:off x="3171960" y="292428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44" name="Text Box 122"/>
          <p:cNvSpPr/>
          <p:nvPr/>
        </p:nvSpPr>
        <p:spPr>
          <a:xfrm>
            <a:off x="3290760" y="315288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26" action="ppaction://hlinksldjump"/>
              </a:rPr>
              <a:t>200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Picture 123" descr="blue"/>
          <p:cNvPicPr/>
          <p:nvPr/>
        </p:nvPicPr>
        <p:blipFill>
          <a:blip r:embed="rId27"/>
          <a:stretch/>
        </p:blipFill>
        <p:spPr>
          <a:xfrm>
            <a:off x="3359160" y="35337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Picture 124" descr="screenj"/>
          <p:cNvPicPr/>
          <p:nvPr/>
        </p:nvPicPr>
        <p:blipFill>
          <a:blip r:embed="rId28"/>
          <a:stretch/>
        </p:blipFill>
        <p:spPr>
          <a:xfrm>
            <a:off x="4695840" y="29242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47" name="Text Box 125"/>
          <p:cNvSpPr/>
          <p:nvPr/>
        </p:nvSpPr>
        <p:spPr>
          <a:xfrm>
            <a:off x="4815000" y="315288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29" action="ppaction://hlinksldjump"/>
              </a:rPr>
              <a:t>200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" name="Picture 126" descr="blue"/>
          <p:cNvPicPr/>
          <p:nvPr/>
        </p:nvPicPr>
        <p:blipFill>
          <a:blip r:embed="rId30"/>
          <a:stretch/>
        </p:blipFill>
        <p:spPr>
          <a:xfrm>
            <a:off x="4883040" y="3533760"/>
            <a:ext cx="102888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Picture 127" descr="screenj"/>
          <p:cNvPicPr/>
          <p:nvPr/>
        </p:nvPicPr>
        <p:blipFill>
          <a:blip r:embed="rId31"/>
          <a:stretch/>
        </p:blipFill>
        <p:spPr>
          <a:xfrm>
            <a:off x="6219720" y="29242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50" name="Text Box 128"/>
          <p:cNvSpPr/>
          <p:nvPr/>
        </p:nvSpPr>
        <p:spPr>
          <a:xfrm>
            <a:off x="6338880" y="315288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32" action="ppaction://hlinksldjump"/>
              </a:rPr>
              <a:t>200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Picture 129" descr="blue"/>
          <p:cNvPicPr/>
          <p:nvPr/>
        </p:nvPicPr>
        <p:blipFill>
          <a:blip r:embed="rId33"/>
          <a:stretch/>
        </p:blipFill>
        <p:spPr>
          <a:xfrm>
            <a:off x="6407280" y="35337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130" descr="screenj"/>
          <p:cNvPicPr/>
          <p:nvPr/>
        </p:nvPicPr>
        <p:blipFill>
          <a:blip r:embed="rId34"/>
          <a:stretch/>
        </p:blipFill>
        <p:spPr>
          <a:xfrm>
            <a:off x="7743960" y="292428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53" name="Text Box 131"/>
          <p:cNvSpPr/>
          <p:nvPr/>
        </p:nvSpPr>
        <p:spPr>
          <a:xfrm>
            <a:off x="7862760" y="315288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35" action="ppaction://hlinksldjump"/>
              </a:rPr>
              <a:t>200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Picture 132" descr="blue"/>
          <p:cNvPicPr/>
          <p:nvPr/>
        </p:nvPicPr>
        <p:blipFill>
          <a:blip r:embed="rId36"/>
          <a:stretch/>
        </p:blipFill>
        <p:spPr>
          <a:xfrm>
            <a:off x="7931160" y="35337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Picture 133" descr="screenj"/>
          <p:cNvPicPr/>
          <p:nvPr/>
        </p:nvPicPr>
        <p:blipFill>
          <a:blip r:embed="rId37"/>
          <a:stretch/>
        </p:blipFill>
        <p:spPr>
          <a:xfrm>
            <a:off x="152280" y="391464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56" name="Text Box 134"/>
          <p:cNvSpPr/>
          <p:nvPr/>
        </p:nvSpPr>
        <p:spPr>
          <a:xfrm>
            <a:off x="271440" y="411012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38" action="ppaction://hlinksldjump"/>
              </a:rPr>
              <a:t>300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" name="Picture 135" descr="blue"/>
          <p:cNvPicPr/>
          <p:nvPr/>
        </p:nvPicPr>
        <p:blipFill>
          <a:blip r:embed="rId39"/>
          <a:stretch/>
        </p:blipFill>
        <p:spPr>
          <a:xfrm>
            <a:off x="339840" y="4524480"/>
            <a:ext cx="1028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Picture 136" descr="screenj"/>
          <p:cNvPicPr/>
          <p:nvPr/>
        </p:nvPicPr>
        <p:blipFill>
          <a:blip r:embed="rId40"/>
          <a:stretch/>
        </p:blipFill>
        <p:spPr>
          <a:xfrm>
            <a:off x="1647720" y="391464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59" name="Text Box 137"/>
          <p:cNvSpPr/>
          <p:nvPr/>
        </p:nvSpPr>
        <p:spPr>
          <a:xfrm>
            <a:off x="1760400" y="410832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41" action="ppaction://hlinksldjump"/>
              </a:rPr>
              <a:t>300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" name="Picture 138" descr="blue"/>
          <p:cNvPicPr/>
          <p:nvPr/>
        </p:nvPicPr>
        <p:blipFill>
          <a:blip r:embed="rId42"/>
          <a:stretch/>
        </p:blipFill>
        <p:spPr>
          <a:xfrm>
            <a:off x="1835280" y="4524480"/>
            <a:ext cx="1028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139" descr="screenj"/>
          <p:cNvPicPr/>
          <p:nvPr/>
        </p:nvPicPr>
        <p:blipFill>
          <a:blip r:embed="rId43"/>
          <a:stretch/>
        </p:blipFill>
        <p:spPr>
          <a:xfrm>
            <a:off x="3171960" y="391464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62" name="Text Box 140"/>
          <p:cNvSpPr/>
          <p:nvPr/>
        </p:nvSpPr>
        <p:spPr>
          <a:xfrm>
            <a:off x="3317760" y="411156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44" action="ppaction://hlinksldjump"/>
              </a:rPr>
              <a:t>300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" name="Picture 141" descr="blue"/>
          <p:cNvPicPr/>
          <p:nvPr/>
        </p:nvPicPr>
        <p:blipFill>
          <a:blip r:embed="rId45"/>
          <a:stretch/>
        </p:blipFill>
        <p:spPr>
          <a:xfrm>
            <a:off x="3359160" y="4524480"/>
            <a:ext cx="1028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Picture 142" descr="screenj"/>
          <p:cNvPicPr/>
          <p:nvPr/>
        </p:nvPicPr>
        <p:blipFill>
          <a:blip r:embed="rId46"/>
          <a:stretch/>
        </p:blipFill>
        <p:spPr>
          <a:xfrm>
            <a:off x="4695840" y="391464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65" name="Text Box 143"/>
          <p:cNvSpPr/>
          <p:nvPr/>
        </p:nvSpPr>
        <p:spPr>
          <a:xfrm>
            <a:off x="4815000" y="41292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47" action="ppaction://hlinksldjump"/>
              </a:rPr>
              <a:t>300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" name="Picture 144" descr="blue"/>
          <p:cNvPicPr/>
          <p:nvPr/>
        </p:nvPicPr>
        <p:blipFill>
          <a:blip r:embed="rId48"/>
          <a:stretch/>
        </p:blipFill>
        <p:spPr>
          <a:xfrm>
            <a:off x="4883040" y="4524480"/>
            <a:ext cx="10288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Picture 145" descr="screenj"/>
          <p:cNvPicPr/>
          <p:nvPr/>
        </p:nvPicPr>
        <p:blipFill>
          <a:blip r:embed="rId49"/>
          <a:stretch/>
        </p:blipFill>
        <p:spPr>
          <a:xfrm>
            <a:off x="6219720" y="391464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68" name="Text Box 146"/>
          <p:cNvSpPr/>
          <p:nvPr/>
        </p:nvSpPr>
        <p:spPr>
          <a:xfrm>
            <a:off x="6338880" y="41274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50" action="ppaction://hlinksldjump"/>
              </a:rPr>
              <a:t>300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" name="Picture 147" descr="blue"/>
          <p:cNvPicPr/>
          <p:nvPr/>
        </p:nvPicPr>
        <p:blipFill>
          <a:blip r:embed="rId51"/>
          <a:stretch/>
        </p:blipFill>
        <p:spPr>
          <a:xfrm>
            <a:off x="6407280" y="4524480"/>
            <a:ext cx="1028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148" descr="screenj"/>
          <p:cNvPicPr/>
          <p:nvPr/>
        </p:nvPicPr>
        <p:blipFill>
          <a:blip r:embed="rId52"/>
          <a:stretch/>
        </p:blipFill>
        <p:spPr>
          <a:xfrm>
            <a:off x="7743960" y="391464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71" name="Text Box 149"/>
          <p:cNvSpPr/>
          <p:nvPr/>
        </p:nvSpPr>
        <p:spPr>
          <a:xfrm>
            <a:off x="7862760" y="412740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53" action="ppaction://hlinksldjump"/>
              </a:rPr>
              <a:t>300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2" name="Picture 150" descr="blue"/>
          <p:cNvPicPr/>
          <p:nvPr/>
        </p:nvPicPr>
        <p:blipFill>
          <a:blip r:embed="rId54"/>
          <a:stretch/>
        </p:blipFill>
        <p:spPr>
          <a:xfrm>
            <a:off x="7931160" y="4524480"/>
            <a:ext cx="102852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151" descr="screenj"/>
          <p:cNvPicPr/>
          <p:nvPr/>
        </p:nvPicPr>
        <p:blipFill>
          <a:blip r:embed="rId55"/>
          <a:stretch/>
        </p:blipFill>
        <p:spPr>
          <a:xfrm>
            <a:off x="152280" y="49053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74" name="Text Box 152"/>
          <p:cNvSpPr/>
          <p:nvPr/>
        </p:nvSpPr>
        <p:spPr>
          <a:xfrm>
            <a:off x="271440" y="513396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56" action="ppaction://hlinksldjump"/>
              </a:rPr>
              <a:t>400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" name="Picture 153" descr="blue"/>
          <p:cNvPicPr/>
          <p:nvPr/>
        </p:nvPicPr>
        <p:blipFill>
          <a:blip r:embed="rId57"/>
          <a:stretch/>
        </p:blipFill>
        <p:spPr>
          <a:xfrm>
            <a:off x="339840" y="55148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154" descr="screenj"/>
          <p:cNvPicPr/>
          <p:nvPr/>
        </p:nvPicPr>
        <p:blipFill>
          <a:blip r:embed="rId58"/>
          <a:stretch/>
        </p:blipFill>
        <p:spPr>
          <a:xfrm>
            <a:off x="1647720" y="49053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77" name="Text Box 155"/>
          <p:cNvSpPr/>
          <p:nvPr/>
        </p:nvSpPr>
        <p:spPr>
          <a:xfrm>
            <a:off x="1766880" y="513396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59" action="ppaction://hlinksldjump"/>
              </a:rPr>
              <a:t>400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Picture 156" descr="blue"/>
          <p:cNvPicPr/>
          <p:nvPr/>
        </p:nvPicPr>
        <p:blipFill>
          <a:blip r:embed="rId60"/>
          <a:stretch/>
        </p:blipFill>
        <p:spPr>
          <a:xfrm>
            <a:off x="1835280" y="55148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157" descr="screenj"/>
          <p:cNvPicPr/>
          <p:nvPr/>
        </p:nvPicPr>
        <p:blipFill>
          <a:blip r:embed="rId61"/>
          <a:stretch/>
        </p:blipFill>
        <p:spPr>
          <a:xfrm>
            <a:off x="3171960" y="490536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80" name="Text Box 158"/>
          <p:cNvSpPr/>
          <p:nvPr/>
        </p:nvSpPr>
        <p:spPr>
          <a:xfrm>
            <a:off x="3300480" y="50958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62" action="ppaction://hlinksldjump"/>
              </a:rPr>
              <a:t>400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Picture 159" descr="blue"/>
          <p:cNvPicPr/>
          <p:nvPr/>
        </p:nvPicPr>
        <p:blipFill>
          <a:blip r:embed="rId63"/>
          <a:stretch/>
        </p:blipFill>
        <p:spPr>
          <a:xfrm>
            <a:off x="3359160" y="55148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160" descr="screenj"/>
          <p:cNvPicPr/>
          <p:nvPr/>
        </p:nvPicPr>
        <p:blipFill>
          <a:blip r:embed="rId64"/>
          <a:stretch/>
        </p:blipFill>
        <p:spPr>
          <a:xfrm>
            <a:off x="4695840" y="49053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83" name="Text Box 161"/>
          <p:cNvSpPr/>
          <p:nvPr/>
        </p:nvSpPr>
        <p:spPr>
          <a:xfrm>
            <a:off x="4815000" y="50958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65" action="ppaction://hlinksldjump"/>
              </a:rPr>
              <a:t>400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Picture 162" descr="blue"/>
          <p:cNvPicPr/>
          <p:nvPr/>
        </p:nvPicPr>
        <p:blipFill>
          <a:blip r:embed="rId66"/>
          <a:stretch/>
        </p:blipFill>
        <p:spPr>
          <a:xfrm>
            <a:off x="4883040" y="5514840"/>
            <a:ext cx="102888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163" descr="screenj"/>
          <p:cNvPicPr/>
          <p:nvPr/>
        </p:nvPicPr>
        <p:blipFill>
          <a:blip r:embed="rId67"/>
          <a:stretch/>
        </p:blipFill>
        <p:spPr>
          <a:xfrm>
            <a:off x="6219720" y="490536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86" name="Text Box 164"/>
          <p:cNvSpPr/>
          <p:nvPr/>
        </p:nvSpPr>
        <p:spPr>
          <a:xfrm>
            <a:off x="6338880" y="50958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68" action="ppaction://hlinksldjump"/>
              </a:rPr>
              <a:t>400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Picture 165" descr="blue"/>
          <p:cNvPicPr/>
          <p:nvPr/>
        </p:nvPicPr>
        <p:blipFill>
          <a:blip r:embed="rId69"/>
          <a:stretch/>
        </p:blipFill>
        <p:spPr>
          <a:xfrm>
            <a:off x="6407280" y="55148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166" descr="screenj"/>
          <p:cNvPicPr/>
          <p:nvPr/>
        </p:nvPicPr>
        <p:blipFill>
          <a:blip r:embed="rId70"/>
          <a:stretch/>
        </p:blipFill>
        <p:spPr>
          <a:xfrm>
            <a:off x="7743960" y="490536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89" name="Text Box 167"/>
          <p:cNvSpPr/>
          <p:nvPr/>
        </p:nvSpPr>
        <p:spPr>
          <a:xfrm>
            <a:off x="7862760" y="513396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71" action="ppaction://hlinksldjump"/>
              </a:rPr>
              <a:t>400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0" name="Picture 168" descr="blue"/>
          <p:cNvPicPr/>
          <p:nvPr/>
        </p:nvPicPr>
        <p:blipFill>
          <a:blip r:embed="rId72"/>
          <a:stretch/>
        </p:blipFill>
        <p:spPr>
          <a:xfrm>
            <a:off x="7931160" y="551484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169" descr="screenj"/>
          <p:cNvPicPr/>
          <p:nvPr/>
        </p:nvPicPr>
        <p:blipFill>
          <a:blip r:embed="rId73"/>
          <a:stretch/>
        </p:blipFill>
        <p:spPr>
          <a:xfrm>
            <a:off x="152280" y="58960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92" name="Text Box 170"/>
          <p:cNvSpPr/>
          <p:nvPr/>
        </p:nvSpPr>
        <p:spPr>
          <a:xfrm>
            <a:off x="309600" y="612468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74" action="ppaction://hlinksldjump"/>
              </a:rPr>
              <a:t>500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3" name="Picture 171" descr="blue"/>
          <p:cNvPicPr/>
          <p:nvPr/>
        </p:nvPicPr>
        <p:blipFill>
          <a:blip r:embed="rId75"/>
          <a:stretch/>
        </p:blipFill>
        <p:spPr>
          <a:xfrm>
            <a:off x="339840" y="65055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172" descr="screenj"/>
          <p:cNvPicPr/>
          <p:nvPr/>
        </p:nvPicPr>
        <p:blipFill>
          <a:blip r:embed="rId76"/>
          <a:stretch/>
        </p:blipFill>
        <p:spPr>
          <a:xfrm>
            <a:off x="1647720" y="58960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95" name="Text Box 173"/>
          <p:cNvSpPr/>
          <p:nvPr/>
        </p:nvSpPr>
        <p:spPr>
          <a:xfrm>
            <a:off x="1766880" y="61038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77" action="ppaction://hlinksldjump"/>
              </a:rPr>
              <a:t>500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6" name="Picture 174" descr="blue"/>
          <p:cNvPicPr/>
          <p:nvPr/>
        </p:nvPicPr>
        <p:blipFill>
          <a:blip r:embed="rId78"/>
          <a:stretch/>
        </p:blipFill>
        <p:spPr>
          <a:xfrm>
            <a:off x="1835280" y="65055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Picture 175" descr="screenj"/>
          <p:cNvPicPr/>
          <p:nvPr/>
        </p:nvPicPr>
        <p:blipFill>
          <a:blip r:embed="rId79"/>
          <a:stretch/>
        </p:blipFill>
        <p:spPr>
          <a:xfrm>
            <a:off x="3171960" y="589608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98" name="Text Box 176"/>
          <p:cNvSpPr/>
          <p:nvPr/>
        </p:nvSpPr>
        <p:spPr>
          <a:xfrm>
            <a:off x="3290760" y="612468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80" action="ppaction://hlinksldjump"/>
              </a:rPr>
              <a:t>500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9" name="Picture 177" descr="blue"/>
          <p:cNvPicPr/>
          <p:nvPr/>
        </p:nvPicPr>
        <p:blipFill>
          <a:blip r:embed="rId81"/>
          <a:stretch/>
        </p:blipFill>
        <p:spPr>
          <a:xfrm>
            <a:off x="3359160" y="65055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78" descr="screenj"/>
          <p:cNvPicPr/>
          <p:nvPr/>
        </p:nvPicPr>
        <p:blipFill>
          <a:blip r:embed="rId82"/>
          <a:stretch/>
        </p:blipFill>
        <p:spPr>
          <a:xfrm>
            <a:off x="4695840" y="58960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101" name="Text Box 179"/>
          <p:cNvSpPr/>
          <p:nvPr/>
        </p:nvSpPr>
        <p:spPr>
          <a:xfrm>
            <a:off x="4851360" y="608652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83" action="ppaction://hlinksldjump"/>
              </a:rPr>
              <a:t>500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" name="Picture 180" descr="blue"/>
          <p:cNvPicPr/>
          <p:nvPr/>
        </p:nvPicPr>
        <p:blipFill>
          <a:blip r:embed="rId84"/>
          <a:stretch/>
        </p:blipFill>
        <p:spPr>
          <a:xfrm>
            <a:off x="4883040" y="6505560"/>
            <a:ext cx="102888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181" descr="screenj"/>
          <p:cNvPicPr/>
          <p:nvPr/>
        </p:nvPicPr>
        <p:blipFill>
          <a:blip r:embed="rId85"/>
          <a:stretch/>
        </p:blipFill>
        <p:spPr>
          <a:xfrm>
            <a:off x="6219720" y="589608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104" name="Text Box 182"/>
          <p:cNvSpPr/>
          <p:nvPr/>
        </p:nvSpPr>
        <p:spPr>
          <a:xfrm>
            <a:off x="6338880" y="6093000"/>
            <a:ext cx="105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86" action="ppaction://hlinksldjump"/>
              </a:rPr>
              <a:t>500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Picture 183" descr="blue"/>
          <p:cNvPicPr/>
          <p:nvPr/>
        </p:nvPicPr>
        <p:blipFill>
          <a:blip r:embed="rId87"/>
          <a:stretch/>
        </p:blipFill>
        <p:spPr>
          <a:xfrm>
            <a:off x="6407280" y="65055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184" descr="screenj"/>
          <p:cNvPicPr/>
          <p:nvPr/>
        </p:nvPicPr>
        <p:blipFill>
          <a:blip r:embed="rId88"/>
          <a:stretch/>
        </p:blipFill>
        <p:spPr>
          <a:xfrm>
            <a:off x="7743960" y="589608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107" name="Text Box 185"/>
          <p:cNvSpPr/>
          <p:nvPr/>
        </p:nvSpPr>
        <p:spPr>
          <a:xfrm>
            <a:off x="7862760" y="6086520"/>
            <a:ext cx="1059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sng">
                <a:solidFill>
                  <a:srgbClr val="ffffff"/>
                </a:solidFill>
                <a:effectLst/>
                <a:uFillTx/>
                <a:latin typeface="Arial Black"/>
                <a:hlinkClick r:id="rId89" action="ppaction://hlinksldjump"/>
              </a:rPr>
              <a:t>500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Picture 186" descr="blue"/>
          <p:cNvPicPr/>
          <p:nvPr/>
        </p:nvPicPr>
        <p:blipFill>
          <a:blip r:embed="rId90"/>
          <a:stretch/>
        </p:blipFill>
        <p:spPr>
          <a:xfrm>
            <a:off x="7931160" y="6505560"/>
            <a:ext cx="1028520" cy="20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187" descr="screenj"/>
          <p:cNvPicPr/>
          <p:nvPr/>
        </p:nvPicPr>
        <p:blipFill>
          <a:blip r:embed="rId91"/>
          <a:stretch/>
        </p:blipFill>
        <p:spPr>
          <a:xfrm>
            <a:off x="152280" y="91440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pic>
        <p:nvPicPr>
          <p:cNvPr id="110" name="Picture 190" descr="screenj"/>
          <p:cNvPicPr/>
          <p:nvPr/>
        </p:nvPicPr>
        <p:blipFill>
          <a:blip r:embed="rId92"/>
          <a:stretch/>
        </p:blipFill>
        <p:spPr>
          <a:xfrm>
            <a:off x="1676520" y="91440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pic>
        <p:nvPicPr>
          <p:cNvPr id="111" name="Picture 193" descr="screenj"/>
          <p:cNvPicPr/>
          <p:nvPr/>
        </p:nvPicPr>
        <p:blipFill>
          <a:blip r:embed="rId93"/>
          <a:stretch/>
        </p:blipFill>
        <p:spPr>
          <a:xfrm>
            <a:off x="3186000" y="91440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pic>
        <p:nvPicPr>
          <p:cNvPr id="112" name="Picture 196" descr="screenj"/>
          <p:cNvPicPr/>
          <p:nvPr/>
        </p:nvPicPr>
        <p:blipFill>
          <a:blip r:embed="rId94"/>
          <a:stretch/>
        </p:blipFill>
        <p:spPr>
          <a:xfrm>
            <a:off x="4695840" y="91440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pic>
        <p:nvPicPr>
          <p:cNvPr id="113" name="Picture 199" descr="screenj"/>
          <p:cNvPicPr/>
          <p:nvPr/>
        </p:nvPicPr>
        <p:blipFill>
          <a:blip r:embed="rId95"/>
          <a:stretch/>
        </p:blipFill>
        <p:spPr>
          <a:xfrm>
            <a:off x="6219720" y="914400"/>
            <a:ext cx="132408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pic>
        <p:nvPicPr>
          <p:cNvPr id="114" name="Picture 202" descr="screenj"/>
          <p:cNvPicPr/>
          <p:nvPr/>
        </p:nvPicPr>
        <p:blipFill>
          <a:blip r:embed="rId96"/>
          <a:stretch/>
        </p:blipFill>
        <p:spPr>
          <a:xfrm>
            <a:off x="7743960" y="914400"/>
            <a:ext cx="1323720" cy="103824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</p:pic>
      <p:sp>
        <p:nvSpPr>
          <p:cNvPr id="115" name="Text Box 205"/>
          <p:cNvSpPr/>
          <p:nvPr/>
        </p:nvSpPr>
        <p:spPr>
          <a:xfrm>
            <a:off x="152280" y="1143000"/>
            <a:ext cx="14479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WIC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Foods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Text Box 206"/>
          <p:cNvSpPr/>
          <p:nvPr/>
        </p:nvSpPr>
        <p:spPr>
          <a:xfrm>
            <a:off x="1600200" y="1160640"/>
            <a:ext cx="14479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Infant Foods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 Box 207"/>
          <p:cNvSpPr/>
          <p:nvPr/>
        </p:nvSpPr>
        <p:spPr>
          <a:xfrm>
            <a:off x="3124080" y="1160640"/>
            <a:ext cx="1447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Food Instruments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Text Box 208"/>
          <p:cNvSpPr/>
          <p:nvPr/>
        </p:nvSpPr>
        <p:spPr>
          <a:xfrm>
            <a:off x="4648320" y="990720"/>
            <a:ext cx="144756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At the Check Stand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 Box 209"/>
          <p:cNvSpPr/>
          <p:nvPr/>
        </p:nvSpPr>
        <p:spPr>
          <a:xfrm>
            <a:off x="6157800" y="1066680"/>
            <a:ext cx="1447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Rules of WIC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 Box 210"/>
          <p:cNvSpPr/>
          <p:nvPr/>
        </p:nvSpPr>
        <p:spPr>
          <a:xfrm>
            <a:off x="7696080" y="1252440"/>
            <a:ext cx="1447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 Black"/>
              </a:rPr>
              <a:t>Monitoring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1" name="Picture 217" descr="applause">
            <a:hlinkClick r:id="rId97"/>
          </p:cNvPr>
          <p:cNvPicPr/>
          <p:nvPr/>
        </p:nvPicPr>
        <p:blipFill>
          <a:blip r:embed="rId98"/>
          <a:stretch/>
        </p:blipFill>
        <p:spPr>
          <a:xfrm>
            <a:off x="76320" y="289080"/>
            <a:ext cx="914400" cy="5490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2" name="Object 219"/>
          <p:cNvGraphicFramePr/>
          <p:nvPr/>
        </p:nvGraphicFramePr>
        <p:xfrm>
          <a:off x="7950240" y="241200"/>
          <a:ext cx="1009440" cy="542880"/>
        </p:xfrm>
        <a:graphic>
          <a:graphicData uri="http://schemas.openxmlformats.org/presentationml/2006/ole">
            <p:oleObj r:id="rId99" spid="">
              <p:embed/>
              <p:pic>
                <p:nvPicPr>
                  <p:cNvPr id="123" name="Object 219" descr="">
                    <a:hlinkClick r:id="rId100" action="ppaction://hlinksldjump"/>
                  </p:cNvPr>
                  <p:cNvPicPr/>
                  <p:nvPr/>
                </p:nvPicPr>
                <p:blipFill>
                  <a:blip r:embed="rId101"/>
                  <a:stretch/>
                </p:blipFill>
                <p:spPr>
                  <a:xfrm>
                    <a:off x="7950240" y="241200"/>
                    <a:ext cx="1009440" cy="542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4" name="WordArt 220" descr=""/>
          <p:cNvPicPr/>
          <p:nvPr/>
        </p:nvPicPr>
        <p:blipFill>
          <a:blip r:embed="rId102"/>
          <a:stretch/>
        </p:blipFill>
        <p:spPr>
          <a:xfrm>
            <a:off x="1146240" y="133200"/>
            <a:ext cx="6784920" cy="72576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 Box 3"/>
          <p:cNvSpPr/>
          <p:nvPr/>
        </p:nvSpPr>
        <p:spPr>
          <a:xfrm>
            <a:off x="1181160" y="1905120"/>
            <a:ext cx="678168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Pearled barley is a WIC authorized food?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Text Box 6"/>
          <p:cNvSpPr/>
          <p:nvPr/>
        </p:nvSpPr>
        <p:spPr>
          <a:xfrm>
            <a:off x="8396280" y="640080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Text Box 3"/>
          <p:cNvSpPr/>
          <p:nvPr/>
        </p:nvSpPr>
        <p:spPr>
          <a:xfrm>
            <a:off x="1371600" y="2514600"/>
            <a:ext cx="678168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False.  Only Whole Grain barley is allowed.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Text Box 4"/>
          <p:cNvSpPr/>
          <p:nvPr/>
        </p:nvSpPr>
        <p:spPr>
          <a:xfrm>
            <a:off x="8396280" y="640080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2">
            <a:hlinkClick r:id="rId1" action="ppaction://hlinksldjump"/>
          </p:cNvPr>
          <p:cNvSpPr/>
          <p:nvPr/>
        </p:nvSpPr>
        <p:spPr>
          <a:xfrm>
            <a:off x="-3816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 Box 3"/>
          <p:cNvSpPr/>
          <p:nvPr/>
        </p:nvSpPr>
        <p:spPr>
          <a:xfrm>
            <a:off x="1371600" y="2286000"/>
            <a:ext cx="63244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What is the smallest box size of cold breakfast cereal authorized by WIC?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4"/>
          <p:cNvSpPr/>
          <p:nvPr/>
        </p:nvSpPr>
        <p:spPr>
          <a:xfrm>
            <a:off x="839628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2">
            <a:hlinkClick r:id="rId1" action="ppaction://hlinksldjump"/>
          </p:cNvPr>
          <p:cNvSpPr/>
          <p:nvPr/>
        </p:nvSpPr>
        <p:spPr>
          <a:xfrm>
            <a:off x="0" y="648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Text Box 3"/>
          <p:cNvSpPr/>
          <p:nvPr/>
        </p:nvSpPr>
        <p:spPr>
          <a:xfrm>
            <a:off x="1371600" y="2666880"/>
            <a:ext cx="6324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12 ounces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Text Box 4"/>
          <p:cNvSpPr/>
          <p:nvPr/>
        </p:nvSpPr>
        <p:spPr>
          <a:xfrm>
            <a:off x="839628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2">
            <a:hlinkClick r:id="rId1" action="ppaction://hlinksldjump"/>
          </p:cNvPr>
          <p:cNvSpPr/>
          <p:nvPr/>
        </p:nvSpPr>
        <p:spPr>
          <a:xfrm>
            <a:off x="3636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Text Box 3"/>
          <p:cNvSpPr/>
          <p:nvPr/>
        </p:nvSpPr>
        <p:spPr>
          <a:xfrm>
            <a:off x="1066680" y="2023920"/>
            <a:ext cx="739152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Can WIC shoppers purchase individual oatmeal packets in the </a:t>
            </a:r>
            <a:r>
              <a:rPr b="0" lang="en-US" sz="4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whole grains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category?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 Box 4"/>
          <p:cNvSpPr/>
          <p:nvPr/>
        </p:nvSpPr>
        <p:spPr>
          <a:xfrm>
            <a:off x="839628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2">
            <a:hlinkClick r:id="rId1" action="ppaction://hlinksldjump"/>
          </p:cNvPr>
          <p:cNvSpPr/>
          <p:nvPr/>
        </p:nvSpPr>
        <p:spPr>
          <a:xfrm>
            <a:off x="0" y="-324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Text Box 3"/>
          <p:cNvSpPr/>
          <p:nvPr/>
        </p:nvSpPr>
        <p:spPr>
          <a:xfrm>
            <a:off x="762120" y="2100240"/>
            <a:ext cx="74674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No.  However they can purchase individual oatmeal packets in the </a:t>
            </a:r>
            <a:r>
              <a:rPr b="0" lang="en-US" sz="4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breakfast cereal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category.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 Box 4"/>
          <p:cNvSpPr/>
          <p:nvPr/>
        </p:nvSpPr>
        <p:spPr>
          <a:xfrm>
            <a:off x="8411040" y="6397560"/>
            <a:ext cx="527400" cy="2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300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Text Box 3"/>
          <p:cNvSpPr/>
          <p:nvPr/>
        </p:nvSpPr>
        <p:spPr>
          <a:xfrm>
            <a:off x="1143000" y="2133720"/>
            <a:ext cx="685800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What two varieties of juice must only state 100% Juice on the front label?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 Box 4"/>
          <p:cNvSpPr/>
          <p:nvPr/>
        </p:nvSpPr>
        <p:spPr>
          <a:xfrm>
            <a:off x="839628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2">
            <a:hlinkClick r:id="rId1" action="ppaction://hlinksldjump"/>
          </p:cNvPr>
          <p:cNvSpPr/>
          <p:nvPr/>
        </p:nvSpPr>
        <p:spPr>
          <a:xfrm>
            <a:off x="9360" y="15228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 Box 4"/>
          <p:cNvSpPr/>
          <p:nvPr/>
        </p:nvSpPr>
        <p:spPr>
          <a:xfrm>
            <a:off x="8396280" y="658188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 Box 3"/>
          <p:cNvSpPr/>
          <p:nvPr/>
        </p:nvSpPr>
        <p:spPr>
          <a:xfrm>
            <a:off x="990720" y="2158920"/>
            <a:ext cx="72388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Orange and White Grapefruit (These naturally have enough Vitamin C)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2">
            <a:hlinkClick r:id="rId1" action="ppaction://hlinksldjump"/>
          </p:cNvPr>
          <p:cNvSpPr/>
          <p:nvPr/>
        </p:nvSpPr>
        <p:spPr>
          <a:xfrm>
            <a:off x="0" y="-2844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Text Box 3"/>
          <p:cNvSpPr/>
          <p:nvPr/>
        </p:nvSpPr>
        <p:spPr>
          <a:xfrm>
            <a:off x="1447920" y="1828800"/>
            <a:ext cx="632448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Yes or No? 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May a WIC shopper substitute powdered dry milk for the 2 gallon </a:t>
            </a:r>
            <a:r>
              <a:rPr b="0" lang="en-US" sz="36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whole</a:t>
            </a: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milk FI?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 Box 4"/>
          <p:cNvSpPr/>
          <p:nvPr/>
        </p:nvSpPr>
        <p:spPr>
          <a:xfrm>
            <a:off x="839628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Text Box 3"/>
          <p:cNvSpPr/>
          <p:nvPr/>
        </p:nvSpPr>
        <p:spPr>
          <a:xfrm>
            <a:off x="934920" y="2209680"/>
            <a:ext cx="723924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No, powdered milk can only be substituted when you have the lower fat milk FI. 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Text Box 4"/>
          <p:cNvSpPr/>
          <p:nvPr/>
        </p:nvSpPr>
        <p:spPr>
          <a:xfrm>
            <a:off x="839628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Text Box 3"/>
          <p:cNvSpPr/>
          <p:nvPr/>
        </p:nvSpPr>
        <p:spPr>
          <a:xfrm>
            <a:off x="914400" y="1752480"/>
            <a:ext cx="7467480" cy="34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 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WIC shopper can exchange a WIC infant formula for a different WIC infant formula if the baby doesn’t like it.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Text Box 3"/>
          <p:cNvSpPr/>
          <p:nvPr/>
        </p:nvSpPr>
        <p:spPr>
          <a:xfrm>
            <a:off x="795240" y="1600200"/>
            <a:ext cx="7391520" cy="32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False.  WIC foods can only be exchanged for the </a:t>
            </a:r>
            <a:r>
              <a:rPr b="0" lang="en-US" sz="32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same</a:t>
            </a: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item only if it is spoiled, defective or expired.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(The WIC shopper should be referred back to the local WIC agency to make changes to their WIC foods.)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Text Box 3"/>
          <p:cNvSpPr/>
          <p:nvPr/>
        </p:nvSpPr>
        <p:spPr>
          <a:xfrm>
            <a:off x="1371600" y="2527200"/>
            <a:ext cx="632448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What can be added to infant meats?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4"/>
          <p:cNvSpPr/>
          <p:nvPr/>
        </p:nvSpPr>
        <p:spPr>
          <a:xfrm>
            <a:off x="834804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Text Box 3"/>
          <p:cNvSpPr/>
          <p:nvPr/>
        </p:nvSpPr>
        <p:spPr>
          <a:xfrm>
            <a:off x="1371600" y="2666880"/>
            <a:ext cx="6324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Broth or gravy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Text Box 3"/>
          <p:cNvSpPr/>
          <p:nvPr/>
        </p:nvSpPr>
        <p:spPr>
          <a:xfrm>
            <a:off x="914400" y="2425680"/>
            <a:ext cx="723888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Which low iron infant formulas are WIC authorized?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2">
            <a:hlinkClick r:id="rId1" action="ppaction://hlinksldjump"/>
          </p:cNvPr>
          <p:cNvSpPr/>
          <p:nvPr/>
        </p:nvSpPr>
        <p:spPr>
          <a:xfrm>
            <a:off x="0" y="-324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Text Box 3"/>
          <p:cNvSpPr/>
          <p:nvPr/>
        </p:nvSpPr>
        <p:spPr>
          <a:xfrm>
            <a:off x="1492200" y="2590920"/>
            <a:ext cx="6324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None.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 Box 3"/>
          <p:cNvSpPr/>
          <p:nvPr/>
        </p:nvSpPr>
        <p:spPr>
          <a:xfrm>
            <a:off x="1066680" y="1752480"/>
            <a:ext cx="7010640" cy="28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Organic is allowed in the Infant Fruits and Vegetables and Infant Meats categories.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 Box 3"/>
          <p:cNvSpPr/>
          <p:nvPr/>
        </p:nvSpPr>
        <p:spPr>
          <a:xfrm>
            <a:off x="1181160" y="2720880"/>
            <a:ext cx="67816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Text Box 3"/>
          <p:cNvSpPr/>
          <p:nvPr/>
        </p:nvSpPr>
        <p:spPr>
          <a:xfrm>
            <a:off x="762120" y="1828800"/>
            <a:ext cx="777240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Infant cereal with added DHA is WIC authorized.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/>
          </p:nvPr>
        </p:nvSpPr>
        <p:spPr>
          <a:xfrm>
            <a:off x="723960" y="1735200"/>
            <a:ext cx="7696080" cy="338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False.  WIC shoppers cannot purchase infant cereal with added ingredients such as formula, milk, fruit, sugar, sweeteners, or DHA.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 Box 3"/>
          <p:cNvSpPr/>
          <p:nvPr/>
        </p:nvSpPr>
        <p:spPr>
          <a:xfrm>
            <a:off x="914400" y="1600200"/>
            <a:ext cx="6934320" cy="28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cashier accepting a FI after the “last day to use” can result in non-payment.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026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Text Box 1027"/>
          <p:cNvSpPr/>
          <p:nvPr/>
        </p:nvSpPr>
        <p:spPr>
          <a:xfrm>
            <a:off x="1104840" y="1905120"/>
            <a:ext cx="655344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True.  FIs accepted prior to the “first day to use” or accepted after the “last day to use” will not be paid.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Text Box 1028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Text Box 3"/>
          <p:cNvSpPr/>
          <p:nvPr/>
        </p:nvSpPr>
        <p:spPr>
          <a:xfrm>
            <a:off x="1028880" y="1752480"/>
            <a:ext cx="708660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local WIC agency can replace lost or stolen FIs.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Text Box 3"/>
          <p:cNvSpPr/>
          <p:nvPr/>
        </p:nvSpPr>
        <p:spPr>
          <a:xfrm>
            <a:off x="838080" y="1752480"/>
            <a:ext cx="714708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 algn="ctr">
              <a:spcBef>
                <a:spcPts val="2500"/>
              </a:spcBef>
              <a:tabLst>
                <a:tab algn="l" pos="0"/>
                <a:tab algn="l" pos="45720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False.  WIC shoppers are instructed to handle the FIs like cash; they cannot be replaced if lost or stolen.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Text Box 3"/>
          <p:cNvSpPr/>
          <p:nvPr/>
        </p:nvSpPr>
        <p:spPr>
          <a:xfrm>
            <a:off x="950760" y="1905120"/>
            <a:ext cx="7162920" cy="316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spcAft>
                <a:spcPts val="250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Which serial number on the FI is the one that is submitted for payment?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914400">
              <a:lnSpc>
                <a:spcPct val="100000"/>
              </a:lnSpc>
              <a:spcBef>
                <a:spcPts val="2500"/>
              </a:spcBef>
              <a:buClr>
                <a:srgbClr val="ffffff"/>
              </a:buClr>
              <a:buFont typeface="Times New Roman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Text Box 3"/>
          <p:cNvSpPr/>
          <p:nvPr/>
        </p:nvSpPr>
        <p:spPr>
          <a:xfrm>
            <a:off x="1371600" y="1981080"/>
            <a:ext cx="6324480" cy="37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The 10-digit serial number that is located at the bottom of the FI. 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Text Box 3"/>
          <p:cNvSpPr/>
          <p:nvPr/>
        </p:nvSpPr>
        <p:spPr>
          <a:xfrm>
            <a:off x="838080" y="2100240"/>
            <a:ext cx="754380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Which FI must the WIC shopper purchase the full amount specified on the FI?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 Box 3"/>
          <p:cNvSpPr/>
          <p:nvPr/>
        </p:nvSpPr>
        <p:spPr>
          <a:xfrm>
            <a:off x="990720" y="2286000"/>
            <a:ext cx="7162560" cy="16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Infant Formula FI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Text Box 3"/>
          <p:cNvSpPr/>
          <p:nvPr/>
        </p:nvSpPr>
        <p:spPr>
          <a:xfrm>
            <a:off x="965160" y="1865160"/>
            <a:ext cx="723888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How many days from the “first day to use” are given to submit the serial number and deposit the FI into the bank?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Text Box 4"/>
          <p:cNvSpPr/>
          <p:nvPr/>
        </p:nvSpPr>
        <p:spPr>
          <a:xfrm>
            <a:off x="8399520" y="63975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 Box 3"/>
          <p:cNvSpPr/>
          <p:nvPr/>
        </p:nvSpPr>
        <p:spPr>
          <a:xfrm>
            <a:off x="1028880" y="2590920"/>
            <a:ext cx="70866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45 days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 Box 4"/>
          <p:cNvSpPr/>
          <p:nvPr/>
        </p:nvSpPr>
        <p:spPr>
          <a:xfrm>
            <a:off x="8323200" y="6372360"/>
            <a:ext cx="5490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Text Box 3"/>
          <p:cNvSpPr/>
          <p:nvPr/>
        </p:nvSpPr>
        <p:spPr>
          <a:xfrm>
            <a:off x="987480" y="2133720"/>
            <a:ext cx="708660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When should the alternate shopper sign the WIC identification folder?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Text Box 3"/>
          <p:cNvSpPr/>
          <p:nvPr/>
        </p:nvSpPr>
        <p:spPr>
          <a:xfrm>
            <a:off x="838080" y="2516760"/>
            <a:ext cx="72392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lvl="2" marL="914400" indent="-399960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Before they shop with the FIs.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Text Box 3"/>
          <p:cNvSpPr/>
          <p:nvPr/>
        </p:nvSpPr>
        <p:spPr>
          <a:xfrm>
            <a:off x="888840" y="1523880"/>
            <a:ext cx="7315200" cy="34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If a WIC shopper has not signed the WIC identification folder, the cashier may ask for a driver’s license.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 Box 3"/>
          <p:cNvSpPr/>
          <p:nvPr/>
        </p:nvSpPr>
        <p:spPr>
          <a:xfrm>
            <a:off x="1351080" y="2666880"/>
            <a:ext cx="63244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False.  The cashier may not request any other form of identification.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Text Box 3"/>
          <p:cNvSpPr/>
          <p:nvPr/>
        </p:nvSpPr>
        <p:spPr>
          <a:xfrm>
            <a:off x="890640" y="1219320"/>
            <a:ext cx="7491240" cy="40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store has a promotion if you buy a gallon of milk you get a free 8 ounce bag of carrots; the WIC shopper is allowed to receive the promotion.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Text Box 3"/>
          <p:cNvSpPr/>
          <p:nvPr/>
        </p:nvSpPr>
        <p:spPr>
          <a:xfrm>
            <a:off x="457200" y="2176560"/>
            <a:ext cx="784872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True.  WIC shoppers are entitled to any store promotion offered to regular customers.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">
            <a:hlinkClick r:id="rId1" action="ppaction://hlinksldjump"/>
          </p:cNvPr>
          <p:cNvSpPr/>
          <p:nvPr/>
        </p:nvSpPr>
        <p:spPr>
          <a:xfrm>
            <a:off x="0" y="-324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 Box 3"/>
          <p:cNvSpPr/>
          <p:nvPr/>
        </p:nvSpPr>
        <p:spPr>
          <a:xfrm>
            <a:off x="914400" y="1905120"/>
            <a:ext cx="7162920" cy="34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 or False?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WIC shopper has multiple Fruits and Vegetables FIs.  The cashier must ring up each FI separately.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Text Box 4"/>
          <p:cNvSpPr/>
          <p:nvPr/>
        </p:nvSpPr>
        <p:spPr>
          <a:xfrm>
            <a:off x="8267400" y="638172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Text Box 3"/>
          <p:cNvSpPr/>
          <p:nvPr/>
        </p:nvSpPr>
        <p:spPr>
          <a:xfrm>
            <a:off x="762120" y="2409840"/>
            <a:ext cx="769608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True.  A separate transaction must be completed with each FI.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Text Box 3"/>
          <p:cNvSpPr/>
          <p:nvPr/>
        </p:nvSpPr>
        <p:spPr>
          <a:xfrm>
            <a:off x="966960" y="1865160"/>
            <a:ext cx="723888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What options does a WIC shopper have if they want to purchase all items listed on the FI and the store is out of stock on an item?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 Box 4"/>
          <p:cNvSpPr/>
          <p:nvPr/>
        </p:nvSpPr>
        <p:spPr>
          <a:xfrm>
            <a:off x="8395920" y="6397560"/>
            <a:ext cx="557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 Box 3"/>
          <p:cNvSpPr/>
          <p:nvPr/>
        </p:nvSpPr>
        <p:spPr>
          <a:xfrm>
            <a:off x="876240" y="1401840"/>
            <a:ext cx="7239240" cy="31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The transaction cannot be completed; the shopper may come back with their FI when item is in stock OR they can use their FI at another authorized store.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Text Box 3"/>
          <p:cNvSpPr/>
          <p:nvPr/>
        </p:nvSpPr>
        <p:spPr>
          <a:xfrm>
            <a:off x="1371600" y="2031840"/>
            <a:ext cx="63244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How much notice must you give the WIC Program to relocate your store?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Text Box 4"/>
          <p:cNvSpPr/>
          <p:nvPr/>
        </p:nvSpPr>
        <p:spPr>
          <a:xfrm>
            <a:off x="8344440" y="638172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Text Box 3"/>
          <p:cNvSpPr/>
          <p:nvPr/>
        </p:nvSpPr>
        <p:spPr>
          <a:xfrm>
            <a:off x="1295280" y="2666880"/>
            <a:ext cx="632484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At least 15 days prior the change of location.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Text Box 3"/>
          <p:cNvSpPr/>
          <p:nvPr/>
        </p:nvSpPr>
        <p:spPr>
          <a:xfrm>
            <a:off x="838080" y="1676520"/>
            <a:ext cx="7391520" cy="28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Which of the following items may </a:t>
            </a:r>
            <a:r>
              <a:rPr b="0" lang="en-US" sz="4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not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go on any WIC food item container?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WIC logo – OR – Purchase  price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Text Box 3"/>
          <p:cNvSpPr/>
          <p:nvPr/>
        </p:nvSpPr>
        <p:spPr>
          <a:xfrm>
            <a:off x="1371600" y="2666880"/>
            <a:ext cx="6324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WIC logo.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Text Box 3"/>
          <p:cNvSpPr/>
          <p:nvPr/>
        </p:nvSpPr>
        <p:spPr>
          <a:xfrm>
            <a:off x="1447920" y="2209680"/>
            <a:ext cx="632448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Above 50% vendors may offer incentive items to WIC shoppers at what wholesale cost?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2">
            <a:hlinkClick r:id="rId1" action="ppaction://hlinksldjump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Text Box 3"/>
          <p:cNvSpPr/>
          <p:nvPr/>
        </p:nvSpPr>
        <p:spPr>
          <a:xfrm>
            <a:off x="1371600" y="2624040"/>
            <a:ext cx="6324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Less than $2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">
            <a:hlinkClick r:id="rId1" action="ppaction://hlinksldjump"/>
          </p:cNvPr>
          <p:cNvSpPr/>
          <p:nvPr/>
        </p:nvSpPr>
        <p:spPr>
          <a:xfrm>
            <a:off x="12600" y="4608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Text Box 3"/>
          <p:cNvSpPr/>
          <p:nvPr/>
        </p:nvSpPr>
        <p:spPr>
          <a:xfrm>
            <a:off x="1066680" y="2411280"/>
            <a:ext cx="708048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What must an acceptable form of inventory record include in it?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2"/>
          <p:cNvSpPr/>
          <p:nvPr/>
        </p:nvSpPr>
        <p:spPr>
          <a:xfrm>
            <a:off x="-17640" y="-324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Text Box 3"/>
          <p:cNvSpPr/>
          <p:nvPr/>
        </p:nvSpPr>
        <p:spPr>
          <a:xfrm>
            <a:off x="762120" y="1865160"/>
            <a:ext cx="761976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All WIC authorized foods  (wholesale and retail) purchased from a retailer with a valid California Seller’s permit.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"/>
          <p:cNvSpPr/>
          <p:nvPr/>
        </p:nvSpPr>
        <p:spPr>
          <a:xfrm>
            <a:off x="0" y="-7632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Text Box 3"/>
          <p:cNvSpPr/>
          <p:nvPr/>
        </p:nvSpPr>
        <p:spPr>
          <a:xfrm>
            <a:off x="1143000" y="1401840"/>
            <a:ext cx="6781680" cy="31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After you submit your serial numbers and verify they were successfully submitted to the WIC Program, how long should you wait to deposit the FIs? 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2"/>
          <p:cNvSpPr/>
          <p:nvPr/>
        </p:nvSpPr>
        <p:spPr>
          <a:xfrm>
            <a:off x="0" y="-792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Text Box 3"/>
          <p:cNvSpPr/>
          <p:nvPr/>
        </p:nvSpPr>
        <p:spPr>
          <a:xfrm>
            <a:off x="1295280" y="2438280"/>
            <a:ext cx="63248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24 hours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Text Box 4"/>
          <p:cNvSpPr/>
          <p:nvPr/>
        </p:nvSpPr>
        <p:spPr>
          <a:xfrm>
            <a:off x="8404560" y="6397560"/>
            <a:ext cx="5403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Text Box 3"/>
          <p:cNvSpPr/>
          <p:nvPr/>
        </p:nvSpPr>
        <p:spPr>
          <a:xfrm>
            <a:off x="1295280" y="1143000"/>
            <a:ext cx="6324840" cy="40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Yes or No?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During the preauthorization on-site visit, does the WIC Program check that the purchase prices are clearly posted for all WIC foods?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Text Box 3"/>
          <p:cNvSpPr/>
          <p:nvPr/>
        </p:nvSpPr>
        <p:spPr>
          <a:xfrm>
            <a:off x="838080" y="2133720"/>
            <a:ext cx="716292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Yes.  Prices must be posted </a:t>
            </a:r>
            <a:r>
              <a:rPr b="0" lang="en-US" sz="4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above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</a:t>
            </a:r>
            <a:r>
              <a:rPr b="0" lang="en-US" sz="4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below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, or </a:t>
            </a:r>
            <a:r>
              <a:rPr b="0" lang="en-US" sz="4000" strike="noStrike" u="sng">
                <a:solidFill>
                  <a:srgbClr val="ffffff"/>
                </a:solidFill>
                <a:effectLst/>
                <a:uFillTx/>
                <a:latin typeface="Times New Roman"/>
              </a:rPr>
              <a:t>on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the WIC authorized foods.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100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Text Box 3"/>
          <p:cNvSpPr/>
          <p:nvPr/>
        </p:nvSpPr>
        <p:spPr>
          <a:xfrm>
            <a:off x="838080" y="1706400"/>
            <a:ext cx="746784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Must stores maintain on their shelves the WIC authorized foods listed on the Minimum Stocking Requirement at all times?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Text Box 3"/>
          <p:cNvSpPr/>
          <p:nvPr/>
        </p:nvSpPr>
        <p:spPr>
          <a:xfrm>
            <a:off x="1409760" y="2666880"/>
            <a:ext cx="6324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Yes.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200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Text Box 3"/>
          <p:cNvSpPr/>
          <p:nvPr/>
        </p:nvSpPr>
        <p:spPr>
          <a:xfrm>
            <a:off x="1371600" y="1498680"/>
            <a:ext cx="6324480" cy="23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spcAft>
                <a:spcPts val="125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Yes or No?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spcAft>
                <a:spcPts val="1250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Can FIs be redeemed while a sanction is being appealed?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2"/>
          <p:cNvSpPr/>
          <p:nvPr/>
        </p:nvSpPr>
        <p:spPr>
          <a:xfrm>
            <a:off x="7632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Text Box 3"/>
          <p:cNvSpPr/>
          <p:nvPr/>
        </p:nvSpPr>
        <p:spPr>
          <a:xfrm>
            <a:off x="1359000" y="2362320"/>
            <a:ext cx="63244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No.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300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Text Box 3"/>
          <p:cNvSpPr/>
          <p:nvPr/>
        </p:nvSpPr>
        <p:spPr>
          <a:xfrm>
            <a:off x="1371600" y="2209680"/>
            <a:ext cx="632448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How much notice is a store given before the WIC Program conducts an audit?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Text Box 3"/>
          <p:cNvSpPr/>
          <p:nvPr/>
        </p:nvSpPr>
        <p:spPr>
          <a:xfrm>
            <a:off x="1317600" y="2590920"/>
            <a:ext cx="6324480" cy="16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Approximately 30 days.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Text Box 4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400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Text Box 7"/>
          <p:cNvSpPr/>
          <p:nvPr/>
        </p:nvSpPr>
        <p:spPr>
          <a:xfrm>
            <a:off x="1371600" y="1752480"/>
            <a:ext cx="632448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Can a pattern of providing unauthorized foods to WIC shoppers result in disqualification?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Text Box 8"/>
          <p:cNvSpPr/>
          <p:nvPr/>
        </p:nvSpPr>
        <p:spPr>
          <a:xfrm>
            <a:off x="840852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Text Box 3"/>
          <p:cNvSpPr/>
          <p:nvPr/>
        </p:nvSpPr>
        <p:spPr>
          <a:xfrm>
            <a:off x="838080" y="2373480"/>
            <a:ext cx="754380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Yes.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Text Box 4"/>
          <p:cNvSpPr/>
          <p:nvPr/>
        </p:nvSpPr>
        <p:spPr>
          <a:xfrm>
            <a:off x="8403840" y="6397560"/>
            <a:ext cx="5320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 500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2"/>
          <p:cNvSpPr/>
          <p:nvPr/>
        </p:nvSpPr>
        <p:spPr>
          <a:xfrm>
            <a:off x="0" y="1260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Text Box 3"/>
          <p:cNvSpPr/>
          <p:nvPr/>
        </p:nvSpPr>
        <p:spPr>
          <a:xfrm>
            <a:off x="1066680" y="2209680"/>
            <a:ext cx="7162920" cy="23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The Final Jeopardy Category is: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WIC Program, Vendors and Participants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Text Box 3"/>
          <p:cNvSpPr/>
          <p:nvPr/>
        </p:nvSpPr>
        <p:spPr>
          <a:xfrm>
            <a:off x="914400" y="2117880"/>
            <a:ext cx="716292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Who, ultimately, benefits from the WIC Program?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2">
            <a:hlinkClick r:id="" action="ppaction://hlinkshowjump?jump=nextslide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Text Box 3"/>
          <p:cNvSpPr/>
          <p:nvPr/>
        </p:nvSpPr>
        <p:spPr>
          <a:xfrm>
            <a:off x="838080" y="2514600"/>
            <a:ext cx="7162920" cy="10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37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EVERYONE !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2">
            <a:hlinkClick r:id="" action="ppaction://hlinkshowjump?jump=endshow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Text Box 3"/>
          <p:cNvSpPr/>
          <p:nvPr/>
        </p:nvSpPr>
        <p:spPr>
          <a:xfrm>
            <a:off x="990720" y="2819520"/>
            <a:ext cx="7162560" cy="20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Thank You for playing Jeopardy!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Text Box 4"/>
          <p:cNvSpPr/>
          <p:nvPr/>
        </p:nvSpPr>
        <p:spPr>
          <a:xfrm>
            <a:off x="4738680" y="640080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Text Box 3"/>
          <p:cNvSpPr/>
          <p:nvPr/>
        </p:nvSpPr>
        <p:spPr>
          <a:xfrm>
            <a:off x="990720" y="6248520"/>
            <a:ext cx="71625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Adapted from materials developed by Arizona Women, Infants &amp; Children (WIC)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1999-11-03T13:59:30Z</dcterms:created>
  <dc:creator>Cary Harr</dc:creator>
  <dc:description/>
  <dc:language>en-IN</dc:language>
  <cp:lastModifiedBy>Williams, Kathryn (CDPH-WIC)</cp:lastModifiedBy>
  <cp:lastPrinted>2011-07-13T11:20:02Z</cp:lastPrinted>
  <dcterms:modified xsi:type="dcterms:W3CDTF">2011-08-15T13:33:30Z</dcterms:modified>
  <cp:revision>159</cp:revision>
  <dc:subject/>
  <dc:title>Jeopardy Game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bstract">
    <vt:lpwstr/>
  </property>
  <property fmtid="{D5CDD505-2E9C-101B-9397-08002B2CF9AE}" pid="3" name="ContentType">
    <vt:lpwstr>CDPH Document</vt:lpwstr>
  </property>
  <property fmtid="{D5CDD505-2E9C-101B-9397-08002B2CF9AE}" pid="4" name="HealthPubTopics">
    <vt:lpwstr/>
  </property>
  <property fmtid="{D5CDD505-2E9C-101B-9397-08002B2CF9AE}" pid="5" name="Language">
    <vt:lpwstr>English</vt:lpwstr>
  </property>
  <property fmtid="{D5CDD505-2E9C-101B-9397-08002B2CF9AE}" pid="6" name="Nav">
    <vt:lpwstr/>
  </property>
  <property fmtid="{D5CDD505-2E9C-101B-9397-08002B2CF9AE}" pid="7" name="Organization">
    <vt:lpwstr>307</vt:lpwstr>
  </property>
  <property fmtid="{D5CDD505-2E9C-101B-9397-08002B2CF9AE}" pid="8" name="Publication Type">
    <vt:lpwstr/>
  </property>
  <property fmtid="{D5CDD505-2E9C-101B-9397-08002B2CF9AE}" pid="9" name="PublishingContactName">
    <vt:lpwstr/>
  </property>
  <property fmtid="{D5CDD505-2E9C-101B-9397-08002B2CF9AE}" pid="10" name="PublishingExpirationDate">
    <vt:lpwstr/>
  </property>
  <property fmtid="{D5CDD505-2E9C-101B-9397-08002B2CF9AE}" pid="11" name="PublishingStartDate">
    <vt:lpwstr/>
  </property>
  <property fmtid="{D5CDD505-2E9C-101B-9397-08002B2CF9AE}" pid="12" name="Reading Level">
    <vt:lpwstr/>
  </property>
  <property fmtid="{D5CDD505-2E9C-101B-9397-08002B2CF9AE}" pid="13" name="Target Audience Group">
    <vt:lpwstr/>
  </property>
  <property fmtid="{D5CDD505-2E9C-101B-9397-08002B2CF9AE}" pid="14" name="TemplateUrl">
    <vt:lpwstr/>
  </property>
  <property fmtid="{D5CDD505-2E9C-101B-9397-08002B2CF9AE}" pid="15" name="Topics">
    <vt:lpwstr/>
  </property>
  <property fmtid="{D5CDD505-2E9C-101B-9397-08002B2CF9AE}" pid="16" name="_SharedFileIndex">
    <vt:lpwstr/>
  </property>
  <property fmtid="{D5CDD505-2E9C-101B-9397-08002B2CF9AE}" pid="17" name="_SourceUrl">
    <vt:lpwstr/>
  </property>
  <property fmtid="{D5CDD505-2E9C-101B-9397-08002B2CF9AE}" pid="18" name="display_urn:schemas-microsoft-com:office:office#Author">
    <vt:lpwstr>System Account</vt:lpwstr>
  </property>
  <property fmtid="{D5CDD505-2E9C-101B-9397-08002B2CF9AE}" pid="19" name="display_urn:schemas-microsoft-com:office:office#Editor">
    <vt:lpwstr>System Account</vt:lpwstr>
  </property>
  <property fmtid="{D5CDD505-2E9C-101B-9397-08002B2CF9AE}" pid="20" name="xd_ProgID">
    <vt:lpwstr/>
  </property>
  <property fmtid="{D5CDD505-2E9C-101B-9397-08002B2CF9AE}" pid="21" name="xd_Signature">
    <vt:lpwstr/>
  </property>
</Properties>
</file>