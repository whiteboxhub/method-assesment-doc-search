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21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6.xml.rels" ContentType="application/vnd.openxmlformats-package.relationships+xml"/>
  <Override PartName="/ppt/slides/_rels/slide50.xml.rels" ContentType="application/vnd.openxmlformats-package.relationships+xml"/>
  <Override PartName="/ppt/slides/_rels/slide23.xml.rels" ContentType="application/vnd.openxmlformats-package.relationships+xml"/>
  <Override PartName="/ppt/slides/_rels/slide7.xml.rels" ContentType="application/vnd.openxmlformats-package.relationships+xml"/>
  <Override PartName="/ppt/slides/_rels/slide5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52.xml.rels" ContentType="application/vnd.openxmlformats-package.relationships+xml"/>
  <Override PartName="/ppt/slides/_rels/slide25.xml.rels" ContentType="application/vnd.openxmlformats-package.relationships+xml"/>
  <Override PartName="/ppt/slides/_rels/slide9.xml.rels" ContentType="application/vnd.openxmlformats-package.relationships+xml"/>
  <Override PartName="/ppt/slides/_rels/slide53.xml.rels" ContentType="application/vnd.openxmlformats-package.relationships+xml"/>
  <Override PartName="/ppt/slides/_rels/slide26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48.xml.rels" ContentType="application/vnd.openxmlformats-package.relationships+xml"/>
  <Override PartName="/ppt/slides/_rels/slide49.xml.rels" ContentType="application/vnd.openxmlformats-package.relationships+xml"/>
  <Override PartName="/ppt/slides/_rels/slide54.xml.rels" ContentType="application/vnd.openxmlformats-package.relationships+xml"/>
  <Override PartName="/ppt/slides/_rels/slide55.xml.rels" ContentType="application/vnd.openxmlformats-package.relationships+xml"/>
  <Override PartName="/ppt/slides/_rels/slide56.xml.rels" ContentType="application/vnd.openxmlformats-package.relationships+xml"/>
  <Override PartName="/ppt/slides/_rels/slide57.xml.rels" ContentType="application/vnd.openxmlformats-package.relationships+xml"/>
  <Override PartName="/ppt/slides/_rels/slide58.xml.rels" ContentType="application/vnd.openxmlformats-package.relationships+xml"/>
  <Override PartName="/ppt/slides/_rels/slide59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slides/_rels/slide67.xml.rels" ContentType="application/vnd.openxmlformats-package.relationships+xml"/>
  <Override PartName="/ppt/slides/_rels/slide68.xml.rels" ContentType="application/vnd.openxmlformats-package.relationships+xml"/>
  <Override PartName="/ppt/slides/_rels/slide69.xml.rels" ContentType="application/vnd.openxmlformats-package.relationships+xml"/>
  <Override PartName="/ppt/slides/_rels/slide70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_rels/slide74.xml.rels" ContentType="application/vnd.openxmlformats-package.relationships+xml"/>
  <Override PartName="/ppt/slides/_rels/slide75.xml.rels" ContentType="application/vnd.openxmlformats-package.relationships+xml"/>
  <Override PartName="/ppt/slides/_rels/slide76.xml.rels" ContentType="application/vnd.openxmlformats-package.relationships+xml"/>
  <Override PartName="/ppt/slides/_rels/slide77.xml.rels" ContentType="application/vnd.openxmlformats-package.relationships+xml"/>
  <Override PartName="/ppt/slides/_rels/slide78.xml.rels" ContentType="application/vnd.openxmlformats-package.relationships+xml"/>
  <Override PartName="/ppt/slides/_rels/slide79.xml.rels" ContentType="application/vnd.openxmlformats-package.relationships+xml"/>
  <Override PartName="/ppt/slides/_rels/slide80.xml.rels" ContentType="application/vnd.openxmlformats-package.relationships+xml"/>
  <Override PartName="/ppt/slides/_rels/slide81.xml.rels" ContentType="application/vnd.openxmlformats-package.relationships+xml"/>
  <Override PartName="/ppt/slides/_rels/slide82.xml.rels" ContentType="application/vnd.openxmlformats-package.relationships+xml"/>
  <Override PartName="/ppt/slides/_rels/slide83.xml.rels" ContentType="application/vnd.openxmlformats-package.relationships+xml"/>
  <Override PartName="/ppt/slides/_rels/slide84.xml.rels" ContentType="application/vnd.openxmlformats-package.relationships+xml"/>
  <Override PartName="/ppt/slides/_rels/slide85.xml.rels" ContentType="application/vnd.openxmlformats-package.relationships+xml"/>
  <Override PartName="/ppt/slides/_rels/slide86.xml.rels" ContentType="application/vnd.openxmlformats-package.relationships+xml"/>
  <Override PartName="/ppt/slides/_rels/slide87.xml.rels" ContentType="application/vnd.openxmlformats-package.relationships+xml"/>
  <Override PartName="/ppt/slides/_rels/slide88.xml.rels" ContentType="application/vnd.openxmlformats-package.relationships+xml"/>
  <Override PartName="/ppt/slides/_rels/slide89.xml.rels" ContentType="application/vnd.openxmlformats-package.relationships+xml"/>
  <Override PartName="/ppt/slides/_rels/slide90.xml.rels" ContentType="application/vnd.openxmlformats-package.relationships+xml"/>
  <Override PartName="/ppt/slides/_rels/slide91.xml.rels" ContentType="application/vnd.openxmlformats-package.relationships+xml"/>
  <Override PartName="/ppt/slides/_rels/slide92.xml.rels" ContentType="application/vnd.openxmlformats-package.relationships+xml"/>
  <Override PartName="/ppt/slides/_rels/slide93.xml.rels" ContentType="application/vnd.openxmlformats-package.relationships+xml"/>
  <Override PartName="/ppt/slides/_rels/slide94.xml.rels" ContentType="application/vnd.openxmlformats-package.relationships+xml"/>
  <Override PartName="/ppt/slides/_rels/slide95.xml.rels" ContentType="application/vnd.openxmlformats-package.relationships+xml"/>
  <Override PartName="/ppt/slides/_rels/slide96.xml.rels" ContentType="application/vnd.openxmlformats-package.relationships+xml"/>
  <Override PartName="/ppt/presProps.xml" ContentType="application/vnd.openxmlformats-officedocument.presentationml.presProps+xml"/>
  <Override PartName="/ppt/media/image57.png" ContentType="image/png"/>
  <Override PartName="/ppt/media/image1.png" ContentType="image/png"/>
  <Override PartName="/ppt/media/image58.png" ContentType="image/png"/>
  <Override PartName="/ppt/media/image2.png" ContentType="image/png"/>
  <Override PartName="/ppt/media/image59.png" ContentType="image/png"/>
  <Override PartName="/ppt/media/image3.png" ContentType="image/png"/>
  <Override PartName="/ppt/media/image4.png" ContentType="image/png"/>
  <Override PartName="/ppt/media/image70.png" ContentType="image/png"/>
  <Override PartName="/ppt/media/image71.png" ContentType="image/png"/>
  <Override PartName="/ppt/media/image5.png" ContentType="image/png"/>
  <Override PartName="/ppt/media/image72.png" ContentType="image/png"/>
  <Override PartName="/ppt/media/image6.png" ContentType="image/png"/>
  <Override PartName="/ppt/media/image73.png" ContentType="image/png"/>
  <Override PartName="/ppt/media/image7.png" ContentType="image/png"/>
  <Override PartName="/ppt/media/image74.png" ContentType="image/png"/>
  <Override PartName="/ppt/media/image8.png" ContentType="image/png"/>
  <Override PartName="/ppt/media/image75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55.png" ContentType="image/png"/>
  <Override PartName="/ppt/media/image56.png" ContentType="image/png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8.png" ContentType="image/png"/>
  <Override PartName="/ppt/media/image69.png" ContentType="image/png"/>
  <Override PartName="/ppt/media/image76.png" ContentType="image/png"/>
  <Override PartName="/ppt/media/image77.png" ContentType="image/png"/>
  <Override PartName="/ppt/media/image78.png" ContentType="image/png"/>
  <Override PartName="/ppt/media/image79.png" ContentType="image/png"/>
  <Override PartName="/ppt/media/image80.png" ContentType="image/png"/>
  <Override PartName="/ppt/media/image81.png" ContentType="image/png"/>
  <Override PartName="/ppt/media/image82.png" ContentType="image/png"/>
  <Override PartName="/ppt/media/image83.png" ContentType="image/png"/>
  <Override PartName="/ppt/media/image84.png" ContentType="image/png"/>
  <Override PartName="/ppt/media/image85.png" ContentType="image/png"/>
  <Override PartName="/ppt/media/image86.png" ContentType="image/png"/>
  <Override PartName="/ppt/media/image87.png" ContentType="image/png"/>
  <Override PartName="/ppt/media/image88.png" ContentType="image/png"/>
  <Override PartName="/ppt/media/image89.png" ContentType="image/png"/>
  <Override PartName="/ppt/media/image90.png" ContentType="image/png"/>
  <Override PartName="/ppt/media/image91.png" ContentType="image/png"/>
  <Override PartName="/ppt/media/image92.png" ContentType="image/png"/>
  <Override PartName="/ppt/media/image93.png" ContentType="image/png"/>
  <Override PartName="/ppt/media/image94.png" ContentType="image/png"/>
  <Override PartName="/ppt/media/image95.png" ContentType="image/png"/>
  <Override PartName="/ppt/media/image96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B76FF3-6395-4BDE-9D5E-8A222202C9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7ACF09E-3B88-47A9-916A-0BEB84305CD5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slideLayout" Target="../slideLayouts/slideLayout1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slideLayout" Target="../slideLayouts/slideLayout1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slideLayout" Target="../slideLayouts/slideLayout1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slideLayout" Target="../slideLayouts/slideLayout1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slideLayout" Target="../slideLayouts/slideLayout1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slideLayout" Target="../slideLayouts/slideLayout1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70.png"/><Relationship Id="rId2" Type="http://schemas.openxmlformats.org/officeDocument/2006/relationships/slideLayout" Target="../slideLayouts/slideLayout1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slideLayout" Target="../slideLayouts/slideLayout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72.png"/><Relationship Id="rId2" Type="http://schemas.openxmlformats.org/officeDocument/2006/relationships/slideLayout" Target="../slideLayouts/slideLayout1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slideLayout" Target="../slideLayouts/slideLayout1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image" Target="../media/image74.png"/><Relationship Id="rId2" Type="http://schemas.openxmlformats.org/officeDocument/2006/relationships/slideLayout" Target="../slideLayouts/slideLayout1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slideLayout" Target="../slideLayouts/slideLayout1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slideLayout" Target="../slideLayouts/slideLayout1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image" Target="../media/image77.png"/><Relationship Id="rId2" Type="http://schemas.openxmlformats.org/officeDocument/2006/relationships/slideLayout" Target="../slideLayouts/slideLayout1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image" Target="../media/image78.png"/><Relationship Id="rId2" Type="http://schemas.openxmlformats.org/officeDocument/2006/relationships/slideLayout" Target="../slideLayouts/slideLayout1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image" Target="../media/image79.png"/><Relationship Id="rId2" Type="http://schemas.openxmlformats.org/officeDocument/2006/relationships/slideLayout" Target="../slideLayouts/slideLayout1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slideLayout" Target="../slideLayouts/slideLayout1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image" Target="../media/image81.png"/><Relationship Id="rId2" Type="http://schemas.openxmlformats.org/officeDocument/2006/relationships/slideLayout" Target="../slideLayouts/slideLayout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image" Target="../media/image82.png"/><Relationship Id="rId2" Type="http://schemas.openxmlformats.org/officeDocument/2006/relationships/slideLayout" Target="../slideLayouts/slideLayout1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image" Target="../media/image83.png"/><Relationship Id="rId2" Type="http://schemas.openxmlformats.org/officeDocument/2006/relationships/slideLayout" Target="../slideLayouts/slideLayout1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image" Target="../media/image84.png"/><Relationship Id="rId2" Type="http://schemas.openxmlformats.org/officeDocument/2006/relationships/slideLayout" Target="../slideLayouts/slideLayout1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image" Target="../media/image85.png"/><Relationship Id="rId2" Type="http://schemas.openxmlformats.org/officeDocument/2006/relationships/slideLayout" Target="../slideLayouts/slideLayout1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image" Target="../media/image86.png"/><Relationship Id="rId2" Type="http://schemas.openxmlformats.org/officeDocument/2006/relationships/slideLayout" Target="../slideLayouts/slideLayout1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image" Target="../media/image87.png"/><Relationship Id="rId2" Type="http://schemas.openxmlformats.org/officeDocument/2006/relationships/slideLayout" Target="../slideLayouts/slideLayout1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image" Target="../media/image88.png"/><Relationship Id="rId2" Type="http://schemas.openxmlformats.org/officeDocument/2006/relationships/slideLayout" Target="../slideLayouts/slideLayout1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image" Target="../media/image89.png"/><Relationship Id="rId2" Type="http://schemas.openxmlformats.org/officeDocument/2006/relationships/slideLayout" Target="../slideLayouts/slideLayout1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image" Target="../media/image90.png"/><Relationship Id="rId2" Type="http://schemas.openxmlformats.org/officeDocument/2006/relationships/slideLayout" Target="../slideLayouts/slideLayout1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image" Target="../media/image91.png"/><Relationship Id="rId2" Type="http://schemas.openxmlformats.org/officeDocument/2006/relationships/slideLayout" Target="../slideLayouts/slideLayout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image" Target="../media/image92.png"/><Relationship Id="rId2" Type="http://schemas.openxmlformats.org/officeDocument/2006/relationships/slideLayout" Target="../slideLayouts/slideLayout1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image" Target="../media/image93.png"/><Relationship Id="rId2" Type="http://schemas.openxmlformats.org/officeDocument/2006/relationships/slideLayout" Target="../slideLayouts/slideLayout1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image" Target="../media/image94.png"/><Relationship Id="rId2" Type="http://schemas.openxmlformats.org/officeDocument/2006/relationships/slideLayout" Target="../slideLayouts/slideLayout1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image" Target="../media/image95.png"/><Relationship Id="rId2" Type="http://schemas.openxmlformats.org/officeDocument/2006/relationships/slideLayout" Target="../slideLayouts/slideLayout1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image" Target="../media/image9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2011-09-21T16:32:34Z</dcterms:created>
  <dc:creator>Gilson, Denise (CDPH-CID-DCDC-STD)</dc:creator>
  <dc:description/>
  <dc:language>en-IN</dc:language>
  <cp:lastModifiedBy>Gilson, Denise (CDPH-CID-DCDC-STD)</cp:lastModifiedBy>
  <dcterms:modified xsi:type="dcterms:W3CDTF">2011-09-21T17:04:56Z</dcterms:modified>
  <cp:revision>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bstract">
    <vt:lpwstr>This PowerPoint file contains California STD surveillance data displayed in graphs, maps, and charts.</vt:lpwstr>
  </property>
  <property fmtid="{D5CDD505-2E9C-101B-9397-08002B2CF9AE}" pid="3" name="ContentType">
    <vt:lpwstr>CDPH Document</vt:lpwstr>
  </property>
  <property fmtid="{D5CDD505-2E9C-101B-9397-08002B2CF9AE}" pid="4" name="HealthPubTopics">
    <vt:lpwstr>51;#</vt:lpwstr>
  </property>
  <property fmtid="{D5CDD505-2E9C-101B-9397-08002B2CF9AE}" pid="5" name="Language">
    <vt:lpwstr>English</vt:lpwstr>
  </property>
  <property fmtid="{D5CDD505-2E9C-101B-9397-08002B2CF9AE}" pid="6" name="Nav">
    <vt:lpwstr/>
  </property>
  <property fmtid="{D5CDD505-2E9C-101B-9397-08002B2CF9AE}" pid="7" name="Organization">
    <vt:lpwstr>51</vt:lpwstr>
  </property>
  <property fmtid="{D5CDD505-2E9C-101B-9397-08002B2CF9AE}" pid="8" name="Publication Type">
    <vt:lpwstr>11;#</vt:lpwstr>
  </property>
  <property fmtid="{D5CDD505-2E9C-101B-9397-08002B2CF9AE}" pid="9" name="PublishingContactName">
    <vt:lpwstr>stdepi@cdph.ca.gov</vt:lpwstr>
  </property>
  <property fmtid="{D5CDD505-2E9C-101B-9397-08002B2CF9AE}" pid="10" name="PublishingExpirationDate">
    <vt:lpwstr/>
  </property>
  <property fmtid="{D5CDD505-2E9C-101B-9397-08002B2CF9AE}" pid="11" name="PublishingStartDate">
    <vt:lpwstr/>
  </property>
  <property fmtid="{D5CDD505-2E9C-101B-9397-08002B2CF9AE}" pid="12" name="Reading Level">
    <vt:lpwstr/>
  </property>
  <property fmtid="{D5CDD505-2E9C-101B-9397-08002B2CF9AE}" pid="13" name="Target Audience Group">
    <vt:lpwstr>26;#</vt:lpwstr>
  </property>
  <property fmtid="{D5CDD505-2E9C-101B-9397-08002B2CF9AE}" pid="14" name="TemplateUrl">
    <vt:lpwstr/>
  </property>
  <property fmtid="{D5CDD505-2E9C-101B-9397-08002B2CF9AE}" pid="15" name="Topics">
    <vt:lpwstr>25;#</vt:lpwstr>
  </property>
  <property fmtid="{D5CDD505-2E9C-101B-9397-08002B2CF9AE}" pid="16" name="_SharedFileIndex">
    <vt:lpwstr/>
  </property>
  <property fmtid="{D5CDD505-2E9C-101B-9397-08002B2CF9AE}" pid="17" name="_SourceUrl">
    <vt:lpwstr/>
  </property>
  <property fmtid="{D5CDD505-2E9C-101B-9397-08002B2CF9AE}" pid="18" name="display_urn:schemas-microsoft-com:office:office#Author">
    <vt:lpwstr>System Account</vt:lpwstr>
  </property>
  <property fmtid="{D5CDD505-2E9C-101B-9397-08002B2CF9AE}" pid="19" name="display_urn:schemas-microsoft-com:office:office#Editor">
    <vt:lpwstr>System Account</vt:lpwstr>
  </property>
  <property fmtid="{D5CDD505-2E9C-101B-9397-08002B2CF9AE}" pid="20" name="xd_ProgID">
    <vt:lpwstr/>
  </property>
  <property fmtid="{D5CDD505-2E9C-101B-9397-08002B2CF9AE}" pid="21" name="xd_Signature">
    <vt:lpwstr/>
  </property>
</Properties>
</file>