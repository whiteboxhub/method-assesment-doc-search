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_rels/slideMaster1.xml.rels" ContentType="application/vnd.openxmlformats-package.relationships+xml"/>
  <Override PartName="/ppt/notesMasters/notesMaster1.xml" ContentType="application/vnd.openxmlformats-officedocument.presentationml.notesMaster+xml"/>
  <Override PartName="/ppt/notesMasters/_rels/notesMaster1.xml.rels" ContentType="application/vnd.openxmlformats-package.relationships+xml"/>
  <Override PartName="/ppt/theme/theme1.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_rels/notesSlide1.xml.rels" ContentType="application/vnd.openxmlformats-package.relationships+xml"/>
  <Override PartName="/ppt/notesSlides/_rels/notesSlide2.xml.rels" ContentType="application/vnd.openxmlformats-package.relationships+xml"/>
  <Override PartName="/ppt/notesSlides/_rels/notesSlide3.xml.rels" ContentType="application/vnd.openxmlformats-package.relationships+xml"/>
  <Override PartName="/ppt/notesSlides/_rels/notesSlide4.xml.rels" ContentType="application/vnd.openxmlformats-package.relationships+xml"/>
  <Override PartName="/ppt/notesSlides/_rels/notesSlide5.xml.rels" ContentType="application/vnd.openxmlformats-package.relationships+xml"/>
  <Override PartName="/ppt/notesSlides/_rels/notesSlide6.xml.rels" ContentType="application/vnd.openxmlformats-package.relationships+xml"/>
  <Override PartName="/ppt/notesSlides/_rels/notesSlide7.xml.rels" ContentType="application/vnd.openxmlformats-package.relationships+xml"/>
  <Override PartName="/ppt/notesSlides/_rels/notesSlide8.xml.rels" ContentType="application/vnd.openxmlformats-package.relationships+xml"/>
  <Override PartName="/ppt/notesSlides/_rels/notesSlide9.xml.rels" ContentType="application/vnd.openxmlformats-package.relationships+xml"/>
  <Override PartName="/ppt/notesSlides/_rels/notesSlide10.xml.rels" ContentType="application/vnd.openxmlformats-package.relationships+xml"/>
  <Override PartName="/ppt/notesSlides/_rels/notesSlide11.xml.rels" ContentType="application/vnd.openxmlformats-package.relationships+xml"/>
  <Override PartName="/ppt/notesSlides/_rels/notesSlide12.xml.rels" ContentType="application/vnd.openxmlformats-package.relationships+xml"/>
  <Override PartName="/ppt/notesSlides/_rels/notesSlide13.xml.rels" ContentType="application/vnd.openxmlformats-package.relationships+xml"/>
  <Override PartName="/ppt/notesSlides/_rels/notesSlide14.xml.rels" ContentType="application/vnd.openxmlformats-package.relationships+xml"/>
  <Override PartName="/ppt/notesSlides/_rels/notesSlide15.xml.rels" ContentType="application/vnd.openxmlformats-package.relationships+xml"/>
  <Override PartName="/ppt/notesSlides/_rels/notesSlide16.xml.rels" ContentType="application/vnd.openxmlformats-package.relationships+xml"/>
  <Override PartName="/ppt/notesSlides/_rels/notesSlide17.xml.rels" ContentType="application/vnd.openxmlformats-package.relationships+xml"/>
  <Override PartName="/ppt/notesSlides/_rels/notesSlide18.xml.rels" ContentType="application/vnd.openxmlformats-package.relationships+xml"/>
  <Override PartName="/ppt/notesSlides/_rels/notesSlide19.xml.rels" ContentType="application/vnd.openxmlformats-package.relationships+xml"/>
  <Override PartName="/ppt/notesSlides/_rels/notesSlide20.xml.rels" ContentType="application/vnd.openxmlformats-package.relationships+xml"/>
  <Override PartName="/ppt/notesSlides/_rels/notesSlide21.xml.rels" ContentType="application/vnd.openxmlformats-package.relationships+xml"/>
  <Override PartName="/ppt/notesSlides/_rels/notesSlide22.xml.rels" ContentType="application/vnd.openxmlformats-package.relationships+xml"/>
  <Override PartName="/ppt/notesSlides/_rels/notesSlide23.xml.rels" ContentType="application/vnd.openxmlformats-package.relationships+xml"/>
  <Override PartName="/ppt/notesSlides/_rels/notesSlide24.xml.rels" ContentType="application/vnd.openxmlformats-package.relationships+xml"/>
  <Override PartName="/ppt/notesSlides/_rels/notesSlide25.xml.rels" ContentType="application/vnd.openxmlformats-package.relationships+xml"/>
  <Override PartName="/ppt/slideLayouts/slideLayout1.xml" ContentType="application/vnd.openxmlformats-officedocument.presentationml.slideLayout+xml"/>
  <Override PartName="/ppt/slideLayouts/slideLayout3.xml" ContentType="application/vnd.openxmlformats-officedocument.presentationml.slideLayout+xml"/>
  <Override PartName="/ppt/slideLayouts/slideLayout2.xml" ContentType="application/vnd.openxmlformats-officedocument.presentationml.slideLayout+xml"/>
  <Override PartName="/ppt/slideLayouts/_rels/slideLayout1.xml.rels" ContentType="application/vnd.openxmlformats-package.relationships+xml"/>
  <Override PartName="/ppt/slideLayouts/_rels/slideLayout3.xml.rels" ContentType="application/vnd.openxmlformats-package.relationships+xml"/>
  <Override PartName="/ppt/slideLayouts/_rels/slideLayout2.xml.rels" ContentType="application/vnd.openxmlformats-package.relationships+xml"/>
  <Override PartName="/ppt/slides/slide1.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21.xml" ContentType="application/vnd.openxmlformats-officedocument.presentationml.slide+xml"/>
  <Override PartName="/ppt/slides/slide4.xml" ContentType="application/vnd.openxmlformats-officedocument.presentationml.slide+xml"/>
  <Override PartName="/ppt/slides/slide22.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23.xml" ContentType="application/vnd.openxmlformats-officedocument.presentationml.slide+xml"/>
  <Override PartName="/ppt/slides/slide7.xml" ContentType="application/vnd.openxmlformats-officedocument.presentationml.slide+xml"/>
  <Override PartName="/ppt/slides/slide24.xml" ContentType="application/vnd.openxmlformats-officedocument.presentationml.slide+xml"/>
  <Override PartName="/ppt/slides/slide8.xml" ContentType="application/vnd.openxmlformats-officedocument.presentationml.slide+xml"/>
  <Override PartName="/ppt/slides/slide25.xml" ContentType="application/vnd.openxmlformats-officedocument.presentationml.slide+xml"/>
  <Override PartName="/ppt/slides/slide9.xml" ContentType="application/vnd.openxmlformats-officedocument.presentationml.slide+xml"/>
  <Override PartName="/ppt/slides/slide26.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_rels/slide1.xml.rels" ContentType="application/vnd.openxmlformats-package.relationships+xml"/>
  <Override PartName="/ppt/slides/_rels/slide22.xml.rels" ContentType="application/vnd.openxmlformats-package.relationships+xml"/>
  <Override PartName="/ppt/slides/_rels/slide2.xml.rels" ContentType="application/vnd.openxmlformats-package.relationships+xml"/>
  <Override PartName="/ppt/slides/_rels/slide20.xml.rels" ContentType="application/vnd.openxmlformats-package.relationships+xml"/>
  <Override PartName="/ppt/slides/_rels/slide3.xml.rels" ContentType="application/vnd.openxmlformats-package.relationships+xml"/>
  <Override PartName="/ppt/slides/_rels/slide21.xml.rels" ContentType="application/vnd.openxmlformats-package.relationships+xml"/>
  <Override PartName="/ppt/slides/_rels/slide4.xml.rels" ContentType="application/vnd.openxmlformats-package.relationships+xml"/>
  <Override PartName="/ppt/slides/_rels/slide5.xml.rels" ContentType="application/vnd.openxmlformats-package.relationships+xml"/>
  <Override PartName="/ppt/slides/_rels/slide23.xml.rels" ContentType="application/vnd.openxmlformats-package.relationships+xml"/>
  <Override PartName="/ppt/slides/_rels/slide6.xml.rels" ContentType="application/vnd.openxmlformats-package.relationships+xml"/>
  <Override PartName="/ppt/slides/_rels/slide24.xml.rels" ContentType="application/vnd.openxmlformats-package.relationships+xml"/>
  <Override PartName="/ppt/slides/_rels/slide7.xml.rels" ContentType="application/vnd.openxmlformats-package.relationships+xml"/>
  <Override PartName="/ppt/slides/_rels/slide25.xml.rels" ContentType="application/vnd.openxmlformats-package.relationships+xml"/>
  <Override PartName="/ppt/slides/_rels/slide8.xml.rels" ContentType="application/vnd.openxmlformats-package.relationships+xml"/>
  <Override PartName="/ppt/slides/_rels/slide26.xml.rels" ContentType="application/vnd.openxmlformats-package.relationships+xml"/>
  <Override PartName="/ppt/slides/_rels/slide9.xml.rels" ContentType="application/vnd.openxmlformats-package.relationships+xml"/>
  <Override PartName="/ppt/slides/_rels/slide10.xml.rels" ContentType="application/vnd.openxmlformats-package.relationships+xml"/>
  <Override PartName="/ppt/slides/_rels/slide11.xml.rels" ContentType="application/vnd.openxmlformats-package.relationships+xml"/>
  <Override PartName="/ppt/slides/_rels/slide12.xml.rels" ContentType="application/vnd.openxmlformats-package.relationships+xml"/>
  <Override PartName="/ppt/slides/_rels/slide13.xml.rels" ContentType="application/vnd.openxmlformats-package.relationships+xml"/>
  <Override PartName="/ppt/slides/_rels/slide14.xml.rels" ContentType="application/vnd.openxmlformats-package.relationships+xml"/>
  <Override PartName="/ppt/slides/_rels/slide15.xml.rels" ContentType="application/vnd.openxmlformats-package.relationships+xml"/>
  <Override PartName="/ppt/slides/_rels/slide16.xml.rels" ContentType="application/vnd.openxmlformats-package.relationships+xml"/>
  <Override PartName="/ppt/slides/_rels/slide17.xml.rels" ContentType="application/vnd.openxmlformats-package.relationships+xml"/>
  <Override PartName="/ppt/slides/_rels/slide18.xml.rels" ContentType="application/vnd.openxmlformats-package.relationships+xml"/>
  <Override PartName="/ppt/slides/_rels/slide19.xml.rels" ContentType="application/vnd.openxmlformats-package.relationships+xml"/>
  <Override PartName="/ppt/media/image1.png" ContentType="image/png"/>
  <Override PartName="/ppt/media/image2.png" ContentType="image/png"/>
  <Override PartName="/ppt/media/image3.png" ContentType="image/png"/>
  <Override PartName="/ppt/media/image4.png" ContentType="image/png"/>
  <Override PartName="/ppt/media/image5.png" ContentType="image/png"/>
  <Override PartName="/ppt/presProps.xml" ContentType="application/vnd.openxmlformats-officedocument.presentationml.presProps+xml"/>
  <Override PartName="/ppt/_rels/presentation.xml.rels" ContentType="application/vnd.openxmlformats-package.relationships+xml"/>
</Types>
</file>

<file path=_rels/.rels><?xml version="1.0" encoding="UTF-8"?>
<Relationships xmlns="http://schemas.openxmlformats.org/package/2006/relationships"><Relationship Id="rId1" Type="http://schemas.openxmlformats.org/officedocument/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notesMasterIdLst>
    <p:notesMasterId r:id="rId3"/>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Lst>
  <p:sldSz cx="9144000" cy="6858000"/>
  <p:notesSz cx="7008813" cy="9294813"/>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slide" Target="slides/slide19.xml"/><Relationship Id="rId23" Type="http://schemas.openxmlformats.org/officeDocument/2006/relationships/slide" Target="slides/slide20.xml"/><Relationship Id="rId24" Type="http://schemas.openxmlformats.org/officeDocument/2006/relationships/slide" Target="slides/slide21.xml"/><Relationship Id="rId25" Type="http://schemas.openxmlformats.org/officeDocument/2006/relationships/slide" Target="slides/slide22.xml"/><Relationship Id="rId26" Type="http://schemas.openxmlformats.org/officeDocument/2006/relationships/slide" Target="slides/slide23.xml"/><Relationship Id="rId27" Type="http://schemas.openxmlformats.org/officeDocument/2006/relationships/slide" Target="slides/slide24.xml"/><Relationship Id="rId28" Type="http://schemas.openxmlformats.org/officeDocument/2006/relationships/slide" Target="slides/slide25.xml"/><Relationship Id="rId29" Type="http://schemas.openxmlformats.org/officeDocument/2006/relationships/slide" Target="slides/slide26.xml"/><Relationship Id="rId30"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3.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 name=""/>
          <p:cNvSpPr/>
          <p:nvPr/>
        </p:nvSpPr>
        <p:spPr>
          <a:xfrm>
            <a:off x="0" y="0"/>
            <a:ext cx="7009200" cy="9295200"/>
          </a:xfrm>
          <a:prstGeom prst="rect">
            <a:avLst/>
          </a:prstGeom>
          <a:solidFill>
            <a:srgbClr val="ffffff"/>
          </a:solidFill>
          <a:ln w="0">
            <a:noFill/>
          </a:ln>
        </p:spPr>
        <p:txBody>
          <a:bodyPr lIns="90000" rIns="90000" tIns="45000" bIns="45000" anchor="ctr" anchorCtr="1">
            <a:noAutofit/>
          </a:bodyPr>
          <a:p>
            <a:endParaRPr b="0" i="1" lang="en-IN" sz="1600" strike="noStrike" u="none">
              <a:solidFill>
                <a:srgbClr val="000000"/>
              </a:solidFill>
              <a:effectLst/>
              <a:uFillTx/>
              <a:latin typeface="Calibri"/>
            </a:endParaRPr>
          </a:p>
        </p:txBody>
      </p:sp>
      <p:sp>
        <p:nvSpPr>
          <p:cNvPr id="26" name="PlaceHolder 1"/>
          <p:cNvSpPr>
            <a:spLocks noGrp="1"/>
          </p:cNvSpPr>
          <p:nvPr>
            <p:ph type="hdr"/>
          </p:nvPr>
        </p:nvSpPr>
        <p:spPr>
          <a:xfrm>
            <a:off x="0" y="0"/>
            <a:ext cx="3038400" cy="463680"/>
          </a:xfrm>
          <a:prstGeom prst="rect">
            <a:avLst/>
          </a:prstGeom>
          <a:noFill/>
          <a:ln w="0">
            <a:noFill/>
          </a:ln>
        </p:spPr>
        <p:txBody>
          <a:bodyPr lIns="93240" rIns="93240" tIns="46440" bIns="46440" anchor="t">
            <a:noAutofit/>
          </a:bodyPr>
          <a:p>
            <a:pPr indent="0">
              <a:lnSpc>
                <a:spcPct val="100000"/>
              </a:lnSpc>
              <a:buNone/>
              <a:tabLst>
                <a:tab algn="l" pos="0"/>
                <a:tab algn="l" pos="930240"/>
                <a:tab algn="l" pos="1860480"/>
                <a:tab algn="l" pos="2790720"/>
                <a:tab algn="l" pos="3720960"/>
                <a:tab algn="l" pos="4651200"/>
                <a:tab algn="l" pos="5581800"/>
                <a:tab algn="l" pos="6512040"/>
                <a:tab algn="l" pos="7442280"/>
                <a:tab algn="l" pos="8372520"/>
                <a:tab algn="l" pos="9302760"/>
                <a:tab algn="l" pos="10233000"/>
              </a:tabLst>
            </a:pPr>
            <a:r>
              <a:rPr b="0" lang="es-MX" sz="1200" strike="noStrike" u="none">
                <a:solidFill>
                  <a:srgbClr val="000000"/>
                </a:solidFill>
                <a:effectLst/>
                <a:uFillTx/>
                <a:latin typeface="Arial"/>
              </a:rPr>
              <a:t>&lt;header&gt;</a:t>
            </a:r>
            <a:endParaRPr b="0" i="1" lang="en-IN" sz="1200" strike="noStrike" u="none">
              <a:solidFill>
                <a:srgbClr val="000000"/>
              </a:solidFill>
              <a:effectLst/>
              <a:uFillTx/>
              <a:latin typeface="Calibri"/>
            </a:endParaRPr>
          </a:p>
        </p:txBody>
      </p:sp>
      <p:sp>
        <p:nvSpPr>
          <p:cNvPr id="27" name="PlaceHolder 2"/>
          <p:cNvSpPr>
            <a:spLocks noGrp="1"/>
          </p:cNvSpPr>
          <p:nvPr>
            <p:ph type="dt" idx="10"/>
          </p:nvPr>
        </p:nvSpPr>
        <p:spPr>
          <a:xfrm>
            <a:off x="3970440" y="0"/>
            <a:ext cx="3038400" cy="463680"/>
          </a:xfrm>
          <a:prstGeom prst="rect">
            <a:avLst/>
          </a:prstGeom>
          <a:noFill/>
          <a:ln w="0">
            <a:noFill/>
          </a:ln>
        </p:spPr>
        <p:txBody>
          <a:bodyPr lIns="93240" rIns="93240" tIns="46440" bIns="46440" anchor="t">
            <a:noAutofit/>
          </a:bodyPr>
          <a:lstStyle>
            <a:lvl1pPr indent="0" algn="r">
              <a:lnSpc>
                <a:spcPct val="100000"/>
              </a:lnSpc>
              <a:buNone/>
              <a:tabLst>
                <a:tab algn="l" pos="0"/>
                <a:tab algn="l" pos="930240"/>
                <a:tab algn="l" pos="1860480"/>
                <a:tab algn="l" pos="2790720"/>
                <a:tab algn="l" pos="3720960"/>
                <a:tab algn="l" pos="4651200"/>
                <a:tab algn="l" pos="5581800"/>
                <a:tab algn="l" pos="6512040"/>
                <a:tab algn="l" pos="7442280"/>
                <a:tab algn="l" pos="8372520"/>
                <a:tab algn="l" pos="9302760"/>
                <a:tab algn="l" pos="10233000"/>
              </a:tabLst>
              <a:defRPr b="0" lang="es-MX" sz="1200" strike="noStrike" u="none">
                <a:solidFill>
                  <a:srgbClr val="000000"/>
                </a:solidFill>
                <a:effectLst/>
                <a:uFillTx/>
                <a:latin typeface="Arial"/>
              </a:defRPr>
            </a:lvl1pPr>
          </a:lstStyle>
          <a:p>
            <a:pPr indent="0" algn="r">
              <a:lnSpc>
                <a:spcPct val="100000"/>
              </a:lnSpc>
              <a:buNone/>
              <a:tabLst>
                <a:tab algn="l" pos="0"/>
                <a:tab algn="l" pos="930240"/>
                <a:tab algn="l" pos="1860480"/>
                <a:tab algn="l" pos="2790720"/>
                <a:tab algn="l" pos="3720960"/>
                <a:tab algn="l" pos="4651200"/>
                <a:tab algn="l" pos="5581800"/>
                <a:tab algn="l" pos="6512040"/>
                <a:tab algn="l" pos="7442280"/>
                <a:tab algn="l" pos="8372520"/>
                <a:tab algn="l" pos="9302760"/>
                <a:tab algn="l" pos="10233000"/>
              </a:tabLst>
            </a:pPr>
            <a:r>
              <a:rPr b="0" lang="es-MX" sz="1200" strike="noStrike" u="none">
                <a:solidFill>
                  <a:srgbClr val="000000"/>
                </a:solidFill>
                <a:effectLst/>
                <a:uFillTx/>
                <a:latin typeface="Arial"/>
              </a:rPr>
              <a:t>&lt;date/time&gt;</a:t>
            </a:r>
            <a:endParaRPr b="0" i="1" lang="en-IN" sz="1200" strike="noStrike" u="none">
              <a:solidFill>
                <a:srgbClr val="000000"/>
              </a:solidFill>
              <a:effectLst/>
              <a:uFillTx/>
              <a:latin typeface="Calibri"/>
            </a:endParaRPr>
          </a:p>
        </p:txBody>
      </p:sp>
      <p:sp>
        <p:nvSpPr>
          <p:cNvPr id="28" name="PlaceHolder 3"/>
          <p:cNvSpPr>
            <a:spLocks noGrp="1"/>
          </p:cNvSpPr>
          <p:nvPr>
            <p:ph type="sldImg"/>
          </p:nvPr>
        </p:nvSpPr>
        <p:spPr>
          <a:xfrm>
            <a:off x="1181160" y="698400"/>
            <a:ext cx="4648320" cy="3486240"/>
          </a:xfrm>
          <a:prstGeom prst="rect">
            <a:avLst/>
          </a:prstGeom>
          <a:noFill/>
          <a:ln w="12600">
            <a:solidFill>
              <a:srgbClr val="000000"/>
            </a:solidFill>
            <a:miter/>
          </a:ln>
        </p:spPr>
        <p:txBody>
          <a:bodyPr lIns="92160" rIns="92160" tIns="46080" bIns="46080" anchor="ctr">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3600" strike="noStrike" u="none">
                <a:solidFill>
                  <a:srgbClr val="006666"/>
                </a:solidFill>
                <a:effectLst/>
                <a:uFillTx/>
                <a:latin typeface="Arial"/>
              </a:rPr>
              <a:t>Click to move the slide</a:t>
            </a:r>
            <a:endParaRPr b="0" lang="en-IN" sz="3600" strike="noStrike" u="none">
              <a:solidFill>
                <a:srgbClr val="006666"/>
              </a:solidFill>
              <a:effectLst/>
              <a:uFillTx/>
              <a:latin typeface="Arial"/>
            </a:endParaRPr>
          </a:p>
        </p:txBody>
      </p:sp>
      <p:sp>
        <p:nvSpPr>
          <p:cNvPr id="29" name="PlaceHolder 4"/>
          <p:cNvSpPr>
            <a:spLocks noGrp="1"/>
          </p:cNvSpPr>
          <p:nvPr>
            <p:ph type="body"/>
          </p:nvPr>
        </p:nvSpPr>
        <p:spPr>
          <a:xfrm>
            <a:off x="701280" y="4416120"/>
            <a:ext cx="5607000" cy="4181400"/>
          </a:xfrm>
          <a:prstGeom prst="rect">
            <a:avLst/>
          </a:prstGeom>
          <a:noFill/>
          <a:ln w="0">
            <a:noFill/>
          </a:ln>
        </p:spPr>
        <p:txBody>
          <a:bodyPr lIns="93240" rIns="93240" tIns="46440" bIns="4644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000000"/>
                </a:solidFill>
                <a:effectLst/>
                <a:uFillTx/>
                <a:latin typeface="Calibri"/>
              </a:rPr>
              <a:t>Click to edit the notes format</a:t>
            </a:r>
            <a:endParaRPr b="0" lang="en-IN" sz="1200" strike="noStrike" u="none">
              <a:solidFill>
                <a:srgbClr val="000000"/>
              </a:solidFill>
              <a:effectLst/>
              <a:uFillTx/>
              <a:latin typeface="Calibri"/>
            </a:endParaRPr>
          </a:p>
        </p:txBody>
      </p:sp>
      <p:sp>
        <p:nvSpPr>
          <p:cNvPr id="30" name="PlaceHolder 5"/>
          <p:cNvSpPr>
            <a:spLocks noGrp="1"/>
          </p:cNvSpPr>
          <p:nvPr>
            <p:ph type="ftr" idx="11"/>
          </p:nvPr>
        </p:nvSpPr>
        <p:spPr>
          <a:xfrm>
            <a:off x="0" y="8831160"/>
            <a:ext cx="3038400" cy="463680"/>
          </a:xfrm>
          <a:prstGeom prst="rect">
            <a:avLst/>
          </a:prstGeom>
          <a:noFill/>
          <a:ln w="0">
            <a:noFill/>
          </a:ln>
        </p:spPr>
        <p:txBody>
          <a:bodyPr lIns="93240" rIns="93240" tIns="46440" bIns="46440" anchor="b">
            <a:noAutofit/>
          </a:bodyPr>
          <a:lstStyle>
            <a:lvl1pPr indent="0">
              <a:lnSpc>
                <a:spcPct val="100000"/>
              </a:lnSpc>
              <a:buNone/>
              <a:tabLst>
                <a:tab algn="l" pos="0"/>
                <a:tab algn="l" pos="930240"/>
                <a:tab algn="l" pos="1860480"/>
                <a:tab algn="l" pos="2790720"/>
                <a:tab algn="l" pos="3720960"/>
                <a:tab algn="l" pos="4651200"/>
                <a:tab algn="l" pos="5581800"/>
                <a:tab algn="l" pos="6512040"/>
                <a:tab algn="l" pos="7442280"/>
                <a:tab algn="l" pos="8372520"/>
                <a:tab algn="l" pos="9302760"/>
                <a:tab algn="l" pos="10233000"/>
              </a:tabLst>
              <a:defRPr b="0" lang="es-MX" sz="1200" strike="noStrike" u="none">
                <a:solidFill>
                  <a:srgbClr val="000000"/>
                </a:solidFill>
                <a:effectLst/>
                <a:uFillTx/>
                <a:latin typeface="Arial"/>
              </a:defRPr>
            </a:lvl1pPr>
          </a:lstStyle>
          <a:p>
            <a:pPr indent="0">
              <a:lnSpc>
                <a:spcPct val="100000"/>
              </a:lnSpc>
              <a:buNone/>
              <a:tabLst>
                <a:tab algn="l" pos="0"/>
                <a:tab algn="l" pos="930240"/>
                <a:tab algn="l" pos="1860480"/>
                <a:tab algn="l" pos="2790720"/>
                <a:tab algn="l" pos="3720960"/>
                <a:tab algn="l" pos="4651200"/>
                <a:tab algn="l" pos="5581800"/>
                <a:tab algn="l" pos="6512040"/>
                <a:tab algn="l" pos="7442280"/>
                <a:tab algn="l" pos="8372520"/>
                <a:tab algn="l" pos="9302760"/>
                <a:tab algn="l" pos="10233000"/>
              </a:tabLst>
            </a:pPr>
            <a:r>
              <a:rPr b="0" lang="es-MX" sz="1200" strike="noStrike" u="none">
                <a:solidFill>
                  <a:srgbClr val="000000"/>
                </a:solidFill>
                <a:effectLst/>
                <a:uFillTx/>
                <a:latin typeface="Arial"/>
              </a:rPr>
              <a:t>&lt;footer&gt;</a:t>
            </a:r>
            <a:endParaRPr b="0" i="1" lang="en-IN" sz="1200" strike="noStrike" u="none">
              <a:solidFill>
                <a:srgbClr val="000000"/>
              </a:solidFill>
              <a:effectLst/>
              <a:uFillTx/>
              <a:latin typeface="Calibri"/>
            </a:endParaRPr>
          </a:p>
        </p:txBody>
      </p:sp>
      <p:sp>
        <p:nvSpPr>
          <p:cNvPr id="31" name="PlaceHolder 6"/>
          <p:cNvSpPr>
            <a:spLocks noGrp="1"/>
          </p:cNvSpPr>
          <p:nvPr>
            <p:ph type="sldNum" idx="12"/>
          </p:nvPr>
        </p:nvSpPr>
        <p:spPr>
          <a:xfrm>
            <a:off x="3970440" y="8831160"/>
            <a:ext cx="3038400" cy="463680"/>
          </a:xfrm>
          <a:prstGeom prst="rect">
            <a:avLst/>
          </a:prstGeom>
          <a:noFill/>
          <a:ln w="0">
            <a:noFill/>
          </a:ln>
        </p:spPr>
        <p:txBody>
          <a:bodyPr lIns="93240" rIns="93240" tIns="46440" bIns="46440" anchor="b">
            <a:noAutofit/>
          </a:bodyPr>
          <a:lstStyle>
            <a:lvl1pPr indent="0" algn="r">
              <a:lnSpc>
                <a:spcPct val="100000"/>
              </a:lnSpc>
              <a:buNone/>
              <a:tabLst>
                <a:tab algn="l" pos="0"/>
                <a:tab algn="l" pos="930240"/>
                <a:tab algn="l" pos="1860480"/>
                <a:tab algn="l" pos="2790720"/>
                <a:tab algn="l" pos="3720960"/>
                <a:tab algn="l" pos="4651200"/>
                <a:tab algn="l" pos="5581800"/>
                <a:tab algn="l" pos="6512040"/>
                <a:tab algn="l" pos="7442280"/>
                <a:tab algn="l" pos="8372520"/>
                <a:tab algn="l" pos="9302760"/>
                <a:tab algn="l" pos="10233000"/>
              </a:tabLst>
              <a:defRPr b="0" lang="es-MX" sz="1200" strike="noStrike" u="none">
                <a:solidFill>
                  <a:srgbClr val="000000"/>
                </a:solidFill>
                <a:effectLst/>
                <a:uFillTx/>
                <a:latin typeface="Arial"/>
              </a:defRPr>
            </a:lvl1pPr>
          </a:lstStyle>
          <a:p>
            <a:pPr indent="0" algn="r">
              <a:lnSpc>
                <a:spcPct val="100000"/>
              </a:lnSpc>
              <a:buNone/>
              <a:tabLst>
                <a:tab algn="l" pos="0"/>
                <a:tab algn="l" pos="930240"/>
                <a:tab algn="l" pos="1860480"/>
                <a:tab algn="l" pos="2790720"/>
                <a:tab algn="l" pos="3720960"/>
                <a:tab algn="l" pos="4651200"/>
                <a:tab algn="l" pos="5581800"/>
                <a:tab algn="l" pos="6512040"/>
                <a:tab algn="l" pos="7442280"/>
                <a:tab algn="l" pos="8372520"/>
                <a:tab algn="l" pos="9302760"/>
                <a:tab algn="l" pos="10233000"/>
              </a:tabLst>
            </a:pPr>
            <a:fld id="{0CED46C0-0453-4167-8820-4D96F397BED4}" type="slidenum">
              <a:rPr b="0" lang="es-MX" sz="1200" strike="noStrike" u="none">
                <a:solidFill>
                  <a:srgbClr val="000000"/>
                </a:solidFill>
                <a:effectLst/>
                <a:uFillTx/>
                <a:latin typeface="Arial"/>
              </a:rPr>
              <a:t>&lt;number&gt;</a:t>
            </a:fld>
            <a:endParaRPr b="0" i="1" lang="en-IN" sz="1200" strike="noStrike" u="none">
              <a:solidFill>
                <a:srgbClr val="000000"/>
              </a:solidFill>
              <a:effectLst/>
              <a:uFillTx/>
              <a:latin typeface="Calibri"/>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
</Relationships>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
</Relationships>
</file>

<file path=ppt/notesSlides/_rels/notesSlide14.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
</Relationships>
</file>

<file path=ppt/notesSlides/_rels/notesSlide15.xml.rels><?xml version="1.0" encoding="UTF-8"?>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
</Relationships>
</file>

<file path=ppt/notesSlides/_rels/notesSlide16.xml.rels><?xml version="1.0" encoding="UTF-8"?>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
</Relationships>
</file>

<file path=ppt/notesSlides/_rels/notesSlide17.xml.rels><?xml version="1.0" encoding="UTF-8"?>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
</Relationships>
</file>

<file path=ppt/notesSlides/_rels/notesSlide18.xml.rels><?xml version="1.0" encoding="UTF-8"?>
<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
</Relationships>
</file>

<file path=ppt/notesSlides/_rels/notesSlide19.xml.rels><?xml version="1.0" encoding="UTF-8"?>
<Relationships xmlns="http://schemas.openxmlformats.org/package/2006/relationships"><Relationship Id="rId1" Type="http://schemas.openxmlformats.org/officeDocument/2006/relationships/slide" Target="../slides/slide19.xml"/><Relationship Id="rId2" Type="http://schemas.openxmlformats.org/officeDocument/2006/relationships/notesMaster" Target="../notesMasters/notesMaster1.xml"/>
</Relationships>
</file>

<file path=ppt/notesSlides/_rels/notesSlide20.xml.rels><?xml version="1.0" encoding="UTF-8"?>
<Relationships xmlns="http://schemas.openxmlformats.org/package/2006/relationships"><Relationship Id="rId1" Type="http://schemas.openxmlformats.org/officeDocument/2006/relationships/slide" Target="../slides/slide20.xml"/><Relationship Id="rId2" Type="http://schemas.openxmlformats.org/officeDocument/2006/relationships/notesMaster" Target="../notesMasters/notesMaster1.xml"/>
</Relationships>
</file>

<file path=ppt/notesSlides/_rels/notesSlide21.xml.rels><?xml version="1.0" encoding="UTF-8"?>
<Relationships xmlns="http://schemas.openxmlformats.org/package/2006/relationships"><Relationship Id="rId1" Type="http://schemas.openxmlformats.org/officeDocument/2006/relationships/slide" Target="../slides/slide21.xml"/><Relationship Id="rId2" Type="http://schemas.openxmlformats.org/officeDocument/2006/relationships/notesMaster" Target="../notesMasters/notesMaster1.xml"/>
</Relationships>
</file>

<file path=ppt/notesSlides/_rels/notesSlide22.xml.rels><?xml version="1.0" encoding="UTF-8"?>
<Relationships xmlns="http://schemas.openxmlformats.org/package/2006/relationships"><Relationship Id="rId1" Type="http://schemas.openxmlformats.org/officeDocument/2006/relationships/slide" Target="../slides/slide22.xml"/><Relationship Id="rId2" Type="http://schemas.openxmlformats.org/officeDocument/2006/relationships/notesMaster" Target="../notesMasters/notesMaster1.xml"/>
</Relationships>
</file>

<file path=ppt/notesSlides/_rels/notesSlide23.xml.rels><?xml version="1.0" encoding="UTF-8"?>
<Relationships xmlns="http://schemas.openxmlformats.org/package/2006/relationships"><Relationship Id="rId1" Type="http://schemas.openxmlformats.org/officeDocument/2006/relationships/slide" Target="../slides/slide23.xml"/><Relationship Id="rId2" Type="http://schemas.openxmlformats.org/officeDocument/2006/relationships/notesMaster" Target="../notesMasters/notesMaster1.xml"/>
</Relationships>
</file>

<file path=ppt/notesSlides/_rels/notesSlide24.xml.rels><?xml version="1.0" encoding="UTF-8"?>
<Relationships xmlns="http://schemas.openxmlformats.org/package/2006/relationships"><Relationship Id="rId1" Type="http://schemas.openxmlformats.org/officeDocument/2006/relationships/slide" Target="../slides/slide24.xml"/><Relationship Id="rId2" Type="http://schemas.openxmlformats.org/officeDocument/2006/relationships/notesMaster" Target="../notesMasters/notesMaster1.xml"/>
</Relationships>
</file>

<file path=ppt/notesSlides/_rels/notesSlide25.xml.rels><?xml version="1.0" encoding="UTF-8"?>
<Relationships xmlns="http://schemas.openxmlformats.org/package/2006/relationships"><Relationship Id="rId1" Type="http://schemas.openxmlformats.org/officeDocument/2006/relationships/slide" Target="../slides/slide25.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8" name="6 Marcador de número de diapositiva"/>
          <p:cNvSpPr/>
          <p:nvPr/>
        </p:nvSpPr>
        <p:spPr>
          <a:xfrm>
            <a:off x="3970440" y="8831160"/>
            <a:ext cx="3038400" cy="463680"/>
          </a:xfrm>
          <a:prstGeom prst="rect">
            <a:avLst/>
          </a:prstGeom>
          <a:noFill/>
          <a:ln w="0">
            <a:noFill/>
          </a:ln>
        </p:spPr>
        <p:style>
          <a:lnRef idx="0"/>
          <a:fillRef idx="0"/>
          <a:effectRef idx="0"/>
          <a:fontRef idx="minor"/>
        </p:style>
        <p:txBody>
          <a:bodyPr lIns="93240" rIns="93240" tIns="46440" bIns="46440" anchor="b">
            <a:noAutofit/>
          </a:bodyPr>
          <a:p>
            <a:pPr algn="r">
              <a:lnSpc>
                <a:spcPct val="100000"/>
              </a:lnSpc>
              <a:tabLst>
                <a:tab algn="l" pos="0"/>
                <a:tab algn="l" pos="930240"/>
                <a:tab algn="l" pos="1860480"/>
                <a:tab algn="l" pos="2790720"/>
                <a:tab algn="l" pos="3720960"/>
                <a:tab algn="l" pos="4651200"/>
                <a:tab algn="l" pos="5581800"/>
                <a:tab algn="l" pos="6512040"/>
                <a:tab algn="l" pos="7442280"/>
                <a:tab algn="l" pos="8372520"/>
                <a:tab algn="l" pos="9302760"/>
                <a:tab algn="l" pos="10233000"/>
              </a:tabLst>
            </a:pPr>
            <a:fld id="{4C80B4DC-81E7-4A0E-9511-9E9D08FA8EDB}" type="slidenum">
              <a:rPr b="0" lang="es-MX" sz="1200" strike="noStrike" u="none">
                <a:solidFill>
                  <a:srgbClr val="000000"/>
                </a:solidFill>
                <a:effectLst/>
                <a:uFillTx/>
                <a:latin typeface="Arial"/>
              </a:rPr>
              <a:t>&lt;number&gt;</a:t>
            </a:fld>
            <a:endParaRPr b="0" i="1" lang="en-IN" sz="1200" strike="noStrike" u="none">
              <a:solidFill>
                <a:srgbClr val="000000"/>
              </a:solidFill>
              <a:effectLst/>
              <a:uFillTx/>
              <a:latin typeface="Calibri"/>
            </a:endParaRPr>
          </a:p>
        </p:txBody>
      </p:sp>
      <p:sp>
        <p:nvSpPr>
          <p:cNvPr id="139" name="6 Marcador de número de diapositiva"/>
          <p:cNvSpPr/>
          <p:nvPr/>
        </p:nvSpPr>
        <p:spPr>
          <a:xfrm>
            <a:off x="3970440" y="8831160"/>
            <a:ext cx="3038400" cy="463680"/>
          </a:xfrm>
          <a:prstGeom prst="rect">
            <a:avLst/>
          </a:prstGeom>
          <a:noFill/>
          <a:ln w="0">
            <a:noFill/>
          </a:ln>
        </p:spPr>
        <p:style>
          <a:lnRef idx="0"/>
          <a:fillRef idx="0"/>
          <a:effectRef idx="0"/>
          <a:fontRef idx="minor"/>
        </p:style>
        <p:txBody>
          <a:bodyPr lIns="93240" rIns="93240" tIns="46440" bIns="46440" anchor="b">
            <a:noAutofit/>
          </a:bodyPr>
          <a:p>
            <a:pPr algn="r">
              <a:lnSpc>
                <a:spcPct val="100000"/>
              </a:lnSpc>
              <a:tabLst>
                <a:tab algn="l" pos="0"/>
                <a:tab algn="l" pos="930240"/>
                <a:tab algn="l" pos="1860480"/>
                <a:tab algn="l" pos="2790720"/>
                <a:tab algn="l" pos="3720960"/>
                <a:tab algn="l" pos="4651200"/>
                <a:tab algn="l" pos="5581800"/>
                <a:tab algn="l" pos="6512040"/>
                <a:tab algn="l" pos="7442280"/>
                <a:tab algn="l" pos="8372520"/>
                <a:tab algn="l" pos="9302760"/>
                <a:tab algn="l" pos="10233000"/>
              </a:tabLst>
            </a:pPr>
            <a:fld id="{CE050AB5-5DD1-4775-AF00-9D60BE06B7AB}" type="slidenum">
              <a:rPr b="0" lang="es-MX" sz="1200" strike="noStrike" u="none">
                <a:solidFill>
                  <a:srgbClr val="000000"/>
                </a:solidFill>
                <a:effectLst/>
                <a:uFillTx/>
                <a:latin typeface="Arial"/>
              </a:rPr>
              <a:t>&lt;number&gt;</a:t>
            </a:fld>
            <a:endParaRPr b="0" i="1" lang="en-IN" sz="1200" strike="noStrike" u="none">
              <a:solidFill>
                <a:srgbClr val="000000"/>
              </a:solidFill>
              <a:effectLst/>
              <a:uFillTx/>
              <a:latin typeface="Calibri"/>
            </a:endParaRPr>
          </a:p>
        </p:txBody>
      </p:sp>
      <p:sp>
        <p:nvSpPr>
          <p:cNvPr id="140" name="PlaceHolder 1"/>
          <p:cNvSpPr>
            <a:spLocks noGrp="1"/>
          </p:cNvSpPr>
          <p:nvPr>
            <p:ph type="sldImg"/>
          </p:nvPr>
        </p:nvSpPr>
        <p:spPr>
          <a:xfrm>
            <a:off x="1181160" y="698400"/>
            <a:ext cx="4648320" cy="3486240"/>
          </a:xfrm>
          <a:prstGeom prst="rect">
            <a:avLst/>
          </a:prstGeom>
          <a:ln w="0">
            <a:noFill/>
          </a:ln>
        </p:spPr>
      </p:sp>
      <p:sp>
        <p:nvSpPr>
          <p:cNvPr id="141" name="PlaceHolder 2"/>
          <p:cNvSpPr>
            <a:spLocks noGrp="1"/>
          </p:cNvSpPr>
          <p:nvPr>
            <p:ph type="body"/>
          </p:nvPr>
        </p:nvSpPr>
        <p:spPr>
          <a:xfrm>
            <a:off x="701280" y="4416120"/>
            <a:ext cx="5607000" cy="418140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200" strike="noStrike" u="none">
              <a:solidFill>
                <a:srgbClr val="000000"/>
              </a:solidFill>
              <a:effectLst/>
              <a:uFillTx/>
              <a:latin typeface="Calibri"/>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2" name="Rectangle 7"/>
          <p:cNvSpPr/>
          <p:nvPr/>
        </p:nvSpPr>
        <p:spPr>
          <a:xfrm>
            <a:off x="3971880" y="8831160"/>
            <a:ext cx="3038400" cy="465120"/>
          </a:xfrm>
          <a:prstGeom prst="rect">
            <a:avLst/>
          </a:prstGeom>
          <a:noFill/>
          <a:ln w="0">
            <a:noFill/>
          </a:ln>
        </p:spPr>
        <p:style>
          <a:lnRef idx="0"/>
          <a:fillRef idx="0"/>
          <a:effectRef idx="0"/>
          <a:fontRef idx="minor"/>
        </p:style>
        <p:txBody>
          <a:bodyPr lIns="92160" rIns="92160" tIns="46080" bIns="46080" anchor="b">
            <a:noAutofit/>
          </a:bodyPr>
          <a:p>
            <a:pPr algn="r">
              <a:lnSpc>
                <a:spcPct val="100000"/>
              </a:lnSpc>
              <a:tabLst>
                <a:tab algn="l" pos="0"/>
                <a:tab algn="l" pos="922320"/>
                <a:tab algn="l" pos="1844640"/>
                <a:tab algn="l" pos="2766960"/>
                <a:tab algn="l" pos="3689280"/>
                <a:tab algn="l" pos="4611600"/>
                <a:tab algn="l" pos="5533920"/>
                <a:tab algn="l" pos="6456240"/>
                <a:tab algn="l" pos="7378560"/>
                <a:tab algn="l" pos="8300880"/>
                <a:tab algn="l" pos="9223200"/>
                <a:tab algn="l" pos="10145880"/>
              </a:tabLst>
            </a:pPr>
            <a:fld id="{E190F82A-BD96-4631-8EA1-A3C07A1FDE4B}" type="slidenum">
              <a:rPr b="0" lang="en-IN" sz="1200" strike="noStrike" u="none">
                <a:solidFill>
                  <a:srgbClr val="000000"/>
                </a:solidFill>
                <a:effectLst/>
                <a:uFillTx/>
                <a:latin typeface="Times New Roman"/>
              </a:rPr>
              <a:t>&lt;number&gt;</a:t>
            </a:fld>
            <a:endParaRPr b="0" i="1" lang="en-IN" sz="1200" strike="noStrike" u="none">
              <a:solidFill>
                <a:srgbClr val="000000"/>
              </a:solidFill>
              <a:effectLst/>
              <a:uFillTx/>
              <a:latin typeface="Calibri"/>
            </a:endParaRPr>
          </a:p>
        </p:txBody>
      </p:sp>
      <p:sp>
        <p:nvSpPr>
          <p:cNvPr id="143" name="PlaceHolder 1"/>
          <p:cNvSpPr>
            <a:spLocks noGrp="1"/>
          </p:cNvSpPr>
          <p:nvPr>
            <p:ph type="sldImg"/>
          </p:nvPr>
        </p:nvSpPr>
        <p:spPr>
          <a:xfrm>
            <a:off x="1181160" y="696960"/>
            <a:ext cx="4648320" cy="3486240"/>
          </a:xfrm>
          <a:prstGeom prst="rect">
            <a:avLst/>
          </a:prstGeom>
          <a:ln w="0">
            <a:noFill/>
          </a:ln>
        </p:spPr>
      </p:sp>
      <p:sp>
        <p:nvSpPr>
          <p:cNvPr id="144" name="PlaceHolder 2"/>
          <p:cNvSpPr>
            <a:spLocks noGrp="1"/>
          </p:cNvSpPr>
          <p:nvPr>
            <p:ph type="body"/>
          </p:nvPr>
        </p:nvSpPr>
        <p:spPr>
          <a:xfrm>
            <a:off x="701280" y="4416120"/>
            <a:ext cx="5607000" cy="4182840"/>
          </a:xfrm>
          <a:prstGeom prst="rect">
            <a:avLst/>
          </a:prstGeom>
          <a:noFill/>
          <a:ln w="0">
            <a:noFill/>
          </a:ln>
        </p:spPr>
        <p:txBody>
          <a:bodyPr lIns="92160" rIns="92160" tIns="46080" bIns="46080" anchor="t">
            <a:noAutofit/>
          </a:bodyPr>
          <a:p>
            <a:pPr indent="0">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trike="noStrike" u="none">
                <a:solidFill>
                  <a:srgbClr val="000000"/>
                </a:solidFill>
                <a:effectLst/>
                <a:uFillTx/>
                <a:latin typeface="Calibri"/>
              </a:rPr>
              <a:t>This section concentrates on the MARC coding not so much the RDA attributes and FRAD/FRBR tasks. That information is in Module F of November’s refresher workshop by Judy Kuhagen as well as Documents R-5 and R-6. </a:t>
            </a:r>
            <a:endParaRPr b="0" lang="en-IN" sz="1600" strike="noStrike" u="none">
              <a:solidFill>
                <a:srgbClr val="000000"/>
              </a:solidFill>
              <a:effectLst/>
              <a:uFillTx/>
              <a:latin typeface="Calibri"/>
            </a:endParaRPr>
          </a:p>
          <a:p>
            <a:pPr indent="0">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trike="noStrike" u="none">
                <a:solidFill>
                  <a:srgbClr val="000000"/>
                </a:solidFill>
                <a:effectLst/>
                <a:uFillTx/>
                <a:latin typeface="Calibri"/>
              </a:rPr>
              <a:t>This covers the FRAD task: Relate. In RDA you’ll find the guidelines in Chapter 29 on recording the relationships between Persons, Families and Corporate bodies with more details, description, purpose and scope in Chapters, 30, 31, and 32 respectively for each of these entities.  </a:t>
            </a:r>
            <a:endParaRPr b="0" lang="en-IN" sz="1600" strike="noStrike" u="none">
              <a:solidFill>
                <a:srgbClr val="000000"/>
              </a:solidFill>
              <a:effectLst/>
              <a:uFillTx/>
              <a:latin typeface="Calibri"/>
            </a:endParaRPr>
          </a:p>
          <a:p>
            <a:pPr indent="0">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trike="noStrike" u="none">
                <a:solidFill>
                  <a:srgbClr val="000000"/>
                </a:solidFill>
                <a:effectLst/>
                <a:uFillTx/>
                <a:latin typeface="Calibri"/>
              </a:rPr>
              <a:t>Generally these are used with terms from Appendix K.  Appendix J is used to describe relationships that are described in Chapters 25 and 26, note that these are the same relationship designators used for bibliographic records.  Another appendix that has relationship designators is Appendix I – but that contains the list of relationship designators that you use to relate persons, families, and corporate bodies to particular manifestations (bibliographic records) such as: author, contributor, editor, illustrator, etc.   Let’s look at this another way [CLICK]</a:t>
            </a:r>
            <a:endParaRPr b="0" lang="en-IN" sz="1600" strike="noStrike" u="none">
              <a:solidFill>
                <a:srgbClr val="000000"/>
              </a:solidFill>
              <a:effectLst/>
              <a:uFillTx/>
              <a:latin typeface="Calibri"/>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5" name="PlaceHolder 1"/>
          <p:cNvSpPr>
            <a:spLocks noGrp="1"/>
          </p:cNvSpPr>
          <p:nvPr>
            <p:ph type="sldImg"/>
          </p:nvPr>
        </p:nvSpPr>
        <p:spPr>
          <a:xfrm>
            <a:off x="1181160" y="698400"/>
            <a:ext cx="4648320" cy="3486240"/>
          </a:xfrm>
          <a:prstGeom prst="rect">
            <a:avLst/>
          </a:prstGeom>
          <a:ln w="0">
            <a:noFill/>
          </a:ln>
        </p:spPr>
      </p:sp>
      <p:sp>
        <p:nvSpPr>
          <p:cNvPr id="146" name="PlaceHolder 2"/>
          <p:cNvSpPr>
            <a:spLocks noGrp="1"/>
          </p:cNvSpPr>
          <p:nvPr>
            <p:ph type="body"/>
          </p:nvPr>
        </p:nvSpPr>
        <p:spPr>
          <a:xfrm>
            <a:off x="701280" y="4416120"/>
            <a:ext cx="5607000" cy="4181400"/>
          </a:xfrm>
          <a:prstGeom prst="rect">
            <a:avLst/>
          </a:prstGeom>
          <a:noFill/>
          <a:ln w="0">
            <a:noFill/>
          </a:ln>
        </p:spPr>
        <p:txBody>
          <a:bodyPr lIns="93240" rIns="93240" tIns="46440" bIns="46440" anchor="t">
            <a:noAutofit/>
          </a:bodyPr>
          <a:p>
            <a:pPr indent="0">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trike="noStrike" u="none">
                <a:solidFill>
                  <a:srgbClr val="000000"/>
                </a:solidFill>
                <a:effectLst/>
                <a:uFillTx/>
                <a:latin typeface="Calibri"/>
              </a:rPr>
              <a:t> [INSTRUCTOR: read slide and reinforce that these relationships are what used to be called “see- also references” especially when talking about the use on authority records. The point of this slide is to reinforce that Appendix I is only used for bibliographic records (and that this session will not talk about those designators). We will touch on J as that appendix is used for both and we will look more at K as that is ONLY used for authority records]</a:t>
            </a:r>
            <a:endParaRPr b="0" lang="en-IN" sz="1600" strike="noStrike" u="none">
              <a:solidFill>
                <a:srgbClr val="000000"/>
              </a:solidFill>
              <a:effectLst/>
              <a:uFillTx/>
              <a:latin typeface="Calibri"/>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7" name="6 Marcador de número de diapositiva"/>
          <p:cNvSpPr/>
          <p:nvPr/>
        </p:nvSpPr>
        <p:spPr>
          <a:xfrm>
            <a:off x="3970440" y="8831160"/>
            <a:ext cx="3038400" cy="463680"/>
          </a:xfrm>
          <a:prstGeom prst="rect">
            <a:avLst/>
          </a:prstGeom>
          <a:noFill/>
          <a:ln w="0">
            <a:noFill/>
          </a:ln>
        </p:spPr>
        <p:style>
          <a:lnRef idx="0"/>
          <a:fillRef idx="0"/>
          <a:effectRef idx="0"/>
          <a:fontRef idx="minor"/>
        </p:style>
        <p:txBody>
          <a:bodyPr lIns="93240" rIns="93240" tIns="46440" bIns="46440" anchor="b">
            <a:noAutofit/>
          </a:bodyPr>
          <a:p>
            <a:pPr algn="r">
              <a:lnSpc>
                <a:spcPct val="100000"/>
              </a:lnSpc>
              <a:tabLst>
                <a:tab algn="l" pos="0"/>
                <a:tab algn="l" pos="930240"/>
                <a:tab algn="l" pos="1860480"/>
                <a:tab algn="l" pos="2790720"/>
                <a:tab algn="l" pos="3720960"/>
                <a:tab algn="l" pos="4651200"/>
                <a:tab algn="l" pos="5581800"/>
                <a:tab algn="l" pos="6512040"/>
                <a:tab algn="l" pos="7442280"/>
                <a:tab algn="l" pos="8372520"/>
                <a:tab algn="l" pos="9302760"/>
                <a:tab algn="l" pos="10233000"/>
              </a:tabLst>
            </a:pPr>
            <a:fld id="{ABCD94C4-9288-477B-A65E-BF8AD9E13B98}" type="slidenum">
              <a:rPr b="0" lang="es-MX" sz="1200" strike="noStrike" u="none">
                <a:solidFill>
                  <a:srgbClr val="000000"/>
                </a:solidFill>
                <a:effectLst/>
                <a:uFillTx/>
                <a:latin typeface="Arial"/>
              </a:rPr>
              <a:t>&lt;number&gt;</a:t>
            </a:fld>
            <a:endParaRPr b="0" i="1" lang="en-IN" sz="1200" strike="noStrike" u="none">
              <a:solidFill>
                <a:srgbClr val="000000"/>
              </a:solidFill>
              <a:effectLst/>
              <a:uFillTx/>
              <a:latin typeface="Calibri"/>
            </a:endParaRPr>
          </a:p>
        </p:txBody>
      </p:sp>
      <p:sp>
        <p:nvSpPr>
          <p:cNvPr id="148" name="6 Marcador de número de diapositiva"/>
          <p:cNvSpPr/>
          <p:nvPr/>
        </p:nvSpPr>
        <p:spPr>
          <a:xfrm>
            <a:off x="3970440" y="8831160"/>
            <a:ext cx="3038400" cy="463680"/>
          </a:xfrm>
          <a:prstGeom prst="rect">
            <a:avLst/>
          </a:prstGeom>
          <a:noFill/>
          <a:ln w="0">
            <a:noFill/>
          </a:ln>
        </p:spPr>
        <p:style>
          <a:lnRef idx="0"/>
          <a:fillRef idx="0"/>
          <a:effectRef idx="0"/>
          <a:fontRef idx="minor"/>
        </p:style>
        <p:txBody>
          <a:bodyPr lIns="93240" rIns="93240" tIns="46440" bIns="46440" anchor="b">
            <a:noAutofit/>
          </a:bodyPr>
          <a:p>
            <a:pPr algn="r">
              <a:lnSpc>
                <a:spcPct val="100000"/>
              </a:lnSpc>
              <a:tabLst>
                <a:tab algn="l" pos="0"/>
                <a:tab algn="l" pos="930240"/>
                <a:tab algn="l" pos="1860480"/>
                <a:tab algn="l" pos="2790720"/>
                <a:tab algn="l" pos="3720960"/>
                <a:tab algn="l" pos="4651200"/>
                <a:tab algn="l" pos="5581800"/>
                <a:tab algn="l" pos="6512040"/>
                <a:tab algn="l" pos="7442280"/>
                <a:tab algn="l" pos="8372520"/>
                <a:tab algn="l" pos="9302760"/>
                <a:tab algn="l" pos="10233000"/>
              </a:tabLst>
            </a:pPr>
            <a:fld id="{78CE4BC9-E8B0-4627-9560-CA5ECF414B77}" type="slidenum">
              <a:rPr b="0" lang="es-MX" sz="1200" strike="noStrike" u="none">
                <a:solidFill>
                  <a:srgbClr val="000000"/>
                </a:solidFill>
                <a:effectLst/>
                <a:uFillTx/>
                <a:latin typeface="Arial"/>
              </a:rPr>
              <a:t>&lt;number&gt;</a:t>
            </a:fld>
            <a:endParaRPr b="0" i="1" lang="en-IN" sz="1200" strike="noStrike" u="none">
              <a:solidFill>
                <a:srgbClr val="000000"/>
              </a:solidFill>
              <a:effectLst/>
              <a:uFillTx/>
              <a:latin typeface="Calibri"/>
            </a:endParaRPr>
          </a:p>
        </p:txBody>
      </p:sp>
      <p:sp>
        <p:nvSpPr>
          <p:cNvPr id="149" name="PlaceHolder 1"/>
          <p:cNvSpPr>
            <a:spLocks noGrp="1"/>
          </p:cNvSpPr>
          <p:nvPr>
            <p:ph type="sldImg"/>
          </p:nvPr>
        </p:nvSpPr>
        <p:spPr>
          <a:xfrm>
            <a:off x="1181160" y="698400"/>
            <a:ext cx="4648320" cy="3486240"/>
          </a:xfrm>
          <a:prstGeom prst="rect">
            <a:avLst/>
          </a:prstGeom>
          <a:ln w="0">
            <a:noFill/>
          </a:ln>
        </p:spPr>
      </p:sp>
      <p:sp>
        <p:nvSpPr>
          <p:cNvPr id="150" name="PlaceHolder 2"/>
          <p:cNvSpPr>
            <a:spLocks noGrp="1"/>
          </p:cNvSpPr>
          <p:nvPr>
            <p:ph type="body"/>
          </p:nvPr>
        </p:nvSpPr>
        <p:spPr>
          <a:xfrm>
            <a:off x="701280" y="4416120"/>
            <a:ext cx="5607000" cy="4181400"/>
          </a:xfrm>
          <a:prstGeom prst="rect">
            <a:avLst/>
          </a:prstGeom>
          <a:noFill/>
          <a:ln w="0">
            <a:noFill/>
          </a:ln>
        </p:spPr>
        <p:txBody>
          <a:bodyPr lIns="93240" rIns="93240" tIns="46440" bIns="46440" anchor="t">
            <a:noAutofit/>
          </a:bodyPr>
          <a:p>
            <a:pPr indent="0">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trike="noStrike" u="none">
                <a:solidFill>
                  <a:srgbClr val="000000"/>
                </a:solidFill>
                <a:effectLst/>
                <a:uFillTx/>
                <a:latin typeface="Calibri"/>
              </a:rPr>
              <a:t>And just so that you remember how you use (or that we don’t use Appendix I in NARs). </a:t>
            </a:r>
            <a:endParaRPr b="0" lang="en-IN" sz="1600" strike="noStrike" u="none">
              <a:solidFill>
                <a:srgbClr val="000000"/>
              </a:solidFill>
              <a:effectLst/>
              <a:uFillTx/>
              <a:latin typeface="Calibri"/>
            </a:endParaRPr>
          </a:p>
          <a:p>
            <a:pPr indent="0">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trike="noStrike" u="none">
                <a:solidFill>
                  <a:srgbClr val="000000"/>
                </a:solidFill>
                <a:effectLst/>
                <a:uFillTx/>
                <a:latin typeface="Calibri"/>
              </a:rPr>
              <a:t>Let’s start off with a quick quiz.  Based on the information in this snippet of a bibliographic record create a Name/Title NAR for this bibliographic record and create an NAR for the translator.  </a:t>
            </a:r>
            <a:endParaRPr b="0" lang="en-IN" sz="1600" strike="noStrike" u="none">
              <a:solidFill>
                <a:srgbClr val="000000"/>
              </a:solidFill>
              <a:effectLst/>
              <a:uFillTx/>
              <a:latin typeface="Calibri"/>
            </a:endParaRPr>
          </a:p>
          <a:p>
            <a:pPr indent="0">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trike="noStrike" u="none">
                <a:solidFill>
                  <a:srgbClr val="000000"/>
                </a:solidFill>
                <a:effectLst/>
                <a:uFillTx/>
                <a:latin typeface="Calibri"/>
              </a:rPr>
              <a:t>[Instructor - Students should supply MARC tags for the NAR – the point of the exercise is to point out that</a:t>
            </a:r>
            <a:endParaRPr b="0" lang="en-IN" sz="1600" strike="noStrike" u="none">
              <a:solidFill>
                <a:srgbClr val="000000"/>
              </a:solidFill>
              <a:effectLst/>
              <a:uFillTx/>
              <a:latin typeface="Calibri"/>
            </a:endParaRPr>
          </a:p>
          <a:p>
            <a:pPr indent="0">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trike="noStrike" u="none">
                <a:solidFill>
                  <a:srgbClr val="000000"/>
                </a:solidFill>
                <a:effectLst/>
                <a:uFillTx/>
                <a:latin typeface="Calibri"/>
              </a:rPr>
              <a:t>we did not carry over the relationship designator from the bibliographic record to either one of the NARs.  The answers show up by clicking thru each one]</a:t>
            </a:r>
            <a:endParaRPr b="0" lang="en-IN" sz="1600" strike="noStrike" u="none">
              <a:solidFill>
                <a:srgbClr val="000000"/>
              </a:solidFill>
              <a:effectLst/>
              <a:uFillTx/>
              <a:latin typeface="Calibri"/>
            </a:endParaRPr>
          </a:p>
        </p:txBody>
      </p:sp>
      <p:sp>
        <p:nvSpPr>
          <p:cNvPr id="151" name="3 Marcador de número de diapositiva"/>
          <p:cNvSpPr/>
          <p:nvPr/>
        </p:nvSpPr>
        <p:spPr>
          <a:xfrm>
            <a:off x="3970440" y="8831160"/>
            <a:ext cx="3038400" cy="463680"/>
          </a:xfrm>
          <a:prstGeom prst="rect">
            <a:avLst/>
          </a:prstGeom>
          <a:noFill/>
          <a:ln w="0">
            <a:noFill/>
          </a:ln>
        </p:spPr>
        <p:style>
          <a:lnRef idx="0"/>
          <a:fillRef idx="0"/>
          <a:effectRef idx="0"/>
          <a:fontRef idx="minor"/>
        </p:style>
        <p:txBody>
          <a:bodyPr lIns="93240" rIns="93240" tIns="46440" bIns="46440" anchor="b">
            <a:noAutofit/>
          </a:bodyPr>
          <a:p>
            <a:pPr algn="r">
              <a:lnSpc>
                <a:spcPct val="100000"/>
              </a:lnSpc>
              <a:tabLst>
                <a:tab algn="l" pos="0"/>
                <a:tab algn="l" pos="939960"/>
                <a:tab algn="l" pos="1879560"/>
                <a:tab algn="l" pos="2819520"/>
                <a:tab algn="l" pos="3759120"/>
                <a:tab algn="l" pos="4699080"/>
                <a:tab algn="l" pos="5638680"/>
                <a:tab algn="l" pos="6578640"/>
                <a:tab algn="l" pos="7518240"/>
                <a:tab algn="l" pos="8458200"/>
                <a:tab algn="l" pos="9398160"/>
                <a:tab algn="l" pos="10337760"/>
              </a:tabLst>
            </a:pPr>
            <a:fld id="{9E90D73D-00FF-4B3F-A8CE-7AD7EFD2A33F}" type="slidenum">
              <a:rPr b="0" lang="en-US" sz="1200" strike="noStrike" u="none">
                <a:solidFill>
                  <a:srgbClr val="000000"/>
                </a:solidFill>
                <a:effectLst/>
                <a:uFillTx/>
                <a:latin typeface="Arial"/>
              </a:rPr>
              <a:t>&lt;number&gt;</a:t>
            </a:fld>
            <a:endParaRPr b="0" i="1" lang="en-IN" sz="1200" strike="noStrike" u="none">
              <a:solidFill>
                <a:srgbClr val="000000"/>
              </a:solidFill>
              <a:effectLst/>
              <a:uFillTx/>
              <a:latin typeface="Calibri"/>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2" name="PlaceHolder 1"/>
          <p:cNvSpPr>
            <a:spLocks noGrp="1"/>
          </p:cNvSpPr>
          <p:nvPr>
            <p:ph type="sldImg"/>
          </p:nvPr>
        </p:nvSpPr>
        <p:spPr>
          <a:xfrm>
            <a:off x="1181160" y="698400"/>
            <a:ext cx="4648320" cy="3486240"/>
          </a:xfrm>
          <a:prstGeom prst="rect">
            <a:avLst/>
          </a:prstGeom>
          <a:ln w="0">
            <a:noFill/>
          </a:ln>
        </p:spPr>
      </p:sp>
      <p:sp>
        <p:nvSpPr>
          <p:cNvPr id="153" name="PlaceHolder 2"/>
          <p:cNvSpPr>
            <a:spLocks noGrp="1"/>
          </p:cNvSpPr>
          <p:nvPr>
            <p:ph type="body"/>
          </p:nvPr>
        </p:nvSpPr>
        <p:spPr>
          <a:xfrm>
            <a:off x="701280" y="4416120"/>
            <a:ext cx="5607000" cy="4181400"/>
          </a:xfrm>
          <a:prstGeom prst="rect">
            <a:avLst/>
          </a:prstGeom>
          <a:noFill/>
          <a:ln w="0">
            <a:noFill/>
          </a:ln>
        </p:spPr>
        <p:txBody>
          <a:bodyPr lIns="93240" rIns="93240" tIns="46440" bIns="46440" anchor="t">
            <a:noAutofit/>
          </a:bodyPr>
          <a:p>
            <a:pPr indent="0">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trike="noStrike" u="none">
                <a:solidFill>
                  <a:srgbClr val="000000"/>
                </a:solidFill>
                <a:effectLst/>
                <a:uFillTx/>
                <a:latin typeface="Calibri"/>
              </a:rPr>
              <a:t>So as I mentioned earlier the Relationship designators between persons, families, and corporate bodies (formerly known as see-alsos) are found in RDA in Appendix K.  </a:t>
            </a:r>
            <a:endParaRPr b="0" lang="en-IN" sz="1600" strike="noStrike" u="none">
              <a:solidFill>
                <a:srgbClr val="000000"/>
              </a:solidFill>
              <a:effectLst/>
              <a:uFillTx/>
              <a:latin typeface="Calibri"/>
            </a:endParaRPr>
          </a:p>
          <a:p>
            <a:pPr indent="0">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trike="noStrike" u="none">
                <a:solidFill>
                  <a:srgbClr val="000000"/>
                </a:solidFill>
                <a:effectLst/>
                <a:uFillTx/>
                <a:latin typeface="Calibri"/>
              </a:rPr>
              <a:t>This slide shows you all the available terms to relate these entities one to another.  </a:t>
            </a:r>
            <a:endParaRPr b="0" lang="en-IN" sz="1600" strike="noStrike" u="none">
              <a:solidFill>
                <a:srgbClr val="000000"/>
              </a:solidFill>
              <a:effectLst/>
              <a:uFillTx/>
              <a:latin typeface="Calibri"/>
            </a:endParaRPr>
          </a:p>
          <a:p>
            <a:pPr indent="0">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trike="noStrike" u="none">
                <a:solidFill>
                  <a:srgbClr val="000000"/>
                </a:solidFill>
                <a:effectLst/>
                <a:uFillTx/>
                <a:latin typeface="Calibri"/>
              </a:rPr>
              <a:t>Note that Appendix K covers other relationships especially for families to persons such as “progenitor” and for corporate entities relationship to persons such as “founder”  “employer”, etc.  but notice that the terms that we use “earlier/later” are not used to show those relationships – they are now called Predecessor/Successor.   </a:t>
            </a:r>
            <a:endParaRPr b="0" lang="en-IN" sz="1600" strike="noStrike" u="none">
              <a:solidFill>
                <a:srgbClr val="000000"/>
              </a:solidFill>
              <a:effectLst/>
              <a:uFillTx/>
              <a:latin typeface="Calibri"/>
            </a:endParaRPr>
          </a:p>
          <a:p>
            <a:pPr indent="0">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trike="noStrike" u="none">
                <a:solidFill>
                  <a:srgbClr val="000000"/>
                </a:solidFill>
                <a:effectLst/>
                <a:uFillTx/>
                <a:latin typeface="Calibri"/>
              </a:rPr>
              <a:t>Another reminder that RDA’s Appendix J is used to relate works, expressions, and manifestations and we’ll talk about those later.</a:t>
            </a:r>
            <a:endParaRPr b="0" lang="en-IN" sz="1600" strike="noStrike" u="none">
              <a:solidFill>
                <a:srgbClr val="000000"/>
              </a:solidFill>
              <a:effectLst/>
              <a:uFillTx/>
              <a:latin typeface="Calibri"/>
            </a:endParaRPr>
          </a:p>
          <a:p>
            <a:pPr indent="0">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600" strike="noStrike" u="none">
              <a:solidFill>
                <a:srgbClr val="000000"/>
              </a:solidFill>
              <a:effectLst/>
              <a:uFillTx/>
              <a:latin typeface="Calibri"/>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4" name="PlaceHolder 1"/>
          <p:cNvSpPr>
            <a:spLocks noGrp="1"/>
          </p:cNvSpPr>
          <p:nvPr>
            <p:ph type="sldImg"/>
          </p:nvPr>
        </p:nvSpPr>
        <p:spPr>
          <a:xfrm>
            <a:off x="1181160" y="698400"/>
            <a:ext cx="4648320" cy="3486240"/>
          </a:xfrm>
          <a:prstGeom prst="rect">
            <a:avLst/>
          </a:prstGeom>
          <a:ln w="0">
            <a:noFill/>
          </a:ln>
        </p:spPr>
      </p:sp>
      <p:sp>
        <p:nvSpPr>
          <p:cNvPr id="155" name="PlaceHolder 2"/>
          <p:cNvSpPr>
            <a:spLocks noGrp="1"/>
          </p:cNvSpPr>
          <p:nvPr>
            <p:ph type="body"/>
          </p:nvPr>
        </p:nvSpPr>
        <p:spPr>
          <a:xfrm>
            <a:off x="701280" y="4416120"/>
            <a:ext cx="5607000" cy="4181400"/>
          </a:xfrm>
          <a:prstGeom prst="rect">
            <a:avLst/>
          </a:prstGeom>
          <a:noFill/>
          <a:ln w="0">
            <a:noFill/>
          </a:ln>
        </p:spPr>
        <p:txBody>
          <a:bodyPr lIns="93240" rIns="93240" tIns="46440" bIns="4644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Calibri"/>
              </a:rPr>
              <a:t>In the MARC format on the Tracings and References- General Information section you’ll need to go to the Special subfields used with 4XX and 5XX fields to read the definitions and guidelines for use. That is highlighted here with other information snipped out so that it would all fit on the slide.</a:t>
            </a:r>
            <a:endParaRPr b="0" lang="en-IN" sz="1200" strike="noStrike" u="none">
              <a:solidFill>
                <a:srgbClr val="000000"/>
              </a:solidFill>
              <a:effectLst/>
              <a:uFillTx/>
              <a:latin typeface="Calibri"/>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6" name="PlaceHolder 1"/>
          <p:cNvSpPr>
            <a:spLocks noGrp="1"/>
          </p:cNvSpPr>
          <p:nvPr>
            <p:ph type="sldImg"/>
          </p:nvPr>
        </p:nvSpPr>
        <p:spPr>
          <a:xfrm>
            <a:off x="1181160" y="698400"/>
            <a:ext cx="4648320" cy="3486240"/>
          </a:xfrm>
          <a:prstGeom prst="rect">
            <a:avLst/>
          </a:prstGeom>
          <a:ln w="0">
            <a:noFill/>
          </a:ln>
        </p:spPr>
      </p:sp>
      <p:sp>
        <p:nvSpPr>
          <p:cNvPr id="157" name="PlaceHolder 2"/>
          <p:cNvSpPr>
            <a:spLocks noGrp="1"/>
          </p:cNvSpPr>
          <p:nvPr>
            <p:ph type="body"/>
          </p:nvPr>
        </p:nvSpPr>
        <p:spPr>
          <a:xfrm>
            <a:off x="701280" y="4416120"/>
            <a:ext cx="5607000" cy="4181400"/>
          </a:xfrm>
          <a:prstGeom prst="rect">
            <a:avLst/>
          </a:prstGeom>
          <a:noFill/>
          <a:ln w="0">
            <a:noFill/>
          </a:ln>
        </p:spPr>
        <p:txBody>
          <a:bodyPr lIns="93240" rIns="93240" tIns="46440" bIns="4644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Calibri"/>
              </a:rPr>
              <a:t>This slide show a the MARC 21 page for subfield $w and shows the possible positions for use.  Notice position 0 (zero) of the subfield $w.  Here are the codes used and their definitions.  </a:t>
            </a:r>
            <a:endParaRPr b="0" lang="en-IN" sz="1200" strike="noStrike" u="none">
              <a:solidFill>
                <a:srgbClr val="000000"/>
              </a:solidFill>
              <a:effectLst/>
              <a:uFillTx/>
              <a:latin typeface="Calibri"/>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Calibri"/>
              </a:rPr>
              <a:t>The only ones that we currently use in the LC/NAF are code “a”-earlier heading and “b”-later heading; but now we have a new code and the definition: “r” -relationship designation in $i or $4 – LC and NACO catalogers will only supply $i and not use $4 so we are not going to talk about $4. </a:t>
            </a:r>
            <a:endParaRPr b="0" lang="en-IN" sz="1200" strike="noStrike" u="none">
              <a:solidFill>
                <a:srgbClr val="000000"/>
              </a:solidFill>
              <a:effectLst/>
              <a:uFillTx/>
              <a:latin typeface="Calibri"/>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8" name="PlaceHolder 1"/>
          <p:cNvSpPr>
            <a:spLocks noGrp="1"/>
          </p:cNvSpPr>
          <p:nvPr>
            <p:ph type="sldImg"/>
          </p:nvPr>
        </p:nvSpPr>
        <p:spPr>
          <a:xfrm>
            <a:off x="1181160" y="698400"/>
            <a:ext cx="4648320" cy="3486240"/>
          </a:xfrm>
          <a:prstGeom prst="rect">
            <a:avLst/>
          </a:prstGeom>
          <a:ln w="0">
            <a:noFill/>
          </a:ln>
        </p:spPr>
      </p:sp>
      <p:sp>
        <p:nvSpPr>
          <p:cNvPr id="159" name="PlaceHolder 2"/>
          <p:cNvSpPr>
            <a:spLocks noGrp="1"/>
          </p:cNvSpPr>
          <p:nvPr>
            <p:ph type="body"/>
          </p:nvPr>
        </p:nvSpPr>
        <p:spPr>
          <a:xfrm>
            <a:off x="701280" y="4416120"/>
            <a:ext cx="5607000" cy="4181400"/>
          </a:xfrm>
          <a:prstGeom prst="rect">
            <a:avLst/>
          </a:prstGeom>
          <a:noFill/>
          <a:ln w="0">
            <a:noFill/>
          </a:ln>
        </p:spPr>
        <p:txBody>
          <a:bodyPr lIns="93240" rIns="93240" tIns="46440" bIns="4644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Calibri"/>
              </a:rPr>
              <a:t>[INSTRUCTOR: $w/0 should be stated as “Subfield w position zero”  - Here are the LC policies for the use of code “r” and subfield $i.</a:t>
            </a:r>
            <a:endParaRPr b="0" lang="en-IN" sz="1200" strike="noStrike" u="none">
              <a:solidFill>
                <a:srgbClr val="000000"/>
              </a:solidFill>
              <a:effectLst/>
              <a:uFillTx/>
              <a:latin typeface="Calibri"/>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Calibri"/>
              </a:rPr>
              <a:t>After going over the bullet 2 say] REMEMBER: Terms from Appendix K and J must be used in subfield $i </a:t>
            </a:r>
            <a:r>
              <a:rPr b="1" lang="en-US" sz="1200" strike="noStrike" u="none">
                <a:solidFill>
                  <a:srgbClr val="000000"/>
                </a:solidFill>
                <a:effectLst/>
                <a:uFillTx/>
                <a:latin typeface="Calibri"/>
              </a:rPr>
              <a:t>but only if subfield</a:t>
            </a:r>
            <a:r>
              <a:rPr b="0" lang="en-US" sz="1200" strike="noStrike" u="none">
                <a:solidFill>
                  <a:srgbClr val="000000"/>
                </a:solidFill>
                <a:effectLst/>
                <a:uFillTx/>
                <a:latin typeface="Calibri"/>
              </a:rPr>
              <a:t> $w contains value “r”.   In other words code “r” in position zero of the subfield $w announces that there will be a subfield $i with information on a relationship.</a:t>
            </a:r>
            <a:endParaRPr b="0" lang="en-IN" sz="1200" strike="noStrike" u="none">
              <a:solidFill>
                <a:srgbClr val="000000"/>
              </a:solidFill>
              <a:effectLst/>
              <a:uFillTx/>
              <a:latin typeface="Calibri"/>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200" strike="noStrike" u="none">
              <a:solidFill>
                <a:srgbClr val="000000"/>
              </a:solidFill>
              <a:effectLst/>
              <a:uFillTx/>
              <a:latin typeface="Calibri"/>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0" name="PlaceHolder 1"/>
          <p:cNvSpPr>
            <a:spLocks noGrp="1"/>
          </p:cNvSpPr>
          <p:nvPr>
            <p:ph type="sldImg"/>
          </p:nvPr>
        </p:nvSpPr>
        <p:spPr>
          <a:xfrm>
            <a:off x="1181160" y="698400"/>
            <a:ext cx="4648320" cy="3486240"/>
          </a:xfrm>
          <a:prstGeom prst="rect">
            <a:avLst/>
          </a:prstGeom>
          <a:ln w="0">
            <a:noFill/>
          </a:ln>
        </p:spPr>
      </p:sp>
      <p:sp>
        <p:nvSpPr>
          <p:cNvPr id="161" name="PlaceHolder 2"/>
          <p:cNvSpPr>
            <a:spLocks noGrp="1"/>
          </p:cNvSpPr>
          <p:nvPr>
            <p:ph type="body"/>
          </p:nvPr>
        </p:nvSpPr>
        <p:spPr>
          <a:xfrm>
            <a:off x="701280" y="4416120"/>
            <a:ext cx="5607000" cy="4181400"/>
          </a:xfrm>
          <a:prstGeom prst="rect">
            <a:avLst/>
          </a:prstGeom>
          <a:noFill/>
          <a:ln w="0">
            <a:noFill/>
          </a:ln>
        </p:spPr>
        <p:txBody>
          <a:bodyPr lIns="93240" rIns="93240" tIns="46440" bIns="4644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Calibri"/>
              </a:rPr>
              <a:t>If you are creating a Family name and want to add the 5XX to show the relationship to the Progenitor (remember this is an optional addition) you may add a subfield $w/0 coded “r” plus the subfield $i with the Appendix K relationship designator</a:t>
            </a:r>
            <a:endParaRPr b="0" lang="en-IN" sz="1200" strike="noStrike" u="none">
              <a:solidFill>
                <a:srgbClr val="000000"/>
              </a:solidFill>
              <a:effectLst/>
              <a:uFillTx/>
              <a:latin typeface="Calibri"/>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2" name="PlaceHolder 1"/>
          <p:cNvSpPr>
            <a:spLocks noGrp="1"/>
          </p:cNvSpPr>
          <p:nvPr>
            <p:ph type="sldImg"/>
          </p:nvPr>
        </p:nvSpPr>
        <p:spPr>
          <a:xfrm>
            <a:off x="1181160" y="698400"/>
            <a:ext cx="4648320" cy="3486240"/>
          </a:xfrm>
          <a:prstGeom prst="rect">
            <a:avLst/>
          </a:prstGeom>
          <a:ln w="0">
            <a:noFill/>
          </a:ln>
        </p:spPr>
      </p:sp>
      <p:sp>
        <p:nvSpPr>
          <p:cNvPr id="163" name="PlaceHolder 2"/>
          <p:cNvSpPr>
            <a:spLocks noGrp="1"/>
          </p:cNvSpPr>
          <p:nvPr>
            <p:ph type="body"/>
          </p:nvPr>
        </p:nvSpPr>
        <p:spPr>
          <a:xfrm>
            <a:off x="701280" y="4416120"/>
            <a:ext cx="5607000" cy="4181400"/>
          </a:xfrm>
          <a:prstGeom prst="rect">
            <a:avLst/>
          </a:prstGeom>
          <a:noFill/>
          <a:ln w="0">
            <a:noFill/>
          </a:ln>
        </p:spPr>
        <p:txBody>
          <a:bodyPr lIns="93240" rIns="93240" tIns="46440" bIns="4644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Calibri"/>
              </a:rPr>
              <a:t>As the slide states subfield $i was only meant to be used with RDA (AACR2 did not have rules for the creation of family names); but because catalogers wanted to link to a person’s name that had been established under AACR2 LC has authorized the use of indicator 3 and of subfield $w/0 coded “r” and the subfield $i with the reciprocal relationship designator. [CLICK to bring in reciprocal 5XX] – The authorized access point for the progenitor means there must be an NAR for the personal name.</a:t>
            </a:r>
            <a:endParaRPr b="0" lang="en-IN" sz="1200" strike="noStrike" u="none">
              <a:solidFill>
                <a:srgbClr val="000000"/>
              </a:solidFill>
              <a:effectLst/>
              <a:uFillTx/>
              <a:latin typeface="Calibri"/>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Calibri"/>
              </a:rPr>
              <a:t> [Instructor: IF anyone asks if the date in the 100 for the progenitor should have a subfield $d – remind them that: Subfield d in Family Names is defined for use as the date of the family NOT of the progenitor – therefore not needed] </a:t>
            </a:r>
            <a:endParaRPr b="0" lang="en-IN" sz="1200" strike="noStrike" u="none">
              <a:solidFill>
                <a:srgbClr val="000000"/>
              </a:solidFill>
              <a:effectLst/>
              <a:uFillTx/>
              <a:latin typeface="Calibri"/>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4" name="PlaceHolder 1"/>
          <p:cNvSpPr>
            <a:spLocks noGrp="1"/>
          </p:cNvSpPr>
          <p:nvPr>
            <p:ph type="sldImg"/>
          </p:nvPr>
        </p:nvSpPr>
        <p:spPr>
          <a:xfrm>
            <a:off x="1181160" y="698400"/>
            <a:ext cx="4648320" cy="3486240"/>
          </a:xfrm>
          <a:prstGeom prst="rect">
            <a:avLst/>
          </a:prstGeom>
          <a:ln w="0">
            <a:noFill/>
          </a:ln>
        </p:spPr>
      </p:sp>
      <p:sp>
        <p:nvSpPr>
          <p:cNvPr id="165" name="PlaceHolder 2"/>
          <p:cNvSpPr>
            <a:spLocks noGrp="1"/>
          </p:cNvSpPr>
          <p:nvPr>
            <p:ph type="body"/>
          </p:nvPr>
        </p:nvSpPr>
        <p:spPr>
          <a:xfrm>
            <a:off x="701280" y="4416120"/>
            <a:ext cx="5607000" cy="4181400"/>
          </a:xfrm>
          <a:prstGeom prst="rect">
            <a:avLst/>
          </a:prstGeom>
          <a:noFill/>
          <a:ln w="0">
            <a:noFill/>
          </a:ln>
        </p:spPr>
        <p:txBody>
          <a:bodyPr lIns="93240" rIns="93240" tIns="46440" bIns="4644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Calibri"/>
              </a:rPr>
              <a:t>For pseudonyms under AACR2 we use a combination of subfield $w/ position 3 “c” and a 663 note to tie together multiple pseudonyms and we will continue to do that under RDA until we have had the time to discuss with our subject colleagues the impact of undoing the “Basic name” approach to authors with multiple pseudonyms.  </a:t>
            </a:r>
            <a:endParaRPr b="0" lang="en-IN" sz="1200" strike="noStrike" u="none">
              <a:solidFill>
                <a:srgbClr val="000000"/>
              </a:solidFill>
              <a:effectLst/>
              <a:uFillTx/>
              <a:latin typeface="Calibri"/>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Calibri"/>
              </a:rPr>
              <a:t>Currently under LCSH we need to identify one name for use in biographies, etc.  Stay tuned for development on this issue.</a:t>
            </a:r>
            <a:endParaRPr b="0" lang="en-IN" sz="1200" strike="noStrike" u="none">
              <a:solidFill>
                <a:srgbClr val="000000"/>
              </a:solidFill>
              <a:effectLst/>
              <a:uFillTx/>
              <a:latin typeface="Calibri"/>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6" name="PlaceHolder 1"/>
          <p:cNvSpPr>
            <a:spLocks noGrp="1"/>
          </p:cNvSpPr>
          <p:nvPr>
            <p:ph type="sldImg"/>
          </p:nvPr>
        </p:nvSpPr>
        <p:spPr>
          <a:xfrm>
            <a:off x="1181160" y="698400"/>
            <a:ext cx="4648320" cy="3486240"/>
          </a:xfrm>
          <a:prstGeom prst="rect">
            <a:avLst/>
          </a:prstGeom>
          <a:ln w="0">
            <a:noFill/>
          </a:ln>
        </p:spPr>
      </p:sp>
      <p:sp>
        <p:nvSpPr>
          <p:cNvPr id="167" name="PlaceHolder 2"/>
          <p:cNvSpPr>
            <a:spLocks noGrp="1"/>
          </p:cNvSpPr>
          <p:nvPr>
            <p:ph type="body"/>
          </p:nvPr>
        </p:nvSpPr>
        <p:spPr>
          <a:xfrm>
            <a:off x="701280" y="4416120"/>
            <a:ext cx="5607000" cy="4181400"/>
          </a:xfrm>
          <a:prstGeom prst="rect">
            <a:avLst/>
          </a:prstGeom>
          <a:noFill/>
          <a:ln w="0">
            <a:noFill/>
          </a:ln>
        </p:spPr>
        <p:txBody>
          <a:bodyPr lIns="93240" rIns="93240" tIns="46440" bIns="4644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Calibri"/>
              </a:rPr>
              <a:t>But for a single pseudonym we now have the option of using subfield $w/0  in conjunction with subfield $i and the terms from Appendix K.   Currently we would only use a simple 500 to connect the two names.  As you see this is more user friendly and it may be something catalogers will want to use, but again this is still an option. </a:t>
            </a:r>
            <a:endParaRPr b="0" lang="en-IN" sz="1200" strike="noStrike" u="none">
              <a:solidFill>
                <a:srgbClr val="000000"/>
              </a:solidFill>
              <a:effectLst/>
              <a:uFillTx/>
              <a:latin typeface="Calibri"/>
            </a:endParaRPr>
          </a:p>
        </p:txBody>
      </p:sp>
    </p:spTree>
  </p:cSld>
</p:notes>
</file>

<file path=ppt/notesSlides/notesSlide1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8" name="PlaceHolder 1"/>
          <p:cNvSpPr>
            <a:spLocks noGrp="1"/>
          </p:cNvSpPr>
          <p:nvPr>
            <p:ph type="sldImg"/>
          </p:nvPr>
        </p:nvSpPr>
        <p:spPr>
          <a:xfrm>
            <a:off x="1181160" y="698400"/>
            <a:ext cx="4648320" cy="3486240"/>
          </a:xfrm>
          <a:prstGeom prst="rect">
            <a:avLst/>
          </a:prstGeom>
          <a:ln w="0">
            <a:noFill/>
          </a:ln>
        </p:spPr>
      </p:sp>
      <p:sp>
        <p:nvSpPr>
          <p:cNvPr id="169" name="PlaceHolder 2"/>
          <p:cNvSpPr>
            <a:spLocks noGrp="1"/>
          </p:cNvSpPr>
          <p:nvPr>
            <p:ph type="body"/>
          </p:nvPr>
        </p:nvSpPr>
        <p:spPr>
          <a:xfrm>
            <a:off x="701280" y="4416120"/>
            <a:ext cx="5607000" cy="4181400"/>
          </a:xfrm>
          <a:prstGeom prst="rect">
            <a:avLst/>
          </a:prstGeom>
          <a:noFill/>
          <a:ln w="0">
            <a:noFill/>
          </a:ln>
        </p:spPr>
        <p:txBody>
          <a:bodyPr lIns="93240" rIns="93240" tIns="46440" bIns="46440" anchor="t">
            <a:noAutofit/>
          </a:bodyPr>
          <a:p>
            <a:pPr indent="0">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trike="noStrike" u="none">
                <a:solidFill>
                  <a:srgbClr val="000000"/>
                </a:solidFill>
                <a:effectLst/>
                <a:uFillTx/>
                <a:latin typeface="Calibri"/>
              </a:rPr>
              <a:t>Remind LC catalogers that PCC libraries have been adding Appendix J and especially Appendix K terms in NARs.  </a:t>
            </a:r>
            <a:endParaRPr b="0" lang="en-IN" sz="1600" strike="noStrike" u="none">
              <a:solidFill>
                <a:srgbClr val="000000"/>
              </a:solidFill>
              <a:effectLst/>
              <a:uFillTx/>
              <a:latin typeface="Calibri"/>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trike="noStrike" u="none">
                <a:solidFill>
                  <a:srgbClr val="000000"/>
                </a:solidFill>
                <a:effectLst/>
                <a:uFillTx/>
                <a:latin typeface="Calibri"/>
              </a:rPr>
              <a:t>While Appendix J terms are easily absorbed into the LC/NAF without notice but, the Appendix K terms are more intrusive as we’ll see in the next few slides.</a:t>
            </a:r>
            <a:r>
              <a:rPr b="0" lang="en-US" sz="1200" strike="noStrike" u="none">
                <a:solidFill>
                  <a:srgbClr val="000000"/>
                </a:solidFill>
                <a:effectLst/>
                <a:uFillTx/>
                <a:latin typeface="Calibri"/>
              </a:rPr>
              <a:t>  </a:t>
            </a:r>
            <a:endParaRPr b="0" lang="en-IN" sz="1200" strike="noStrike" u="none">
              <a:solidFill>
                <a:srgbClr val="000000"/>
              </a:solidFill>
              <a:effectLst/>
              <a:uFillTx/>
              <a:latin typeface="Calibri"/>
            </a:endParaRPr>
          </a:p>
        </p:txBody>
      </p:sp>
    </p:spTree>
  </p:cSld>
</p:notes>
</file>

<file path=ppt/notesSlides/notesSlide1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0" name="PlaceHolder 1"/>
          <p:cNvSpPr>
            <a:spLocks noGrp="1"/>
          </p:cNvSpPr>
          <p:nvPr>
            <p:ph type="sldImg"/>
          </p:nvPr>
        </p:nvSpPr>
        <p:spPr>
          <a:xfrm>
            <a:off x="1181160" y="698400"/>
            <a:ext cx="4648320" cy="3486240"/>
          </a:xfrm>
          <a:prstGeom prst="rect">
            <a:avLst/>
          </a:prstGeom>
          <a:ln w="0">
            <a:noFill/>
          </a:ln>
        </p:spPr>
      </p:sp>
      <p:sp>
        <p:nvSpPr>
          <p:cNvPr id="171" name="PlaceHolder 2"/>
          <p:cNvSpPr>
            <a:spLocks noGrp="1"/>
          </p:cNvSpPr>
          <p:nvPr>
            <p:ph type="body"/>
          </p:nvPr>
        </p:nvSpPr>
        <p:spPr>
          <a:xfrm>
            <a:off x="701280" y="4416120"/>
            <a:ext cx="5607000" cy="4181400"/>
          </a:xfrm>
          <a:prstGeom prst="rect">
            <a:avLst/>
          </a:prstGeom>
          <a:noFill/>
          <a:ln w="0">
            <a:noFill/>
          </a:ln>
        </p:spPr>
        <p:txBody>
          <a:bodyPr lIns="93240" rIns="93240" tIns="46440" bIns="4644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Calibri"/>
              </a:rPr>
              <a:t>This slide shows the current example of what we do when Body A changes its name to Body B – We add the “b” in $w/0 of the NAR for Body A and to the NAR for Body B and subsequently we add the $w/0 “a” when Body B changes it’s name to Body C you add another 5XX with $w/0 for the later name and create the a new NAR for Body C with the $w/0.  </a:t>
            </a:r>
            <a:endParaRPr b="0" lang="en-IN" sz="1200" strike="noStrike" u="none">
              <a:solidFill>
                <a:srgbClr val="000000"/>
              </a:solidFill>
              <a:effectLst/>
              <a:uFillTx/>
              <a:latin typeface="Calibri"/>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Calibri"/>
              </a:rPr>
              <a:t>Just as we have been doing – we are continuing our practice under RDA per LCPS 32.1.1.3. </a:t>
            </a:r>
            <a:endParaRPr b="0" lang="en-IN" sz="1200" strike="noStrike" u="none">
              <a:solidFill>
                <a:srgbClr val="000000"/>
              </a:solidFill>
              <a:effectLst/>
              <a:uFillTx/>
              <a:latin typeface="Calibri"/>
            </a:endParaRPr>
          </a:p>
        </p:txBody>
      </p:sp>
    </p:spTree>
  </p:cSld>
</p:notes>
</file>

<file path=ppt/notesSlides/notesSlide1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2" name="PlaceHolder 1"/>
          <p:cNvSpPr>
            <a:spLocks noGrp="1"/>
          </p:cNvSpPr>
          <p:nvPr>
            <p:ph type="sldImg"/>
          </p:nvPr>
        </p:nvSpPr>
        <p:spPr>
          <a:xfrm>
            <a:off x="1181160" y="698400"/>
            <a:ext cx="4648320" cy="3486240"/>
          </a:xfrm>
          <a:prstGeom prst="rect">
            <a:avLst/>
          </a:prstGeom>
          <a:ln w="0">
            <a:noFill/>
          </a:ln>
        </p:spPr>
      </p:sp>
      <p:sp>
        <p:nvSpPr>
          <p:cNvPr id="173" name="PlaceHolder 2"/>
          <p:cNvSpPr>
            <a:spLocks noGrp="1"/>
          </p:cNvSpPr>
          <p:nvPr>
            <p:ph type="body"/>
          </p:nvPr>
        </p:nvSpPr>
        <p:spPr>
          <a:xfrm>
            <a:off x="701280" y="4416120"/>
            <a:ext cx="5607000" cy="4181400"/>
          </a:xfrm>
          <a:prstGeom prst="rect">
            <a:avLst/>
          </a:prstGeom>
          <a:noFill/>
          <a:ln w="0">
            <a:noFill/>
          </a:ln>
        </p:spPr>
        <p:txBody>
          <a:bodyPr lIns="93240" rIns="93240" tIns="46440" bIns="4644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Calibri"/>
              </a:rPr>
              <a:t>Remember that earlier I said that LC started out saying that code “r” and subfield $i had been created specifically for RDA but we quickly found that these had to be used in AACR2 NARs because there was no other way to make the reciprocal link when connecting to an existing AACR2 NAR – and I showed you the example of a cataloger that wanted to link a person to an RDA family name and the name was already established as AACR2 so we had to allow code “r” and subfield $i not just for RDA NARs. </a:t>
            </a:r>
            <a:endParaRPr b="0" lang="en-IN" sz="1200" strike="noStrike" u="none">
              <a:solidFill>
                <a:srgbClr val="000000"/>
              </a:solidFill>
              <a:effectLst/>
              <a:uFillTx/>
              <a:latin typeface="Calibri"/>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Calibri"/>
              </a:rPr>
              <a:t>The same is true for corporate names LC will continue to code for earlier/later relationships but supposing you have a situation where you need a new NAR and there are NARs created by a PCC library using RDA Appendix K and these relationships are not called earlier/later but called “predecessor/successor” – well, as with the family name we have what might be termed a hybrid situation – LC catalogers will have to pull out the old Cataloger Judgment charm and decide on one of 2 choices.  Let’s look at the example on the next page. </a:t>
            </a:r>
            <a:endParaRPr b="0" lang="en-IN" sz="1200" strike="noStrike" u="none">
              <a:solidFill>
                <a:srgbClr val="000000"/>
              </a:solidFill>
              <a:effectLst/>
              <a:uFillTx/>
              <a:latin typeface="Calibri"/>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200" strike="noStrike" u="none">
              <a:solidFill>
                <a:srgbClr val="000000"/>
              </a:solidFill>
              <a:effectLst/>
              <a:uFillTx/>
              <a:latin typeface="Calibri"/>
            </a:endParaRPr>
          </a:p>
        </p:txBody>
      </p:sp>
    </p:spTree>
  </p:cSld>
</p:notes>
</file>

<file path=ppt/notesSlides/notesSlide1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4" name="PlaceHolder 1"/>
          <p:cNvSpPr>
            <a:spLocks noGrp="1"/>
          </p:cNvSpPr>
          <p:nvPr>
            <p:ph type="sldImg"/>
          </p:nvPr>
        </p:nvSpPr>
        <p:spPr>
          <a:xfrm>
            <a:off x="1181160" y="698400"/>
            <a:ext cx="4648320" cy="3486240"/>
          </a:xfrm>
          <a:prstGeom prst="rect">
            <a:avLst/>
          </a:prstGeom>
          <a:ln w="0">
            <a:noFill/>
          </a:ln>
        </p:spPr>
      </p:sp>
      <p:sp>
        <p:nvSpPr>
          <p:cNvPr id="175" name="PlaceHolder 2"/>
          <p:cNvSpPr>
            <a:spLocks noGrp="1"/>
          </p:cNvSpPr>
          <p:nvPr>
            <p:ph type="body"/>
          </p:nvPr>
        </p:nvSpPr>
        <p:spPr>
          <a:xfrm>
            <a:off x="701280" y="4416120"/>
            <a:ext cx="5607000" cy="4181400"/>
          </a:xfrm>
          <a:prstGeom prst="rect">
            <a:avLst/>
          </a:prstGeom>
          <a:noFill/>
          <a:ln w="0">
            <a:noFill/>
          </a:ln>
        </p:spPr>
        <p:txBody>
          <a:bodyPr lIns="93240" rIns="93240" tIns="46440" bIns="4644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Calibri"/>
              </a:rPr>
              <a:t>In this case here we see 2 reciprocal NARs created by a PCC cataloger and now the LC cataloger has the need to create a NAR for a later change of name then the cataloger must choose to decide is to follow the pattern used or to make the new NAR with the earlier/later usage – up to you – use your judgment and common sense.  In this case hybrid NARs are OK – the hybridness is really just in the mixing of MARC subfielding so we can live with this.  </a:t>
            </a:r>
            <a:endParaRPr b="0" lang="en-IN" sz="1200" strike="noStrike" u="none">
              <a:solidFill>
                <a:srgbClr val="000000"/>
              </a:solidFill>
              <a:effectLst/>
              <a:uFillTx/>
              <a:latin typeface="Calibri"/>
            </a:endParaRPr>
          </a:p>
        </p:txBody>
      </p:sp>
    </p:spTree>
  </p:cSld>
</p:notes>
</file>

<file path=ppt/notesSlides/notesSlide1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6" name="PlaceHolder 1"/>
          <p:cNvSpPr>
            <a:spLocks noGrp="1"/>
          </p:cNvSpPr>
          <p:nvPr>
            <p:ph type="sldImg"/>
          </p:nvPr>
        </p:nvSpPr>
        <p:spPr>
          <a:xfrm>
            <a:off x="1181160" y="698400"/>
            <a:ext cx="4648320" cy="3486240"/>
          </a:xfrm>
          <a:prstGeom prst="rect">
            <a:avLst/>
          </a:prstGeom>
          <a:ln w="0">
            <a:noFill/>
          </a:ln>
        </p:spPr>
      </p:sp>
      <p:sp>
        <p:nvSpPr>
          <p:cNvPr id="177" name="PlaceHolder 2"/>
          <p:cNvSpPr>
            <a:spLocks noGrp="1"/>
          </p:cNvSpPr>
          <p:nvPr>
            <p:ph type="body"/>
          </p:nvPr>
        </p:nvSpPr>
        <p:spPr>
          <a:xfrm>
            <a:off x="701280" y="4416120"/>
            <a:ext cx="5607000" cy="4181400"/>
          </a:xfrm>
          <a:prstGeom prst="rect">
            <a:avLst/>
          </a:prstGeom>
          <a:noFill/>
          <a:ln w="0">
            <a:noFill/>
          </a:ln>
        </p:spPr>
        <p:txBody>
          <a:bodyPr lIns="93240" rIns="93240" tIns="46440" bIns="4644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Calibri"/>
              </a:rPr>
              <a:t>This example shows the NAR for the Art Tatum Trio - under the previous LCRI – LC restricted making links between the group and the person unless the person’s name appear as part of the name of the corporate entity and we encouraged reciprocity. </a:t>
            </a:r>
            <a:endParaRPr b="0" lang="en-IN" sz="1200" strike="noStrike" u="none">
              <a:solidFill>
                <a:srgbClr val="000000"/>
              </a:solidFill>
              <a:effectLst/>
              <a:uFillTx/>
              <a:latin typeface="Calibri"/>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Calibri"/>
              </a:rPr>
              <a:t>Under RDA there is no LCPS limiting the addition of these relationships – but just as before if you do make those links the names in the 5xx must be established; however reciprocity is not required. </a:t>
            </a:r>
            <a:endParaRPr b="0" lang="en-IN" sz="1200" strike="noStrike" u="none">
              <a:solidFill>
                <a:srgbClr val="000000"/>
              </a:solidFill>
              <a:effectLst/>
              <a:uFillTx/>
              <a:latin typeface="Calibri"/>
            </a:endParaRPr>
          </a:p>
        </p:txBody>
      </p:sp>
    </p:spTree>
  </p:cSld>
</p:notes>
</file>

<file path=ppt/notesSlides/notesSlide1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8" name="PlaceHolder 1"/>
          <p:cNvSpPr>
            <a:spLocks noGrp="1"/>
          </p:cNvSpPr>
          <p:nvPr>
            <p:ph type="sldImg"/>
          </p:nvPr>
        </p:nvSpPr>
        <p:spPr>
          <a:xfrm>
            <a:off x="1181160" y="698400"/>
            <a:ext cx="4648320" cy="3486240"/>
          </a:xfrm>
          <a:prstGeom prst="rect">
            <a:avLst/>
          </a:prstGeom>
          <a:ln w="0">
            <a:noFill/>
          </a:ln>
        </p:spPr>
      </p:sp>
      <p:sp>
        <p:nvSpPr>
          <p:cNvPr id="179" name="PlaceHolder 2"/>
          <p:cNvSpPr>
            <a:spLocks noGrp="1"/>
          </p:cNvSpPr>
          <p:nvPr>
            <p:ph type="body"/>
          </p:nvPr>
        </p:nvSpPr>
        <p:spPr>
          <a:xfrm>
            <a:off x="701280" y="4416120"/>
            <a:ext cx="5607000" cy="4181400"/>
          </a:xfrm>
          <a:prstGeom prst="rect">
            <a:avLst/>
          </a:prstGeom>
          <a:noFill/>
          <a:ln w="0">
            <a:noFill/>
          </a:ln>
        </p:spPr>
        <p:txBody>
          <a:bodyPr lIns="93240" rIns="93240" tIns="46440" bIns="4644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Calibri"/>
              </a:rPr>
              <a:t>Example for R.E.M. </a:t>
            </a:r>
            <a:endParaRPr b="0" lang="en-IN" sz="1200" strike="noStrike" u="none">
              <a:solidFill>
                <a:srgbClr val="000000"/>
              </a:solidFill>
              <a:effectLst/>
              <a:uFillTx/>
              <a:latin typeface="Calibri"/>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Calibri"/>
              </a:rPr>
              <a:t>In this case making all the relationships to the band members means that you will also have to create authority records for the names of the persons. Continue to rely on 670 information to show that a member has been added, etc.</a:t>
            </a:r>
            <a:endParaRPr b="0" lang="en-IN" sz="1200" strike="noStrike" u="none">
              <a:solidFill>
                <a:srgbClr val="000000"/>
              </a:solidFill>
              <a:effectLst/>
              <a:uFillTx/>
              <a:latin typeface="Calibri"/>
            </a:endParaRPr>
          </a:p>
        </p:txBody>
      </p:sp>
    </p:spTree>
  </p:cSld>
</p:notes>
</file>

<file path=ppt/notesSlides/notesSlide1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0" name="PlaceHolder 1"/>
          <p:cNvSpPr>
            <a:spLocks noGrp="1"/>
          </p:cNvSpPr>
          <p:nvPr>
            <p:ph type="sldImg"/>
          </p:nvPr>
        </p:nvSpPr>
        <p:spPr>
          <a:xfrm>
            <a:off x="1181160" y="698400"/>
            <a:ext cx="4648320" cy="3486240"/>
          </a:xfrm>
          <a:prstGeom prst="rect">
            <a:avLst/>
          </a:prstGeom>
          <a:ln w="0">
            <a:noFill/>
          </a:ln>
        </p:spPr>
      </p:sp>
      <p:sp>
        <p:nvSpPr>
          <p:cNvPr id="181" name="PlaceHolder 2"/>
          <p:cNvSpPr>
            <a:spLocks noGrp="1"/>
          </p:cNvSpPr>
          <p:nvPr>
            <p:ph type="body"/>
          </p:nvPr>
        </p:nvSpPr>
        <p:spPr>
          <a:xfrm>
            <a:off x="701280" y="4416120"/>
            <a:ext cx="5607000" cy="4181400"/>
          </a:xfrm>
          <a:prstGeom prst="rect">
            <a:avLst/>
          </a:prstGeom>
          <a:noFill/>
          <a:ln w="0">
            <a:noFill/>
          </a:ln>
        </p:spPr>
        <p:txBody>
          <a:bodyPr lIns="93240" rIns="93240" tIns="46440" bIns="46440" anchor="t">
            <a:noAutofit/>
          </a:bodyPr>
          <a:p>
            <a:pPr indent="0">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trike="noStrike" u="none">
                <a:solidFill>
                  <a:srgbClr val="000000"/>
                </a:solidFill>
                <a:effectLst/>
                <a:uFillTx/>
                <a:latin typeface="Calibri"/>
              </a:rPr>
              <a:t>Here’s a lacuna in RDA; because currently there is no term available to in Appendix K to convey the relationship between corporate body and the person (other than employer) then on the personal name NAR we’d simply have a 5XX without the subfield $i – in other words what we call a “simple” see also.</a:t>
            </a:r>
            <a:endParaRPr b="0" lang="en-IN" sz="1600" strike="noStrike" u="none">
              <a:solidFill>
                <a:srgbClr val="000000"/>
              </a:solidFill>
              <a:effectLst/>
              <a:uFillTx/>
              <a:latin typeface="Calibri"/>
            </a:endParaRPr>
          </a:p>
        </p:txBody>
      </p:sp>
    </p:spTree>
  </p:cSld>
</p:notes>
</file>

<file path=ppt/notesSlides/notesSlide2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2" name="PlaceHolder 1"/>
          <p:cNvSpPr>
            <a:spLocks noGrp="1"/>
          </p:cNvSpPr>
          <p:nvPr>
            <p:ph type="sldImg"/>
          </p:nvPr>
        </p:nvSpPr>
        <p:spPr>
          <a:xfrm>
            <a:off x="1181160" y="698400"/>
            <a:ext cx="4648320" cy="3486240"/>
          </a:xfrm>
          <a:prstGeom prst="rect">
            <a:avLst/>
          </a:prstGeom>
          <a:ln w="0">
            <a:noFill/>
          </a:ln>
        </p:spPr>
      </p:sp>
      <p:sp>
        <p:nvSpPr>
          <p:cNvPr id="183" name="PlaceHolder 2"/>
          <p:cNvSpPr>
            <a:spLocks noGrp="1"/>
          </p:cNvSpPr>
          <p:nvPr>
            <p:ph type="body"/>
          </p:nvPr>
        </p:nvSpPr>
        <p:spPr>
          <a:xfrm>
            <a:off x="701280" y="4416120"/>
            <a:ext cx="5607000" cy="4181400"/>
          </a:xfrm>
          <a:prstGeom prst="rect">
            <a:avLst/>
          </a:prstGeom>
          <a:noFill/>
          <a:ln w="0">
            <a:noFill/>
          </a:ln>
        </p:spPr>
        <p:txBody>
          <a:bodyPr lIns="93240" rIns="93240" tIns="46440" bIns="4644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trike="noStrike" u="none">
                <a:solidFill>
                  <a:srgbClr val="000000"/>
                </a:solidFill>
                <a:effectLst/>
                <a:uFillTx/>
                <a:latin typeface="Calibri"/>
              </a:rPr>
              <a:t>Relate the corporate body to the person but be wary of the reciprocal relationship for example  in the case of the NAR for the Library of Congress or Disney, or any large institution it would be thousands of names to be added to the NAR if you added the relationship “Employee” for each person.</a:t>
            </a:r>
            <a:r>
              <a:rPr b="0" lang="en-US" sz="1200" strike="noStrike" u="none">
                <a:solidFill>
                  <a:srgbClr val="000000"/>
                </a:solidFill>
                <a:effectLst/>
                <a:uFillTx/>
                <a:latin typeface="Calibri"/>
              </a:rPr>
              <a:t> </a:t>
            </a:r>
            <a:endParaRPr b="0" lang="en-IN" sz="1200" strike="noStrike" u="none">
              <a:solidFill>
                <a:srgbClr val="000000"/>
              </a:solidFill>
              <a:effectLst/>
              <a:uFillTx/>
              <a:latin typeface="Calibri"/>
            </a:endParaRPr>
          </a:p>
        </p:txBody>
      </p:sp>
    </p:spTree>
  </p:cSld>
</p:notes>
</file>

<file path=ppt/notesSlides/notesSlide2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4" name="PlaceHolder 1"/>
          <p:cNvSpPr>
            <a:spLocks noGrp="1"/>
          </p:cNvSpPr>
          <p:nvPr>
            <p:ph type="sldImg"/>
          </p:nvPr>
        </p:nvSpPr>
        <p:spPr>
          <a:xfrm>
            <a:off x="1181160" y="698400"/>
            <a:ext cx="4648320" cy="3486240"/>
          </a:xfrm>
          <a:prstGeom prst="rect">
            <a:avLst/>
          </a:prstGeom>
          <a:ln w="0">
            <a:noFill/>
          </a:ln>
        </p:spPr>
      </p:sp>
      <p:sp>
        <p:nvSpPr>
          <p:cNvPr id="185" name="PlaceHolder 2"/>
          <p:cNvSpPr>
            <a:spLocks noGrp="1"/>
          </p:cNvSpPr>
          <p:nvPr>
            <p:ph type="body"/>
          </p:nvPr>
        </p:nvSpPr>
        <p:spPr>
          <a:xfrm>
            <a:off x="701280" y="4416120"/>
            <a:ext cx="5607000" cy="4181400"/>
          </a:xfrm>
          <a:prstGeom prst="rect">
            <a:avLst/>
          </a:prstGeom>
          <a:noFill/>
          <a:ln w="0">
            <a:noFill/>
          </a:ln>
        </p:spPr>
        <p:txBody>
          <a:bodyPr lIns="93240" rIns="93240" tIns="46440" bIns="46440" anchor="t">
            <a:noAutofit/>
          </a:bodyPr>
          <a:p>
            <a:pPr indent="0">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trike="noStrike" u="none">
                <a:solidFill>
                  <a:srgbClr val="000000"/>
                </a:solidFill>
                <a:effectLst/>
                <a:uFillTx/>
                <a:latin typeface="Calibri"/>
              </a:rPr>
              <a:t>In RDA making the reciprocal 5XX on the opposite NAR is not required – especially in the case of Employer/Employee relationships.  A best practice would be to add the 373 to NAR instead of a 510 to the personal name NAR to show the relationship– this is cataloger judgment.  </a:t>
            </a:r>
            <a:endParaRPr b="0" lang="en-IN" sz="1600" strike="noStrike" u="none">
              <a:solidFill>
                <a:srgbClr val="000000"/>
              </a:solidFill>
              <a:effectLst/>
              <a:uFillTx/>
              <a:latin typeface="Calibri"/>
            </a:endParaRPr>
          </a:p>
          <a:p>
            <a:pPr indent="0">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trike="noStrike" u="none">
                <a:solidFill>
                  <a:srgbClr val="000000"/>
                </a:solidFill>
                <a:effectLst/>
                <a:uFillTx/>
                <a:latin typeface="Calibri"/>
              </a:rPr>
              <a:t>Consider that in  the case of a musical group, architectural firm or other corporate body that has 6 or 7 prominent members showing a reciprocal relationship to those persons may be acceptable, but for a large institution that has hundreds/thousands of employees it would be best practice to not make those relationships in the NAR.</a:t>
            </a:r>
            <a:endParaRPr b="0" lang="en-IN" sz="1600" strike="noStrike" u="none">
              <a:solidFill>
                <a:srgbClr val="000000"/>
              </a:solidFill>
              <a:effectLst/>
              <a:uFillTx/>
              <a:latin typeface="Calibri"/>
            </a:endParaRPr>
          </a:p>
        </p:txBody>
      </p:sp>
    </p:spTree>
  </p:cSld>
</p:notes>
</file>

<file path=ppt/notesSlides/notesSlide2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6" name="PlaceHolder 1"/>
          <p:cNvSpPr>
            <a:spLocks noGrp="1"/>
          </p:cNvSpPr>
          <p:nvPr>
            <p:ph type="sldImg"/>
          </p:nvPr>
        </p:nvSpPr>
        <p:spPr>
          <a:xfrm>
            <a:off x="1181160" y="698400"/>
            <a:ext cx="4648320" cy="3486240"/>
          </a:xfrm>
          <a:prstGeom prst="rect">
            <a:avLst/>
          </a:prstGeom>
          <a:ln w="0">
            <a:noFill/>
          </a:ln>
        </p:spPr>
      </p:sp>
      <p:sp>
        <p:nvSpPr>
          <p:cNvPr id="187" name="PlaceHolder 2"/>
          <p:cNvSpPr>
            <a:spLocks noGrp="1"/>
          </p:cNvSpPr>
          <p:nvPr>
            <p:ph type="body"/>
          </p:nvPr>
        </p:nvSpPr>
        <p:spPr>
          <a:xfrm>
            <a:off x="701280" y="4416120"/>
            <a:ext cx="5607000" cy="4181400"/>
          </a:xfrm>
          <a:prstGeom prst="rect">
            <a:avLst/>
          </a:prstGeom>
          <a:noFill/>
          <a:ln w="0">
            <a:noFill/>
          </a:ln>
        </p:spPr>
        <p:txBody>
          <a:bodyPr lIns="93240" rIns="93240" tIns="46440" bIns="4644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Calibri"/>
              </a:rPr>
              <a:t>So now your saying – I ain’t scared of no relationship designator - but look at this NAR and at the corporate body relationships to other corporate bodies shown here and note the complexity.  Me, I prefer the simple earlier/later, but if an institution has the need and time for catalogers to show all these relationships, the use of Appendix K facilitates  this – so just be aware of the possibilities.</a:t>
            </a:r>
            <a:endParaRPr b="0" lang="en-IN" sz="1200" strike="noStrike" u="none">
              <a:solidFill>
                <a:srgbClr val="000000"/>
              </a:solidFill>
              <a:effectLst/>
              <a:uFillTx/>
              <a:latin typeface="Calibri"/>
            </a:endParaRPr>
          </a:p>
        </p:txBody>
      </p:sp>
    </p:spTree>
  </p:cSld>
</p:notes>
</file>

<file path=ppt/notesSlides/notesSlide2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8" name="PlaceHolder 1"/>
          <p:cNvSpPr>
            <a:spLocks noGrp="1"/>
          </p:cNvSpPr>
          <p:nvPr>
            <p:ph type="sldImg"/>
          </p:nvPr>
        </p:nvSpPr>
        <p:spPr>
          <a:xfrm>
            <a:off x="1181160" y="698400"/>
            <a:ext cx="4648320" cy="3486240"/>
          </a:xfrm>
          <a:prstGeom prst="rect">
            <a:avLst/>
          </a:prstGeom>
          <a:ln w="0">
            <a:noFill/>
          </a:ln>
        </p:spPr>
      </p:sp>
      <p:sp>
        <p:nvSpPr>
          <p:cNvPr id="189" name="PlaceHolder 2"/>
          <p:cNvSpPr>
            <a:spLocks noGrp="1"/>
          </p:cNvSpPr>
          <p:nvPr>
            <p:ph type="body"/>
          </p:nvPr>
        </p:nvSpPr>
        <p:spPr>
          <a:xfrm>
            <a:off x="701280" y="4416120"/>
            <a:ext cx="5607000" cy="4181400"/>
          </a:xfrm>
          <a:prstGeom prst="rect">
            <a:avLst/>
          </a:prstGeom>
          <a:noFill/>
          <a:ln w="0">
            <a:noFill/>
          </a:ln>
        </p:spPr>
        <p:txBody>
          <a:bodyPr lIns="93240" rIns="93240" tIns="46440" bIns="4644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Calibri"/>
              </a:rPr>
              <a:t>Before we wrap up - I want to quickly show you an example of using terms from Appendix J in NARs for works and expressions – Here is an example of using a relationship designator for Related Works (Work to Work relationship) – The Motion picture is a work and the term used shows its relationship to the opera by Auber.  Notice also the 046 subfield $k the date of the creation of the work and the 380 added to show Form of the work. </a:t>
            </a:r>
            <a:endParaRPr b="0" lang="en-IN" sz="1200" strike="noStrike" u="none">
              <a:solidFill>
                <a:srgbClr val="000000"/>
              </a:solidFill>
              <a:effectLst/>
              <a:uFillTx/>
              <a:latin typeface="Calibri"/>
            </a:endParaRPr>
          </a:p>
        </p:txBody>
      </p:sp>
    </p:spTree>
  </p:cSld>
</p:notes>
</file>

<file path=ppt/notesSlides/notesSlide2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0" name="PlaceHolder 1"/>
          <p:cNvSpPr>
            <a:spLocks noGrp="1"/>
          </p:cNvSpPr>
          <p:nvPr>
            <p:ph type="sldImg"/>
          </p:nvPr>
        </p:nvSpPr>
        <p:spPr>
          <a:xfrm>
            <a:off x="1181160" y="698400"/>
            <a:ext cx="4648320" cy="3486240"/>
          </a:xfrm>
          <a:prstGeom prst="rect">
            <a:avLst/>
          </a:prstGeom>
          <a:ln w="0">
            <a:noFill/>
          </a:ln>
        </p:spPr>
      </p:sp>
      <p:sp>
        <p:nvSpPr>
          <p:cNvPr id="191" name="PlaceHolder 2"/>
          <p:cNvSpPr>
            <a:spLocks noGrp="1"/>
          </p:cNvSpPr>
          <p:nvPr>
            <p:ph type="body"/>
          </p:nvPr>
        </p:nvSpPr>
        <p:spPr>
          <a:xfrm>
            <a:off x="701280" y="4416120"/>
            <a:ext cx="5607000" cy="4181400"/>
          </a:xfrm>
          <a:prstGeom prst="rect">
            <a:avLst/>
          </a:prstGeom>
          <a:noFill/>
          <a:ln w="0">
            <a:noFill/>
          </a:ln>
        </p:spPr>
        <p:txBody>
          <a:bodyPr lIns="93240" rIns="93240" tIns="46440" bIns="4644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Calibri"/>
              </a:rPr>
              <a:t>This is of course reciprocal on the Name/Title NAR for the work and in this case the term is Adapted as a motion picture (work):  and again notice the 046 this time for the creation of the opera based on when it was first performed.    These are the same relationships you might make in the bibliographic record but they can also be made in NARs.</a:t>
            </a:r>
            <a:endParaRPr b="0" lang="en-IN" sz="1200" strike="noStrike" u="none">
              <a:solidFill>
                <a:srgbClr val="000000"/>
              </a:solidFill>
              <a:effectLst/>
              <a:uFillTx/>
              <a:latin typeface="Calibri"/>
            </a:endParaRPr>
          </a:p>
        </p:txBody>
      </p:sp>
    </p:spTree>
  </p:cSld>
</p:notes>
</file>

<file path=ppt/notesSlides/notesSlide2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2" name="6 Marcador de número de diapositiva"/>
          <p:cNvSpPr/>
          <p:nvPr/>
        </p:nvSpPr>
        <p:spPr>
          <a:xfrm>
            <a:off x="3970440" y="8831160"/>
            <a:ext cx="3038400" cy="463680"/>
          </a:xfrm>
          <a:prstGeom prst="rect">
            <a:avLst/>
          </a:prstGeom>
          <a:noFill/>
          <a:ln w="0">
            <a:noFill/>
          </a:ln>
        </p:spPr>
        <p:style>
          <a:lnRef idx="0"/>
          <a:fillRef idx="0"/>
          <a:effectRef idx="0"/>
          <a:fontRef idx="minor"/>
        </p:style>
        <p:txBody>
          <a:bodyPr lIns="93240" rIns="93240" tIns="46440" bIns="46440" anchor="b">
            <a:noAutofit/>
          </a:bodyPr>
          <a:p>
            <a:pPr algn="r">
              <a:lnSpc>
                <a:spcPct val="100000"/>
              </a:lnSpc>
              <a:tabLst>
                <a:tab algn="l" pos="0"/>
                <a:tab algn="l" pos="930240"/>
                <a:tab algn="l" pos="1860480"/>
                <a:tab algn="l" pos="2790720"/>
                <a:tab algn="l" pos="3720960"/>
                <a:tab algn="l" pos="4651200"/>
                <a:tab algn="l" pos="5581800"/>
                <a:tab algn="l" pos="6512040"/>
                <a:tab algn="l" pos="7442280"/>
                <a:tab algn="l" pos="8372520"/>
                <a:tab algn="l" pos="9302760"/>
                <a:tab algn="l" pos="10233000"/>
              </a:tabLst>
            </a:pPr>
            <a:fld id="{1A165310-1B08-4EA0-B31C-EB73E72707EF}" type="slidenum">
              <a:rPr b="0" lang="es-MX" sz="1200" strike="noStrike" u="none">
                <a:solidFill>
                  <a:srgbClr val="000000"/>
                </a:solidFill>
                <a:effectLst/>
                <a:uFillTx/>
                <a:latin typeface="Arial"/>
              </a:rPr>
              <a:t>&lt;number&gt;</a:t>
            </a:fld>
            <a:endParaRPr b="0" i="1" lang="en-IN" sz="1200" strike="noStrike" u="none">
              <a:solidFill>
                <a:srgbClr val="000000"/>
              </a:solidFill>
              <a:effectLst/>
              <a:uFillTx/>
              <a:latin typeface="Calibri"/>
            </a:endParaRPr>
          </a:p>
        </p:txBody>
      </p:sp>
      <p:sp>
        <p:nvSpPr>
          <p:cNvPr id="193" name="6 Marcador de número de diapositiva"/>
          <p:cNvSpPr/>
          <p:nvPr/>
        </p:nvSpPr>
        <p:spPr>
          <a:xfrm>
            <a:off x="3970440" y="8831160"/>
            <a:ext cx="3038400" cy="463680"/>
          </a:xfrm>
          <a:prstGeom prst="rect">
            <a:avLst/>
          </a:prstGeom>
          <a:noFill/>
          <a:ln w="0">
            <a:noFill/>
          </a:ln>
        </p:spPr>
        <p:style>
          <a:lnRef idx="0"/>
          <a:fillRef idx="0"/>
          <a:effectRef idx="0"/>
          <a:fontRef idx="minor"/>
        </p:style>
        <p:txBody>
          <a:bodyPr lIns="93240" rIns="93240" tIns="46440" bIns="46440" anchor="b">
            <a:noAutofit/>
          </a:bodyPr>
          <a:p>
            <a:pPr algn="r">
              <a:lnSpc>
                <a:spcPct val="100000"/>
              </a:lnSpc>
              <a:tabLst>
                <a:tab algn="l" pos="0"/>
                <a:tab algn="l" pos="930240"/>
                <a:tab algn="l" pos="1860480"/>
                <a:tab algn="l" pos="2790720"/>
                <a:tab algn="l" pos="3720960"/>
                <a:tab algn="l" pos="4651200"/>
                <a:tab algn="l" pos="5581800"/>
                <a:tab algn="l" pos="6512040"/>
                <a:tab algn="l" pos="7442280"/>
                <a:tab algn="l" pos="8372520"/>
                <a:tab algn="l" pos="9302760"/>
                <a:tab algn="l" pos="10233000"/>
              </a:tabLst>
            </a:pPr>
            <a:fld id="{E761DD61-81C1-45AD-A904-D75FCCD5DAED}" type="slidenum">
              <a:rPr b="0" lang="es-MX" sz="1200" strike="noStrike" u="none">
                <a:solidFill>
                  <a:srgbClr val="000000"/>
                </a:solidFill>
                <a:effectLst/>
                <a:uFillTx/>
                <a:latin typeface="Arial"/>
              </a:rPr>
              <a:t>&lt;number&gt;</a:t>
            </a:fld>
            <a:endParaRPr b="0" i="1" lang="en-IN" sz="1200" strike="noStrike" u="none">
              <a:solidFill>
                <a:srgbClr val="000000"/>
              </a:solidFill>
              <a:effectLst/>
              <a:uFillTx/>
              <a:latin typeface="Calibri"/>
            </a:endParaRPr>
          </a:p>
        </p:txBody>
      </p:sp>
      <p:sp>
        <p:nvSpPr>
          <p:cNvPr id="194" name="PlaceHolder 1"/>
          <p:cNvSpPr>
            <a:spLocks noGrp="1"/>
          </p:cNvSpPr>
          <p:nvPr>
            <p:ph type="sldImg"/>
          </p:nvPr>
        </p:nvSpPr>
        <p:spPr>
          <a:xfrm>
            <a:off x="1181160" y="698400"/>
            <a:ext cx="4648320" cy="3486240"/>
          </a:xfrm>
          <a:prstGeom prst="rect">
            <a:avLst/>
          </a:prstGeom>
          <a:ln w="0">
            <a:noFill/>
          </a:ln>
        </p:spPr>
      </p:sp>
      <p:sp>
        <p:nvSpPr>
          <p:cNvPr id="195" name="PlaceHolder 2"/>
          <p:cNvSpPr>
            <a:spLocks noGrp="1"/>
          </p:cNvSpPr>
          <p:nvPr>
            <p:ph type="body"/>
          </p:nvPr>
        </p:nvSpPr>
        <p:spPr>
          <a:xfrm>
            <a:off x="701280" y="4416120"/>
            <a:ext cx="5607000" cy="4181400"/>
          </a:xfrm>
          <a:prstGeom prst="rect">
            <a:avLst/>
          </a:prstGeom>
          <a:noFill/>
          <a:ln w="0">
            <a:noFill/>
          </a:ln>
        </p:spPr>
        <p:txBody>
          <a:bodyPr lIns="93240" rIns="93240" tIns="46440" bIns="46440" anchor="t">
            <a:noAutofit/>
          </a:bodyPr>
          <a:p>
            <a:pPr indent="0">
              <a:lnSpc>
                <a:spcPct val="100000"/>
              </a:lnSpc>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Arial"/>
              </a:rPr>
              <a:t>One last example for Appendix J in the form of a quiz.  So here is the NAR for the name/title – authorized access point for the preferred title.  What could we add to this NAR?  It’s an expression so we add  1) a 336 for the type of content (field used only for expressions which this is) and 2) a 500 with the relationship designator from Appendix J for Related Expressions – Derivative Expression Relationships: Translation of – NOTICE here that you do not need to add (work) in this case because that is all it could ever be – a translation of a work so no need to repeat. </a:t>
            </a:r>
            <a:endParaRPr b="0" lang="en-IN" sz="1200" strike="noStrike" u="none">
              <a:solidFill>
                <a:srgbClr val="000000"/>
              </a:solidFill>
              <a:effectLst/>
              <a:uFillTx/>
              <a:latin typeface="Calibri"/>
            </a:endParaRPr>
          </a:p>
          <a:p>
            <a:pPr indent="0">
              <a:lnSpc>
                <a:spcPct val="100000"/>
              </a:lnSpc>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Arial"/>
              </a:rPr>
              <a:t>Note also that in this case the reciprocal NAR is not very helpful (at least in the current scenario) but perhaps in the future… – the point is that some PCC institutions are making these relationships in NARs now so you will see these in the LC/NAF.  </a:t>
            </a:r>
            <a:endParaRPr b="0" lang="en-IN" sz="1200" strike="noStrike" u="none">
              <a:solidFill>
                <a:srgbClr val="000000"/>
              </a:solidFill>
              <a:effectLst/>
              <a:uFillTx/>
              <a:latin typeface="Calibri"/>
            </a:endParaRPr>
          </a:p>
        </p:txBody>
      </p:sp>
      <p:sp>
        <p:nvSpPr>
          <p:cNvPr id="196" name="3 Marcador de número de diapositiva"/>
          <p:cNvSpPr/>
          <p:nvPr/>
        </p:nvSpPr>
        <p:spPr>
          <a:xfrm>
            <a:off x="3970440" y="8831160"/>
            <a:ext cx="3038400" cy="463680"/>
          </a:xfrm>
          <a:prstGeom prst="rect">
            <a:avLst/>
          </a:prstGeom>
          <a:noFill/>
          <a:ln w="0">
            <a:noFill/>
          </a:ln>
        </p:spPr>
        <p:style>
          <a:lnRef idx="0"/>
          <a:fillRef idx="0"/>
          <a:effectRef idx="0"/>
          <a:fontRef idx="minor"/>
        </p:style>
        <p:txBody>
          <a:bodyPr lIns="93240" rIns="93240" tIns="46440" bIns="46440" anchor="b">
            <a:noAutofit/>
          </a:bodyPr>
          <a:p>
            <a:pPr algn="r">
              <a:lnSpc>
                <a:spcPct val="100000"/>
              </a:lnSpc>
              <a:tabLst>
                <a:tab algn="l" pos="0"/>
                <a:tab algn="l" pos="939960"/>
                <a:tab algn="l" pos="1879560"/>
                <a:tab algn="l" pos="2819520"/>
                <a:tab algn="l" pos="3759120"/>
                <a:tab algn="l" pos="4699080"/>
                <a:tab algn="l" pos="5638680"/>
                <a:tab algn="l" pos="6578640"/>
                <a:tab algn="l" pos="7518240"/>
                <a:tab algn="l" pos="8458200"/>
                <a:tab algn="l" pos="9398160"/>
                <a:tab algn="l" pos="10337760"/>
              </a:tabLst>
            </a:pPr>
            <a:fld id="{25E0C1E8-12F8-41D0-9658-07256B2F01A6}" type="slidenum">
              <a:rPr b="0" lang="en-US" sz="1200" strike="noStrike" u="none">
                <a:solidFill>
                  <a:srgbClr val="000000"/>
                </a:solidFill>
                <a:effectLst/>
                <a:uFillTx/>
                <a:latin typeface="Arial"/>
              </a:rPr>
              <a:t>&lt;number&gt;</a:t>
            </a:fld>
            <a:endParaRPr b="0" i="1" lang="en-IN" sz="1200" strike="noStrike" u="none">
              <a:solidFill>
                <a:srgbClr val="000000"/>
              </a:solidFill>
              <a:effectLst/>
              <a:uFillTx/>
              <a:latin typeface="Calibri"/>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p:bg>
      <p:bgPr>
        <a:solidFill>
          <a:srgbClr val="ffffff"/>
        </a:solidFill>
      </p:bgPr>
    </p:bg>
    <p:spTree>
      <p:nvGrpSpPr>
        <p:cNvPr id="1" name=""/>
        <p:cNvGrpSpPr/>
        <p:nvPr/>
      </p:nvGrpSpPr>
      <p:grpSpPr>
        <a:xfrm>
          <a:off x="0" y="0"/>
          <a:ext cx="0" cy="0"/>
          <a:chOff x="0" y="0"/>
          <a:chExt cx="0" cy="0"/>
        </a:xfrm>
      </p:grpSpPr>
      <p:grpSp>
        <p:nvGrpSpPr>
          <p:cNvPr id="0" name="Group 2"/>
          <p:cNvGrpSpPr/>
          <p:nvPr/>
        </p:nvGrpSpPr>
        <p:grpSpPr>
          <a:xfrm>
            <a:off x="-3238560" y="0"/>
            <a:ext cx="11925360" cy="3809880"/>
            <a:chOff x="-3238560" y="0"/>
            <a:chExt cx="11925360" cy="3809880"/>
          </a:xfrm>
        </p:grpSpPr>
        <p:sp>
          <p:nvSpPr>
            <p:cNvPr id="1" name="AutoShape 3"/>
            <p:cNvSpPr/>
            <p:nvPr/>
          </p:nvSpPr>
          <p:spPr>
            <a:xfrm>
              <a:off x="-3238560" y="685800"/>
              <a:ext cx="4114800" cy="3124080"/>
            </a:xfrm>
            <a:custGeom>
              <a:avLst/>
              <a:gdLst>
                <a:gd name="GluePoint1X" fmla="*/ 82 w 64000"/>
                <a:gd name="GluePoint1Y" fmla="*/ -25 h 64000"/>
                <a:gd name="GluePoint2X" fmla="*/ 105 w 64000"/>
                <a:gd name="GluePoint2Y" fmla="*/ 0 h 64000"/>
                <a:gd name="GluePoint3X" fmla="*/ 82 w 64000"/>
                <a:gd name="GluePoint3Y" fmla="*/ 25 h 64000"/>
                <a:gd name="GluePoint4X" fmla="*/ 82 w 64000"/>
                <a:gd name="GluePoint4Y" fmla="*/ 25 h 64000"/>
                <a:gd name="GluePoint5X" fmla="*/ 82 w 64000"/>
                <a:gd name="GluePoint5Y" fmla="*/ 25 h 64000"/>
                <a:gd name="GluePoint6X" fmla="*/ 82 w 64000"/>
                <a:gd name="GluePoint6Y" fmla="*/ 25 h 64000"/>
                <a:gd name="GluePoint7X" fmla="*/ 82 w 64000"/>
                <a:gd name="GluePoint7Y" fmla="*/ -25 h 64000"/>
                <a:gd name="GluePoint8X" fmla="*/ 82 w 64000"/>
                <a:gd name="GluePoint8Y" fmla="*/ -25 h 64000"/>
                <a:gd name="GluePoint9X" fmla="*/ 82 w 64000"/>
                <a:gd name="GluePoint9Y" fmla="*/ -25 h 6400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Lst>
              <a:rect l="l" t="t" r="r" b="b"/>
              <a:pathLst>
                <a:path w="64000" h="64000">
                  <a:moveTo>
                    <a:pt x="-15240" y="5746"/>
                  </a:moveTo>
                  <a:cubicBezTo>
                    <a:pt x="-6654" y="11730"/>
                    <a:pt x="-1536" y="21534"/>
                    <a:pt x="-1536" y="32000"/>
                  </a:cubicBezTo>
                  <a:cubicBezTo>
                    <a:pt x="-1536" y="-23071"/>
                    <a:pt x="-6654" y="-13267"/>
                    <a:pt x="-15240" y="-7283"/>
                  </a:cubicBezTo>
                  <a:cubicBezTo>
                    <a:pt x="-15240" y="-7283"/>
                    <a:pt x="-15240" y="-7283"/>
                    <a:pt x="-15241" y="-7283"/>
                  </a:cubicBezTo>
                  <a:lnTo>
                    <a:pt x="-15240" y="-7282"/>
                  </a:lnTo>
                  <a:lnTo>
                    <a:pt x="-15240" y="5746"/>
                  </a:lnTo>
                  <a:lnTo>
                    <a:pt x="-15241" y="5746"/>
                  </a:lnTo>
                  <a:cubicBezTo>
                    <a:pt x="-15240" y="5746"/>
                    <a:pt x="-15240" y="5746"/>
                    <a:pt x="-15240" y="5746"/>
                  </a:cubicBezTo>
                  <a:close/>
                </a:path>
              </a:pathLst>
            </a:custGeom>
            <a:solidFill>
              <a:srgbClr val="99cccc"/>
            </a:solidFill>
            <a:ln w="0">
              <a:noFill/>
            </a:ln>
          </p:spPr>
          <p:style>
            <a:lnRef idx="0"/>
            <a:fillRef idx="0"/>
            <a:effectRef idx="0"/>
            <a:fontRef idx="minor"/>
          </p:style>
          <p:txBody>
            <a:bodyPr lIns="90000" rIns="90000" tIns="46800" bIns="46800" anchor="t">
              <a:noAutofit/>
            </a:bodyPr>
            <a:p>
              <a:endParaRPr b="0" i="1" lang="en-IN" sz="1600" strike="noStrike" u="none">
                <a:solidFill>
                  <a:srgbClr val="000000"/>
                </a:solidFill>
                <a:effectLst/>
                <a:uFillTx/>
                <a:latin typeface="Calibri"/>
              </a:endParaRPr>
            </a:p>
          </p:txBody>
        </p:sp>
        <p:sp>
          <p:nvSpPr>
            <p:cNvPr id="2" name="AutoShape 4"/>
            <p:cNvSpPr/>
            <p:nvPr/>
          </p:nvSpPr>
          <p:spPr>
            <a:xfrm>
              <a:off x="-2425680" y="0"/>
              <a:ext cx="3093840" cy="3154320"/>
            </a:xfrm>
            <a:custGeom>
              <a:avLst/>
              <a:gdLst>
                <a:gd name="GluePoint1X" fmla="*/ 46 w 64000"/>
                <a:gd name="GluePoint1Y" fmla="*/ -25 h 64000"/>
                <a:gd name="GluePoint2X" fmla="*/ 59 w 64000"/>
                <a:gd name="GluePoint2Y" fmla="*/ 0 h 64000"/>
                <a:gd name="GluePoint3X" fmla="*/ 46 w 64000"/>
                <a:gd name="GluePoint3Y" fmla="*/ 25 h 64000"/>
                <a:gd name="GluePoint4X" fmla="*/ 46 w 64000"/>
                <a:gd name="GluePoint4Y" fmla="*/ 25 h 64000"/>
                <a:gd name="GluePoint5X" fmla="*/ 46 w 64000"/>
                <a:gd name="GluePoint5Y" fmla="*/ 25 h 64000"/>
                <a:gd name="GluePoint6X" fmla="*/ 46 w 64000"/>
                <a:gd name="GluePoint6Y" fmla="*/ 25 h 64000"/>
                <a:gd name="GluePoint7X" fmla="*/ 46 w 64000"/>
                <a:gd name="GluePoint7Y" fmla="*/ -25 h 64000"/>
                <a:gd name="GluePoint8X" fmla="*/ 46 w 64000"/>
                <a:gd name="GluePoint8Y" fmla="*/ -25 h 64000"/>
                <a:gd name="GluePoint9X" fmla="*/ 46 w 64000"/>
                <a:gd name="GluePoint9Y" fmla="*/ -25 h 6400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Lst>
              <a:rect l="l" t="t" r="r" b="b"/>
              <a:pathLst>
                <a:path w="64000" h="64000">
                  <a:moveTo>
                    <a:pt x="-15459" y="5595"/>
                  </a:moveTo>
                  <a:cubicBezTo>
                    <a:pt x="-6746" y="11560"/>
                    <a:pt x="-1536" y="21440"/>
                    <a:pt x="-1536" y="32000"/>
                  </a:cubicBezTo>
                  <a:cubicBezTo>
                    <a:pt x="-1536" y="-22977"/>
                    <a:pt x="-6746" y="-13097"/>
                    <a:pt x="-15459" y="-7132"/>
                  </a:cubicBezTo>
                  <a:cubicBezTo>
                    <a:pt x="-15459" y="-7132"/>
                    <a:pt x="-15459" y="-7132"/>
                    <a:pt x="-15460" y="-7132"/>
                  </a:cubicBezTo>
                  <a:lnTo>
                    <a:pt x="-15459" y="-7131"/>
                  </a:lnTo>
                  <a:lnTo>
                    <a:pt x="-15459" y="5595"/>
                  </a:lnTo>
                  <a:lnTo>
                    <a:pt x="-15460" y="5595"/>
                  </a:lnTo>
                  <a:cubicBezTo>
                    <a:pt x="-15459" y="5595"/>
                    <a:pt x="-15459" y="5595"/>
                    <a:pt x="-15459" y="5595"/>
                  </a:cubicBezTo>
                  <a:close/>
                </a:path>
              </a:pathLst>
            </a:custGeom>
            <a:solidFill>
              <a:srgbClr val="006666"/>
            </a:solidFill>
            <a:ln w="0">
              <a:noFill/>
            </a:ln>
          </p:spPr>
          <p:style>
            <a:lnRef idx="0"/>
            <a:fillRef idx="0"/>
            <a:effectRef idx="0"/>
            <a:fontRef idx="minor"/>
          </p:style>
          <p:txBody>
            <a:bodyPr lIns="90000" rIns="90000" tIns="46800" bIns="46800" anchor="t">
              <a:noAutofit/>
            </a:bodyPr>
            <a:p>
              <a:endParaRPr b="0" i="1" lang="en-IN" sz="1600" strike="noStrike" u="none">
                <a:solidFill>
                  <a:srgbClr val="000000"/>
                </a:solidFill>
                <a:effectLst/>
                <a:uFillTx/>
                <a:latin typeface="Calibri"/>
              </a:endParaRPr>
            </a:p>
          </p:txBody>
        </p:sp>
        <p:sp>
          <p:nvSpPr>
            <p:cNvPr id="3" name="Line 5"/>
            <p:cNvSpPr/>
            <p:nvPr/>
          </p:nvSpPr>
          <p:spPr>
            <a:xfrm>
              <a:off x="1371600" y="1523880"/>
              <a:ext cx="7315200" cy="0"/>
            </a:xfrm>
            <a:prstGeom prst="line">
              <a:avLst/>
            </a:prstGeom>
            <a:ln w="12600">
              <a:solidFill>
                <a:srgbClr val="000000"/>
              </a:solidFill>
              <a:miter/>
            </a:ln>
          </p:spPr>
          <p:style>
            <a:lnRef idx="0"/>
            <a:fillRef idx="0"/>
            <a:effectRef idx="0"/>
            <a:fontRef idx="minor"/>
          </p:style>
          <p:txBody>
            <a:bodyPr lIns="90000" rIns="90000" tIns="-46800" bIns="-46800" anchor="t">
              <a:noAutofit/>
            </a:bodyPr>
            <a:p>
              <a:endParaRPr b="0" i="1" lang="en-IN" sz="1600" strike="noStrike" u="none">
                <a:solidFill>
                  <a:srgbClr val="000000"/>
                </a:solidFill>
                <a:effectLst/>
                <a:uFillTx/>
                <a:latin typeface="Calibri"/>
              </a:endParaRPr>
            </a:p>
          </p:txBody>
        </p:sp>
      </p:grpSp>
      <p:sp>
        <p:nvSpPr>
          <p:cNvPr id="4" name="PlaceHolder 1"/>
          <p:cNvSpPr>
            <a:spLocks noGrp="1"/>
          </p:cNvSpPr>
          <p:nvPr>
            <p:ph type="title"/>
          </p:nvPr>
        </p:nvSpPr>
        <p:spPr>
          <a:xfrm>
            <a:off x="1369800" y="301320"/>
            <a:ext cx="7313400" cy="1143000"/>
          </a:xfrm>
          <a:prstGeom prst="rect">
            <a:avLst/>
          </a:prstGeom>
          <a:noFill/>
          <a:ln w="0">
            <a:noFill/>
          </a:ln>
        </p:spPr>
        <p:txBody>
          <a:bodyPr lIns="90000" rIns="90000" tIns="46800" bIns="46800" anchor="b">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3600" strike="noStrike" u="none">
                <a:solidFill>
                  <a:srgbClr val="006666"/>
                </a:solidFill>
                <a:effectLst/>
                <a:uFillTx/>
                <a:latin typeface="Arial"/>
              </a:rPr>
              <a:t>Click to edit the title text format</a:t>
            </a:r>
            <a:endParaRPr b="0" lang="en-IN" sz="3600" strike="noStrike" u="none">
              <a:solidFill>
                <a:srgbClr val="006666"/>
              </a:solidFill>
              <a:effectLst/>
              <a:uFillTx/>
              <a:latin typeface="Arial"/>
            </a:endParaRPr>
          </a:p>
        </p:txBody>
      </p:sp>
      <p:sp>
        <p:nvSpPr>
          <p:cNvPr id="5" name="PlaceHolder 2"/>
          <p:cNvSpPr>
            <a:spLocks noGrp="1"/>
          </p:cNvSpPr>
          <p:nvPr>
            <p:ph type="body"/>
          </p:nvPr>
        </p:nvSpPr>
        <p:spPr>
          <a:xfrm>
            <a:off x="1369800" y="1827360"/>
            <a:ext cx="7313400" cy="4114800"/>
          </a:xfrm>
          <a:prstGeom prst="rect">
            <a:avLst/>
          </a:prstGeom>
          <a:noFill/>
          <a:ln w="0">
            <a:noFill/>
          </a:ln>
        </p:spPr>
        <p:txBody>
          <a:bodyPr lIns="90000" rIns="90000" tIns="46800" bIns="46800" anchor="t">
            <a:normAutofit/>
          </a:bodyPr>
          <a:p>
            <a:pPr marL="343080" indent="-343080">
              <a:spcBef>
                <a:spcPts val="726"/>
              </a:spcBef>
              <a:buClr>
                <a:srgbClr val="006666"/>
              </a:buClr>
              <a:buSzPct val="70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900" strike="noStrike" u="none">
                <a:solidFill>
                  <a:srgbClr val="000000"/>
                </a:solidFill>
                <a:effectLst/>
                <a:uFillTx/>
                <a:latin typeface="Verdana"/>
              </a:rPr>
              <a:t>Click to edit the outline text format</a:t>
            </a:r>
            <a:endParaRPr b="0" lang="en-IN" sz="2900" strike="noStrike" u="none">
              <a:solidFill>
                <a:srgbClr val="000000"/>
              </a:solidFill>
              <a:effectLst/>
              <a:uFillTx/>
              <a:latin typeface="Verdana"/>
            </a:endParaRPr>
          </a:p>
          <a:p>
            <a:pPr lvl="1" marL="743040" indent="-285840">
              <a:spcBef>
                <a:spcPts val="726"/>
              </a:spcBef>
              <a:buClr>
                <a:srgbClr val="99cccc"/>
              </a:buClr>
              <a:buSzPct val="70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900" strike="noStrike" u="none">
                <a:solidFill>
                  <a:srgbClr val="000000"/>
                </a:solidFill>
                <a:effectLst/>
                <a:uFillTx/>
                <a:latin typeface="Verdana"/>
              </a:rPr>
              <a:t>Second Outline Level</a:t>
            </a:r>
            <a:endParaRPr b="0" lang="en-IN" sz="2900" strike="noStrike" u="none">
              <a:solidFill>
                <a:srgbClr val="000000"/>
              </a:solidFill>
              <a:effectLst/>
              <a:uFillTx/>
              <a:latin typeface="Verdana"/>
            </a:endParaRPr>
          </a:p>
          <a:p>
            <a:pPr lvl="2" marL="1143000" indent="-228600">
              <a:spcBef>
                <a:spcPts val="726"/>
              </a:spcBef>
              <a:buClr>
                <a:srgbClr val="006666"/>
              </a:buClr>
              <a:buSzPct val="6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900" strike="noStrike" u="none">
                <a:solidFill>
                  <a:srgbClr val="000000"/>
                </a:solidFill>
                <a:effectLst/>
                <a:uFillTx/>
                <a:latin typeface="Verdana"/>
              </a:rPr>
              <a:t>Third Outline Level</a:t>
            </a:r>
            <a:endParaRPr b="0" lang="en-IN" sz="2900" strike="noStrike" u="none">
              <a:solidFill>
                <a:srgbClr val="000000"/>
              </a:solidFill>
              <a:effectLst/>
              <a:uFillTx/>
              <a:latin typeface="Verdana"/>
            </a:endParaRPr>
          </a:p>
          <a:p>
            <a:pPr lvl="3" marL="1600200" indent="-228600">
              <a:spcBef>
                <a:spcPts val="726"/>
              </a:spcBef>
              <a:buClr>
                <a:srgbClr val="99cccc"/>
              </a:buClr>
              <a:buSzPct val="70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900" strike="noStrike" u="none">
                <a:solidFill>
                  <a:srgbClr val="000000"/>
                </a:solidFill>
                <a:effectLst/>
                <a:uFillTx/>
                <a:latin typeface="Verdana"/>
              </a:rPr>
              <a:t>Fourth Outline Level</a:t>
            </a:r>
            <a:endParaRPr b="0" lang="en-IN" sz="2900" strike="noStrike" u="none">
              <a:solidFill>
                <a:srgbClr val="000000"/>
              </a:solidFill>
              <a:effectLst/>
              <a:uFillTx/>
              <a:latin typeface="Verdana"/>
            </a:endParaRPr>
          </a:p>
          <a:p>
            <a:pPr lvl="4" marL="2057400" indent="-228600">
              <a:spcBef>
                <a:spcPts val="726"/>
              </a:spcBef>
              <a:buClr>
                <a:srgbClr val="006666"/>
              </a:buClr>
              <a:buSzPct val="60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900" strike="noStrike" u="none">
                <a:solidFill>
                  <a:srgbClr val="000000"/>
                </a:solidFill>
                <a:effectLst/>
                <a:uFillTx/>
                <a:latin typeface="Verdana"/>
              </a:rPr>
              <a:t>Fifth Outline Level</a:t>
            </a:r>
            <a:endParaRPr b="0" lang="en-IN" sz="2900" strike="noStrike" u="none">
              <a:solidFill>
                <a:srgbClr val="000000"/>
              </a:solidFill>
              <a:effectLst/>
              <a:uFillTx/>
              <a:latin typeface="Verdana"/>
            </a:endParaRPr>
          </a:p>
          <a:p>
            <a:pPr lvl="5" marL="2057400" indent="-228600">
              <a:spcBef>
                <a:spcPts val="726"/>
              </a:spcBef>
              <a:buClr>
                <a:srgbClr val="000000"/>
              </a:buClr>
              <a:buSzPct val="60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900" strike="noStrike" u="none">
                <a:solidFill>
                  <a:srgbClr val="000000"/>
                </a:solidFill>
                <a:effectLst/>
                <a:uFillTx/>
                <a:latin typeface="Verdana"/>
              </a:rPr>
              <a:t>Sixth Outline Level</a:t>
            </a:r>
            <a:endParaRPr b="0" lang="en-IN" sz="2900" strike="noStrike" u="none">
              <a:solidFill>
                <a:srgbClr val="000000"/>
              </a:solidFill>
              <a:effectLst/>
              <a:uFillTx/>
              <a:latin typeface="Verdana"/>
            </a:endParaRPr>
          </a:p>
          <a:p>
            <a:pPr lvl="6" marL="2057400" indent="-228600">
              <a:spcBef>
                <a:spcPts val="726"/>
              </a:spcBef>
              <a:buClr>
                <a:srgbClr val="000000"/>
              </a:buClr>
              <a:buSzPct val="60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900" strike="noStrike" u="none">
                <a:solidFill>
                  <a:srgbClr val="000000"/>
                </a:solidFill>
                <a:effectLst/>
                <a:uFillTx/>
                <a:latin typeface="Verdana"/>
              </a:rPr>
              <a:t>Seventh Outline Level</a:t>
            </a:r>
            <a:endParaRPr b="0" lang="en-IN" sz="2900" strike="noStrike" u="none">
              <a:solidFill>
                <a:srgbClr val="000000"/>
              </a:solidFill>
              <a:effectLst/>
              <a:uFillTx/>
              <a:latin typeface="Verdana"/>
            </a:endParaRPr>
          </a:p>
        </p:txBody>
      </p:sp>
      <p:sp>
        <p:nvSpPr>
          <p:cNvPr id="6" name="PlaceHolder 3"/>
          <p:cNvSpPr>
            <a:spLocks noGrp="1"/>
          </p:cNvSpPr>
          <p:nvPr>
            <p:ph type="dt" idx="1"/>
          </p:nvPr>
        </p:nvSpPr>
        <p:spPr>
          <a:xfrm>
            <a:off x="456840" y="6248520"/>
            <a:ext cx="2133720" cy="457200"/>
          </a:xfrm>
          <a:prstGeom prst="rect">
            <a:avLst/>
          </a:prstGeom>
          <a:noFill/>
          <a:ln w="0">
            <a:noFill/>
          </a:ln>
        </p:spPr>
        <p:txBody>
          <a:bodyPr lIns="90000" rIns="90000" tIns="46800" bIns="46800" anchor="b">
            <a:noAutofit/>
          </a:bodyPr>
          <a:lstStyle>
            <a:lvl1pPr indent="0">
              <a:lnSpc>
                <a:spcPct val="10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defRPr b="0" lang="en-US" sz="1200" strike="noStrike" u="none">
                <a:solidFill>
                  <a:srgbClr val="000000"/>
                </a:solidFill>
                <a:effectLst/>
                <a:uFillTx/>
                <a:latin typeface="Verdana"/>
              </a:defRPr>
            </a:lvl1pPr>
          </a:lstStyle>
          <a:p>
            <a:pPr indent="0">
              <a:lnSpc>
                <a:spcPct val="10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DE022467-4FDE-4CD9-B6FB-C363E520DC30}" type="datetime">
              <a:rPr b="0" lang="en-US" sz="1200" strike="noStrike" u="none">
                <a:solidFill>
                  <a:srgbClr val="000000"/>
                </a:solidFill>
                <a:effectLst/>
                <a:uFillTx/>
                <a:latin typeface="Verdana"/>
              </a:rPr>
              <a:t>06/03/25</a:t>
            </a:fld>
            <a:endParaRPr b="0" i="1" lang="en-IN" sz="1200" strike="noStrike" u="none">
              <a:solidFill>
                <a:srgbClr val="000000"/>
              </a:solidFill>
              <a:effectLst/>
              <a:uFillTx/>
              <a:latin typeface="Calibri"/>
            </a:endParaRPr>
          </a:p>
        </p:txBody>
      </p:sp>
      <p:sp>
        <p:nvSpPr>
          <p:cNvPr id="7" name="PlaceHolder 4"/>
          <p:cNvSpPr>
            <a:spLocks noGrp="1"/>
          </p:cNvSpPr>
          <p:nvPr>
            <p:ph type="ftr" idx="2"/>
          </p:nvPr>
        </p:nvSpPr>
        <p:spPr>
          <a:xfrm>
            <a:off x="3124080" y="6248520"/>
            <a:ext cx="2895840" cy="457200"/>
          </a:xfrm>
          <a:prstGeom prst="rect">
            <a:avLst/>
          </a:prstGeom>
          <a:noFill/>
          <a:ln w="0">
            <a:noFill/>
          </a:ln>
        </p:spPr>
        <p:txBody>
          <a:bodyPr lIns="90000" rIns="90000" tIns="46800" bIns="46800" anchor="b">
            <a:noAutofit/>
          </a:bodyPr>
          <a:lstStyle>
            <a:lvl1pPr indent="0" algn="ctr">
              <a:lnSpc>
                <a:spcPct val="10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defRPr b="0" lang="en-US" sz="1200" strike="noStrike" u="none">
                <a:solidFill>
                  <a:srgbClr val="000000"/>
                </a:solidFill>
                <a:effectLst/>
                <a:uFillTx/>
                <a:latin typeface="Verdana"/>
              </a:defRPr>
            </a:lvl1pPr>
          </a:lstStyle>
          <a:p>
            <a:pPr indent="0" algn="ctr">
              <a:lnSpc>
                <a:spcPct val="10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Verdana"/>
              </a:rPr>
              <a:t>&lt;footer&gt;</a:t>
            </a:r>
            <a:endParaRPr b="0" i="1" lang="en-IN" sz="1200" strike="noStrike" u="none">
              <a:solidFill>
                <a:srgbClr val="000000"/>
              </a:solidFill>
              <a:effectLst/>
              <a:uFillTx/>
              <a:latin typeface="Calibri"/>
            </a:endParaRPr>
          </a:p>
        </p:txBody>
      </p:sp>
      <p:sp>
        <p:nvSpPr>
          <p:cNvPr id="8" name="PlaceHolder 5"/>
          <p:cNvSpPr>
            <a:spLocks noGrp="1"/>
          </p:cNvSpPr>
          <p:nvPr>
            <p:ph type="sldNum" idx="3"/>
          </p:nvPr>
        </p:nvSpPr>
        <p:spPr>
          <a:xfrm>
            <a:off x="6552720" y="6248520"/>
            <a:ext cx="2133720" cy="457200"/>
          </a:xfrm>
          <a:prstGeom prst="rect">
            <a:avLst/>
          </a:prstGeom>
          <a:noFill/>
          <a:ln w="0">
            <a:noFill/>
          </a:ln>
        </p:spPr>
        <p:txBody>
          <a:bodyPr lIns="90000" rIns="90000" tIns="46800" bIns="46800" anchor="b">
            <a:noAutofit/>
          </a:bodyPr>
          <a:lstStyle>
            <a:lvl1pPr indent="0" algn="r">
              <a:lnSpc>
                <a:spcPct val="10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defRPr b="0" lang="en-US" sz="1200" strike="noStrike" u="none">
                <a:solidFill>
                  <a:srgbClr val="000000"/>
                </a:solidFill>
                <a:effectLst/>
                <a:uFillTx/>
                <a:latin typeface="Verdana"/>
              </a:defRPr>
            </a:lvl1pPr>
          </a:lstStyle>
          <a:p>
            <a:pPr indent="0" algn="r">
              <a:lnSpc>
                <a:spcPct val="10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039C34B8-A25D-482C-A506-FB16FCA69251}" type="slidenum">
              <a:rPr b="0" lang="en-US" sz="1200" strike="noStrike" u="none">
                <a:solidFill>
                  <a:srgbClr val="000000"/>
                </a:solidFill>
                <a:effectLst/>
                <a:uFillTx/>
                <a:latin typeface="Verdana"/>
              </a:rPr>
              <a:t>&lt;number&gt;</a:t>
            </a:fld>
            <a:endParaRPr b="0" i="1" lang="en-IN" sz="1200" strike="noStrike" u="none">
              <a:solidFill>
                <a:srgbClr val="000000"/>
              </a:solidFill>
              <a:effectLst/>
              <a:uFillTx/>
              <a:latin typeface="Calibri"/>
            </a:endParaRP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1">
    <p:bg>
      <p:bgPr>
        <a:solidFill>
          <a:srgbClr val="ffffff"/>
        </a:solidFill>
      </p:bgPr>
    </p:bg>
    <p:spTree>
      <p:nvGrpSpPr>
        <p:cNvPr id="1" name=""/>
        <p:cNvGrpSpPr/>
        <p:nvPr/>
      </p:nvGrpSpPr>
      <p:grpSpPr>
        <a:xfrm>
          <a:off x="0" y="0"/>
          <a:ext cx="0" cy="0"/>
          <a:chOff x="0" y="0"/>
          <a:chExt cx="0" cy="0"/>
        </a:xfrm>
      </p:grpSpPr>
      <p:grpSp>
        <p:nvGrpSpPr>
          <p:cNvPr id="18" name="Group 2"/>
          <p:cNvGrpSpPr/>
          <p:nvPr/>
        </p:nvGrpSpPr>
        <p:grpSpPr>
          <a:xfrm>
            <a:off x="-3222720" y="304920"/>
            <a:ext cx="11909520" cy="4724280"/>
            <a:chOff x="-3222720" y="304920"/>
            <a:chExt cx="11909520" cy="4724280"/>
          </a:xfrm>
        </p:grpSpPr>
        <p:sp>
          <p:nvSpPr>
            <p:cNvPr id="19" name="Line 3"/>
            <p:cNvSpPr/>
            <p:nvPr/>
          </p:nvSpPr>
          <p:spPr>
            <a:xfrm>
              <a:off x="1447920" y="2514600"/>
              <a:ext cx="7238880" cy="0"/>
            </a:xfrm>
            <a:prstGeom prst="line">
              <a:avLst/>
            </a:prstGeom>
            <a:ln w="12600">
              <a:solidFill>
                <a:srgbClr val="000000"/>
              </a:solidFill>
              <a:miter/>
            </a:ln>
          </p:spPr>
          <p:style>
            <a:lnRef idx="0"/>
            <a:fillRef idx="0"/>
            <a:effectRef idx="0"/>
            <a:fontRef idx="minor"/>
          </p:style>
          <p:txBody>
            <a:bodyPr lIns="90000" rIns="90000" tIns="-46800" bIns="-46800" anchor="t">
              <a:noAutofit/>
            </a:bodyPr>
            <a:p>
              <a:endParaRPr b="0" i="1" lang="en-IN" sz="1600" strike="noStrike" u="none">
                <a:solidFill>
                  <a:srgbClr val="000000"/>
                </a:solidFill>
                <a:effectLst/>
                <a:uFillTx/>
                <a:latin typeface="Calibri"/>
              </a:endParaRPr>
            </a:p>
          </p:txBody>
        </p:sp>
        <p:sp>
          <p:nvSpPr>
            <p:cNvPr id="11" name="AutoShape 4"/>
            <p:cNvSpPr/>
            <p:nvPr/>
          </p:nvSpPr>
          <p:spPr>
            <a:xfrm>
              <a:off x="-2514600" y="1371600"/>
              <a:ext cx="3657600" cy="3657600"/>
            </a:xfrm>
            <a:custGeom>
              <a:avLst/>
              <a:gdLst>
                <a:gd name="GluePoint1X" fmla="*/ 57 w 64000"/>
                <a:gd name="GluePoint1Y" fmla="*/ -38 h 64000"/>
                <a:gd name="GluePoint2X" fmla="*/ 83 w 64000"/>
                <a:gd name="GluePoint2Y" fmla="*/ 0 h 64000"/>
                <a:gd name="GluePoint3X" fmla="*/ 57 w 64000"/>
                <a:gd name="GluePoint3Y" fmla="*/ 38 h 64000"/>
                <a:gd name="GluePoint4X" fmla="*/ 57 w 64000"/>
                <a:gd name="GluePoint4Y" fmla="*/ 38 h 64000"/>
                <a:gd name="GluePoint5X" fmla="*/ 57 w 64000"/>
                <a:gd name="GluePoint5Y" fmla="*/ 38 h 64000"/>
                <a:gd name="GluePoint6X" fmla="*/ 57 w 64000"/>
                <a:gd name="GluePoint6Y" fmla="*/ 38 h 64000"/>
                <a:gd name="GluePoint7X" fmla="*/ 57 w 64000"/>
                <a:gd name="GluePoint7Y" fmla="*/ -38 h 64000"/>
                <a:gd name="GluePoint8X" fmla="*/ 57 w 64000"/>
                <a:gd name="GluePoint8Y" fmla="*/ -38 h 64000"/>
                <a:gd name="GluePoint9X" fmla="*/ 57 w 64000"/>
                <a:gd name="GluePoint9Y" fmla="*/ -38 h 6400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Lst>
              <a:rect l="l" t="t" r="r" b="b"/>
              <a:pathLst>
                <a:path w="64000" h="64000">
                  <a:moveTo>
                    <a:pt x="-21453" y="2368"/>
                  </a:moveTo>
                  <a:cubicBezTo>
                    <a:pt x="-9409" y="7280"/>
                    <a:pt x="-1536" y="18993"/>
                    <a:pt x="-1536" y="32000"/>
                  </a:cubicBezTo>
                  <a:cubicBezTo>
                    <a:pt x="-1536" y="-20530"/>
                    <a:pt x="-9409" y="-8817"/>
                    <a:pt x="-21453" y="-3905"/>
                  </a:cubicBezTo>
                  <a:cubicBezTo>
                    <a:pt x="-21454" y="-3905"/>
                    <a:pt x="-21454" y="-3905"/>
                    <a:pt x="-21454" y="-3905"/>
                  </a:cubicBezTo>
                  <a:lnTo>
                    <a:pt x="-21453" y="-3904"/>
                  </a:lnTo>
                  <a:lnTo>
                    <a:pt x="-21453" y="2368"/>
                  </a:lnTo>
                  <a:lnTo>
                    <a:pt x="-21454" y="2368"/>
                  </a:lnTo>
                  <a:cubicBezTo>
                    <a:pt x="-21454" y="2368"/>
                    <a:pt x="-21454" y="2368"/>
                    <a:pt x="-21453" y="2368"/>
                  </a:cubicBezTo>
                  <a:close/>
                </a:path>
              </a:pathLst>
            </a:custGeom>
            <a:solidFill>
              <a:srgbClr val="99cccc"/>
            </a:solidFill>
            <a:ln w="0">
              <a:noFill/>
            </a:ln>
          </p:spPr>
          <p:style>
            <a:lnRef idx="0"/>
            <a:fillRef idx="0"/>
            <a:effectRef idx="0"/>
            <a:fontRef idx="minor"/>
          </p:style>
          <p:txBody>
            <a:bodyPr lIns="90000" rIns="90000" tIns="46800" bIns="46800" anchor="t">
              <a:noAutofit/>
            </a:bodyPr>
            <a:p>
              <a:endParaRPr b="0" i="1" lang="en-IN" sz="1600" strike="noStrike" u="none">
                <a:solidFill>
                  <a:srgbClr val="000000"/>
                </a:solidFill>
                <a:effectLst/>
                <a:uFillTx/>
                <a:latin typeface="Calibri"/>
              </a:endParaRPr>
            </a:p>
          </p:txBody>
        </p:sp>
        <p:sp>
          <p:nvSpPr>
            <p:cNvPr id="12" name="AutoShape 5"/>
            <p:cNvSpPr/>
            <p:nvPr/>
          </p:nvSpPr>
          <p:spPr>
            <a:xfrm>
              <a:off x="-3222720" y="304920"/>
              <a:ext cx="4038840" cy="4038480"/>
            </a:xfrm>
            <a:custGeom>
              <a:avLst/>
              <a:gdLst>
                <a:gd name="GluePoint1X" fmla="*/ 81 w 64000"/>
                <a:gd name="GluePoint1Y" fmla="*/ -41 h 64000"/>
                <a:gd name="GluePoint2X" fmla="*/ 101 w 64000"/>
                <a:gd name="GluePoint2Y" fmla="*/ 0 h 64000"/>
                <a:gd name="GluePoint3X" fmla="*/ 81 w 64000"/>
                <a:gd name="GluePoint3Y" fmla="*/ 41 h 64000"/>
                <a:gd name="GluePoint4X" fmla="*/ 81 w 64000"/>
                <a:gd name="GluePoint4Y" fmla="*/ 41 h 64000"/>
                <a:gd name="GluePoint5X" fmla="*/ 81 w 64000"/>
                <a:gd name="GluePoint5Y" fmla="*/ 41 h 64000"/>
                <a:gd name="GluePoint6X" fmla="*/ 81 w 64000"/>
                <a:gd name="GluePoint6Y" fmla="*/ 41 h 64000"/>
                <a:gd name="GluePoint7X" fmla="*/ 81 w 64000"/>
                <a:gd name="GluePoint7Y" fmla="*/ -41 h 64000"/>
                <a:gd name="GluePoint8X" fmla="*/ 81 w 64000"/>
                <a:gd name="GluePoint8Y" fmla="*/ -41 h 64000"/>
                <a:gd name="GluePoint9X" fmla="*/ 81 w 64000"/>
                <a:gd name="GluePoint9Y" fmla="*/ -41 h 6400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Lst>
              <a:rect l="l" t="t" r="r" b="b"/>
              <a:pathLst>
                <a:path w="64000" h="64000">
                  <a:moveTo>
                    <a:pt x="-14542" y="6246"/>
                  </a:moveTo>
                  <a:cubicBezTo>
                    <a:pt x="-6364" y="12279"/>
                    <a:pt x="-1536" y="21837"/>
                    <a:pt x="-1536" y="32000"/>
                  </a:cubicBezTo>
                  <a:cubicBezTo>
                    <a:pt x="-1536" y="-23374"/>
                    <a:pt x="-6364" y="-13816"/>
                    <a:pt x="-14542" y="-7783"/>
                  </a:cubicBezTo>
                  <a:cubicBezTo>
                    <a:pt x="-14543" y="-7783"/>
                    <a:pt x="-14543" y="-7783"/>
                    <a:pt x="-14543" y="-7783"/>
                  </a:cubicBezTo>
                  <a:lnTo>
                    <a:pt x="-14542" y="-7782"/>
                  </a:lnTo>
                  <a:lnTo>
                    <a:pt x="-14542" y="6246"/>
                  </a:lnTo>
                  <a:lnTo>
                    <a:pt x="-14543" y="6246"/>
                  </a:lnTo>
                  <a:cubicBezTo>
                    <a:pt x="-14543" y="6246"/>
                    <a:pt x="-14543" y="6246"/>
                    <a:pt x="-14542" y="6246"/>
                  </a:cubicBezTo>
                  <a:close/>
                </a:path>
              </a:pathLst>
            </a:custGeom>
            <a:solidFill>
              <a:srgbClr val="006666"/>
            </a:solidFill>
            <a:ln w="0">
              <a:noFill/>
            </a:ln>
          </p:spPr>
          <p:style>
            <a:lnRef idx="0"/>
            <a:fillRef idx="0"/>
            <a:effectRef idx="0"/>
            <a:fontRef idx="minor"/>
          </p:style>
          <p:txBody>
            <a:bodyPr lIns="90000" rIns="90000" tIns="46800" bIns="46800" anchor="t">
              <a:noAutofit/>
            </a:bodyPr>
            <a:p>
              <a:endParaRPr b="0" i="1" lang="en-IN" sz="1600" strike="noStrike" u="none">
                <a:solidFill>
                  <a:srgbClr val="000000"/>
                </a:solidFill>
                <a:effectLst/>
                <a:uFillTx/>
                <a:latin typeface="Calibri"/>
              </a:endParaRPr>
            </a:p>
          </p:txBody>
        </p:sp>
      </p:grpSp>
      <p:sp>
        <p:nvSpPr>
          <p:cNvPr id="20" name="PlaceHolder 1"/>
          <p:cNvSpPr>
            <a:spLocks noGrp="1"/>
          </p:cNvSpPr>
          <p:nvPr>
            <p:ph type="title"/>
          </p:nvPr>
        </p:nvSpPr>
        <p:spPr>
          <a:xfrm>
            <a:off x="1369800" y="301320"/>
            <a:ext cx="7313400" cy="1143000"/>
          </a:xfrm>
          <a:prstGeom prst="rect">
            <a:avLst/>
          </a:prstGeom>
          <a:noFill/>
          <a:ln w="0">
            <a:noFill/>
          </a:ln>
        </p:spPr>
        <p:txBody>
          <a:bodyPr lIns="90000" rIns="90000" tIns="46800" bIns="46800" anchor="b">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3600" strike="noStrike" u="none">
                <a:solidFill>
                  <a:srgbClr val="006666"/>
                </a:solidFill>
                <a:effectLst/>
                <a:uFillTx/>
                <a:latin typeface="Arial"/>
              </a:rPr>
              <a:t>Click to edit the title text format</a:t>
            </a:r>
            <a:endParaRPr b="0" lang="en-IN" sz="3600" strike="noStrike" u="none">
              <a:solidFill>
                <a:srgbClr val="006666"/>
              </a:solidFill>
              <a:effectLst/>
              <a:uFillTx/>
              <a:latin typeface="Arial"/>
            </a:endParaRPr>
          </a:p>
        </p:txBody>
      </p:sp>
      <p:sp>
        <p:nvSpPr>
          <p:cNvPr id="21" name="PlaceHolder 2"/>
          <p:cNvSpPr>
            <a:spLocks noGrp="1"/>
          </p:cNvSpPr>
          <p:nvPr>
            <p:ph type="body"/>
          </p:nvPr>
        </p:nvSpPr>
        <p:spPr>
          <a:xfrm>
            <a:off x="1369800" y="1827360"/>
            <a:ext cx="7313400" cy="4114800"/>
          </a:xfrm>
          <a:prstGeom prst="rect">
            <a:avLst/>
          </a:prstGeom>
          <a:noFill/>
          <a:ln w="0">
            <a:noFill/>
          </a:ln>
        </p:spPr>
        <p:txBody>
          <a:bodyPr lIns="90000" rIns="90000" tIns="46800" bIns="46800" anchor="t">
            <a:normAutofit/>
          </a:bodyPr>
          <a:p>
            <a:pPr marL="343080" indent="-343080">
              <a:spcBef>
                <a:spcPts val="726"/>
              </a:spcBef>
              <a:buClr>
                <a:srgbClr val="006666"/>
              </a:buClr>
              <a:buSzPct val="70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900" strike="noStrike" u="none">
                <a:solidFill>
                  <a:srgbClr val="000000"/>
                </a:solidFill>
                <a:effectLst/>
                <a:uFillTx/>
                <a:latin typeface="Verdana"/>
              </a:rPr>
              <a:t>Click to edit the outline text format</a:t>
            </a:r>
            <a:endParaRPr b="0" lang="en-IN" sz="2900" strike="noStrike" u="none">
              <a:solidFill>
                <a:srgbClr val="000000"/>
              </a:solidFill>
              <a:effectLst/>
              <a:uFillTx/>
              <a:latin typeface="Verdana"/>
            </a:endParaRPr>
          </a:p>
          <a:p>
            <a:pPr lvl="1" marL="743040" indent="-285840">
              <a:spcBef>
                <a:spcPts val="726"/>
              </a:spcBef>
              <a:buClr>
                <a:srgbClr val="99cccc"/>
              </a:buClr>
              <a:buSzPct val="70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900" strike="noStrike" u="none">
                <a:solidFill>
                  <a:srgbClr val="000000"/>
                </a:solidFill>
                <a:effectLst/>
                <a:uFillTx/>
                <a:latin typeface="Verdana"/>
              </a:rPr>
              <a:t>Second Outline Level</a:t>
            </a:r>
            <a:endParaRPr b="0" lang="en-IN" sz="2900" strike="noStrike" u="none">
              <a:solidFill>
                <a:srgbClr val="000000"/>
              </a:solidFill>
              <a:effectLst/>
              <a:uFillTx/>
              <a:latin typeface="Verdana"/>
            </a:endParaRPr>
          </a:p>
          <a:p>
            <a:pPr lvl="2" marL="1143000" indent="-228600">
              <a:spcBef>
                <a:spcPts val="726"/>
              </a:spcBef>
              <a:buClr>
                <a:srgbClr val="006666"/>
              </a:buClr>
              <a:buSzPct val="6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900" strike="noStrike" u="none">
                <a:solidFill>
                  <a:srgbClr val="000000"/>
                </a:solidFill>
                <a:effectLst/>
                <a:uFillTx/>
                <a:latin typeface="Verdana"/>
              </a:rPr>
              <a:t>Third Outline Level</a:t>
            </a:r>
            <a:endParaRPr b="0" lang="en-IN" sz="2900" strike="noStrike" u="none">
              <a:solidFill>
                <a:srgbClr val="000000"/>
              </a:solidFill>
              <a:effectLst/>
              <a:uFillTx/>
              <a:latin typeface="Verdana"/>
            </a:endParaRPr>
          </a:p>
          <a:p>
            <a:pPr lvl="3" marL="1600200" indent="-228600">
              <a:spcBef>
                <a:spcPts val="726"/>
              </a:spcBef>
              <a:buClr>
                <a:srgbClr val="99cccc"/>
              </a:buClr>
              <a:buSzPct val="70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900" strike="noStrike" u="none">
                <a:solidFill>
                  <a:srgbClr val="000000"/>
                </a:solidFill>
                <a:effectLst/>
                <a:uFillTx/>
                <a:latin typeface="Verdana"/>
              </a:rPr>
              <a:t>Fourth Outline Level</a:t>
            </a:r>
            <a:endParaRPr b="0" lang="en-IN" sz="2900" strike="noStrike" u="none">
              <a:solidFill>
                <a:srgbClr val="000000"/>
              </a:solidFill>
              <a:effectLst/>
              <a:uFillTx/>
              <a:latin typeface="Verdana"/>
            </a:endParaRPr>
          </a:p>
          <a:p>
            <a:pPr lvl="4" marL="2057400" indent="-228600">
              <a:spcBef>
                <a:spcPts val="726"/>
              </a:spcBef>
              <a:buClr>
                <a:srgbClr val="006666"/>
              </a:buClr>
              <a:buSzPct val="60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900" strike="noStrike" u="none">
                <a:solidFill>
                  <a:srgbClr val="000000"/>
                </a:solidFill>
                <a:effectLst/>
                <a:uFillTx/>
                <a:latin typeface="Verdana"/>
              </a:rPr>
              <a:t>Fifth Outline Level</a:t>
            </a:r>
            <a:endParaRPr b="0" lang="en-IN" sz="2900" strike="noStrike" u="none">
              <a:solidFill>
                <a:srgbClr val="000000"/>
              </a:solidFill>
              <a:effectLst/>
              <a:uFillTx/>
              <a:latin typeface="Verdana"/>
            </a:endParaRPr>
          </a:p>
          <a:p>
            <a:pPr lvl="5" marL="2057400" indent="-228600">
              <a:spcBef>
                <a:spcPts val="726"/>
              </a:spcBef>
              <a:buClr>
                <a:srgbClr val="000000"/>
              </a:buClr>
              <a:buSzPct val="60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900" strike="noStrike" u="none">
                <a:solidFill>
                  <a:srgbClr val="000000"/>
                </a:solidFill>
                <a:effectLst/>
                <a:uFillTx/>
                <a:latin typeface="Verdana"/>
              </a:rPr>
              <a:t>Sixth Outline Level</a:t>
            </a:r>
            <a:endParaRPr b="0" lang="en-IN" sz="2900" strike="noStrike" u="none">
              <a:solidFill>
                <a:srgbClr val="000000"/>
              </a:solidFill>
              <a:effectLst/>
              <a:uFillTx/>
              <a:latin typeface="Verdana"/>
            </a:endParaRPr>
          </a:p>
          <a:p>
            <a:pPr lvl="6" marL="2057400" indent="-228600">
              <a:spcBef>
                <a:spcPts val="726"/>
              </a:spcBef>
              <a:buClr>
                <a:srgbClr val="000000"/>
              </a:buClr>
              <a:buSzPct val="60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900" strike="noStrike" u="none">
                <a:solidFill>
                  <a:srgbClr val="000000"/>
                </a:solidFill>
                <a:effectLst/>
                <a:uFillTx/>
                <a:latin typeface="Verdana"/>
              </a:rPr>
              <a:t>Seventh Outline Level</a:t>
            </a:r>
            <a:endParaRPr b="0" lang="en-IN" sz="2900" strike="noStrike" u="none">
              <a:solidFill>
                <a:srgbClr val="000000"/>
              </a:solidFill>
              <a:effectLst/>
              <a:uFillTx/>
              <a:latin typeface="Verdana"/>
            </a:endParaRPr>
          </a:p>
        </p:txBody>
      </p:sp>
      <p:sp>
        <p:nvSpPr>
          <p:cNvPr id="22" name="PlaceHolder 3"/>
          <p:cNvSpPr>
            <a:spLocks noGrp="1"/>
          </p:cNvSpPr>
          <p:nvPr>
            <p:ph type="dt" idx="7"/>
          </p:nvPr>
        </p:nvSpPr>
        <p:spPr>
          <a:xfrm>
            <a:off x="456840" y="6248520"/>
            <a:ext cx="2133720" cy="457200"/>
          </a:xfrm>
          <a:prstGeom prst="rect">
            <a:avLst/>
          </a:prstGeom>
          <a:noFill/>
          <a:ln w="0">
            <a:noFill/>
          </a:ln>
        </p:spPr>
        <p:txBody>
          <a:bodyPr lIns="90000" rIns="90000" tIns="46800" bIns="46800" anchor="b">
            <a:noAutofit/>
          </a:bodyPr>
          <a:lstStyle>
            <a:lvl1pPr indent="0">
              <a:lnSpc>
                <a:spcPct val="10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defRPr b="0" lang="en-US" sz="1200" strike="noStrike" u="none">
                <a:solidFill>
                  <a:srgbClr val="000000"/>
                </a:solidFill>
                <a:effectLst/>
                <a:uFillTx/>
                <a:latin typeface="Verdana"/>
              </a:defRPr>
            </a:lvl1pPr>
          </a:lstStyle>
          <a:p>
            <a:pPr indent="0">
              <a:lnSpc>
                <a:spcPct val="10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490B3C6D-1AB6-4065-A134-28BD886E3E0A}" type="datetime">
              <a:rPr b="0" lang="en-US" sz="1200" strike="noStrike" u="none">
                <a:solidFill>
                  <a:srgbClr val="000000"/>
                </a:solidFill>
                <a:effectLst/>
                <a:uFillTx/>
                <a:latin typeface="Verdana"/>
              </a:rPr>
              <a:t>06/03/25</a:t>
            </a:fld>
            <a:endParaRPr b="0" i="1" lang="en-IN" sz="1200" strike="noStrike" u="none">
              <a:solidFill>
                <a:srgbClr val="000000"/>
              </a:solidFill>
              <a:effectLst/>
              <a:uFillTx/>
              <a:latin typeface="Calibri"/>
            </a:endParaRPr>
          </a:p>
        </p:txBody>
      </p:sp>
      <p:sp>
        <p:nvSpPr>
          <p:cNvPr id="23" name="PlaceHolder 4"/>
          <p:cNvSpPr>
            <a:spLocks noGrp="1"/>
          </p:cNvSpPr>
          <p:nvPr>
            <p:ph type="ftr" idx="8"/>
          </p:nvPr>
        </p:nvSpPr>
        <p:spPr>
          <a:xfrm>
            <a:off x="3124080" y="6248520"/>
            <a:ext cx="2895840" cy="457200"/>
          </a:xfrm>
          <a:prstGeom prst="rect">
            <a:avLst/>
          </a:prstGeom>
          <a:noFill/>
          <a:ln w="0">
            <a:noFill/>
          </a:ln>
        </p:spPr>
        <p:txBody>
          <a:bodyPr lIns="90000" rIns="90000" tIns="46800" bIns="46800" anchor="b">
            <a:noAutofit/>
          </a:bodyPr>
          <a:lstStyle>
            <a:lvl1pPr indent="0" algn="ctr">
              <a:lnSpc>
                <a:spcPct val="10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defRPr b="0" lang="en-US" sz="1200" strike="noStrike" u="none">
                <a:solidFill>
                  <a:srgbClr val="000000"/>
                </a:solidFill>
                <a:effectLst/>
                <a:uFillTx/>
                <a:latin typeface="Verdana"/>
              </a:defRPr>
            </a:lvl1pPr>
          </a:lstStyle>
          <a:p>
            <a:pPr indent="0" algn="ctr">
              <a:lnSpc>
                <a:spcPct val="10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Verdana"/>
              </a:rPr>
              <a:t>&lt;footer&gt;</a:t>
            </a:r>
            <a:endParaRPr b="0" i="1" lang="en-IN" sz="1200" strike="noStrike" u="none">
              <a:solidFill>
                <a:srgbClr val="000000"/>
              </a:solidFill>
              <a:effectLst/>
              <a:uFillTx/>
              <a:latin typeface="Calibri"/>
            </a:endParaRPr>
          </a:p>
        </p:txBody>
      </p:sp>
      <p:sp>
        <p:nvSpPr>
          <p:cNvPr id="24" name="PlaceHolder 5"/>
          <p:cNvSpPr>
            <a:spLocks noGrp="1"/>
          </p:cNvSpPr>
          <p:nvPr>
            <p:ph type="sldNum" idx="9"/>
          </p:nvPr>
        </p:nvSpPr>
        <p:spPr>
          <a:xfrm>
            <a:off x="6552720" y="6248520"/>
            <a:ext cx="2133720" cy="457200"/>
          </a:xfrm>
          <a:prstGeom prst="rect">
            <a:avLst/>
          </a:prstGeom>
          <a:noFill/>
          <a:ln w="0">
            <a:noFill/>
          </a:ln>
        </p:spPr>
        <p:txBody>
          <a:bodyPr lIns="90000" rIns="90000" tIns="46800" bIns="46800" anchor="b">
            <a:noAutofit/>
          </a:bodyPr>
          <a:lstStyle>
            <a:lvl1pPr indent="0" algn="r">
              <a:lnSpc>
                <a:spcPct val="10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defRPr b="0" lang="en-US" sz="1200" strike="noStrike" u="none">
                <a:solidFill>
                  <a:srgbClr val="000000"/>
                </a:solidFill>
                <a:effectLst/>
                <a:uFillTx/>
                <a:latin typeface="Verdana"/>
              </a:defRPr>
            </a:lvl1pPr>
          </a:lstStyle>
          <a:p>
            <a:pPr indent="0" algn="r">
              <a:lnSpc>
                <a:spcPct val="10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FCE1B8BC-7F03-4C63-9AFD-FDE390C3462F}" type="slidenum">
              <a:rPr b="0" lang="en-US" sz="1200" strike="noStrike" u="none">
                <a:solidFill>
                  <a:srgbClr val="000000"/>
                </a:solidFill>
                <a:effectLst/>
                <a:uFillTx/>
                <a:latin typeface="Verdana"/>
              </a:rPr>
              <a:t>&lt;number&gt;</a:t>
            </a:fld>
            <a:endParaRPr b="0" i="1" lang="en-IN" sz="1200" strike="noStrike" u="none">
              <a:solidFill>
                <a:srgbClr val="000000"/>
              </a:solidFill>
              <a:effectLst/>
              <a:uFillTx/>
              <a:latin typeface="Calibri"/>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1">
    <p:bg>
      <p:bgPr>
        <a:solidFill>
          <a:srgbClr val="ffffff"/>
        </a:solidFill>
      </p:bgPr>
    </p:bg>
    <p:spTree>
      <p:nvGrpSpPr>
        <p:cNvPr id="1" name=""/>
        <p:cNvGrpSpPr/>
        <p:nvPr/>
      </p:nvGrpSpPr>
      <p:grpSpPr>
        <a:xfrm>
          <a:off x="0" y="0"/>
          <a:ext cx="0" cy="0"/>
          <a:chOff x="0" y="0"/>
          <a:chExt cx="0" cy="0"/>
        </a:xfrm>
      </p:grpSpPr>
      <p:grpSp>
        <p:nvGrpSpPr>
          <p:cNvPr id="9" name="Group 2"/>
          <p:cNvGrpSpPr/>
          <p:nvPr/>
        </p:nvGrpSpPr>
        <p:grpSpPr>
          <a:xfrm>
            <a:off x="-3222720" y="304920"/>
            <a:ext cx="11909520" cy="4724280"/>
            <a:chOff x="-3222720" y="304920"/>
            <a:chExt cx="11909520" cy="4724280"/>
          </a:xfrm>
        </p:grpSpPr>
        <p:sp>
          <p:nvSpPr>
            <p:cNvPr id="10" name="Line 3"/>
            <p:cNvSpPr/>
            <p:nvPr/>
          </p:nvSpPr>
          <p:spPr>
            <a:xfrm>
              <a:off x="1447920" y="2514600"/>
              <a:ext cx="7238880" cy="0"/>
            </a:xfrm>
            <a:prstGeom prst="line">
              <a:avLst/>
            </a:prstGeom>
            <a:ln w="12600">
              <a:solidFill>
                <a:srgbClr val="000000"/>
              </a:solidFill>
              <a:miter/>
            </a:ln>
          </p:spPr>
          <p:style>
            <a:lnRef idx="0"/>
            <a:fillRef idx="0"/>
            <a:effectRef idx="0"/>
            <a:fontRef idx="minor"/>
          </p:style>
          <p:txBody>
            <a:bodyPr lIns="90000" rIns="90000" tIns="-46800" bIns="-46800" anchor="t">
              <a:noAutofit/>
            </a:bodyPr>
            <a:p>
              <a:endParaRPr b="0" i="1" lang="en-IN" sz="1600" strike="noStrike" u="none">
                <a:solidFill>
                  <a:srgbClr val="000000"/>
                </a:solidFill>
                <a:effectLst/>
                <a:uFillTx/>
                <a:latin typeface="Calibri"/>
              </a:endParaRPr>
            </a:p>
          </p:txBody>
        </p:sp>
        <p:sp>
          <p:nvSpPr>
            <p:cNvPr id="11" name="AutoShape 4"/>
            <p:cNvSpPr/>
            <p:nvPr/>
          </p:nvSpPr>
          <p:spPr>
            <a:xfrm>
              <a:off x="-2514600" y="1371600"/>
              <a:ext cx="3657600" cy="3657600"/>
            </a:xfrm>
            <a:custGeom>
              <a:avLst/>
              <a:gdLst>
                <a:gd name="GluePoint1X" fmla="*/ 57 w 64000"/>
                <a:gd name="GluePoint1Y" fmla="*/ -38 h 64000"/>
                <a:gd name="GluePoint2X" fmla="*/ 83 w 64000"/>
                <a:gd name="GluePoint2Y" fmla="*/ 0 h 64000"/>
                <a:gd name="GluePoint3X" fmla="*/ 57 w 64000"/>
                <a:gd name="GluePoint3Y" fmla="*/ 38 h 64000"/>
                <a:gd name="GluePoint4X" fmla="*/ 57 w 64000"/>
                <a:gd name="GluePoint4Y" fmla="*/ 38 h 64000"/>
                <a:gd name="GluePoint5X" fmla="*/ 57 w 64000"/>
                <a:gd name="GluePoint5Y" fmla="*/ 38 h 64000"/>
                <a:gd name="GluePoint6X" fmla="*/ 57 w 64000"/>
                <a:gd name="GluePoint6Y" fmla="*/ 38 h 64000"/>
                <a:gd name="GluePoint7X" fmla="*/ 57 w 64000"/>
                <a:gd name="GluePoint7Y" fmla="*/ -38 h 64000"/>
                <a:gd name="GluePoint8X" fmla="*/ 57 w 64000"/>
                <a:gd name="GluePoint8Y" fmla="*/ -38 h 64000"/>
                <a:gd name="GluePoint9X" fmla="*/ 57 w 64000"/>
                <a:gd name="GluePoint9Y" fmla="*/ -38 h 6400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Lst>
              <a:rect l="l" t="t" r="r" b="b"/>
              <a:pathLst>
                <a:path w="64000" h="64000">
                  <a:moveTo>
                    <a:pt x="-21453" y="2368"/>
                  </a:moveTo>
                  <a:cubicBezTo>
                    <a:pt x="-9409" y="7280"/>
                    <a:pt x="-1536" y="18993"/>
                    <a:pt x="-1536" y="32000"/>
                  </a:cubicBezTo>
                  <a:cubicBezTo>
                    <a:pt x="-1536" y="-20530"/>
                    <a:pt x="-9409" y="-8817"/>
                    <a:pt x="-21453" y="-3905"/>
                  </a:cubicBezTo>
                  <a:cubicBezTo>
                    <a:pt x="-21454" y="-3905"/>
                    <a:pt x="-21454" y="-3905"/>
                    <a:pt x="-21454" y="-3905"/>
                  </a:cubicBezTo>
                  <a:lnTo>
                    <a:pt x="-21453" y="-3904"/>
                  </a:lnTo>
                  <a:lnTo>
                    <a:pt x="-21453" y="2368"/>
                  </a:lnTo>
                  <a:lnTo>
                    <a:pt x="-21454" y="2368"/>
                  </a:lnTo>
                  <a:cubicBezTo>
                    <a:pt x="-21454" y="2368"/>
                    <a:pt x="-21454" y="2368"/>
                    <a:pt x="-21453" y="2368"/>
                  </a:cubicBezTo>
                  <a:close/>
                </a:path>
              </a:pathLst>
            </a:custGeom>
            <a:solidFill>
              <a:srgbClr val="99cccc"/>
            </a:solidFill>
            <a:ln w="0">
              <a:noFill/>
            </a:ln>
          </p:spPr>
          <p:style>
            <a:lnRef idx="0"/>
            <a:fillRef idx="0"/>
            <a:effectRef idx="0"/>
            <a:fontRef idx="minor"/>
          </p:style>
          <p:txBody>
            <a:bodyPr lIns="90000" rIns="90000" tIns="46800" bIns="46800" anchor="t">
              <a:noAutofit/>
            </a:bodyPr>
            <a:p>
              <a:endParaRPr b="0" i="1" lang="en-IN" sz="1600" strike="noStrike" u="none">
                <a:solidFill>
                  <a:srgbClr val="000000"/>
                </a:solidFill>
                <a:effectLst/>
                <a:uFillTx/>
                <a:latin typeface="Calibri"/>
              </a:endParaRPr>
            </a:p>
          </p:txBody>
        </p:sp>
        <p:sp>
          <p:nvSpPr>
            <p:cNvPr id="12" name="AutoShape 5"/>
            <p:cNvSpPr/>
            <p:nvPr/>
          </p:nvSpPr>
          <p:spPr>
            <a:xfrm>
              <a:off x="-3222720" y="304920"/>
              <a:ext cx="4038840" cy="4038480"/>
            </a:xfrm>
            <a:custGeom>
              <a:avLst/>
              <a:gdLst>
                <a:gd name="GluePoint1X" fmla="*/ 81 w 64000"/>
                <a:gd name="GluePoint1Y" fmla="*/ -41 h 64000"/>
                <a:gd name="GluePoint2X" fmla="*/ 101 w 64000"/>
                <a:gd name="GluePoint2Y" fmla="*/ 0 h 64000"/>
                <a:gd name="GluePoint3X" fmla="*/ 81 w 64000"/>
                <a:gd name="GluePoint3Y" fmla="*/ 41 h 64000"/>
                <a:gd name="GluePoint4X" fmla="*/ 81 w 64000"/>
                <a:gd name="GluePoint4Y" fmla="*/ 41 h 64000"/>
                <a:gd name="GluePoint5X" fmla="*/ 81 w 64000"/>
                <a:gd name="GluePoint5Y" fmla="*/ 41 h 64000"/>
                <a:gd name="GluePoint6X" fmla="*/ 81 w 64000"/>
                <a:gd name="GluePoint6Y" fmla="*/ 41 h 64000"/>
                <a:gd name="GluePoint7X" fmla="*/ 81 w 64000"/>
                <a:gd name="GluePoint7Y" fmla="*/ -41 h 64000"/>
                <a:gd name="GluePoint8X" fmla="*/ 81 w 64000"/>
                <a:gd name="GluePoint8Y" fmla="*/ -41 h 64000"/>
                <a:gd name="GluePoint9X" fmla="*/ 81 w 64000"/>
                <a:gd name="GluePoint9Y" fmla="*/ -41 h 6400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Lst>
              <a:rect l="l" t="t" r="r" b="b"/>
              <a:pathLst>
                <a:path w="64000" h="64000">
                  <a:moveTo>
                    <a:pt x="-14542" y="6246"/>
                  </a:moveTo>
                  <a:cubicBezTo>
                    <a:pt x="-6364" y="12279"/>
                    <a:pt x="-1536" y="21837"/>
                    <a:pt x="-1536" y="32000"/>
                  </a:cubicBezTo>
                  <a:cubicBezTo>
                    <a:pt x="-1536" y="-23374"/>
                    <a:pt x="-6364" y="-13816"/>
                    <a:pt x="-14542" y="-7783"/>
                  </a:cubicBezTo>
                  <a:cubicBezTo>
                    <a:pt x="-14543" y="-7783"/>
                    <a:pt x="-14543" y="-7783"/>
                    <a:pt x="-14543" y="-7783"/>
                  </a:cubicBezTo>
                  <a:lnTo>
                    <a:pt x="-14542" y="-7782"/>
                  </a:lnTo>
                  <a:lnTo>
                    <a:pt x="-14542" y="6246"/>
                  </a:lnTo>
                  <a:lnTo>
                    <a:pt x="-14543" y="6246"/>
                  </a:lnTo>
                  <a:cubicBezTo>
                    <a:pt x="-14543" y="6246"/>
                    <a:pt x="-14543" y="6246"/>
                    <a:pt x="-14542" y="6246"/>
                  </a:cubicBezTo>
                  <a:close/>
                </a:path>
              </a:pathLst>
            </a:custGeom>
            <a:solidFill>
              <a:srgbClr val="006666"/>
            </a:solidFill>
            <a:ln w="0">
              <a:noFill/>
            </a:ln>
          </p:spPr>
          <p:style>
            <a:lnRef idx="0"/>
            <a:fillRef idx="0"/>
            <a:effectRef idx="0"/>
            <a:fontRef idx="minor"/>
          </p:style>
          <p:txBody>
            <a:bodyPr lIns="90000" rIns="90000" tIns="46800" bIns="46800" anchor="t">
              <a:noAutofit/>
            </a:bodyPr>
            <a:p>
              <a:endParaRPr b="0" i="1" lang="en-IN" sz="1600" strike="noStrike" u="none">
                <a:solidFill>
                  <a:srgbClr val="000000"/>
                </a:solidFill>
                <a:effectLst/>
                <a:uFillTx/>
                <a:latin typeface="Calibri"/>
              </a:endParaRPr>
            </a:p>
          </p:txBody>
        </p:sp>
      </p:grpSp>
      <p:sp>
        <p:nvSpPr>
          <p:cNvPr id="13" name="PlaceHolder 1"/>
          <p:cNvSpPr>
            <a:spLocks noGrp="1"/>
          </p:cNvSpPr>
          <p:nvPr>
            <p:ph type="title"/>
          </p:nvPr>
        </p:nvSpPr>
        <p:spPr>
          <a:xfrm>
            <a:off x="1369800" y="301320"/>
            <a:ext cx="7313400" cy="1143000"/>
          </a:xfrm>
          <a:prstGeom prst="rect">
            <a:avLst/>
          </a:prstGeom>
          <a:noFill/>
          <a:ln w="0">
            <a:noFill/>
          </a:ln>
        </p:spPr>
        <p:txBody>
          <a:bodyPr lIns="90000" rIns="90000" tIns="46800" bIns="46800" anchor="b">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3600" strike="noStrike" u="none">
                <a:solidFill>
                  <a:srgbClr val="006666"/>
                </a:solidFill>
                <a:effectLst/>
                <a:uFillTx/>
                <a:latin typeface="Arial"/>
              </a:rPr>
              <a:t>Click to edit the title text format</a:t>
            </a:r>
            <a:endParaRPr b="0" lang="en-IN" sz="3600" strike="noStrike" u="none">
              <a:solidFill>
                <a:srgbClr val="006666"/>
              </a:solidFill>
              <a:effectLst/>
              <a:uFillTx/>
              <a:latin typeface="Arial"/>
            </a:endParaRPr>
          </a:p>
        </p:txBody>
      </p:sp>
      <p:sp>
        <p:nvSpPr>
          <p:cNvPr id="14" name="PlaceHolder 2"/>
          <p:cNvSpPr>
            <a:spLocks noGrp="1"/>
          </p:cNvSpPr>
          <p:nvPr>
            <p:ph type="body"/>
          </p:nvPr>
        </p:nvSpPr>
        <p:spPr>
          <a:xfrm>
            <a:off x="1369800" y="1827360"/>
            <a:ext cx="7313400" cy="4114800"/>
          </a:xfrm>
          <a:prstGeom prst="rect">
            <a:avLst/>
          </a:prstGeom>
          <a:noFill/>
          <a:ln w="0">
            <a:noFill/>
          </a:ln>
        </p:spPr>
        <p:txBody>
          <a:bodyPr lIns="90000" rIns="90000" tIns="46800" bIns="46800" anchor="t">
            <a:normAutofit/>
          </a:bodyPr>
          <a:p>
            <a:pPr marL="343080" indent="-343080">
              <a:spcBef>
                <a:spcPts val="726"/>
              </a:spcBef>
              <a:buClr>
                <a:srgbClr val="006666"/>
              </a:buClr>
              <a:buSzPct val="70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900" strike="noStrike" u="none">
                <a:solidFill>
                  <a:srgbClr val="000000"/>
                </a:solidFill>
                <a:effectLst/>
                <a:uFillTx/>
                <a:latin typeface="Verdana"/>
              </a:rPr>
              <a:t>Click to edit the outline text format</a:t>
            </a:r>
            <a:endParaRPr b="0" lang="en-IN" sz="2900" strike="noStrike" u="none">
              <a:solidFill>
                <a:srgbClr val="000000"/>
              </a:solidFill>
              <a:effectLst/>
              <a:uFillTx/>
              <a:latin typeface="Verdana"/>
            </a:endParaRPr>
          </a:p>
          <a:p>
            <a:pPr lvl="1" marL="743040" indent="-285840">
              <a:spcBef>
                <a:spcPts val="726"/>
              </a:spcBef>
              <a:buClr>
                <a:srgbClr val="99cccc"/>
              </a:buClr>
              <a:buSzPct val="70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900" strike="noStrike" u="none">
                <a:solidFill>
                  <a:srgbClr val="000000"/>
                </a:solidFill>
                <a:effectLst/>
                <a:uFillTx/>
                <a:latin typeface="Verdana"/>
              </a:rPr>
              <a:t>Second Outline Level</a:t>
            </a:r>
            <a:endParaRPr b="0" lang="en-IN" sz="2900" strike="noStrike" u="none">
              <a:solidFill>
                <a:srgbClr val="000000"/>
              </a:solidFill>
              <a:effectLst/>
              <a:uFillTx/>
              <a:latin typeface="Verdana"/>
            </a:endParaRPr>
          </a:p>
          <a:p>
            <a:pPr lvl="2" marL="1143000" indent="-228600">
              <a:spcBef>
                <a:spcPts val="726"/>
              </a:spcBef>
              <a:buClr>
                <a:srgbClr val="006666"/>
              </a:buClr>
              <a:buSzPct val="6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900" strike="noStrike" u="none">
                <a:solidFill>
                  <a:srgbClr val="000000"/>
                </a:solidFill>
                <a:effectLst/>
                <a:uFillTx/>
                <a:latin typeface="Verdana"/>
              </a:rPr>
              <a:t>Third Outline Level</a:t>
            </a:r>
            <a:endParaRPr b="0" lang="en-IN" sz="2900" strike="noStrike" u="none">
              <a:solidFill>
                <a:srgbClr val="000000"/>
              </a:solidFill>
              <a:effectLst/>
              <a:uFillTx/>
              <a:latin typeface="Verdana"/>
            </a:endParaRPr>
          </a:p>
          <a:p>
            <a:pPr lvl="3" marL="1600200" indent="-228600">
              <a:spcBef>
                <a:spcPts val="726"/>
              </a:spcBef>
              <a:buClr>
                <a:srgbClr val="99cccc"/>
              </a:buClr>
              <a:buSzPct val="70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900" strike="noStrike" u="none">
                <a:solidFill>
                  <a:srgbClr val="000000"/>
                </a:solidFill>
                <a:effectLst/>
                <a:uFillTx/>
                <a:latin typeface="Verdana"/>
              </a:rPr>
              <a:t>Fourth Outline Level</a:t>
            </a:r>
            <a:endParaRPr b="0" lang="en-IN" sz="2900" strike="noStrike" u="none">
              <a:solidFill>
                <a:srgbClr val="000000"/>
              </a:solidFill>
              <a:effectLst/>
              <a:uFillTx/>
              <a:latin typeface="Verdana"/>
            </a:endParaRPr>
          </a:p>
          <a:p>
            <a:pPr lvl="4" marL="2057400" indent="-228600">
              <a:spcBef>
                <a:spcPts val="726"/>
              </a:spcBef>
              <a:buClr>
                <a:srgbClr val="006666"/>
              </a:buClr>
              <a:buSzPct val="60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900" strike="noStrike" u="none">
                <a:solidFill>
                  <a:srgbClr val="000000"/>
                </a:solidFill>
                <a:effectLst/>
                <a:uFillTx/>
                <a:latin typeface="Verdana"/>
              </a:rPr>
              <a:t>Fifth Outline Level</a:t>
            </a:r>
            <a:endParaRPr b="0" lang="en-IN" sz="2900" strike="noStrike" u="none">
              <a:solidFill>
                <a:srgbClr val="000000"/>
              </a:solidFill>
              <a:effectLst/>
              <a:uFillTx/>
              <a:latin typeface="Verdana"/>
            </a:endParaRPr>
          </a:p>
          <a:p>
            <a:pPr lvl="5" marL="2057400" indent="-228600">
              <a:spcBef>
                <a:spcPts val="726"/>
              </a:spcBef>
              <a:buClr>
                <a:srgbClr val="000000"/>
              </a:buClr>
              <a:buSzPct val="60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900" strike="noStrike" u="none">
                <a:solidFill>
                  <a:srgbClr val="000000"/>
                </a:solidFill>
                <a:effectLst/>
                <a:uFillTx/>
                <a:latin typeface="Verdana"/>
              </a:rPr>
              <a:t>Sixth Outline Level</a:t>
            </a:r>
            <a:endParaRPr b="0" lang="en-IN" sz="2900" strike="noStrike" u="none">
              <a:solidFill>
                <a:srgbClr val="000000"/>
              </a:solidFill>
              <a:effectLst/>
              <a:uFillTx/>
              <a:latin typeface="Verdana"/>
            </a:endParaRPr>
          </a:p>
          <a:p>
            <a:pPr lvl="6" marL="2057400" indent="-228600">
              <a:spcBef>
                <a:spcPts val="726"/>
              </a:spcBef>
              <a:buClr>
                <a:srgbClr val="000000"/>
              </a:buClr>
              <a:buSzPct val="60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900" strike="noStrike" u="none">
                <a:solidFill>
                  <a:srgbClr val="000000"/>
                </a:solidFill>
                <a:effectLst/>
                <a:uFillTx/>
                <a:latin typeface="Verdana"/>
              </a:rPr>
              <a:t>Seventh Outline Level</a:t>
            </a:r>
            <a:endParaRPr b="0" lang="en-IN" sz="2900" strike="noStrike" u="none">
              <a:solidFill>
                <a:srgbClr val="000000"/>
              </a:solidFill>
              <a:effectLst/>
              <a:uFillTx/>
              <a:latin typeface="Verdana"/>
            </a:endParaRPr>
          </a:p>
        </p:txBody>
      </p:sp>
      <p:sp>
        <p:nvSpPr>
          <p:cNvPr id="15" name="PlaceHolder 3"/>
          <p:cNvSpPr>
            <a:spLocks noGrp="1"/>
          </p:cNvSpPr>
          <p:nvPr>
            <p:ph type="dt" idx="4"/>
          </p:nvPr>
        </p:nvSpPr>
        <p:spPr>
          <a:xfrm>
            <a:off x="456840" y="6248520"/>
            <a:ext cx="2133720" cy="457200"/>
          </a:xfrm>
          <a:prstGeom prst="rect">
            <a:avLst/>
          </a:prstGeom>
          <a:noFill/>
          <a:ln w="0">
            <a:noFill/>
          </a:ln>
        </p:spPr>
        <p:txBody>
          <a:bodyPr lIns="90000" rIns="90000" tIns="46800" bIns="46800" anchor="b">
            <a:noAutofit/>
          </a:bodyPr>
          <a:lstStyle>
            <a:lvl1pPr indent="0">
              <a:lnSpc>
                <a:spcPct val="10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defRPr b="0" lang="en-US" sz="1200" strike="noStrike" u="none">
                <a:solidFill>
                  <a:srgbClr val="000000"/>
                </a:solidFill>
                <a:effectLst/>
                <a:uFillTx/>
                <a:latin typeface="Verdana"/>
              </a:defRPr>
            </a:lvl1pPr>
          </a:lstStyle>
          <a:p>
            <a:pPr indent="0">
              <a:lnSpc>
                <a:spcPct val="10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4948A6C8-FEB0-475F-A089-5B5F30610C52}" type="datetime">
              <a:rPr b="0" lang="en-US" sz="1200" strike="noStrike" u="none">
                <a:solidFill>
                  <a:srgbClr val="000000"/>
                </a:solidFill>
                <a:effectLst/>
                <a:uFillTx/>
                <a:latin typeface="Verdana"/>
              </a:rPr>
              <a:t>06/03/25</a:t>
            </a:fld>
            <a:endParaRPr b="0" i="1" lang="en-IN" sz="1200" strike="noStrike" u="none">
              <a:solidFill>
                <a:srgbClr val="000000"/>
              </a:solidFill>
              <a:effectLst/>
              <a:uFillTx/>
              <a:latin typeface="Calibri"/>
            </a:endParaRPr>
          </a:p>
        </p:txBody>
      </p:sp>
      <p:sp>
        <p:nvSpPr>
          <p:cNvPr id="16" name="PlaceHolder 4"/>
          <p:cNvSpPr>
            <a:spLocks noGrp="1"/>
          </p:cNvSpPr>
          <p:nvPr>
            <p:ph type="ftr" idx="5"/>
          </p:nvPr>
        </p:nvSpPr>
        <p:spPr>
          <a:xfrm>
            <a:off x="3124080" y="6248520"/>
            <a:ext cx="2895840" cy="457200"/>
          </a:xfrm>
          <a:prstGeom prst="rect">
            <a:avLst/>
          </a:prstGeom>
          <a:noFill/>
          <a:ln w="0">
            <a:noFill/>
          </a:ln>
        </p:spPr>
        <p:txBody>
          <a:bodyPr lIns="90000" rIns="90000" tIns="46800" bIns="46800" anchor="b">
            <a:noAutofit/>
          </a:bodyPr>
          <a:lstStyle>
            <a:lvl1pPr indent="0" algn="ctr">
              <a:lnSpc>
                <a:spcPct val="10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defRPr b="0" lang="en-US" sz="1200" strike="noStrike" u="none">
                <a:solidFill>
                  <a:srgbClr val="000000"/>
                </a:solidFill>
                <a:effectLst/>
                <a:uFillTx/>
                <a:latin typeface="Verdana"/>
              </a:defRPr>
            </a:lvl1pPr>
          </a:lstStyle>
          <a:p>
            <a:pPr indent="0" algn="ctr">
              <a:lnSpc>
                <a:spcPct val="10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Verdana"/>
              </a:rPr>
              <a:t>&lt;footer&gt;</a:t>
            </a:r>
            <a:endParaRPr b="0" i="1" lang="en-IN" sz="1200" strike="noStrike" u="none">
              <a:solidFill>
                <a:srgbClr val="000000"/>
              </a:solidFill>
              <a:effectLst/>
              <a:uFillTx/>
              <a:latin typeface="Calibri"/>
            </a:endParaRPr>
          </a:p>
        </p:txBody>
      </p:sp>
      <p:sp>
        <p:nvSpPr>
          <p:cNvPr id="17" name="PlaceHolder 5"/>
          <p:cNvSpPr>
            <a:spLocks noGrp="1"/>
          </p:cNvSpPr>
          <p:nvPr>
            <p:ph type="sldNum" idx="6"/>
          </p:nvPr>
        </p:nvSpPr>
        <p:spPr>
          <a:xfrm>
            <a:off x="6552720" y="6248520"/>
            <a:ext cx="2133720" cy="457200"/>
          </a:xfrm>
          <a:prstGeom prst="rect">
            <a:avLst/>
          </a:prstGeom>
          <a:noFill/>
          <a:ln w="0">
            <a:noFill/>
          </a:ln>
        </p:spPr>
        <p:txBody>
          <a:bodyPr lIns="90000" rIns="90000" tIns="46800" bIns="46800" anchor="b">
            <a:noAutofit/>
          </a:bodyPr>
          <a:lstStyle>
            <a:lvl1pPr indent="0" algn="r">
              <a:lnSpc>
                <a:spcPct val="10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defRPr b="0" lang="en-US" sz="1200" strike="noStrike" u="none">
                <a:solidFill>
                  <a:srgbClr val="000000"/>
                </a:solidFill>
                <a:effectLst/>
                <a:uFillTx/>
                <a:latin typeface="Verdana"/>
              </a:defRPr>
            </a:lvl1pPr>
          </a:lstStyle>
          <a:p>
            <a:pPr indent="0" algn="r">
              <a:lnSpc>
                <a:spcPct val="10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3695C7C1-5607-4276-8AC9-325D64A3ABF7}" type="slidenum">
              <a:rPr b="0" lang="en-US" sz="1200" strike="noStrike" u="none">
                <a:solidFill>
                  <a:srgbClr val="000000"/>
                </a:solidFill>
                <a:effectLst/>
                <a:uFillTx/>
                <a:latin typeface="Verdana"/>
              </a:rPr>
              <a:t>&lt;number&gt;</a:t>
            </a:fld>
            <a:endParaRPr b="0" i="1" lang="en-IN" sz="1200" strike="noStrike" u="none">
              <a:solidFill>
                <a:srgbClr val="000000"/>
              </a:solidFill>
              <a:effectLst/>
              <a:uFillTx/>
              <a:latin typeface="Calibri"/>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png"/><Relationship Id="rId3" Type="http://schemas.openxmlformats.org/officeDocument/2006/relationships/image" Target="../media/image2.png"/><Relationship Id="rId4" Type="http://schemas.openxmlformats.org/officeDocument/2006/relationships/slideLayout" Target="../slideLayouts/slideLayout2.xml"/><Relationship Id="rId5"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2.xml"/><Relationship Id="rId3"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3.xml"/><Relationship Id="rId3"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
</Relationships>
</file>

<file path=ppt/slides/_rels/slide14.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
</Relationships>
</file>

<file path=ppt/slides/_rels/slide15.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
</Relationships>
</file>

<file path=ppt/slides/_rels/slide16.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
</Relationships>
</file>

<file path=ppt/slides/_rels/slide17.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
</Relationships>
</file>

<file path=ppt/slides/_rels/slide18.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
</Relationships>
</file>

<file path=ppt/slides/_rels/slide19.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
</Relationships>
</file>

<file path=ppt/slides/_rels/slide20.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
</Relationships>
</file>

<file path=ppt/slides/_rels/slide21.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
</Relationships>
</file>

<file path=ppt/slides/_rels/slide22.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2.xml"/><Relationship Id="rId3" Type="http://schemas.openxmlformats.org/officeDocument/2006/relationships/notesSlide" Target="../notesSlides/notesSlide22.xml"/>
</Relationships>
</file>

<file path=ppt/slides/_rels/slide23.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
</Relationships>
</file>

<file path=ppt/slides/_rels/slide24.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
</Relationships>
</file>

<file path=ppt/slides/_rels/slide25.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
</Relationships>
</file>

<file path=ppt/slides/_rels/slide26.xml.rels><?xml version="1.0" encoding="UTF-8"?>
<Relationships xmlns="http://schemas.openxmlformats.org/package/2006/relationships"><Relationship Id="rId1" Type="http://schemas.openxmlformats.org/officeDocument/2006/relationships/slideLayout" Target="../slideLayouts/slideLayout3.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2" name="PlaceHolder 1"/>
          <p:cNvSpPr>
            <a:spLocks noGrp="1"/>
          </p:cNvSpPr>
          <p:nvPr>
            <p:ph type="subTitle"/>
          </p:nvPr>
        </p:nvSpPr>
        <p:spPr>
          <a:xfrm>
            <a:off x="2484000" y="4581360"/>
            <a:ext cx="5140440" cy="2075040"/>
          </a:xfrm>
          <a:prstGeom prst="rect">
            <a:avLst/>
          </a:prstGeom>
          <a:noFill/>
          <a:ln w="0">
            <a:noFill/>
          </a:ln>
        </p:spPr>
        <p:txBody>
          <a:bodyPr lIns="91440" rIns="91440" tIns="45720" bIns="45720" anchor="ctr">
            <a:noAutofit/>
          </a:bodyPr>
          <a:p>
            <a:pPr algn="r">
              <a:lnSpc>
                <a:spcPct val="80000"/>
              </a:lnSpc>
              <a:spcBef>
                <a:spcPts val="24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000" strike="noStrike" u="none">
              <a:solidFill>
                <a:srgbClr val="000000"/>
              </a:solidFill>
              <a:effectLst/>
              <a:uFillTx/>
              <a:latin typeface="Verdana"/>
            </a:endParaRPr>
          </a:p>
          <a:p>
            <a:pPr algn="ctr">
              <a:lnSpc>
                <a:spcPct val="80000"/>
              </a:lnSpc>
              <a:spcBef>
                <a:spcPts val="6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s-MX" sz="2400" strike="noStrike" u="none">
                <a:solidFill>
                  <a:srgbClr val="000000"/>
                </a:solidFill>
                <a:effectLst/>
                <a:uFillTx/>
                <a:latin typeface="Calibri"/>
              </a:rPr>
              <a:t>Ana Lupe Cristán</a:t>
            </a:r>
            <a:br>
              <a:rPr sz="2400"/>
            </a:br>
            <a:r>
              <a:rPr b="0" lang="en-US" sz="2400" strike="noStrike" u="none">
                <a:solidFill>
                  <a:srgbClr val="000000"/>
                </a:solidFill>
                <a:effectLst/>
                <a:uFillTx/>
                <a:latin typeface="Calibri"/>
              </a:rPr>
              <a:t>Policy and Standards Division</a:t>
            </a:r>
            <a:endParaRPr b="0" lang="en-IN" sz="2400" strike="noStrike" u="none">
              <a:solidFill>
                <a:srgbClr val="000000"/>
              </a:solidFill>
              <a:effectLst/>
              <a:uFillTx/>
              <a:latin typeface="Verdana"/>
            </a:endParaRPr>
          </a:p>
          <a:p>
            <a:pPr algn="ctr">
              <a:lnSpc>
                <a:spcPct val="80000"/>
              </a:lnSpc>
              <a:spcBef>
                <a:spcPts val="6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trike="noStrike" u="none">
                <a:solidFill>
                  <a:srgbClr val="000000"/>
                </a:solidFill>
                <a:effectLst/>
                <a:uFillTx/>
                <a:latin typeface="Calibri"/>
              </a:rPr>
              <a:t>Library of Congress</a:t>
            </a:r>
            <a:endParaRPr b="0" lang="en-IN" sz="2400" strike="noStrike" u="none">
              <a:solidFill>
                <a:srgbClr val="000000"/>
              </a:solidFill>
              <a:effectLst/>
              <a:uFillTx/>
              <a:latin typeface="Verdana"/>
            </a:endParaRPr>
          </a:p>
          <a:p>
            <a:pPr algn="ctr">
              <a:lnSpc>
                <a:spcPct val="80000"/>
              </a:lnSpc>
              <a:spcBef>
                <a:spcPts val="6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400" strike="noStrike" u="none">
              <a:solidFill>
                <a:srgbClr val="000000"/>
              </a:solidFill>
              <a:effectLst/>
              <a:uFillTx/>
              <a:latin typeface="Verdana"/>
            </a:endParaRPr>
          </a:p>
          <a:p>
            <a:pPr algn="ctr">
              <a:lnSpc>
                <a:spcPct val="80000"/>
              </a:lnSpc>
              <a:spcBef>
                <a:spcPts val="6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trike="noStrike" u="none">
                <a:solidFill>
                  <a:srgbClr val="000000"/>
                </a:solidFill>
                <a:effectLst/>
                <a:uFillTx/>
                <a:latin typeface="Calibri"/>
              </a:rPr>
              <a:t>March 2012</a:t>
            </a:r>
            <a:endParaRPr b="0" lang="en-IN" sz="2400" strike="noStrike" u="none">
              <a:solidFill>
                <a:srgbClr val="000000"/>
              </a:solidFill>
              <a:effectLst/>
              <a:uFillTx/>
              <a:latin typeface="Verdana"/>
            </a:endParaRPr>
          </a:p>
        </p:txBody>
      </p:sp>
      <p:sp>
        <p:nvSpPr>
          <p:cNvPr id="33" name="PlaceHolder 2"/>
          <p:cNvSpPr>
            <a:spLocks noGrp="1"/>
          </p:cNvSpPr>
          <p:nvPr>
            <p:ph type="title"/>
          </p:nvPr>
        </p:nvSpPr>
        <p:spPr>
          <a:xfrm>
            <a:off x="826920" y="907920"/>
            <a:ext cx="8064720" cy="3168720"/>
          </a:xfrm>
          <a:prstGeom prst="rect">
            <a:avLst/>
          </a:prstGeom>
          <a:solidFill>
            <a:srgbClr val="ffffff"/>
          </a:solidFill>
          <a:ln w="0">
            <a:noFill/>
          </a:ln>
        </p:spPr>
        <p:txBody>
          <a:bodyPr lIns="91440" rIns="91440" tIns="45720" bIns="45720" anchor="ctr" anchorCtr="1">
            <a:noAutofit/>
          </a:bodyPr>
          <a:p>
            <a:pPr indent="0" algn="ctr">
              <a:lnSpc>
                <a:spcPct val="10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i="1" lang="en-US" sz="4400" strike="noStrike" u="none">
                <a:solidFill>
                  <a:srgbClr val="006666"/>
                </a:solidFill>
                <a:effectLst/>
                <a:uFillTx/>
                <a:latin typeface="Calibri"/>
              </a:rPr>
              <a:t>RDA Special Topics: Relationship Designators in</a:t>
            </a:r>
            <a:br>
              <a:rPr sz="4400"/>
            </a:br>
            <a:r>
              <a:rPr b="0" i="1" lang="en-US" sz="4400" strike="noStrike" u="none">
                <a:solidFill>
                  <a:srgbClr val="006666"/>
                </a:solidFill>
                <a:effectLst/>
                <a:uFillTx/>
                <a:latin typeface="Calibri"/>
              </a:rPr>
              <a:t>RDA Name Authority Records (NARs)</a:t>
            </a:r>
            <a:endParaRPr b="0" lang="en-IN" sz="4400" strike="noStrike" u="none">
              <a:solidFill>
                <a:srgbClr val="006666"/>
              </a:solidFill>
              <a:effectLst/>
              <a:uFillTx/>
              <a:latin typeface="Arial"/>
            </a:endParaRPr>
          </a:p>
        </p:txBody>
      </p:sp>
      <p:sp>
        <p:nvSpPr>
          <p:cNvPr id="4" name="PlaceHolder 3"/>
          <p:cNvSpPr>
            <a:spLocks noGrp="1"/>
          </p:cNvSpPr>
          <p:nvPr>
            <p:ph type="sldNum" idx="3"/>
          </p:nvPr>
        </p:nvSpPr>
        <p:spPr/>
        <p:txBody>
          <a:bodyPr/>
          <a:p>
            <a:fld id="{E03B9E60-F12A-4A69-961F-F54271A9BA60}" type="slidenum">
              <a:t>1</a:t>
            </a:fld>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4" name="PlaceHolder 1"/>
          <p:cNvSpPr>
            <a:spLocks noGrp="1"/>
          </p:cNvSpPr>
          <p:nvPr>
            <p:ph type="title"/>
          </p:nvPr>
        </p:nvSpPr>
        <p:spPr>
          <a:xfrm>
            <a:off x="1042560" y="2491920"/>
            <a:ext cx="7777080" cy="3745080"/>
          </a:xfrm>
          <a:prstGeom prst="rect">
            <a:avLst/>
          </a:prstGeom>
          <a:noFill/>
          <a:ln w="0">
            <a:noFill/>
          </a:ln>
        </p:spPr>
        <p:txBody>
          <a:bodyPr lIns="91440" rIns="91440" tIns="45720" bIns="45720" anchor="ctr" anchorCtr="1">
            <a:noAutofit/>
          </a:bodyPr>
          <a:p>
            <a:pPr indent="0" algn="ctr">
              <a:lnSpc>
                <a:spcPct val="10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i="1" lang="en-US" sz="3400" strike="noStrike" u="none">
                <a:solidFill>
                  <a:srgbClr val="006666"/>
                </a:solidFill>
                <a:effectLst/>
                <a:uFillTx/>
                <a:latin typeface="Calibri"/>
              </a:rPr>
              <a:t>RDA – Appendix K </a:t>
            </a:r>
            <a:br>
              <a:rPr sz="3400"/>
            </a:br>
            <a:r>
              <a:rPr b="0" i="1" lang="en-US" sz="2400" strike="noStrike" u="none">
                <a:solidFill>
                  <a:srgbClr val="006666"/>
                </a:solidFill>
                <a:effectLst/>
                <a:uFillTx/>
                <a:latin typeface="Calibri"/>
              </a:rPr>
              <a:t>Chapter 29 Guidelines on recording relationships …</a:t>
            </a:r>
            <a:br>
              <a:rPr sz="3400"/>
            </a:br>
            <a:r>
              <a:rPr b="0" i="1" lang="en-US" sz="2400" strike="noStrike" u="none">
                <a:solidFill>
                  <a:srgbClr val="006666"/>
                </a:solidFill>
                <a:effectLst/>
                <a:uFillTx/>
                <a:latin typeface="Calibri"/>
              </a:rPr>
              <a:t>Related persons – Chapter 30</a:t>
            </a:r>
            <a:br>
              <a:rPr sz="2400"/>
            </a:br>
            <a:r>
              <a:rPr b="0" i="1" lang="en-US" sz="2400" strike="noStrike" u="none">
                <a:solidFill>
                  <a:srgbClr val="006666"/>
                </a:solidFill>
                <a:effectLst/>
                <a:uFillTx/>
                <a:latin typeface="Calibri"/>
              </a:rPr>
              <a:t>Related families – Chapter 31</a:t>
            </a:r>
            <a:br>
              <a:rPr sz="2400"/>
            </a:br>
            <a:r>
              <a:rPr b="0" i="1" lang="en-US" sz="2400" strike="noStrike" u="none">
                <a:solidFill>
                  <a:srgbClr val="006666"/>
                </a:solidFill>
                <a:effectLst/>
                <a:uFillTx/>
                <a:latin typeface="Calibri"/>
              </a:rPr>
              <a:t>Related corporate bodies – Chapter 32</a:t>
            </a:r>
            <a:br>
              <a:rPr sz="2400"/>
            </a:br>
            <a:r>
              <a:rPr b="0" i="1" lang="en-US" sz="3200" strike="noStrike" u="none">
                <a:solidFill>
                  <a:srgbClr val="006666"/>
                </a:solidFill>
                <a:effectLst/>
                <a:uFillTx/>
                <a:latin typeface="Calibri"/>
              </a:rPr>
              <a:t>RDA- Appendix J</a:t>
            </a:r>
            <a:br>
              <a:rPr sz="3200"/>
            </a:br>
            <a:r>
              <a:rPr b="0" i="1" lang="en-US" sz="2400" strike="noStrike" u="none">
                <a:solidFill>
                  <a:srgbClr val="006666"/>
                </a:solidFill>
                <a:effectLst/>
                <a:uFillTx/>
                <a:latin typeface="Calibri"/>
              </a:rPr>
              <a:t>Chapter 25 – Related works</a:t>
            </a:r>
            <a:br>
              <a:rPr sz="2400"/>
            </a:br>
            <a:r>
              <a:rPr b="0" i="1" lang="en-US" sz="2400" strike="noStrike" u="none">
                <a:solidFill>
                  <a:srgbClr val="006666"/>
                </a:solidFill>
                <a:effectLst/>
                <a:uFillTx/>
                <a:latin typeface="Calibri"/>
              </a:rPr>
              <a:t> Chapter 26 – Related expressions </a:t>
            </a:r>
            <a:br>
              <a:rPr sz="3400"/>
            </a:br>
            <a:endParaRPr b="0" lang="en-IN" sz="2400" strike="noStrike" u="none">
              <a:solidFill>
                <a:srgbClr val="006666"/>
              </a:solidFill>
              <a:effectLst/>
              <a:uFillTx/>
              <a:latin typeface="Arial"/>
            </a:endParaRPr>
          </a:p>
        </p:txBody>
      </p:sp>
      <p:sp>
        <p:nvSpPr>
          <p:cNvPr id="35" name="Rectangle 2"/>
          <p:cNvSpPr/>
          <p:nvPr/>
        </p:nvSpPr>
        <p:spPr>
          <a:xfrm>
            <a:off x="1042920" y="333360"/>
            <a:ext cx="7772400" cy="2986200"/>
          </a:xfrm>
          <a:prstGeom prst="rect">
            <a:avLst/>
          </a:prstGeom>
          <a:noFill/>
          <a:ln w="0">
            <a:noFill/>
          </a:ln>
        </p:spPr>
        <p:style>
          <a:lnRef idx="0"/>
          <a:fillRef idx="0"/>
          <a:effectRef idx="0"/>
          <a:fontRef idx="minor"/>
        </p:style>
        <p:txBody>
          <a:bodyPr lIns="90000" rIns="90000" tIns="46800" bIns="46800" anchor="ctr" anchorCtr="1">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i="1" lang="en-US" sz="3400" strike="noStrike" u="none">
                <a:solidFill>
                  <a:srgbClr val="006666"/>
                </a:solidFill>
                <a:effectLst/>
                <a:uFillTx/>
                <a:latin typeface="Calibri"/>
                <a:ea typeface="Arial"/>
              </a:rPr>
              <a:t>Relationship Designators</a:t>
            </a:r>
            <a:br>
              <a:rPr sz="3400"/>
            </a:br>
            <a:r>
              <a:rPr b="0" i="1" lang="en-US" sz="3400" strike="noStrike" u="none">
                <a:solidFill>
                  <a:srgbClr val="006666"/>
                </a:solidFill>
                <a:effectLst/>
                <a:uFillTx/>
                <a:latin typeface="Calibri"/>
                <a:ea typeface="Arial"/>
              </a:rPr>
              <a:t> – MARC 21</a:t>
            </a:r>
            <a:endParaRPr b="0" i="1" lang="en-IN" sz="3400" strike="noStrike" u="none">
              <a:solidFill>
                <a:srgbClr val="000000"/>
              </a:solidFill>
              <a:effectLst/>
              <a:uFillTx/>
              <a:latin typeface="Calibri"/>
            </a:endParaRPr>
          </a:p>
        </p:txBody>
      </p:sp>
      <p:sp>
        <p:nvSpPr>
          <p:cNvPr id="3" name="PlaceHolder 2"/>
          <p:cNvSpPr>
            <a:spLocks noGrp="1"/>
          </p:cNvSpPr>
          <p:nvPr>
            <p:ph type="sldNum" idx="3"/>
          </p:nvPr>
        </p:nvSpPr>
        <p:spPr/>
        <p:txBody>
          <a:bodyPr/>
          <a:p>
            <a:fld id="{19D2E533-E41C-4BAE-8504-C533A3FDCDE9}" type="slidenum">
              <a:t>2</a:t>
            </a:fld>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6" name="PlaceHolder 1"/>
          <p:cNvSpPr>
            <a:spLocks noGrp="1"/>
          </p:cNvSpPr>
          <p:nvPr>
            <p:ph type="title"/>
          </p:nvPr>
        </p:nvSpPr>
        <p:spPr>
          <a:xfrm>
            <a:off x="1042920" y="259920"/>
            <a:ext cx="7640640" cy="576360"/>
          </a:xfrm>
          <a:prstGeom prst="rect">
            <a:avLst/>
          </a:prstGeom>
          <a:noFill/>
          <a:ln w="0">
            <a:noFill/>
          </a:ln>
        </p:spPr>
        <p:txBody>
          <a:bodyPr lIns="90000" rIns="90000" tIns="46800" bIns="46800" anchor="b">
            <a:noAutofit/>
          </a:bodyPr>
          <a:p>
            <a:pPr indent="0" algn="ctr">
              <a:lnSpc>
                <a:spcPct val="10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3200" strike="noStrike" u="none">
                <a:solidFill>
                  <a:srgbClr val="006666"/>
                </a:solidFill>
                <a:effectLst/>
                <a:uFillTx/>
                <a:latin typeface="Calibri"/>
              </a:rPr>
              <a:t>Relationship Designators – Overview</a:t>
            </a:r>
            <a:endParaRPr b="0" lang="en-IN" sz="3200" strike="noStrike" u="none">
              <a:solidFill>
                <a:srgbClr val="006666"/>
              </a:solidFill>
              <a:effectLst/>
              <a:uFillTx/>
              <a:latin typeface="Arial"/>
            </a:endParaRPr>
          </a:p>
        </p:txBody>
      </p:sp>
      <p:sp>
        <p:nvSpPr>
          <p:cNvPr id="37" name="PlaceHolder 2"/>
          <p:cNvSpPr>
            <a:spLocks noGrp="1"/>
          </p:cNvSpPr>
          <p:nvPr>
            <p:ph/>
          </p:nvPr>
        </p:nvSpPr>
        <p:spPr>
          <a:xfrm>
            <a:off x="539280" y="836640"/>
            <a:ext cx="8425080" cy="5472000"/>
          </a:xfrm>
          <a:prstGeom prst="rect">
            <a:avLst/>
          </a:prstGeom>
          <a:solidFill>
            <a:srgbClr val="ffffff"/>
          </a:solidFill>
          <a:ln w="0">
            <a:noFill/>
          </a:ln>
        </p:spPr>
        <p:txBody>
          <a:bodyPr lIns="90000" rIns="90000" tIns="46800" bIns="46800" anchor="t">
            <a:normAutofit/>
          </a:bodyPr>
          <a:p>
            <a:pPr marL="343080" indent="-343080">
              <a:lnSpc>
                <a:spcPct val="100000"/>
              </a:lnSpc>
              <a:spcBef>
                <a:spcPts val="601"/>
              </a:spcBef>
              <a:buClr>
                <a:srgbClr val="006666"/>
              </a:buClr>
              <a:buSzPct val="70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trike="noStrike" u="none">
                <a:solidFill>
                  <a:srgbClr val="000000"/>
                </a:solidFill>
                <a:effectLst/>
                <a:uFillTx/>
                <a:latin typeface="Calibri"/>
              </a:rPr>
              <a:t>Appendix I </a:t>
            </a:r>
            <a:endParaRPr b="0" lang="en-IN" sz="2400" strike="noStrike" u="none">
              <a:solidFill>
                <a:srgbClr val="000000"/>
              </a:solidFill>
              <a:effectLst/>
              <a:uFillTx/>
              <a:latin typeface="Verdana"/>
            </a:endParaRPr>
          </a:p>
          <a:p>
            <a:pPr lvl="1" marL="743040" indent="-285840">
              <a:lnSpc>
                <a:spcPct val="100000"/>
              </a:lnSpc>
              <a:spcBef>
                <a:spcPts val="601"/>
              </a:spcBef>
              <a:buClr>
                <a:srgbClr val="99cccc"/>
              </a:buClr>
              <a:buSzPct val="150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trike="noStrike" u="none">
                <a:solidFill>
                  <a:srgbClr val="000000"/>
                </a:solidFill>
                <a:effectLst/>
                <a:uFillTx/>
                <a:latin typeface="Calibri"/>
              </a:rPr>
              <a:t>Relates Persons, Families, and Corporate bodies to Works, Expressions, and Manifestations</a:t>
            </a:r>
            <a:endParaRPr b="0" lang="en-IN" sz="2400" strike="noStrike" u="none">
              <a:solidFill>
                <a:srgbClr val="000000"/>
              </a:solidFill>
              <a:effectLst/>
              <a:uFillTx/>
              <a:latin typeface="Verdana"/>
            </a:endParaRPr>
          </a:p>
          <a:p>
            <a:pPr lvl="2" marL="1143000" indent="-228600">
              <a:lnSpc>
                <a:spcPct val="100000"/>
              </a:lnSpc>
              <a:spcBef>
                <a:spcPts val="601"/>
              </a:spcBef>
              <a:buClr>
                <a:srgbClr val="006666"/>
              </a:buClr>
              <a:buSzPct val="150000"/>
              <a:buFont typeface="Wingdings" charset="2"/>
              <a:buChar char=""/>
              <a:tabLst>
                <a:tab algn="l" pos="1828800"/>
                <a:tab algn="l" pos="2743200"/>
                <a:tab algn="l" pos="3657600"/>
                <a:tab algn="l" pos="4572000"/>
                <a:tab algn="l" pos="5486400"/>
                <a:tab algn="l" pos="6400800"/>
                <a:tab algn="l" pos="7315200"/>
                <a:tab algn="l" pos="8229600"/>
                <a:tab algn="l" pos="9144000"/>
                <a:tab algn="l" pos="10058400"/>
              </a:tabLst>
            </a:pPr>
            <a:r>
              <a:rPr b="0" lang="en-US" sz="2400" strike="noStrike" u="none">
                <a:solidFill>
                  <a:srgbClr val="000000"/>
                </a:solidFill>
                <a:effectLst/>
                <a:uFillTx/>
                <a:latin typeface="Calibri"/>
              </a:rPr>
              <a:t>Used in only bibliographic records</a:t>
            </a:r>
            <a:endParaRPr b="0" lang="en-IN" sz="2400" strike="noStrike" u="none">
              <a:solidFill>
                <a:srgbClr val="000000"/>
              </a:solidFill>
              <a:effectLst/>
              <a:uFillTx/>
              <a:latin typeface="Verdana"/>
            </a:endParaRPr>
          </a:p>
          <a:p>
            <a:pPr marL="343080" indent="-343080">
              <a:lnSpc>
                <a:spcPct val="100000"/>
              </a:lnSpc>
              <a:spcBef>
                <a:spcPts val="601"/>
              </a:spcBef>
              <a:buClr>
                <a:srgbClr val="006666"/>
              </a:buClr>
              <a:buSzPct val="70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trike="noStrike" u="none">
                <a:solidFill>
                  <a:srgbClr val="000000"/>
                </a:solidFill>
                <a:effectLst/>
                <a:uFillTx/>
                <a:latin typeface="Calibri"/>
              </a:rPr>
              <a:t>Appendix J</a:t>
            </a:r>
            <a:endParaRPr b="0" lang="en-IN" sz="2400" strike="noStrike" u="none">
              <a:solidFill>
                <a:srgbClr val="000000"/>
              </a:solidFill>
              <a:effectLst/>
              <a:uFillTx/>
              <a:latin typeface="Verdana"/>
            </a:endParaRPr>
          </a:p>
          <a:p>
            <a:pPr lvl="1" marL="743040" indent="-285840">
              <a:lnSpc>
                <a:spcPct val="100000"/>
              </a:lnSpc>
              <a:spcBef>
                <a:spcPts val="601"/>
              </a:spcBef>
              <a:buClr>
                <a:srgbClr val="99cccc"/>
              </a:buClr>
              <a:buSzPct val="150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trike="noStrike" u="none">
                <a:solidFill>
                  <a:srgbClr val="000000"/>
                </a:solidFill>
                <a:effectLst/>
                <a:uFillTx/>
                <a:latin typeface="Calibri"/>
              </a:rPr>
              <a:t>Relates Works, Expressions, and Manifestations to Works, Expressions, and Manifestations</a:t>
            </a:r>
            <a:endParaRPr b="0" lang="en-IN" sz="2400" strike="noStrike" u="none">
              <a:solidFill>
                <a:srgbClr val="000000"/>
              </a:solidFill>
              <a:effectLst/>
              <a:uFillTx/>
              <a:latin typeface="Verdana"/>
            </a:endParaRPr>
          </a:p>
          <a:p>
            <a:pPr lvl="2" marL="1143000" indent="-228600">
              <a:lnSpc>
                <a:spcPct val="100000"/>
              </a:lnSpc>
              <a:spcBef>
                <a:spcPts val="451"/>
              </a:spcBef>
              <a:buClr>
                <a:srgbClr val="006666"/>
              </a:buClr>
              <a:buSzPct val="150000"/>
              <a:buFont typeface="Wingdings" charset="2"/>
              <a:buChar char=""/>
              <a:tabLst>
                <a:tab algn="l" pos="1828800"/>
                <a:tab algn="l" pos="2743200"/>
                <a:tab algn="l" pos="3657600"/>
                <a:tab algn="l" pos="4572000"/>
                <a:tab algn="l" pos="5486400"/>
                <a:tab algn="l" pos="6400800"/>
                <a:tab algn="l" pos="7315200"/>
                <a:tab algn="l" pos="8229600"/>
                <a:tab algn="l" pos="9144000"/>
                <a:tab algn="l" pos="10058400"/>
              </a:tabLst>
            </a:pPr>
            <a:r>
              <a:rPr b="0" lang="en-US" sz="2400" strike="noStrike" u="none">
                <a:solidFill>
                  <a:srgbClr val="000000"/>
                </a:solidFill>
                <a:effectLst/>
                <a:uFillTx/>
                <a:latin typeface="Calibri"/>
              </a:rPr>
              <a:t>Used in both bibliographic and authority records</a:t>
            </a:r>
            <a:br>
              <a:rPr sz="2400"/>
            </a:br>
            <a:r>
              <a:rPr b="0" lang="en-US" sz="2400" strike="noStrike" u="none">
                <a:solidFill>
                  <a:srgbClr val="000000"/>
                </a:solidFill>
                <a:effectLst/>
                <a:uFillTx/>
                <a:latin typeface="Calibri"/>
              </a:rPr>
              <a:t>	</a:t>
            </a:r>
            <a:r>
              <a:rPr b="0" lang="en-US" sz="1800" strike="noStrike" u="none">
                <a:solidFill>
                  <a:srgbClr val="000000"/>
                </a:solidFill>
                <a:effectLst/>
                <a:uFillTx/>
                <a:latin typeface="Calibri"/>
              </a:rPr>
              <a:t>(formerly known as “see-alsos”)</a:t>
            </a:r>
            <a:endParaRPr b="0" lang="en-IN" sz="1800" strike="noStrike" u="none">
              <a:solidFill>
                <a:srgbClr val="000000"/>
              </a:solidFill>
              <a:effectLst/>
              <a:uFillTx/>
              <a:latin typeface="Verdana"/>
            </a:endParaRPr>
          </a:p>
          <a:p>
            <a:pPr marL="343080" indent="-343080">
              <a:lnSpc>
                <a:spcPct val="100000"/>
              </a:lnSpc>
              <a:spcBef>
                <a:spcPts val="601"/>
              </a:spcBef>
              <a:buClr>
                <a:srgbClr val="006666"/>
              </a:buClr>
              <a:buSzPct val="70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trike="noStrike" u="none">
                <a:solidFill>
                  <a:srgbClr val="000000"/>
                </a:solidFill>
                <a:effectLst/>
                <a:uFillTx/>
                <a:latin typeface="Calibri"/>
              </a:rPr>
              <a:t>Appendix K </a:t>
            </a:r>
            <a:endParaRPr b="0" lang="en-IN" sz="2400" strike="noStrike" u="none">
              <a:solidFill>
                <a:srgbClr val="000000"/>
              </a:solidFill>
              <a:effectLst/>
              <a:uFillTx/>
              <a:latin typeface="Verdana"/>
            </a:endParaRPr>
          </a:p>
          <a:p>
            <a:pPr lvl="1" marL="743040" indent="-285840">
              <a:lnSpc>
                <a:spcPct val="100000"/>
              </a:lnSpc>
              <a:spcBef>
                <a:spcPts val="601"/>
              </a:spcBef>
              <a:buClr>
                <a:srgbClr val="99cccc"/>
              </a:buClr>
              <a:buSzPct val="150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trike="noStrike" u="none">
                <a:solidFill>
                  <a:srgbClr val="000000"/>
                </a:solidFill>
                <a:effectLst/>
                <a:uFillTx/>
                <a:latin typeface="Calibri"/>
              </a:rPr>
              <a:t>Relates Persons, Families, and Corporate bodies to Persons, Families, and Corporate bodies</a:t>
            </a:r>
            <a:endParaRPr b="0" lang="en-IN" sz="2400" strike="noStrike" u="none">
              <a:solidFill>
                <a:srgbClr val="000000"/>
              </a:solidFill>
              <a:effectLst/>
              <a:uFillTx/>
              <a:latin typeface="Verdana"/>
            </a:endParaRPr>
          </a:p>
          <a:p>
            <a:pPr lvl="2" marL="1143000" indent="-228600">
              <a:lnSpc>
                <a:spcPct val="100000"/>
              </a:lnSpc>
              <a:spcBef>
                <a:spcPts val="451"/>
              </a:spcBef>
              <a:buClr>
                <a:srgbClr val="006666"/>
              </a:buClr>
              <a:buSzPct val="150000"/>
              <a:buFont typeface="Wingdings" charset="2"/>
              <a:buChar char=""/>
              <a:tabLst>
                <a:tab algn="l" pos="1828800"/>
                <a:tab algn="l" pos="2743200"/>
                <a:tab algn="l" pos="3657600"/>
                <a:tab algn="l" pos="4572000"/>
                <a:tab algn="l" pos="5486400"/>
                <a:tab algn="l" pos="6400800"/>
                <a:tab algn="l" pos="7315200"/>
                <a:tab algn="l" pos="8229600"/>
                <a:tab algn="l" pos="9144000"/>
                <a:tab algn="l" pos="10058400"/>
              </a:tabLst>
            </a:pPr>
            <a:r>
              <a:rPr b="0" lang="en-US" sz="2400" strike="noStrike" u="none">
                <a:solidFill>
                  <a:srgbClr val="000000"/>
                </a:solidFill>
                <a:effectLst/>
                <a:uFillTx/>
                <a:latin typeface="Calibri"/>
              </a:rPr>
              <a:t>Used only in authority records (</a:t>
            </a:r>
            <a:r>
              <a:rPr b="0" lang="en-US" sz="1800" strike="noStrike" u="none">
                <a:solidFill>
                  <a:srgbClr val="000000"/>
                </a:solidFill>
                <a:effectLst/>
                <a:uFillTx/>
                <a:latin typeface="Calibri"/>
              </a:rPr>
              <a:t>formerly known as “see-alsos”)</a:t>
            </a:r>
            <a:endParaRPr b="0" lang="en-IN" sz="1800" strike="noStrike" u="none">
              <a:solidFill>
                <a:srgbClr val="000000"/>
              </a:solidFill>
              <a:effectLst/>
              <a:uFillTx/>
              <a:latin typeface="Verdana"/>
            </a:endParaRPr>
          </a:p>
        </p:txBody>
      </p:sp>
      <p:sp>
        <p:nvSpPr>
          <p:cNvPr id="4" name="PlaceHolder 3"/>
          <p:cNvSpPr>
            <a:spLocks noGrp="1"/>
          </p:cNvSpPr>
          <p:nvPr>
            <p:ph type="sldNum" idx="3"/>
          </p:nvPr>
        </p:nvSpPr>
        <p:spPr/>
        <p:txBody>
          <a:bodyPr/>
          <a:p>
            <a:fld id="{BD726CAB-08DD-4E89-9283-60CFB8814591}" type="slidenum">
              <a:t>3</a:t>
            </a:fld>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8" name="PlaceHolder 1"/>
          <p:cNvSpPr>
            <a:spLocks noGrp="1"/>
          </p:cNvSpPr>
          <p:nvPr>
            <p:ph type="title"/>
          </p:nvPr>
        </p:nvSpPr>
        <p:spPr>
          <a:xfrm>
            <a:off x="611280" y="333360"/>
            <a:ext cx="8353440" cy="719280"/>
          </a:xfrm>
          <a:prstGeom prst="rect">
            <a:avLst/>
          </a:prstGeom>
          <a:noFill/>
          <a:ln w="0">
            <a:noFill/>
          </a:ln>
        </p:spPr>
        <p:txBody>
          <a:bodyPr lIns="91440" rIns="91440" tIns="45720" bIns="45720" anchor="ctr">
            <a:noAutofit/>
          </a:bodyPr>
          <a:p>
            <a:pPr indent="0" algn="ctr">
              <a:lnSpc>
                <a:spcPct val="10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2800" strike="noStrike" u="none">
                <a:solidFill>
                  <a:srgbClr val="006666"/>
                </a:solidFill>
                <a:effectLst/>
                <a:uFillTx/>
                <a:latin typeface="Calibri"/>
              </a:rPr>
              <a:t>Appendix I – Reminder:  Relationship Designators for Bibliographic Records – Quiz</a:t>
            </a:r>
            <a:endParaRPr b="0" lang="en-IN" sz="2800" strike="noStrike" u="none">
              <a:solidFill>
                <a:srgbClr val="006666"/>
              </a:solidFill>
              <a:effectLst/>
              <a:uFillTx/>
              <a:latin typeface="Arial"/>
            </a:endParaRPr>
          </a:p>
        </p:txBody>
      </p:sp>
      <p:sp>
        <p:nvSpPr>
          <p:cNvPr id="39" name=""/>
          <p:cNvSpPr txBox="1"/>
          <p:nvPr/>
        </p:nvSpPr>
        <p:spPr>
          <a:xfrm>
            <a:off x="468000" y="1267920"/>
            <a:ext cx="8496360" cy="3024360"/>
          </a:xfrm>
          <a:prstGeom prst="rect">
            <a:avLst/>
          </a:prstGeom>
          <a:solidFill>
            <a:srgbClr val="ffffff"/>
          </a:solidFill>
          <a:ln w="0">
            <a:noFill/>
          </a:ln>
        </p:spPr>
        <p:txBody>
          <a:bodyPr anchor="t">
            <a:normAutofit fontScale="92500" lnSpcReduction="9999"/>
          </a:bodyPr>
          <a:p>
            <a:pPr marL="343080" indent="-343080">
              <a:lnSpc>
                <a:spcPct val="100000"/>
              </a:lnSpc>
              <a:spcBef>
                <a:spcPts val="6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trike="noStrike" u="none">
                <a:solidFill>
                  <a:srgbClr val="000000"/>
                </a:solidFill>
                <a:effectLst/>
                <a:uFillTx/>
                <a:latin typeface="Calibri"/>
              </a:rPr>
              <a:t>RDA Bibliographic Record:</a:t>
            </a:r>
            <a:endParaRPr b="0" lang="en-IN" sz="2400" strike="noStrike" u="none">
              <a:solidFill>
                <a:srgbClr val="000000"/>
              </a:solidFill>
              <a:effectLst/>
              <a:uFillTx/>
              <a:latin typeface="Verdana"/>
            </a:endParaRPr>
          </a:p>
          <a:p>
            <a:pPr marL="343080" indent="-343080">
              <a:lnSpc>
                <a:spcPct val="100000"/>
              </a:lnSpc>
              <a:spcBef>
                <a:spcPts val="6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trike="noStrike" u="none">
                <a:solidFill>
                  <a:srgbClr val="000000"/>
                </a:solidFill>
                <a:effectLst/>
                <a:uFillTx/>
                <a:latin typeface="Calibri"/>
              </a:rPr>
              <a:t>100 1# $a Mishima, Yukio, $d 1925-1970, $e author.</a:t>
            </a:r>
            <a:endParaRPr b="0" lang="en-IN" sz="2400" strike="noStrike" u="none">
              <a:solidFill>
                <a:srgbClr val="000000"/>
              </a:solidFill>
              <a:effectLst/>
              <a:uFillTx/>
              <a:latin typeface="Verdana"/>
            </a:endParaRPr>
          </a:p>
          <a:p>
            <a:pPr marL="343080" indent="-343080">
              <a:lnSpc>
                <a:spcPct val="100000"/>
              </a:lnSpc>
              <a:spcBef>
                <a:spcPts val="6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trike="noStrike" u="none">
                <a:solidFill>
                  <a:srgbClr val="000000"/>
                </a:solidFill>
                <a:effectLst/>
                <a:uFillTx/>
                <a:latin typeface="Calibri"/>
              </a:rPr>
              <a:t>240 10  $a Shiosai. $l English</a:t>
            </a:r>
            <a:endParaRPr b="0" lang="en-IN" sz="2400" strike="noStrike" u="none">
              <a:solidFill>
                <a:srgbClr val="000000"/>
              </a:solidFill>
              <a:effectLst/>
              <a:uFillTx/>
              <a:latin typeface="Verdana"/>
            </a:endParaRPr>
          </a:p>
          <a:p>
            <a:pPr marL="343080" indent="-343080">
              <a:lnSpc>
                <a:spcPct val="100000"/>
              </a:lnSpc>
              <a:spcBef>
                <a:spcPts val="6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trike="noStrike" u="none">
                <a:solidFill>
                  <a:srgbClr val="000000"/>
                </a:solidFill>
                <a:effectLst/>
                <a:uFillTx/>
                <a:latin typeface="Calibri"/>
              </a:rPr>
              <a:t>245 14 $a The Sound of waves / $c Yukio Mishima; translated by Meredith Weatherby.</a:t>
            </a:r>
            <a:endParaRPr b="0" lang="en-IN" sz="2400" strike="noStrike" u="none">
              <a:solidFill>
                <a:srgbClr val="000000"/>
              </a:solidFill>
              <a:effectLst/>
              <a:uFillTx/>
              <a:latin typeface="Verdana"/>
            </a:endParaRPr>
          </a:p>
          <a:p>
            <a:pPr marL="343080" indent="-343080">
              <a:lnSpc>
                <a:spcPct val="85000"/>
              </a:lnSpc>
              <a:spcBef>
                <a:spcPts val="6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trike="noStrike" u="none">
                <a:solidFill>
                  <a:srgbClr val="000000"/>
                </a:solidFill>
                <a:effectLst/>
                <a:uFillTx/>
                <a:latin typeface="Calibri"/>
              </a:rPr>
              <a:t>700 1# $a Weatherby, Meredith, $e translator.</a:t>
            </a:r>
            <a:endParaRPr b="0" lang="en-IN" sz="2400" strike="noStrike" u="none">
              <a:solidFill>
                <a:srgbClr val="000000"/>
              </a:solidFill>
              <a:effectLst/>
              <a:uFillTx/>
              <a:latin typeface="Verdana"/>
            </a:endParaRPr>
          </a:p>
          <a:p>
            <a:pPr marL="343080" indent="-343080">
              <a:lnSpc>
                <a:spcPct val="8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400" strike="noStrike" u="none">
              <a:solidFill>
                <a:srgbClr val="000000"/>
              </a:solidFill>
              <a:effectLst/>
              <a:uFillTx/>
              <a:latin typeface="Verdana"/>
            </a:endParaRPr>
          </a:p>
          <a:p>
            <a:pPr marL="343080" indent="-343080">
              <a:lnSpc>
                <a:spcPct val="8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trike="noStrike" u="none">
                <a:solidFill>
                  <a:srgbClr val="000000"/>
                </a:solidFill>
                <a:effectLst/>
                <a:uFillTx/>
                <a:latin typeface="Calibri"/>
              </a:rPr>
              <a:t>Authority Records:</a:t>
            </a:r>
            <a:endParaRPr b="0" lang="en-IN" sz="2400" strike="noStrike" u="none">
              <a:solidFill>
                <a:srgbClr val="000000"/>
              </a:solidFill>
              <a:effectLst/>
              <a:uFillTx/>
              <a:latin typeface="Verdana"/>
            </a:endParaRPr>
          </a:p>
        </p:txBody>
      </p:sp>
      <p:sp>
        <p:nvSpPr>
          <p:cNvPr id="40" name=""/>
          <p:cNvSpPr/>
          <p:nvPr/>
        </p:nvSpPr>
        <p:spPr>
          <a:xfrm>
            <a:off x="611280" y="4653000"/>
            <a:ext cx="8064360" cy="459720"/>
          </a:xfrm>
          <a:prstGeom prst="rect">
            <a:avLst/>
          </a:prstGeom>
          <a:noFill/>
          <a:ln w="9360">
            <a:solidFill>
              <a:srgbClr val="006666"/>
            </a:solidFill>
            <a:miter/>
          </a:ln>
        </p:spPr>
        <p:style>
          <a:lnRef idx="0"/>
          <a:fillRef idx="0"/>
          <a:effectRef idx="0"/>
          <a:fontRef idx="minor"/>
        </p:style>
        <p:txBody>
          <a:bodyPr lIns="90000" rIns="90000" tIns="46800" bIns="4680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trike="noStrike" u="none">
                <a:solidFill>
                  <a:srgbClr val="000000"/>
                </a:solidFill>
                <a:effectLst/>
                <a:uFillTx/>
                <a:latin typeface="Calibri"/>
              </a:rPr>
              <a:t>___ __ $a Mishima, Yukio, $_ 1925-1970. $_ Shiosai. $_ English</a:t>
            </a:r>
            <a:endParaRPr b="0" i="1" lang="en-IN" sz="2400" strike="noStrike" u="none">
              <a:solidFill>
                <a:srgbClr val="000000"/>
              </a:solidFill>
              <a:effectLst/>
              <a:uFillTx/>
              <a:latin typeface="Calibri"/>
            </a:endParaRPr>
          </a:p>
        </p:txBody>
      </p:sp>
      <p:sp>
        <p:nvSpPr>
          <p:cNvPr id="41" name=""/>
          <p:cNvSpPr/>
          <p:nvPr/>
        </p:nvSpPr>
        <p:spPr>
          <a:xfrm>
            <a:off x="684360" y="5373720"/>
            <a:ext cx="8064360" cy="459720"/>
          </a:xfrm>
          <a:prstGeom prst="rect">
            <a:avLst/>
          </a:prstGeom>
          <a:noFill/>
          <a:ln w="9360">
            <a:solidFill>
              <a:srgbClr val="006666"/>
            </a:solidFill>
            <a:miter/>
          </a:ln>
        </p:spPr>
        <p:style>
          <a:lnRef idx="0"/>
          <a:fillRef idx="0"/>
          <a:effectRef idx="0"/>
          <a:fontRef idx="minor"/>
        </p:style>
        <p:txBody>
          <a:bodyPr lIns="90000" rIns="90000" tIns="46800" bIns="4680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trike="noStrike" u="none">
                <a:solidFill>
                  <a:srgbClr val="000000"/>
                </a:solidFill>
                <a:effectLst/>
                <a:uFillTx/>
                <a:latin typeface="Calibri"/>
              </a:rPr>
              <a:t>___ __ $a Weatherby, Meredith</a:t>
            </a:r>
            <a:endParaRPr b="0" i="1" lang="en-IN" sz="2400" strike="noStrike" u="none">
              <a:solidFill>
                <a:srgbClr val="000000"/>
              </a:solidFill>
              <a:effectLst/>
              <a:uFillTx/>
              <a:latin typeface="Calibri"/>
            </a:endParaRPr>
          </a:p>
        </p:txBody>
      </p:sp>
      <p:sp>
        <p:nvSpPr>
          <p:cNvPr id="42" name=""/>
          <p:cNvSpPr/>
          <p:nvPr/>
        </p:nvSpPr>
        <p:spPr>
          <a:xfrm>
            <a:off x="539640" y="4653000"/>
            <a:ext cx="1224000" cy="459720"/>
          </a:xfrm>
          <a:prstGeom prst="rect">
            <a:avLst/>
          </a:prstGeom>
          <a:noFill/>
          <a:ln w="0">
            <a:noFill/>
          </a:ln>
        </p:spPr>
        <p:style>
          <a:lnRef idx="0"/>
          <a:fillRef idx="0"/>
          <a:effectRef idx="0"/>
          <a:fontRef idx="minor"/>
        </p:style>
        <p:txBody>
          <a:bodyPr lIns="90000" rIns="90000" tIns="46800" bIns="46800" anchor="t">
            <a:spAutoFit/>
          </a:bodyPr>
          <a:p>
            <a:pPr algn="ctr">
              <a:spcBef>
                <a:spcPts val="15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trike="noStrike" u="none">
                <a:solidFill>
                  <a:srgbClr val="000000"/>
                </a:solidFill>
                <a:effectLst/>
                <a:uFillTx/>
                <a:latin typeface="Calibri"/>
              </a:rPr>
              <a:t>100 1#</a:t>
            </a:r>
            <a:endParaRPr b="0" i="1" lang="en-IN" sz="2400" strike="noStrike" u="none">
              <a:solidFill>
                <a:srgbClr val="000000"/>
              </a:solidFill>
              <a:effectLst/>
              <a:uFillTx/>
              <a:latin typeface="Calibri"/>
            </a:endParaRPr>
          </a:p>
        </p:txBody>
      </p:sp>
      <p:sp>
        <p:nvSpPr>
          <p:cNvPr id="43" name=""/>
          <p:cNvSpPr/>
          <p:nvPr/>
        </p:nvSpPr>
        <p:spPr>
          <a:xfrm>
            <a:off x="539640" y="5373720"/>
            <a:ext cx="1224000" cy="459720"/>
          </a:xfrm>
          <a:prstGeom prst="rect">
            <a:avLst/>
          </a:prstGeom>
          <a:noFill/>
          <a:ln w="0">
            <a:noFill/>
          </a:ln>
        </p:spPr>
        <p:style>
          <a:lnRef idx="0"/>
          <a:fillRef idx="0"/>
          <a:effectRef idx="0"/>
          <a:fontRef idx="minor"/>
        </p:style>
        <p:txBody>
          <a:bodyPr lIns="90000" rIns="90000" tIns="46800" bIns="46800" anchor="t">
            <a:spAutoFit/>
          </a:bodyPr>
          <a:p>
            <a:pPr algn="ctr">
              <a:spcBef>
                <a:spcPts val="15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trike="noStrike" u="none">
                <a:solidFill>
                  <a:srgbClr val="000000"/>
                </a:solidFill>
                <a:effectLst/>
                <a:uFillTx/>
                <a:latin typeface="Calibri"/>
              </a:rPr>
              <a:t>100 1#</a:t>
            </a:r>
            <a:endParaRPr b="0" i="1" lang="en-IN" sz="2400" strike="noStrike" u="none">
              <a:solidFill>
                <a:srgbClr val="000000"/>
              </a:solidFill>
              <a:effectLst/>
              <a:uFillTx/>
              <a:latin typeface="Calibri"/>
            </a:endParaRPr>
          </a:p>
        </p:txBody>
      </p:sp>
      <p:sp>
        <p:nvSpPr>
          <p:cNvPr id="44" name=""/>
          <p:cNvSpPr/>
          <p:nvPr/>
        </p:nvSpPr>
        <p:spPr>
          <a:xfrm>
            <a:off x="5867280" y="4653000"/>
            <a:ext cx="433440" cy="459720"/>
          </a:xfrm>
          <a:prstGeom prst="rect">
            <a:avLst/>
          </a:prstGeom>
          <a:noFill/>
          <a:ln w="0">
            <a:noFill/>
          </a:ln>
        </p:spPr>
        <p:style>
          <a:lnRef idx="0"/>
          <a:fillRef idx="0"/>
          <a:effectRef idx="0"/>
          <a:fontRef idx="minor"/>
        </p:style>
        <p:txBody>
          <a:bodyPr lIns="90000" rIns="90000" tIns="46800" bIns="46800" anchor="t">
            <a:spAutoFit/>
          </a:bodyPr>
          <a:p>
            <a:pPr algn="ctr">
              <a:spcBef>
                <a:spcPts val="15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trike="noStrike" u="none">
                <a:solidFill>
                  <a:srgbClr val="000000"/>
                </a:solidFill>
                <a:effectLst/>
                <a:uFillTx/>
                <a:latin typeface="Calibri"/>
              </a:rPr>
              <a:t>t</a:t>
            </a:r>
            <a:endParaRPr b="0" i="1" lang="en-IN" sz="2400" strike="noStrike" u="none">
              <a:solidFill>
                <a:srgbClr val="000000"/>
              </a:solidFill>
              <a:effectLst/>
              <a:uFillTx/>
              <a:latin typeface="Calibri"/>
            </a:endParaRPr>
          </a:p>
        </p:txBody>
      </p:sp>
      <p:sp>
        <p:nvSpPr>
          <p:cNvPr id="45" name=""/>
          <p:cNvSpPr/>
          <p:nvPr/>
        </p:nvSpPr>
        <p:spPr>
          <a:xfrm>
            <a:off x="4067280" y="4653000"/>
            <a:ext cx="431640" cy="459720"/>
          </a:xfrm>
          <a:prstGeom prst="rect">
            <a:avLst/>
          </a:prstGeom>
          <a:noFill/>
          <a:ln w="0">
            <a:noFill/>
          </a:ln>
        </p:spPr>
        <p:style>
          <a:lnRef idx="0"/>
          <a:fillRef idx="0"/>
          <a:effectRef idx="0"/>
          <a:fontRef idx="minor"/>
        </p:style>
        <p:txBody>
          <a:bodyPr lIns="90000" rIns="90000" tIns="46800" bIns="46800" anchor="t">
            <a:spAutoFit/>
          </a:bodyPr>
          <a:p>
            <a:pPr algn="ctr">
              <a:spcBef>
                <a:spcPts val="15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trike="noStrike" u="none">
                <a:solidFill>
                  <a:srgbClr val="000000"/>
                </a:solidFill>
                <a:effectLst/>
                <a:uFillTx/>
                <a:latin typeface="Calibri"/>
              </a:rPr>
              <a:t>d</a:t>
            </a:r>
            <a:endParaRPr b="0" i="1" lang="en-IN" sz="2400" strike="noStrike" u="none">
              <a:solidFill>
                <a:srgbClr val="000000"/>
              </a:solidFill>
              <a:effectLst/>
              <a:uFillTx/>
              <a:latin typeface="Calibri"/>
            </a:endParaRPr>
          </a:p>
        </p:txBody>
      </p:sp>
      <p:sp>
        <p:nvSpPr>
          <p:cNvPr id="46" name=""/>
          <p:cNvSpPr/>
          <p:nvPr/>
        </p:nvSpPr>
        <p:spPr>
          <a:xfrm>
            <a:off x="7308720" y="4653000"/>
            <a:ext cx="360360" cy="459720"/>
          </a:xfrm>
          <a:prstGeom prst="rect">
            <a:avLst/>
          </a:prstGeom>
          <a:noFill/>
          <a:ln w="0">
            <a:noFill/>
          </a:ln>
        </p:spPr>
        <p:style>
          <a:lnRef idx="0"/>
          <a:fillRef idx="0"/>
          <a:effectRef idx="0"/>
          <a:fontRef idx="minor"/>
        </p:style>
        <p:txBody>
          <a:bodyPr lIns="90000" rIns="90000" tIns="46800" bIns="46800" anchor="t">
            <a:spAutoFit/>
          </a:bodyPr>
          <a:p>
            <a:pPr algn="ctr">
              <a:spcBef>
                <a:spcPts val="15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trike="noStrike" u="none">
                <a:solidFill>
                  <a:srgbClr val="000000"/>
                </a:solidFill>
                <a:effectLst/>
                <a:uFillTx/>
                <a:latin typeface="Calibri"/>
              </a:rPr>
              <a:t>l</a:t>
            </a:r>
            <a:endParaRPr b="0" i="1" lang="en-IN" sz="2400" strike="noStrike" u="none">
              <a:solidFill>
                <a:srgbClr val="000000"/>
              </a:solidFill>
              <a:effectLst/>
              <a:uFillTx/>
              <a:latin typeface="Calibri"/>
            </a:endParaRPr>
          </a:p>
        </p:txBody>
      </p:sp>
      <p:sp>
        <p:nvSpPr>
          <p:cNvPr id="47" name=""/>
          <p:cNvSpPr/>
          <p:nvPr/>
        </p:nvSpPr>
        <p:spPr>
          <a:xfrm>
            <a:off x="5651640" y="1700280"/>
            <a:ext cx="576000" cy="503280"/>
          </a:xfrm>
          <a:prstGeom prst="ellipse">
            <a:avLst/>
          </a:prstGeom>
          <a:noFill/>
          <a:ln w="57240">
            <a:solidFill>
              <a:srgbClr val="006666"/>
            </a:solidFill>
            <a:miter/>
          </a:ln>
        </p:spPr>
        <p:style>
          <a:lnRef idx="0"/>
          <a:fillRef idx="0"/>
          <a:effectRef idx="0"/>
          <a:fontRef idx="minor"/>
        </p:style>
        <p:txBody>
          <a:bodyPr lIns="90000" rIns="90000" tIns="46800" bIns="46800" anchor="ctr">
            <a:spAutoFit/>
          </a:bodyPr>
          <a:p>
            <a:endParaRPr b="0" i="1" lang="en-IN" sz="1600" strike="noStrike" u="none">
              <a:solidFill>
                <a:srgbClr val="000000"/>
              </a:solidFill>
              <a:effectLst/>
              <a:uFillTx/>
              <a:latin typeface="Calibri"/>
            </a:endParaRPr>
          </a:p>
        </p:txBody>
      </p:sp>
      <p:sp>
        <p:nvSpPr>
          <p:cNvPr id="48" name=""/>
          <p:cNvSpPr/>
          <p:nvPr/>
        </p:nvSpPr>
        <p:spPr>
          <a:xfrm>
            <a:off x="4572000" y="3357720"/>
            <a:ext cx="576360" cy="502920"/>
          </a:xfrm>
          <a:prstGeom prst="ellipse">
            <a:avLst/>
          </a:prstGeom>
          <a:noFill/>
          <a:ln w="57240">
            <a:solidFill>
              <a:srgbClr val="006666"/>
            </a:solidFill>
            <a:miter/>
          </a:ln>
        </p:spPr>
        <p:style>
          <a:lnRef idx="0"/>
          <a:fillRef idx="0"/>
          <a:effectRef idx="0"/>
          <a:fontRef idx="minor"/>
        </p:style>
        <p:txBody>
          <a:bodyPr lIns="90000" rIns="90000" tIns="46800" bIns="46800" anchor="ctr">
            <a:spAutoFit/>
          </a:bodyPr>
          <a:p>
            <a:endParaRPr b="0" i="1" lang="en-IN" sz="1600" strike="noStrike" u="none">
              <a:solidFill>
                <a:srgbClr val="000000"/>
              </a:solidFill>
              <a:effectLst/>
              <a:uFillTx/>
              <a:latin typeface="Calibri"/>
            </a:endParaRPr>
          </a:p>
        </p:txBody>
      </p:sp>
      <p:sp>
        <p:nvSpPr>
          <p:cNvPr id="49" name=""/>
          <p:cNvSpPr/>
          <p:nvPr/>
        </p:nvSpPr>
        <p:spPr>
          <a:xfrm>
            <a:off x="5580000" y="4581360"/>
            <a:ext cx="647640" cy="503280"/>
          </a:xfrm>
          <a:prstGeom prst="ellipse">
            <a:avLst/>
          </a:prstGeom>
          <a:noFill/>
          <a:ln w="57240">
            <a:solidFill>
              <a:srgbClr val="006666"/>
            </a:solidFill>
            <a:miter/>
          </a:ln>
        </p:spPr>
        <p:style>
          <a:lnRef idx="0"/>
          <a:fillRef idx="0"/>
          <a:effectRef idx="0"/>
          <a:fontRef idx="minor"/>
        </p:style>
        <p:txBody>
          <a:bodyPr lIns="90000" rIns="90000" tIns="46800" bIns="46800" anchor="ctr">
            <a:spAutoFit/>
          </a:bodyPr>
          <a:p>
            <a:endParaRPr b="0" i="1" lang="en-IN" sz="1600" strike="noStrike" u="none">
              <a:solidFill>
                <a:srgbClr val="000000"/>
              </a:solidFill>
              <a:effectLst/>
              <a:uFillTx/>
              <a:latin typeface="Calibri"/>
            </a:endParaRPr>
          </a:p>
        </p:txBody>
      </p:sp>
      <p:sp>
        <p:nvSpPr>
          <p:cNvPr id="50" name=""/>
          <p:cNvSpPr/>
          <p:nvPr/>
        </p:nvSpPr>
        <p:spPr>
          <a:xfrm>
            <a:off x="4788000" y="5373720"/>
            <a:ext cx="647640" cy="503280"/>
          </a:xfrm>
          <a:prstGeom prst="ellipse">
            <a:avLst/>
          </a:prstGeom>
          <a:noFill/>
          <a:ln w="57240">
            <a:solidFill>
              <a:srgbClr val="006666"/>
            </a:solidFill>
            <a:miter/>
          </a:ln>
        </p:spPr>
        <p:style>
          <a:lnRef idx="0"/>
          <a:fillRef idx="0"/>
          <a:effectRef idx="0"/>
          <a:fontRef idx="minor"/>
        </p:style>
        <p:txBody>
          <a:bodyPr lIns="90000" rIns="90000" tIns="46800" bIns="46800" anchor="ctr">
            <a:spAutoFit/>
          </a:bodyPr>
          <a:p>
            <a:endParaRPr b="0" i="1" lang="en-IN" sz="1600" strike="noStrike" u="none">
              <a:solidFill>
                <a:srgbClr val="000000"/>
              </a:solidFill>
              <a:effectLst/>
              <a:uFillTx/>
              <a:latin typeface="Calibri"/>
            </a:endParaRPr>
          </a:p>
        </p:txBody>
      </p:sp>
      <p:sp>
        <p:nvSpPr>
          <p:cNvPr id="3" name="PlaceHolder 2"/>
          <p:cNvSpPr>
            <a:spLocks noGrp="1"/>
          </p:cNvSpPr>
          <p:nvPr>
            <p:ph type="sldNum" idx="3"/>
          </p:nvPr>
        </p:nvSpPr>
        <p:spPr/>
        <p:txBody>
          <a:bodyPr/>
          <a:p>
            <a:fld id="{CCE3C4B3-AF93-4889-B2F5-93D9E5B825A4}" type="slidenum">
              <a:t>4</a:t>
            </a:fld>
          </a:p>
        </p:txBody>
      </p:sp>
    </p:spTree>
  </p:cSld>
  <mc:AlternateContent>
    <mc:Choice Requires="p14">
      <p:transition spd="slow" p14:dur="2000"/>
    </mc:Choice>
    <mc:Fallback>
      <p:transition spd="slow"/>
    </mc:Fallback>
  </mc:AlternateContent>
  <p:timing>
    <p:tnLst>
      <p:par>
        <p:cTn id="1" dur="indefinite" restart="never" nodeType="tmRoot">
          <p:childTnLst>
            <p:seq>
              <p:cTn id="2" dur="indefinite" nodeType="mainSeq">
                <p:childTnLst>
                  <p:par>
                    <p:cTn id="3" fill="hold">
                      <p:stCondLst>
                        <p:cond delay="indefinite"/>
                      </p:stCondLst>
                      <p:childTnLst>
                        <p:par>
                          <p:cTn id="4" fill="hold">
                            <p:stCondLst>
                              <p:cond delay="0"/>
                            </p:stCondLst>
                            <p:childTnLst>
                              <p:par>
                                <p:cTn id="5" nodeType="clickEffect" fill="hold" presetClass="entr" presetID="1">
                                  <p:stCondLst>
                                    <p:cond delay="0"/>
                                  </p:stCondLst>
                                  <p:childTnLst>
                                    <p:set>
                                      <p:cBhvr>
                                        <p:cTn id="6" dur="1" fill="hold">
                                          <p:stCondLst>
                                            <p:cond delay="0"/>
                                          </p:stCondLst>
                                        </p:cTn>
                                        <p:tgtEl>
                                          <p:spTgt spid="4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nodeType="clickEffect" fill="hold" presetClass="entr" presetID="1">
                                  <p:stCondLst>
                                    <p:cond delay="0"/>
                                  </p:stCondLst>
                                  <p:childTnLst>
                                    <p:set>
                                      <p:cBhvr>
                                        <p:cTn id="10" dur="1" fill="hold">
                                          <p:stCondLst>
                                            <p:cond delay="0"/>
                                          </p:stCondLst>
                                        </p:cTn>
                                        <p:tgtEl>
                                          <p:spTgt spid="4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nodeType="clickEffect" fill="hold" presetClass="entr" presetID="1">
                                  <p:stCondLst>
                                    <p:cond delay="0"/>
                                  </p:stCondLst>
                                  <p:childTnLst>
                                    <p:set>
                                      <p:cBhvr>
                                        <p:cTn id="14" dur="1" fill="hold">
                                          <p:stCondLst>
                                            <p:cond delay="0"/>
                                          </p:stCondLst>
                                        </p:cTn>
                                        <p:tgtEl>
                                          <p:spTgt spid="4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nodeType="clickEffect" fill="hold" presetClass="entr" presetID="1">
                                  <p:stCondLst>
                                    <p:cond delay="0"/>
                                  </p:stCondLst>
                                  <p:childTnLst>
                                    <p:set>
                                      <p:cBhvr>
                                        <p:cTn id="18" dur="1" fill="hold">
                                          <p:stCondLst>
                                            <p:cond delay="0"/>
                                          </p:stCondLst>
                                        </p:cTn>
                                        <p:tgtEl>
                                          <p:spTgt spid="4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nodeType="clickEffect" fill="hold" presetClass="entr" presetID="1">
                                  <p:stCondLst>
                                    <p:cond delay="0"/>
                                  </p:stCondLst>
                                  <p:childTnLst>
                                    <p:set>
                                      <p:cBhvr>
                                        <p:cTn id="22" dur="1" fill="hold">
                                          <p:stCondLst>
                                            <p:cond delay="0"/>
                                          </p:stCondLst>
                                        </p:cTn>
                                        <p:tgtEl>
                                          <p:spTgt spid="4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nodeType="clickEffect" fill="hold" presetClass="entr" presetID="1">
                                  <p:stCondLst>
                                    <p:cond delay="0"/>
                                  </p:stCondLst>
                                  <p:childTnLst>
                                    <p:set>
                                      <p:cBhvr>
                                        <p:cTn id="26" dur="1" fill="hold">
                                          <p:stCondLst>
                                            <p:cond delay="0"/>
                                          </p:stCondLst>
                                        </p:cTn>
                                        <p:tgtEl>
                                          <p:spTgt spid="4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nodeType="clickEffect" fill="hold" presetClass="entr" presetID="1">
                                  <p:stCondLst>
                                    <p:cond delay="0"/>
                                  </p:stCondLst>
                                  <p:childTnLst>
                                    <p:set>
                                      <p:cBhvr>
                                        <p:cTn id="30" dur="1" fill="hold">
                                          <p:stCondLst>
                                            <p:cond delay="0"/>
                                          </p:stCondLst>
                                        </p:cTn>
                                        <p:tgtEl>
                                          <p:spTgt spid="43"/>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nodeType="clickEffect" fill="hold" presetClass="entr" presetID="1">
                                  <p:stCondLst>
                                    <p:cond delay="0"/>
                                  </p:stCondLst>
                                  <p:childTnLst>
                                    <p:set>
                                      <p:cBhvr>
                                        <p:cTn id="34" dur="1" fill="hold">
                                          <p:stCondLst>
                                            <p:cond delay="0"/>
                                          </p:stCondLst>
                                        </p:cTn>
                                        <p:tgtEl>
                                          <p:spTgt spid="47"/>
                                        </p:tgtEl>
                                        <p:attrNameLst>
                                          <p:attrName>style.visibility</p:attrName>
                                        </p:attrNameLst>
                                      </p:cBhvr>
                                      <p:to>
                                        <p:strVal val="visible"/>
                                      </p:to>
                                    </p:set>
                                  </p:childTnLst>
                                </p:cTn>
                              </p:par>
                              <p:par>
                                <p:cTn id="35" nodeType="withEffect" fill="hold" presetClass="entr" presetID="1">
                                  <p:stCondLst>
                                    <p:cond delay="0"/>
                                  </p:stCondLst>
                                  <p:childTnLst>
                                    <p:set>
                                      <p:cBhvr>
                                        <p:cTn id="36" dur="1" fill="hold">
                                          <p:stCondLst>
                                            <p:cond delay="0"/>
                                          </p:stCondLst>
                                        </p:cTn>
                                        <p:tgtEl>
                                          <p:spTgt spid="49"/>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nodeType="clickEffect" fill="hold" presetClass="entr" presetID="1">
                                  <p:stCondLst>
                                    <p:cond delay="0"/>
                                  </p:stCondLst>
                                  <p:childTnLst>
                                    <p:set>
                                      <p:cBhvr>
                                        <p:cTn id="40" dur="1" fill="hold">
                                          <p:stCondLst>
                                            <p:cond delay="0"/>
                                          </p:stCondLst>
                                        </p:cTn>
                                        <p:tgtEl>
                                          <p:spTgt spid="48"/>
                                        </p:tgtEl>
                                        <p:attrNameLst>
                                          <p:attrName>style.visibility</p:attrName>
                                        </p:attrNameLst>
                                      </p:cBhvr>
                                      <p:to>
                                        <p:strVal val="visible"/>
                                      </p:to>
                                    </p:set>
                                  </p:childTnLst>
                                </p:cTn>
                              </p:par>
                              <p:par>
                                <p:cTn id="41" nodeType="withEffect" fill="hold" presetClass="entr" presetID="1">
                                  <p:stCondLst>
                                    <p:cond delay="0"/>
                                  </p:stCondLst>
                                  <p:childTnLst>
                                    <p:set>
                                      <p:cBhvr>
                                        <p:cTn id="42" dur="1" fill="hold">
                                          <p:stCondLst>
                                            <p:cond delay="0"/>
                                          </p:stCondLst>
                                        </p:cTn>
                                        <p:tgtEl>
                                          <p:spTgt spid="5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1" name="PlaceHolder 1"/>
          <p:cNvSpPr>
            <a:spLocks noGrp="1"/>
          </p:cNvSpPr>
          <p:nvPr>
            <p:ph type="title"/>
          </p:nvPr>
        </p:nvSpPr>
        <p:spPr>
          <a:xfrm>
            <a:off x="1258560" y="0"/>
            <a:ext cx="7885080" cy="549360"/>
          </a:xfrm>
          <a:prstGeom prst="rect">
            <a:avLst/>
          </a:prstGeom>
          <a:noFill/>
          <a:ln w="0">
            <a:noFill/>
          </a:ln>
        </p:spPr>
        <p:txBody>
          <a:bodyPr lIns="91440" rIns="91440" tIns="45720" bIns="45720" anchor="b">
            <a:noAutofit/>
          </a:bodyPr>
          <a:p>
            <a:pPr indent="0">
              <a:lnSpc>
                <a:spcPct val="10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2800" strike="noStrike" u="none">
                <a:solidFill>
                  <a:srgbClr val="006666"/>
                </a:solidFill>
                <a:effectLst/>
                <a:uFillTx/>
                <a:latin typeface="Calibri"/>
              </a:rPr>
              <a:t>Relationship designators (29.5) - Appendix K</a:t>
            </a:r>
            <a:r>
              <a:rPr b="0" lang="en-US" sz="3600" strike="noStrike" u="none">
                <a:solidFill>
                  <a:srgbClr val="006666"/>
                </a:solidFill>
                <a:effectLst/>
                <a:uFillTx/>
                <a:latin typeface="Arial"/>
              </a:rPr>
              <a:t> </a:t>
            </a:r>
            <a:endParaRPr b="0" lang="en-IN" sz="3600" strike="noStrike" u="none">
              <a:solidFill>
                <a:srgbClr val="006666"/>
              </a:solidFill>
              <a:effectLst/>
              <a:uFillTx/>
              <a:latin typeface="Arial"/>
            </a:endParaRPr>
          </a:p>
        </p:txBody>
      </p:sp>
      <p:sp>
        <p:nvSpPr>
          <p:cNvPr id="52" name="PlaceHolder 2"/>
          <p:cNvSpPr>
            <a:spLocks noGrp="1"/>
          </p:cNvSpPr>
          <p:nvPr>
            <p:ph/>
          </p:nvPr>
        </p:nvSpPr>
        <p:spPr>
          <a:xfrm>
            <a:off x="178920" y="620640"/>
            <a:ext cx="4046760" cy="5904000"/>
          </a:xfrm>
          <a:prstGeom prst="rect">
            <a:avLst/>
          </a:prstGeom>
          <a:solidFill>
            <a:srgbClr val="ffffff"/>
          </a:solidFill>
          <a:ln w="38160">
            <a:solidFill>
              <a:srgbClr val="006666"/>
            </a:solidFill>
            <a:miter/>
          </a:ln>
        </p:spPr>
        <p:txBody>
          <a:bodyPr lIns="91440" rIns="91440" tIns="45720" bIns="45720" anchor="t">
            <a:normAutofit/>
          </a:bodyPr>
          <a:p>
            <a:pPr marL="343080" indent="-343080">
              <a:lnSpc>
                <a:spcPct val="90000"/>
              </a:lnSpc>
              <a:spcBef>
                <a:spcPts val="499"/>
              </a:spcBef>
              <a:buClr>
                <a:srgbClr val="006666"/>
              </a:buClr>
              <a:buSzPct val="70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000" strike="noStrike" u="none">
                <a:solidFill>
                  <a:srgbClr val="000000"/>
                </a:solidFill>
                <a:effectLst/>
                <a:uFillTx/>
                <a:latin typeface="Verdana"/>
              </a:rPr>
              <a:t>K.2.1 Persons to other persons</a:t>
            </a:r>
            <a:endParaRPr b="0" lang="en-IN" sz="2000" strike="noStrike" u="none">
              <a:solidFill>
                <a:srgbClr val="000000"/>
              </a:solidFill>
              <a:effectLst/>
              <a:uFillTx/>
              <a:latin typeface="Verdana"/>
            </a:endParaRPr>
          </a:p>
          <a:p>
            <a:pPr lvl="2" marL="1143000" indent="-228600">
              <a:lnSpc>
                <a:spcPct val="90000"/>
              </a:lnSpc>
              <a:spcBef>
                <a:spcPts val="499"/>
              </a:spcBef>
              <a:buClr>
                <a:srgbClr val="006666"/>
              </a:buClr>
              <a:buSzPct val="65000"/>
              <a:buFont typeface="Wingdings" charset="2"/>
              <a:buChar char=""/>
              <a:tabLst>
                <a:tab algn="l" pos="1828800"/>
                <a:tab algn="l" pos="2743200"/>
                <a:tab algn="l" pos="3657600"/>
                <a:tab algn="l" pos="4572000"/>
                <a:tab algn="l" pos="5486400"/>
                <a:tab algn="l" pos="6400800"/>
                <a:tab algn="l" pos="7315200"/>
                <a:tab algn="l" pos="8229600"/>
                <a:tab algn="l" pos="9144000"/>
                <a:tab algn="l" pos="10058400"/>
              </a:tabLst>
            </a:pPr>
            <a:r>
              <a:rPr b="0" lang="en-US" sz="2000" strike="noStrike" u="none">
                <a:solidFill>
                  <a:srgbClr val="000000"/>
                </a:solidFill>
                <a:effectLst/>
                <a:uFillTx/>
                <a:latin typeface="Verdana"/>
              </a:rPr>
              <a:t>Alternate identity</a:t>
            </a:r>
            <a:endParaRPr b="0" lang="en-IN" sz="2000" strike="noStrike" u="none">
              <a:solidFill>
                <a:srgbClr val="000000"/>
              </a:solidFill>
              <a:effectLst/>
              <a:uFillTx/>
              <a:latin typeface="Verdana"/>
            </a:endParaRPr>
          </a:p>
          <a:p>
            <a:pPr lvl="2" marL="1143000" indent="-228600">
              <a:lnSpc>
                <a:spcPct val="90000"/>
              </a:lnSpc>
              <a:spcBef>
                <a:spcPts val="499"/>
              </a:spcBef>
              <a:buClr>
                <a:srgbClr val="006666"/>
              </a:buClr>
              <a:buSzPct val="65000"/>
              <a:buFont typeface="Wingdings" charset="2"/>
              <a:buChar char=""/>
              <a:tabLst>
                <a:tab algn="l" pos="1828800"/>
                <a:tab algn="l" pos="2743200"/>
                <a:tab algn="l" pos="3657600"/>
                <a:tab algn="l" pos="4572000"/>
                <a:tab algn="l" pos="5486400"/>
                <a:tab algn="l" pos="6400800"/>
                <a:tab algn="l" pos="7315200"/>
                <a:tab algn="l" pos="8229600"/>
                <a:tab algn="l" pos="9144000"/>
                <a:tab algn="l" pos="10058400"/>
              </a:tabLst>
            </a:pPr>
            <a:r>
              <a:rPr b="0" lang="en-US" sz="2000" strike="noStrike" u="none">
                <a:solidFill>
                  <a:srgbClr val="000000"/>
                </a:solidFill>
                <a:effectLst/>
                <a:uFillTx/>
                <a:latin typeface="Verdana"/>
              </a:rPr>
              <a:t>Real identity</a:t>
            </a:r>
            <a:endParaRPr b="0" lang="en-IN" sz="2000" strike="noStrike" u="none">
              <a:solidFill>
                <a:srgbClr val="000000"/>
              </a:solidFill>
              <a:effectLst/>
              <a:uFillTx/>
              <a:latin typeface="Verdana"/>
            </a:endParaRPr>
          </a:p>
          <a:p>
            <a:pPr marL="343080" indent="-343080">
              <a:lnSpc>
                <a:spcPct val="90000"/>
              </a:lnSpc>
              <a:spcBef>
                <a:spcPts val="499"/>
              </a:spcBef>
              <a:buClr>
                <a:srgbClr val="006666"/>
              </a:buClr>
              <a:buSzPct val="70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000" strike="noStrike" u="none">
                <a:solidFill>
                  <a:srgbClr val="000000"/>
                </a:solidFill>
                <a:effectLst/>
                <a:uFillTx/>
                <a:latin typeface="Verdana"/>
              </a:rPr>
              <a:t>K.2.2 Persons to families</a:t>
            </a:r>
            <a:endParaRPr b="0" lang="en-IN" sz="2000" strike="noStrike" u="none">
              <a:solidFill>
                <a:srgbClr val="000000"/>
              </a:solidFill>
              <a:effectLst/>
              <a:uFillTx/>
              <a:latin typeface="Verdana"/>
            </a:endParaRPr>
          </a:p>
          <a:p>
            <a:pPr lvl="2" marL="1143000" indent="-228600">
              <a:lnSpc>
                <a:spcPct val="90000"/>
              </a:lnSpc>
              <a:spcBef>
                <a:spcPts val="499"/>
              </a:spcBef>
              <a:buClr>
                <a:srgbClr val="006666"/>
              </a:buClr>
              <a:buSzPct val="65000"/>
              <a:buFont typeface="Wingdings" charset="2"/>
              <a:buChar char=""/>
              <a:tabLst>
                <a:tab algn="l" pos="1828800"/>
                <a:tab algn="l" pos="2743200"/>
                <a:tab algn="l" pos="3657600"/>
                <a:tab algn="l" pos="4572000"/>
                <a:tab algn="l" pos="5486400"/>
                <a:tab algn="l" pos="6400800"/>
                <a:tab algn="l" pos="7315200"/>
                <a:tab algn="l" pos="8229600"/>
                <a:tab algn="l" pos="9144000"/>
                <a:tab algn="l" pos="10058400"/>
              </a:tabLst>
            </a:pPr>
            <a:r>
              <a:rPr b="0" lang="en-US" sz="2000" strike="noStrike" u="none">
                <a:solidFill>
                  <a:srgbClr val="000000"/>
                </a:solidFill>
                <a:effectLst/>
                <a:uFillTx/>
                <a:latin typeface="Verdana"/>
              </a:rPr>
              <a:t>Family member</a:t>
            </a:r>
            <a:endParaRPr b="0" lang="en-IN" sz="2000" strike="noStrike" u="none">
              <a:solidFill>
                <a:srgbClr val="000000"/>
              </a:solidFill>
              <a:effectLst/>
              <a:uFillTx/>
              <a:latin typeface="Verdana"/>
            </a:endParaRPr>
          </a:p>
          <a:p>
            <a:pPr lvl="2" marL="1143000" indent="-228600">
              <a:lnSpc>
                <a:spcPct val="90000"/>
              </a:lnSpc>
              <a:spcBef>
                <a:spcPts val="499"/>
              </a:spcBef>
              <a:buClr>
                <a:srgbClr val="006666"/>
              </a:buClr>
              <a:buSzPct val="65000"/>
              <a:buFont typeface="Wingdings" charset="2"/>
              <a:buChar char=""/>
              <a:tabLst>
                <a:tab algn="l" pos="1828800"/>
                <a:tab algn="l" pos="2743200"/>
                <a:tab algn="l" pos="3657600"/>
                <a:tab algn="l" pos="4572000"/>
                <a:tab algn="l" pos="5486400"/>
                <a:tab algn="l" pos="6400800"/>
                <a:tab algn="l" pos="7315200"/>
                <a:tab algn="l" pos="8229600"/>
                <a:tab algn="l" pos="9144000"/>
                <a:tab algn="l" pos="10058400"/>
              </a:tabLst>
            </a:pPr>
            <a:r>
              <a:rPr b="0" lang="en-US" sz="2000" strike="noStrike" u="none">
                <a:solidFill>
                  <a:srgbClr val="000000"/>
                </a:solidFill>
                <a:effectLst/>
                <a:uFillTx/>
                <a:latin typeface="Verdana"/>
              </a:rPr>
              <a:t>Progenitor</a:t>
            </a:r>
            <a:endParaRPr b="0" lang="en-IN" sz="2000" strike="noStrike" u="none">
              <a:solidFill>
                <a:srgbClr val="000000"/>
              </a:solidFill>
              <a:effectLst/>
              <a:uFillTx/>
              <a:latin typeface="Verdana"/>
            </a:endParaRPr>
          </a:p>
          <a:p>
            <a:pPr marL="343080" indent="-343080">
              <a:lnSpc>
                <a:spcPct val="90000"/>
              </a:lnSpc>
              <a:spcBef>
                <a:spcPts val="499"/>
              </a:spcBef>
              <a:buClr>
                <a:srgbClr val="006666"/>
              </a:buClr>
              <a:buSzPct val="70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000" strike="noStrike" u="none">
                <a:solidFill>
                  <a:srgbClr val="000000"/>
                </a:solidFill>
                <a:effectLst/>
                <a:uFillTx/>
                <a:latin typeface="Verdana"/>
              </a:rPr>
              <a:t>K.2.3 Persons to corporate bodies</a:t>
            </a:r>
            <a:endParaRPr b="0" lang="en-IN" sz="2000" strike="noStrike" u="none">
              <a:solidFill>
                <a:srgbClr val="000000"/>
              </a:solidFill>
              <a:effectLst/>
              <a:uFillTx/>
              <a:latin typeface="Verdana"/>
            </a:endParaRPr>
          </a:p>
          <a:p>
            <a:pPr lvl="2" marL="1143000" indent="-228600">
              <a:lnSpc>
                <a:spcPct val="90000"/>
              </a:lnSpc>
              <a:spcBef>
                <a:spcPts val="499"/>
              </a:spcBef>
              <a:buClr>
                <a:srgbClr val="006666"/>
              </a:buClr>
              <a:buSzPct val="65000"/>
              <a:buFont typeface="Wingdings" charset="2"/>
              <a:buChar char=""/>
              <a:tabLst>
                <a:tab algn="l" pos="1828800"/>
                <a:tab algn="l" pos="2743200"/>
                <a:tab algn="l" pos="3657600"/>
                <a:tab algn="l" pos="4572000"/>
                <a:tab algn="l" pos="5486400"/>
                <a:tab algn="l" pos="6400800"/>
                <a:tab algn="l" pos="7315200"/>
                <a:tab algn="l" pos="8229600"/>
                <a:tab algn="l" pos="9144000"/>
                <a:tab algn="l" pos="10058400"/>
              </a:tabLst>
            </a:pPr>
            <a:r>
              <a:rPr b="0" lang="en-US" sz="2000" strike="noStrike" u="none">
                <a:solidFill>
                  <a:srgbClr val="000000"/>
                </a:solidFill>
                <a:effectLst/>
                <a:uFillTx/>
                <a:latin typeface="Verdana"/>
              </a:rPr>
              <a:t>Employee</a:t>
            </a:r>
            <a:endParaRPr b="0" lang="en-IN" sz="2000" strike="noStrike" u="none">
              <a:solidFill>
                <a:srgbClr val="000000"/>
              </a:solidFill>
              <a:effectLst/>
              <a:uFillTx/>
              <a:latin typeface="Verdana"/>
            </a:endParaRPr>
          </a:p>
          <a:p>
            <a:pPr lvl="2" marL="1143000" indent="-228600">
              <a:lnSpc>
                <a:spcPct val="90000"/>
              </a:lnSpc>
              <a:spcBef>
                <a:spcPts val="499"/>
              </a:spcBef>
              <a:buClr>
                <a:srgbClr val="006666"/>
              </a:buClr>
              <a:buSzPct val="65000"/>
              <a:buFont typeface="Wingdings" charset="2"/>
              <a:buChar char=""/>
              <a:tabLst>
                <a:tab algn="l" pos="1828800"/>
                <a:tab algn="l" pos="2743200"/>
                <a:tab algn="l" pos="3657600"/>
                <a:tab algn="l" pos="4572000"/>
                <a:tab algn="l" pos="5486400"/>
                <a:tab algn="l" pos="6400800"/>
                <a:tab algn="l" pos="7315200"/>
                <a:tab algn="l" pos="8229600"/>
                <a:tab algn="l" pos="9144000"/>
                <a:tab algn="l" pos="10058400"/>
              </a:tabLst>
            </a:pPr>
            <a:r>
              <a:rPr b="0" lang="en-US" sz="2000" strike="noStrike" u="none">
                <a:solidFill>
                  <a:srgbClr val="000000"/>
                </a:solidFill>
                <a:effectLst/>
                <a:uFillTx/>
                <a:latin typeface="Verdana"/>
              </a:rPr>
              <a:t>Founder</a:t>
            </a:r>
            <a:endParaRPr b="0" lang="en-IN" sz="2000" strike="noStrike" u="none">
              <a:solidFill>
                <a:srgbClr val="000000"/>
              </a:solidFill>
              <a:effectLst/>
              <a:uFillTx/>
              <a:latin typeface="Verdana"/>
            </a:endParaRPr>
          </a:p>
          <a:p>
            <a:pPr lvl="2" marL="1143000" indent="-228600">
              <a:lnSpc>
                <a:spcPct val="90000"/>
              </a:lnSpc>
              <a:spcBef>
                <a:spcPts val="499"/>
              </a:spcBef>
              <a:buClr>
                <a:srgbClr val="006666"/>
              </a:buClr>
              <a:buSzPct val="65000"/>
              <a:buFont typeface="Wingdings" charset="2"/>
              <a:buChar char=""/>
              <a:tabLst>
                <a:tab algn="l" pos="1828800"/>
                <a:tab algn="l" pos="2743200"/>
                <a:tab algn="l" pos="3657600"/>
                <a:tab algn="l" pos="4572000"/>
                <a:tab algn="l" pos="5486400"/>
                <a:tab algn="l" pos="6400800"/>
                <a:tab algn="l" pos="7315200"/>
                <a:tab algn="l" pos="8229600"/>
                <a:tab algn="l" pos="9144000"/>
                <a:tab algn="l" pos="10058400"/>
              </a:tabLst>
            </a:pPr>
            <a:r>
              <a:rPr b="0" lang="en-US" sz="2000" strike="noStrike" u="none">
                <a:solidFill>
                  <a:srgbClr val="000000"/>
                </a:solidFill>
                <a:effectLst/>
                <a:uFillTx/>
                <a:latin typeface="Verdana"/>
              </a:rPr>
              <a:t>Group member</a:t>
            </a:r>
            <a:endParaRPr b="0" lang="en-IN" sz="2000" strike="noStrike" u="none">
              <a:solidFill>
                <a:srgbClr val="000000"/>
              </a:solidFill>
              <a:effectLst/>
              <a:uFillTx/>
              <a:latin typeface="Verdana"/>
            </a:endParaRPr>
          </a:p>
          <a:p>
            <a:pPr lvl="2" marL="1143000" indent="-228600">
              <a:lnSpc>
                <a:spcPct val="90000"/>
              </a:lnSpc>
              <a:spcBef>
                <a:spcPts val="499"/>
              </a:spcBef>
              <a:buClr>
                <a:srgbClr val="006666"/>
              </a:buClr>
              <a:buSzPct val="65000"/>
              <a:buFont typeface="Wingdings" charset="2"/>
              <a:buChar char=""/>
              <a:tabLst>
                <a:tab algn="l" pos="1828800"/>
                <a:tab algn="l" pos="2743200"/>
                <a:tab algn="l" pos="3657600"/>
                <a:tab algn="l" pos="4572000"/>
                <a:tab algn="l" pos="5486400"/>
                <a:tab algn="l" pos="6400800"/>
                <a:tab algn="l" pos="7315200"/>
                <a:tab algn="l" pos="8229600"/>
                <a:tab algn="l" pos="9144000"/>
                <a:tab algn="l" pos="10058400"/>
              </a:tabLst>
            </a:pPr>
            <a:r>
              <a:rPr b="0" lang="en-US" sz="2000" strike="noStrike" u="none">
                <a:solidFill>
                  <a:srgbClr val="000000"/>
                </a:solidFill>
                <a:effectLst/>
                <a:uFillTx/>
                <a:latin typeface="Verdana"/>
              </a:rPr>
              <a:t>Incumbent</a:t>
            </a:r>
            <a:endParaRPr b="0" lang="en-IN" sz="2000" strike="noStrike" u="none">
              <a:solidFill>
                <a:srgbClr val="000000"/>
              </a:solidFill>
              <a:effectLst/>
              <a:uFillTx/>
              <a:latin typeface="Verdana"/>
            </a:endParaRPr>
          </a:p>
          <a:p>
            <a:pPr lvl="2" marL="1143000" indent="-228600">
              <a:lnSpc>
                <a:spcPct val="90000"/>
              </a:lnSpc>
              <a:spcBef>
                <a:spcPts val="499"/>
              </a:spcBef>
              <a:buClr>
                <a:srgbClr val="006666"/>
              </a:buClr>
              <a:buSzPct val="65000"/>
              <a:buFont typeface="Wingdings" charset="2"/>
              <a:buChar char=""/>
              <a:tabLst>
                <a:tab algn="l" pos="1828800"/>
                <a:tab algn="l" pos="2743200"/>
                <a:tab algn="l" pos="3657600"/>
                <a:tab algn="l" pos="4572000"/>
                <a:tab algn="l" pos="5486400"/>
                <a:tab algn="l" pos="6400800"/>
                <a:tab algn="l" pos="7315200"/>
                <a:tab algn="l" pos="8229600"/>
                <a:tab algn="l" pos="9144000"/>
                <a:tab algn="l" pos="10058400"/>
              </a:tabLst>
            </a:pPr>
            <a:r>
              <a:rPr b="0" lang="en-US" sz="2000" strike="noStrike" u="none">
                <a:solidFill>
                  <a:srgbClr val="000000"/>
                </a:solidFill>
                <a:effectLst/>
                <a:uFillTx/>
                <a:latin typeface="Verdana"/>
              </a:rPr>
              <a:t>Sponsor</a:t>
            </a:r>
            <a:endParaRPr b="0" lang="en-IN" sz="2000" strike="noStrike" u="none">
              <a:solidFill>
                <a:srgbClr val="000000"/>
              </a:solidFill>
              <a:effectLst/>
              <a:uFillTx/>
              <a:latin typeface="Verdana"/>
            </a:endParaRPr>
          </a:p>
          <a:p>
            <a:pPr marL="343080" indent="-343080">
              <a:lnSpc>
                <a:spcPct val="80000"/>
              </a:lnSpc>
              <a:spcBef>
                <a:spcPts val="499"/>
              </a:spcBef>
              <a:buClr>
                <a:srgbClr val="006666"/>
              </a:buClr>
              <a:buSzPct val="70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000" strike="noStrike" u="none">
                <a:solidFill>
                  <a:srgbClr val="000000"/>
                </a:solidFill>
                <a:effectLst/>
                <a:uFillTx/>
                <a:latin typeface="Verdana"/>
              </a:rPr>
              <a:t>K.3.1 Families to Persons</a:t>
            </a:r>
            <a:endParaRPr b="0" lang="en-IN" sz="2000" strike="noStrike" u="none">
              <a:solidFill>
                <a:srgbClr val="000000"/>
              </a:solidFill>
              <a:effectLst/>
              <a:uFillTx/>
              <a:latin typeface="Verdana"/>
            </a:endParaRPr>
          </a:p>
          <a:p>
            <a:pPr lvl="2" marL="1143000" indent="-228600">
              <a:lnSpc>
                <a:spcPct val="80000"/>
              </a:lnSpc>
              <a:spcBef>
                <a:spcPts val="499"/>
              </a:spcBef>
              <a:buClr>
                <a:srgbClr val="006666"/>
              </a:buClr>
              <a:buSzPct val="65000"/>
              <a:buFont typeface="Wingdings" charset="2"/>
              <a:buChar char=""/>
              <a:tabLst>
                <a:tab algn="l" pos="1828800"/>
                <a:tab algn="l" pos="2743200"/>
                <a:tab algn="l" pos="3657600"/>
                <a:tab algn="l" pos="4572000"/>
                <a:tab algn="l" pos="5486400"/>
                <a:tab algn="l" pos="6400800"/>
                <a:tab algn="l" pos="7315200"/>
                <a:tab algn="l" pos="8229600"/>
                <a:tab algn="l" pos="9144000"/>
                <a:tab algn="l" pos="10058400"/>
              </a:tabLst>
            </a:pPr>
            <a:r>
              <a:rPr b="0" lang="en-US" sz="2000" strike="noStrike" u="none">
                <a:solidFill>
                  <a:srgbClr val="000000"/>
                </a:solidFill>
                <a:effectLst/>
                <a:uFillTx/>
                <a:latin typeface="Verdana"/>
              </a:rPr>
              <a:t>Descendants</a:t>
            </a:r>
            <a:endParaRPr b="0" lang="en-IN" sz="2000" strike="noStrike" u="none">
              <a:solidFill>
                <a:srgbClr val="000000"/>
              </a:solidFill>
              <a:effectLst/>
              <a:uFillTx/>
              <a:latin typeface="Verdana"/>
            </a:endParaRPr>
          </a:p>
          <a:p>
            <a:pPr marL="343080" indent="-343080">
              <a:lnSpc>
                <a:spcPct val="80000"/>
              </a:lnSpc>
              <a:spcBef>
                <a:spcPts val="499"/>
              </a:spcBef>
              <a:buClr>
                <a:srgbClr val="006666"/>
              </a:buClr>
              <a:buSzPct val="70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000" strike="noStrike" u="none">
                <a:solidFill>
                  <a:srgbClr val="000000"/>
                </a:solidFill>
                <a:effectLst/>
                <a:uFillTx/>
                <a:latin typeface="Verdana"/>
              </a:rPr>
              <a:t>K.3.2 Families to Families</a:t>
            </a:r>
            <a:endParaRPr b="0" lang="en-IN" sz="2000" strike="noStrike" u="none">
              <a:solidFill>
                <a:srgbClr val="000000"/>
              </a:solidFill>
              <a:effectLst/>
              <a:uFillTx/>
              <a:latin typeface="Verdana"/>
            </a:endParaRPr>
          </a:p>
          <a:p>
            <a:pPr lvl="2" marL="1143000" indent="-228600">
              <a:lnSpc>
                <a:spcPct val="80000"/>
              </a:lnSpc>
              <a:spcBef>
                <a:spcPts val="499"/>
              </a:spcBef>
              <a:buClr>
                <a:srgbClr val="006666"/>
              </a:buClr>
              <a:buSzPct val="65000"/>
              <a:buFont typeface="Wingdings" charset="2"/>
              <a:buChar char=""/>
              <a:tabLst>
                <a:tab algn="l" pos="1828800"/>
                <a:tab algn="l" pos="2743200"/>
                <a:tab algn="l" pos="3657600"/>
                <a:tab algn="l" pos="4572000"/>
                <a:tab algn="l" pos="5486400"/>
                <a:tab algn="l" pos="6400800"/>
                <a:tab algn="l" pos="7315200"/>
                <a:tab algn="l" pos="8229600"/>
                <a:tab algn="l" pos="9144000"/>
                <a:tab algn="l" pos="10058400"/>
              </a:tabLst>
            </a:pPr>
            <a:r>
              <a:rPr b="0" lang="en-US" sz="2000" strike="noStrike" u="none">
                <a:solidFill>
                  <a:srgbClr val="000000"/>
                </a:solidFill>
                <a:effectLst/>
                <a:uFillTx/>
                <a:latin typeface="Verdana"/>
              </a:rPr>
              <a:t>Descendant family</a:t>
            </a:r>
            <a:endParaRPr b="0" lang="en-IN" sz="2000" strike="noStrike" u="none">
              <a:solidFill>
                <a:srgbClr val="000000"/>
              </a:solidFill>
              <a:effectLst/>
              <a:uFillTx/>
              <a:latin typeface="Verdana"/>
            </a:endParaRPr>
          </a:p>
        </p:txBody>
      </p:sp>
      <p:sp>
        <p:nvSpPr>
          <p:cNvPr id="53" name="Rectangle 3"/>
          <p:cNvSpPr/>
          <p:nvPr/>
        </p:nvSpPr>
        <p:spPr>
          <a:xfrm>
            <a:off x="4284720" y="620640"/>
            <a:ext cx="4643280" cy="5832720"/>
          </a:xfrm>
          <a:prstGeom prst="rect">
            <a:avLst/>
          </a:prstGeom>
          <a:solidFill>
            <a:srgbClr val="ffffff"/>
          </a:solidFill>
          <a:ln w="28440">
            <a:solidFill>
              <a:srgbClr val="006666"/>
            </a:solidFill>
            <a:miter/>
          </a:ln>
        </p:spPr>
        <p:style>
          <a:lnRef idx="0"/>
          <a:fillRef idx="0"/>
          <a:effectRef idx="0"/>
          <a:fontRef idx="minor"/>
        </p:style>
        <p:txBody>
          <a:bodyPr lIns="90000" rIns="90000" tIns="46800" bIns="46800" anchor="t">
            <a:normAutofit lnSpcReduction="9999"/>
          </a:bodyPr>
          <a:p>
            <a:pPr marL="343080" indent="-343080">
              <a:lnSpc>
                <a:spcPct val="80000"/>
              </a:lnSpc>
              <a:spcBef>
                <a:spcPts val="499"/>
              </a:spcBef>
              <a:buClr>
                <a:srgbClr val="006666"/>
              </a:buClr>
              <a:buSzPct val="70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000" strike="noStrike" u="none">
                <a:solidFill>
                  <a:srgbClr val="000000"/>
                </a:solidFill>
                <a:effectLst/>
                <a:uFillTx/>
                <a:latin typeface="Verdana"/>
                <a:ea typeface="Arial"/>
              </a:rPr>
              <a:t>K.3.3 Families to corporate bodies</a:t>
            </a:r>
            <a:endParaRPr b="0" i="1" lang="en-IN" sz="2000" strike="noStrike" u="none">
              <a:solidFill>
                <a:srgbClr val="000000"/>
              </a:solidFill>
              <a:effectLst/>
              <a:uFillTx/>
              <a:latin typeface="Calibri"/>
            </a:endParaRPr>
          </a:p>
          <a:p>
            <a:pPr lvl="2" marL="1143000" indent="-228600">
              <a:lnSpc>
                <a:spcPct val="80000"/>
              </a:lnSpc>
              <a:spcBef>
                <a:spcPts val="499"/>
              </a:spcBef>
              <a:buClr>
                <a:srgbClr val="006666"/>
              </a:buClr>
              <a:buSzPct val="65000"/>
              <a:buFont typeface="Wingdings" charset="2"/>
              <a:buChar char=""/>
              <a:tabLst>
                <a:tab algn="l" pos="1828800"/>
                <a:tab algn="l" pos="2743200"/>
                <a:tab algn="l" pos="3657600"/>
                <a:tab algn="l" pos="4572000"/>
                <a:tab algn="l" pos="5486400"/>
                <a:tab algn="l" pos="6400800"/>
                <a:tab algn="l" pos="7315200"/>
                <a:tab algn="l" pos="8229600"/>
                <a:tab algn="l" pos="9144000"/>
                <a:tab algn="l" pos="10058400"/>
              </a:tabLst>
            </a:pPr>
            <a:r>
              <a:rPr b="0" lang="en-US" sz="2000" strike="noStrike" u="none">
                <a:solidFill>
                  <a:srgbClr val="000000"/>
                </a:solidFill>
                <a:effectLst/>
                <a:uFillTx/>
                <a:latin typeface="Verdana"/>
                <a:ea typeface="Arial"/>
              </a:rPr>
              <a:t>Founding family</a:t>
            </a:r>
            <a:endParaRPr b="0" i="1" lang="en-IN" sz="2000" strike="noStrike" u="none">
              <a:solidFill>
                <a:srgbClr val="000000"/>
              </a:solidFill>
              <a:effectLst/>
              <a:uFillTx/>
              <a:latin typeface="Calibri"/>
            </a:endParaRPr>
          </a:p>
          <a:p>
            <a:pPr lvl="2" marL="1143000" indent="-228600">
              <a:lnSpc>
                <a:spcPct val="80000"/>
              </a:lnSpc>
              <a:spcBef>
                <a:spcPts val="499"/>
              </a:spcBef>
              <a:buClr>
                <a:srgbClr val="006666"/>
              </a:buClr>
              <a:buSzPct val="65000"/>
              <a:buFont typeface="Wingdings" charset="2"/>
              <a:buChar char=""/>
              <a:tabLst>
                <a:tab algn="l" pos="1828800"/>
                <a:tab algn="l" pos="2743200"/>
                <a:tab algn="l" pos="3657600"/>
                <a:tab algn="l" pos="4572000"/>
                <a:tab algn="l" pos="5486400"/>
                <a:tab algn="l" pos="6400800"/>
                <a:tab algn="l" pos="7315200"/>
                <a:tab algn="l" pos="8229600"/>
                <a:tab algn="l" pos="9144000"/>
                <a:tab algn="l" pos="10058400"/>
              </a:tabLst>
            </a:pPr>
            <a:r>
              <a:rPr b="0" lang="en-US" sz="2000" strike="noStrike" u="none">
                <a:solidFill>
                  <a:srgbClr val="000000"/>
                </a:solidFill>
                <a:effectLst/>
                <a:uFillTx/>
                <a:latin typeface="Verdana"/>
                <a:ea typeface="Arial"/>
              </a:rPr>
              <a:t>Sponsoring family</a:t>
            </a:r>
            <a:endParaRPr b="0" i="1" lang="en-IN" sz="2000" strike="noStrike" u="none">
              <a:solidFill>
                <a:srgbClr val="000000"/>
              </a:solidFill>
              <a:effectLst/>
              <a:uFillTx/>
              <a:latin typeface="Calibri"/>
            </a:endParaRPr>
          </a:p>
          <a:p>
            <a:pPr marL="343080" indent="-343080">
              <a:lnSpc>
                <a:spcPct val="80000"/>
              </a:lnSpc>
              <a:spcBef>
                <a:spcPts val="499"/>
              </a:spcBef>
              <a:buClr>
                <a:srgbClr val="006666"/>
              </a:buClr>
              <a:buSzPct val="70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000" strike="noStrike" u="none">
                <a:solidFill>
                  <a:srgbClr val="000000"/>
                </a:solidFill>
                <a:effectLst/>
                <a:uFillTx/>
                <a:latin typeface="Verdana"/>
                <a:ea typeface="Arial"/>
              </a:rPr>
              <a:t>K.4.1 Corporate bodies to persons</a:t>
            </a:r>
            <a:endParaRPr b="0" i="1" lang="en-IN" sz="2000" strike="noStrike" u="none">
              <a:solidFill>
                <a:srgbClr val="000000"/>
              </a:solidFill>
              <a:effectLst/>
              <a:uFillTx/>
              <a:latin typeface="Calibri"/>
            </a:endParaRPr>
          </a:p>
          <a:p>
            <a:pPr lvl="2" marL="1143000" indent="-228600">
              <a:lnSpc>
                <a:spcPct val="80000"/>
              </a:lnSpc>
              <a:spcBef>
                <a:spcPts val="499"/>
              </a:spcBef>
              <a:buClr>
                <a:srgbClr val="006666"/>
              </a:buClr>
              <a:buSzPct val="65000"/>
              <a:buFont typeface="Wingdings" charset="2"/>
              <a:buChar char=""/>
              <a:tabLst>
                <a:tab algn="l" pos="1828800"/>
                <a:tab algn="l" pos="2743200"/>
                <a:tab algn="l" pos="3657600"/>
                <a:tab algn="l" pos="4572000"/>
                <a:tab algn="l" pos="5486400"/>
                <a:tab algn="l" pos="6400800"/>
                <a:tab algn="l" pos="7315200"/>
                <a:tab algn="l" pos="8229600"/>
                <a:tab algn="l" pos="9144000"/>
                <a:tab algn="l" pos="10058400"/>
              </a:tabLst>
            </a:pPr>
            <a:r>
              <a:rPr b="0" lang="en-US" sz="2000" strike="noStrike" u="none">
                <a:solidFill>
                  <a:srgbClr val="000000"/>
                </a:solidFill>
                <a:effectLst/>
                <a:uFillTx/>
                <a:latin typeface="Verdana"/>
                <a:ea typeface="Arial"/>
              </a:rPr>
              <a:t>Employer</a:t>
            </a:r>
            <a:endParaRPr b="0" i="1" lang="en-IN" sz="2000" strike="noStrike" u="none">
              <a:solidFill>
                <a:srgbClr val="000000"/>
              </a:solidFill>
              <a:effectLst/>
              <a:uFillTx/>
              <a:latin typeface="Calibri"/>
            </a:endParaRPr>
          </a:p>
          <a:p>
            <a:pPr marL="343080" indent="-343080">
              <a:lnSpc>
                <a:spcPct val="80000"/>
              </a:lnSpc>
              <a:spcBef>
                <a:spcPts val="499"/>
              </a:spcBef>
              <a:buClr>
                <a:srgbClr val="006666"/>
              </a:buClr>
              <a:buSzPct val="70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000" strike="noStrike" u="none">
                <a:solidFill>
                  <a:srgbClr val="000000"/>
                </a:solidFill>
                <a:effectLst/>
                <a:uFillTx/>
                <a:latin typeface="Verdana"/>
                <a:ea typeface="Arial"/>
              </a:rPr>
              <a:t>K.4.2 Corporate bodies to family</a:t>
            </a:r>
            <a:endParaRPr b="0" i="1" lang="en-IN" sz="2000" strike="noStrike" u="none">
              <a:solidFill>
                <a:srgbClr val="000000"/>
              </a:solidFill>
              <a:effectLst/>
              <a:uFillTx/>
              <a:latin typeface="Calibri"/>
            </a:endParaRPr>
          </a:p>
          <a:p>
            <a:pPr lvl="2" marL="1143000" indent="-228600">
              <a:lnSpc>
                <a:spcPct val="80000"/>
              </a:lnSpc>
              <a:spcBef>
                <a:spcPts val="499"/>
              </a:spcBef>
              <a:buClr>
                <a:srgbClr val="006666"/>
              </a:buClr>
              <a:buSzPct val="65000"/>
              <a:buFont typeface="Wingdings" charset="2"/>
              <a:buChar char=""/>
              <a:tabLst>
                <a:tab algn="l" pos="1828800"/>
                <a:tab algn="l" pos="2743200"/>
                <a:tab algn="l" pos="3657600"/>
                <a:tab algn="l" pos="4572000"/>
                <a:tab algn="l" pos="5486400"/>
                <a:tab algn="l" pos="6400800"/>
                <a:tab algn="l" pos="7315200"/>
                <a:tab algn="l" pos="8229600"/>
                <a:tab algn="l" pos="9144000"/>
                <a:tab algn="l" pos="10058400"/>
              </a:tabLst>
            </a:pPr>
            <a:r>
              <a:rPr b="0" lang="en-US" sz="2000" strike="noStrike" u="none">
                <a:solidFill>
                  <a:srgbClr val="000000"/>
                </a:solidFill>
                <a:effectLst/>
                <a:uFillTx/>
                <a:latin typeface="Verdana"/>
                <a:ea typeface="Arial"/>
              </a:rPr>
              <a:t>Founded organization</a:t>
            </a:r>
            <a:endParaRPr b="0" i="1" lang="en-IN" sz="2000" strike="noStrike" u="none">
              <a:solidFill>
                <a:srgbClr val="000000"/>
              </a:solidFill>
              <a:effectLst/>
              <a:uFillTx/>
              <a:latin typeface="Calibri"/>
            </a:endParaRPr>
          </a:p>
          <a:p>
            <a:pPr lvl="2" marL="1143000" indent="-228600">
              <a:lnSpc>
                <a:spcPct val="80000"/>
              </a:lnSpc>
              <a:spcBef>
                <a:spcPts val="499"/>
              </a:spcBef>
              <a:buClr>
                <a:srgbClr val="006666"/>
              </a:buClr>
              <a:buSzPct val="65000"/>
              <a:buFont typeface="Wingdings" charset="2"/>
              <a:buChar char=""/>
              <a:tabLst>
                <a:tab algn="l" pos="1828800"/>
                <a:tab algn="l" pos="2743200"/>
                <a:tab algn="l" pos="3657600"/>
                <a:tab algn="l" pos="4572000"/>
                <a:tab algn="l" pos="5486400"/>
                <a:tab algn="l" pos="6400800"/>
                <a:tab algn="l" pos="7315200"/>
                <a:tab algn="l" pos="8229600"/>
                <a:tab algn="l" pos="9144000"/>
                <a:tab algn="l" pos="10058400"/>
              </a:tabLst>
            </a:pPr>
            <a:r>
              <a:rPr b="0" lang="en-US" sz="2000" strike="noStrike" u="none">
                <a:solidFill>
                  <a:srgbClr val="000000"/>
                </a:solidFill>
                <a:effectLst/>
                <a:uFillTx/>
                <a:latin typeface="Verdana"/>
                <a:ea typeface="Arial"/>
              </a:rPr>
              <a:t>Sponsored organization</a:t>
            </a:r>
            <a:endParaRPr b="0" i="1" lang="en-IN" sz="2000" strike="noStrike" u="none">
              <a:solidFill>
                <a:srgbClr val="000000"/>
              </a:solidFill>
              <a:effectLst/>
              <a:uFillTx/>
              <a:latin typeface="Calibri"/>
            </a:endParaRPr>
          </a:p>
          <a:p>
            <a:pPr marL="343080" indent="-343080">
              <a:lnSpc>
                <a:spcPct val="80000"/>
              </a:lnSpc>
              <a:spcBef>
                <a:spcPts val="499"/>
              </a:spcBef>
              <a:buClr>
                <a:srgbClr val="006666"/>
              </a:buClr>
              <a:buSzPct val="70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000" strike="noStrike" u="none">
                <a:solidFill>
                  <a:srgbClr val="000000"/>
                </a:solidFill>
                <a:effectLst/>
                <a:uFillTx/>
                <a:latin typeface="Verdana"/>
                <a:ea typeface="Arial"/>
              </a:rPr>
              <a:t>K.4.3 Corporate bodies to corporate bodies</a:t>
            </a:r>
            <a:endParaRPr b="0" i="1" lang="en-IN" sz="2000" strike="noStrike" u="none">
              <a:solidFill>
                <a:srgbClr val="000000"/>
              </a:solidFill>
              <a:effectLst/>
              <a:uFillTx/>
              <a:latin typeface="Calibri"/>
            </a:endParaRPr>
          </a:p>
          <a:p>
            <a:pPr lvl="2" marL="1143000" indent="-228600">
              <a:lnSpc>
                <a:spcPct val="80000"/>
              </a:lnSpc>
              <a:spcBef>
                <a:spcPts val="499"/>
              </a:spcBef>
              <a:buClr>
                <a:srgbClr val="006666"/>
              </a:buClr>
              <a:buSzPct val="65000"/>
              <a:buFont typeface="Wingdings" charset="2"/>
              <a:buChar char=""/>
              <a:tabLst>
                <a:tab algn="l" pos="1828800"/>
                <a:tab algn="l" pos="2743200"/>
                <a:tab algn="l" pos="3657600"/>
                <a:tab algn="l" pos="4572000"/>
                <a:tab algn="l" pos="5486400"/>
                <a:tab algn="l" pos="6400800"/>
                <a:tab algn="l" pos="7315200"/>
                <a:tab algn="l" pos="8229600"/>
                <a:tab algn="l" pos="9144000"/>
                <a:tab algn="l" pos="10058400"/>
              </a:tabLst>
            </a:pPr>
            <a:r>
              <a:rPr b="0" lang="en-US" sz="2000" strike="noStrike" u="none">
                <a:solidFill>
                  <a:srgbClr val="000000"/>
                </a:solidFill>
                <a:effectLst/>
                <a:uFillTx/>
                <a:latin typeface="Verdana"/>
                <a:ea typeface="Arial"/>
              </a:rPr>
              <a:t>Hierarchical subordinate</a:t>
            </a:r>
            <a:endParaRPr b="0" i="1" lang="en-IN" sz="2000" strike="noStrike" u="none">
              <a:solidFill>
                <a:srgbClr val="000000"/>
              </a:solidFill>
              <a:effectLst/>
              <a:uFillTx/>
              <a:latin typeface="Calibri"/>
            </a:endParaRPr>
          </a:p>
          <a:p>
            <a:pPr lvl="2" marL="1143000" indent="-228600">
              <a:lnSpc>
                <a:spcPct val="80000"/>
              </a:lnSpc>
              <a:spcBef>
                <a:spcPts val="499"/>
              </a:spcBef>
              <a:buClr>
                <a:srgbClr val="006666"/>
              </a:buClr>
              <a:buSzPct val="65000"/>
              <a:buFont typeface="Wingdings" charset="2"/>
              <a:buChar char=""/>
              <a:tabLst>
                <a:tab algn="l" pos="1828800"/>
                <a:tab algn="l" pos="2743200"/>
                <a:tab algn="l" pos="3657600"/>
                <a:tab algn="l" pos="4572000"/>
                <a:tab algn="l" pos="5486400"/>
                <a:tab algn="l" pos="6400800"/>
                <a:tab algn="l" pos="7315200"/>
                <a:tab algn="l" pos="8229600"/>
                <a:tab algn="l" pos="9144000"/>
                <a:tab algn="l" pos="10058400"/>
              </a:tabLst>
            </a:pPr>
            <a:r>
              <a:rPr b="0" lang="en-US" sz="2000" strike="noStrike" u="none">
                <a:solidFill>
                  <a:srgbClr val="000000"/>
                </a:solidFill>
                <a:effectLst/>
                <a:uFillTx/>
                <a:latin typeface="Verdana"/>
                <a:ea typeface="Arial"/>
              </a:rPr>
              <a:t>Hierarchical superior</a:t>
            </a:r>
            <a:endParaRPr b="0" i="1" lang="en-IN" sz="2000" strike="noStrike" u="none">
              <a:solidFill>
                <a:srgbClr val="000000"/>
              </a:solidFill>
              <a:effectLst/>
              <a:uFillTx/>
              <a:latin typeface="Calibri"/>
            </a:endParaRPr>
          </a:p>
          <a:p>
            <a:pPr lvl="2" marL="1143000" indent="-228600">
              <a:lnSpc>
                <a:spcPct val="80000"/>
              </a:lnSpc>
              <a:spcBef>
                <a:spcPts val="499"/>
              </a:spcBef>
              <a:buClr>
                <a:srgbClr val="006666"/>
              </a:buClr>
              <a:buSzPct val="65000"/>
              <a:buFont typeface="Wingdings" charset="2"/>
              <a:buChar char=""/>
              <a:tabLst>
                <a:tab algn="l" pos="1828800"/>
                <a:tab algn="l" pos="2743200"/>
                <a:tab algn="l" pos="3657600"/>
                <a:tab algn="l" pos="4572000"/>
                <a:tab algn="l" pos="5486400"/>
                <a:tab algn="l" pos="6400800"/>
                <a:tab algn="l" pos="7315200"/>
                <a:tab algn="l" pos="8229600"/>
                <a:tab algn="l" pos="9144000"/>
                <a:tab algn="l" pos="10058400"/>
              </a:tabLst>
            </a:pPr>
            <a:r>
              <a:rPr b="0" lang="en-US" sz="2000" strike="noStrike" u="none">
                <a:solidFill>
                  <a:srgbClr val="000000"/>
                </a:solidFill>
                <a:effectLst/>
                <a:uFillTx/>
                <a:latin typeface="Verdana"/>
                <a:ea typeface="Arial"/>
              </a:rPr>
              <a:t>Mergee</a:t>
            </a:r>
            <a:endParaRPr b="0" i="1" lang="en-IN" sz="2000" strike="noStrike" u="none">
              <a:solidFill>
                <a:srgbClr val="000000"/>
              </a:solidFill>
              <a:effectLst/>
              <a:uFillTx/>
              <a:latin typeface="Calibri"/>
            </a:endParaRPr>
          </a:p>
          <a:p>
            <a:pPr lvl="2" marL="1143000" indent="-228600">
              <a:lnSpc>
                <a:spcPct val="80000"/>
              </a:lnSpc>
              <a:spcBef>
                <a:spcPts val="499"/>
              </a:spcBef>
              <a:buClr>
                <a:srgbClr val="006666"/>
              </a:buClr>
              <a:buSzPct val="65000"/>
              <a:buFont typeface="Wingdings" charset="2"/>
              <a:buChar char=""/>
              <a:tabLst>
                <a:tab algn="l" pos="1828800"/>
                <a:tab algn="l" pos="2743200"/>
                <a:tab algn="l" pos="3657600"/>
                <a:tab algn="l" pos="4572000"/>
                <a:tab algn="l" pos="5486400"/>
                <a:tab algn="l" pos="6400800"/>
                <a:tab algn="l" pos="7315200"/>
                <a:tab algn="l" pos="8229600"/>
                <a:tab algn="l" pos="9144000"/>
                <a:tab algn="l" pos="10058400"/>
              </a:tabLst>
            </a:pPr>
            <a:r>
              <a:rPr b="0" lang="en-US" sz="2000" strike="noStrike" u="none">
                <a:solidFill>
                  <a:srgbClr val="000000"/>
                </a:solidFill>
                <a:effectLst/>
                <a:uFillTx/>
                <a:latin typeface="Verdana"/>
                <a:ea typeface="Arial"/>
              </a:rPr>
              <a:t>Predecessor</a:t>
            </a:r>
            <a:endParaRPr b="0" i="1" lang="en-IN" sz="2000" strike="noStrike" u="none">
              <a:solidFill>
                <a:srgbClr val="000000"/>
              </a:solidFill>
              <a:effectLst/>
              <a:uFillTx/>
              <a:latin typeface="Calibri"/>
            </a:endParaRPr>
          </a:p>
          <a:p>
            <a:pPr lvl="2" marL="1143000" indent="-228600">
              <a:lnSpc>
                <a:spcPct val="80000"/>
              </a:lnSpc>
              <a:spcBef>
                <a:spcPts val="499"/>
              </a:spcBef>
              <a:buClr>
                <a:srgbClr val="006666"/>
              </a:buClr>
              <a:buSzPct val="65000"/>
              <a:buFont typeface="Wingdings" charset="2"/>
              <a:buChar char=""/>
              <a:tabLst>
                <a:tab algn="l" pos="1828800"/>
                <a:tab algn="l" pos="2743200"/>
                <a:tab algn="l" pos="3657600"/>
                <a:tab algn="l" pos="4572000"/>
                <a:tab algn="l" pos="5486400"/>
                <a:tab algn="l" pos="6400800"/>
                <a:tab algn="l" pos="7315200"/>
                <a:tab algn="l" pos="8229600"/>
                <a:tab algn="l" pos="9144000"/>
                <a:tab algn="l" pos="10058400"/>
              </a:tabLst>
            </a:pPr>
            <a:r>
              <a:rPr b="0" lang="en-US" sz="2000" strike="noStrike" u="none">
                <a:solidFill>
                  <a:srgbClr val="000000"/>
                </a:solidFill>
                <a:effectLst/>
                <a:uFillTx/>
                <a:latin typeface="Verdana"/>
                <a:ea typeface="Arial"/>
              </a:rPr>
              <a:t>Product of a merger</a:t>
            </a:r>
            <a:endParaRPr b="0" i="1" lang="en-IN" sz="2000" strike="noStrike" u="none">
              <a:solidFill>
                <a:srgbClr val="000000"/>
              </a:solidFill>
              <a:effectLst/>
              <a:uFillTx/>
              <a:latin typeface="Calibri"/>
            </a:endParaRPr>
          </a:p>
          <a:p>
            <a:pPr lvl="2" marL="1143000" indent="-228600">
              <a:lnSpc>
                <a:spcPct val="80000"/>
              </a:lnSpc>
              <a:spcBef>
                <a:spcPts val="499"/>
              </a:spcBef>
              <a:buClr>
                <a:srgbClr val="006666"/>
              </a:buClr>
              <a:buSzPct val="65000"/>
              <a:buFont typeface="Wingdings" charset="2"/>
              <a:buChar char=""/>
              <a:tabLst>
                <a:tab algn="l" pos="1828800"/>
                <a:tab algn="l" pos="2743200"/>
                <a:tab algn="l" pos="3657600"/>
                <a:tab algn="l" pos="4572000"/>
                <a:tab algn="l" pos="5486400"/>
                <a:tab algn="l" pos="6400800"/>
                <a:tab algn="l" pos="7315200"/>
                <a:tab algn="l" pos="8229600"/>
                <a:tab algn="l" pos="9144000"/>
                <a:tab algn="l" pos="10058400"/>
              </a:tabLst>
            </a:pPr>
            <a:r>
              <a:rPr b="0" lang="en-US" sz="2000" strike="noStrike" u="none">
                <a:solidFill>
                  <a:srgbClr val="000000"/>
                </a:solidFill>
                <a:effectLst/>
                <a:uFillTx/>
                <a:latin typeface="Verdana"/>
                <a:ea typeface="Arial"/>
              </a:rPr>
              <a:t>Product of split </a:t>
            </a:r>
            <a:endParaRPr b="0" i="1" lang="en-IN" sz="2000" strike="noStrike" u="none">
              <a:solidFill>
                <a:srgbClr val="000000"/>
              </a:solidFill>
              <a:effectLst/>
              <a:uFillTx/>
              <a:latin typeface="Calibri"/>
            </a:endParaRPr>
          </a:p>
          <a:p>
            <a:pPr lvl="2" marL="1143000" indent="-228600">
              <a:lnSpc>
                <a:spcPct val="80000"/>
              </a:lnSpc>
              <a:spcBef>
                <a:spcPts val="499"/>
              </a:spcBef>
              <a:buClr>
                <a:srgbClr val="006666"/>
              </a:buClr>
              <a:buSzPct val="65000"/>
              <a:buFont typeface="Wingdings" charset="2"/>
              <a:buChar char=""/>
              <a:tabLst>
                <a:tab algn="l" pos="1828800"/>
                <a:tab algn="l" pos="2743200"/>
                <a:tab algn="l" pos="3657600"/>
                <a:tab algn="l" pos="4572000"/>
                <a:tab algn="l" pos="5486400"/>
                <a:tab algn="l" pos="6400800"/>
                <a:tab algn="l" pos="7315200"/>
                <a:tab algn="l" pos="8229600"/>
                <a:tab algn="l" pos="9144000"/>
                <a:tab algn="l" pos="10058400"/>
              </a:tabLst>
            </a:pPr>
            <a:r>
              <a:rPr b="0" lang="en-US" sz="2000" strike="noStrike" u="none">
                <a:solidFill>
                  <a:srgbClr val="000000"/>
                </a:solidFill>
                <a:effectLst/>
                <a:uFillTx/>
                <a:latin typeface="Verdana"/>
                <a:ea typeface="Arial"/>
              </a:rPr>
              <a:t>Successor</a:t>
            </a:r>
            <a:endParaRPr b="0" i="1" lang="en-IN" sz="2000" strike="noStrike" u="none">
              <a:solidFill>
                <a:srgbClr val="000000"/>
              </a:solidFill>
              <a:effectLst/>
              <a:uFillTx/>
              <a:latin typeface="Calibri"/>
            </a:endParaRPr>
          </a:p>
        </p:txBody>
      </p:sp>
      <p:sp>
        <p:nvSpPr>
          <p:cNvPr id="4" name="PlaceHolder 3"/>
          <p:cNvSpPr>
            <a:spLocks noGrp="1"/>
          </p:cNvSpPr>
          <p:nvPr>
            <p:ph type="sldNum" idx="3"/>
          </p:nvPr>
        </p:nvSpPr>
        <p:spPr/>
        <p:txBody>
          <a:bodyPr/>
          <a:p>
            <a:fld id="{800B0783-3B43-4F22-8382-48374AE95F39}" type="slidenum">
              <a:t>5</a:t>
            </a:fld>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54" name="" descr=""/>
          <p:cNvPicPr/>
          <p:nvPr/>
        </p:nvPicPr>
        <p:blipFill>
          <a:blip r:embed="rId1"/>
          <a:srcRect l="2588" t="21662" r="4053" b="37107"/>
          <a:stretch/>
        </p:blipFill>
        <p:spPr>
          <a:xfrm>
            <a:off x="0" y="1125360"/>
            <a:ext cx="9144000" cy="3029040"/>
          </a:xfrm>
          <a:prstGeom prst="rect">
            <a:avLst/>
          </a:prstGeom>
          <a:noFill/>
          <a:ln w="0">
            <a:noFill/>
          </a:ln>
        </p:spPr>
      </p:pic>
      <p:pic>
        <p:nvPicPr>
          <p:cNvPr id="55" name="" descr=""/>
          <p:cNvPicPr/>
          <p:nvPr/>
        </p:nvPicPr>
        <p:blipFill>
          <a:blip r:embed="rId2"/>
          <a:srcRect l="2931" t="53167" r="36915" b="31663"/>
          <a:stretch/>
        </p:blipFill>
        <p:spPr>
          <a:xfrm>
            <a:off x="0" y="4437000"/>
            <a:ext cx="9144000" cy="1728720"/>
          </a:xfrm>
          <a:prstGeom prst="rect">
            <a:avLst/>
          </a:prstGeom>
          <a:noFill/>
          <a:ln w="0">
            <a:noFill/>
          </a:ln>
        </p:spPr>
      </p:pic>
      <p:pic>
        <p:nvPicPr>
          <p:cNvPr id="56" name="" descr=""/>
          <p:cNvPicPr/>
          <p:nvPr/>
        </p:nvPicPr>
        <p:blipFill>
          <a:blip r:embed="rId3"/>
          <a:srcRect l="2931" t="17734" r="3319" b="77349"/>
          <a:stretch/>
        </p:blipFill>
        <p:spPr>
          <a:xfrm>
            <a:off x="0" y="4149720"/>
            <a:ext cx="9144000" cy="360360"/>
          </a:xfrm>
          <a:prstGeom prst="rect">
            <a:avLst/>
          </a:prstGeom>
          <a:noFill/>
          <a:ln w="0">
            <a:noFill/>
          </a:ln>
        </p:spPr>
      </p:pic>
      <p:sp>
        <p:nvSpPr>
          <p:cNvPr id="57" name=""/>
          <p:cNvSpPr/>
          <p:nvPr/>
        </p:nvSpPr>
        <p:spPr>
          <a:xfrm>
            <a:off x="838080" y="228600"/>
            <a:ext cx="7391520" cy="459720"/>
          </a:xfrm>
          <a:prstGeom prst="rect">
            <a:avLst/>
          </a:prstGeom>
          <a:noFill/>
          <a:ln w="0">
            <a:noFill/>
          </a:ln>
        </p:spPr>
        <p:style>
          <a:lnRef idx="0"/>
          <a:fillRef idx="0"/>
          <a:effectRef idx="0"/>
          <a:fontRef idx="minor"/>
        </p:style>
        <p:txBody>
          <a:bodyPr lIns="90000" rIns="90000" tIns="46800" bIns="46800" anchor="t">
            <a:spAutoFit/>
          </a:bodyPr>
          <a:p>
            <a:pPr>
              <a:lnSpc>
                <a:spcPct val="100000"/>
              </a:lnSpc>
              <a:spcBef>
                <a:spcPts val="15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2400" strike="noStrike" u="none">
                <a:solidFill>
                  <a:srgbClr val="000000"/>
                </a:solidFill>
                <a:effectLst/>
                <a:uFillTx/>
                <a:latin typeface="Verdana"/>
                <a:ea typeface="Arial"/>
              </a:rPr>
              <a:t>MARC 21 Format for Authority Data</a:t>
            </a:r>
            <a:endParaRPr b="0" i="1" lang="en-IN" sz="2400" strike="noStrike" u="none">
              <a:solidFill>
                <a:srgbClr val="000000"/>
              </a:solidFill>
              <a:effectLst/>
              <a:uFillTx/>
              <a:latin typeface="Calibri"/>
            </a:endParaRPr>
          </a:p>
        </p:txBody>
      </p:sp>
      <p:sp>
        <p:nvSpPr>
          <p:cNvPr id="58" name=""/>
          <p:cNvSpPr/>
          <p:nvPr/>
        </p:nvSpPr>
        <p:spPr>
          <a:xfrm>
            <a:off x="179280" y="4437000"/>
            <a:ext cx="5545080" cy="647640"/>
          </a:xfrm>
          <a:prstGeom prst="ellipse">
            <a:avLst/>
          </a:prstGeom>
          <a:noFill/>
          <a:ln w="57240">
            <a:solidFill>
              <a:srgbClr val="d24028"/>
            </a:solidFill>
            <a:miter/>
          </a:ln>
        </p:spPr>
        <p:style>
          <a:lnRef idx="0"/>
          <a:fillRef idx="0"/>
          <a:effectRef idx="0"/>
          <a:fontRef idx="minor"/>
        </p:style>
        <p:txBody>
          <a:bodyPr lIns="90000" rIns="90000" tIns="46800" bIns="46800" anchor="ctr">
            <a:spAutoFit/>
          </a:bodyPr>
          <a:p>
            <a:endParaRPr b="0" i="1" lang="en-IN" sz="1600" strike="noStrike" u="none">
              <a:solidFill>
                <a:srgbClr val="000000"/>
              </a:solidFill>
              <a:effectLst/>
              <a:uFillTx/>
              <a:latin typeface="Calibri"/>
            </a:endParaRPr>
          </a:p>
        </p:txBody>
      </p:sp>
      <p:sp>
        <p:nvSpPr>
          <p:cNvPr id="2" name="PlaceHolder 1"/>
          <p:cNvSpPr>
            <a:spLocks noGrp="1"/>
          </p:cNvSpPr>
          <p:nvPr>
            <p:ph type="sldNum" idx="3"/>
          </p:nvPr>
        </p:nvSpPr>
        <p:spPr/>
        <p:txBody>
          <a:bodyPr/>
          <a:p>
            <a:fld id="{5E7FA830-579C-490D-9B6D-F59AAD3D6F36}" type="slidenum">
              <a:t>6</a:t>
            </a:fld>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59" name="" descr=""/>
          <p:cNvPicPr/>
          <p:nvPr/>
        </p:nvPicPr>
        <p:blipFill>
          <a:blip r:embed="rId1"/>
          <a:srcRect l="0" t="18526" r="2237" b="30390"/>
          <a:stretch/>
        </p:blipFill>
        <p:spPr>
          <a:xfrm>
            <a:off x="0" y="765000"/>
            <a:ext cx="9144000" cy="5472360"/>
          </a:xfrm>
          <a:prstGeom prst="rect">
            <a:avLst/>
          </a:prstGeom>
          <a:noFill/>
          <a:ln w="0">
            <a:noFill/>
          </a:ln>
        </p:spPr>
      </p:pic>
      <p:sp>
        <p:nvSpPr>
          <p:cNvPr id="60" name=""/>
          <p:cNvSpPr/>
          <p:nvPr/>
        </p:nvSpPr>
        <p:spPr>
          <a:xfrm>
            <a:off x="838080" y="228600"/>
            <a:ext cx="7391520" cy="459720"/>
          </a:xfrm>
          <a:prstGeom prst="rect">
            <a:avLst/>
          </a:prstGeom>
          <a:noFill/>
          <a:ln w="0">
            <a:noFill/>
          </a:ln>
        </p:spPr>
        <p:style>
          <a:lnRef idx="0"/>
          <a:fillRef idx="0"/>
          <a:effectRef idx="0"/>
          <a:fontRef idx="minor"/>
        </p:style>
        <p:txBody>
          <a:bodyPr lIns="90000" rIns="90000" tIns="46800" bIns="46800" anchor="t">
            <a:spAutoFit/>
          </a:bodyPr>
          <a:p>
            <a:pPr>
              <a:lnSpc>
                <a:spcPct val="100000"/>
              </a:lnSpc>
              <a:spcBef>
                <a:spcPts val="15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2400" strike="noStrike" u="none">
                <a:solidFill>
                  <a:srgbClr val="000000"/>
                </a:solidFill>
                <a:effectLst/>
                <a:uFillTx/>
                <a:latin typeface="Verdana"/>
                <a:ea typeface="Arial"/>
              </a:rPr>
              <a:t>MARC 21 Format for Authority Data</a:t>
            </a:r>
            <a:endParaRPr b="0" i="1" lang="en-IN" sz="2400" strike="noStrike" u="none">
              <a:solidFill>
                <a:srgbClr val="000000"/>
              </a:solidFill>
              <a:effectLst/>
              <a:uFillTx/>
              <a:latin typeface="Calibri"/>
            </a:endParaRPr>
          </a:p>
        </p:txBody>
      </p:sp>
      <p:sp>
        <p:nvSpPr>
          <p:cNvPr id="61" name=""/>
          <p:cNvSpPr/>
          <p:nvPr/>
        </p:nvSpPr>
        <p:spPr>
          <a:xfrm>
            <a:off x="2771640" y="5300640"/>
            <a:ext cx="2880000" cy="433440"/>
          </a:xfrm>
          <a:prstGeom prst="ellipse">
            <a:avLst/>
          </a:prstGeom>
          <a:noFill/>
          <a:ln w="28440">
            <a:solidFill>
              <a:srgbClr val="d24028"/>
            </a:solidFill>
            <a:miter/>
          </a:ln>
        </p:spPr>
        <p:style>
          <a:lnRef idx="0"/>
          <a:fillRef idx="0"/>
          <a:effectRef idx="0"/>
          <a:fontRef idx="minor"/>
        </p:style>
        <p:txBody>
          <a:bodyPr lIns="90000" rIns="90000" tIns="46800" bIns="46800" anchor="ctr">
            <a:spAutoFit/>
          </a:bodyPr>
          <a:p>
            <a:endParaRPr b="0" i="1" lang="en-IN" sz="1600" strike="noStrike" u="none">
              <a:solidFill>
                <a:srgbClr val="000000"/>
              </a:solidFill>
              <a:effectLst/>
              <a:uFillTx/>
              <a:latin typeface="Calibri"/>
            </a:endParaRPr>
          </a:p>
        </p:txBody>
      </p:sp>
      <p:sp>
        <p:nvSpPr>
          <p:cNvPr id="62" name=""/>
          <p:cNvSpPr/>
          <p:nvPr/>
        </p:nvSpPr>
        <p:spPr>
          <a:xfrm>
            <a:off x="755640" y="4365720"/>
            <a:ext cx="2016000" cy="718920"/>
          </a:xfrm>
          <a:prstGeom prst="ellipse">
            <a:avLst/>
          </a:prstGeom>
          <a:noFill/>
          <a:ln w="28440">
            <a:solidFill>
              <a:srgbClr val="d24028"/>
            </a:solidFill>
            <a:miter/>
          </a:ln>
        </p:spPr>
        <p:style>
          <a:lnRef idx="0"/>
          <a:fillRef idx="0"/>
          <a:effectRef idx="0"/>
          <a:fontRef idx="minor"/>
        </p:style>
        <p:txBody>
          <a:bodyPr lIns="90000" rIns="90000" tIns="46800" bIns="46800" anchor="ctr">
            <a:spAutoFit/>
          </a:bodyPr>
          <a:p>
            <a:endParaRPr b="0" i="1" lang="en-IN" sz="1600" strike="noStrike" u="none">
              <a:solidFill>
                <a:srgbClr val="000000"/>
              </a:solidFill>
              <a:effectLst/>
              <a:uFillTx/>
              <a:latin typeface="Calibri"/>
            </a:endParaRPr>
          </a:p>
        </p:txBody>
      </p:sp>
      <p:sp>
        <p:nvSpPr>
          <p:cNvPr id="2" name="PlaceHolder 1"/>
          <p:cNvSpPr>
            <a:spLocks noGrp="1"/>
          </p:cNvSpPr>
          <p:nvPr>
            <p:ph type="sldNum" idx="3"/>
          </p:nvPr>
        </p:nvSpPr>
        <p:spPr/>
        <p:txBody>
          <a:bodyPr/>
          <a:p>
            <a:fld id="{15E8FB5B-5C00-4A85-B737-CD3323A2171E}" type="slidenum">
              <a:t>7</a:t>
            </a:fld>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63" name="PlaceHolder 1"/>
          <p:cNvSpPr>
            <a:spLocks noGrp="1"/>
          </p:cNvSpPr>
          <p:nvPr>
            <p:ph type="title"/>
          </p:nvPr>
        </p:nvSpPr>
        <p:spPr>
          <a:xfrm>
            <a:off x="755640" y="189000"/>
            <a:ext cx="7889760" cy="576000"/>
          </a:xfrm>
          <a:prstGeom prst="rect">
            <a:avLst/>
          </a:prstGeom>
          <a:noFill/>
          <a:ln w="0">
            <a:noFill/>
          </a:ln>
        </p:spPr>
        <p:txBody>
          <a:bodyPr lIns="90000" rIns="90000" tIns="46800" bIns="46800" anchor="b">
            <a:noAutofit/>
          </a:bodyPr>
          <a:p>
            <a:pPr indent="0">
              <a:lnSpc>
                <a:spcPct val="10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3200" strike="noStrike" u="none">
                <a:solidFill>
                  <a:srgbClr val="006666"/>
                </a:solidFill>
                <a:effectLst/>
                <a:uFillTx/>
                <a:latin typeface="Calibri"/>
              </a:rPr>
              <a:t>LC Policy: code “r” and subfield $i</a:t>
            </a:r>
            <a:endParaRPr b="0" lang="en-IN" sz="3200" strike="noStrike" u="none">
              <a:solidFill>
                <a:srgbClr val="006666"/>
              </a:solidFill>
              <a:effectLst/>
              <a:uFillTx/>
              <a:latin typeface="Arial"/>
            </a:endParaRPr>
          </a:p>
        </p:txBody>
      </p:sp>
      <p:sp>
        <p:nvSpPr>
          <p:cNvPr id="64" name="PlaceHolder 2"/>
          <p:cNvSpPr>
            <a:spLocks noGrp="1"/>
          </p:cNvSpPr>
          <p:nvPr>
            <p:ph/>
          </p:nvPr>
        </p:nvSpPr>
        <p:spPr>
          <a:xfrm>
            <a:off x="684360" y="1196640"/>
            <a:ext cx="8137440" cy="5111640"/>
          </a:xfrm>
          <a:prstGeom prst="rect">
            <a:avLst/>
          </a:prstGeom>
          <a:solidFill>
            <a:srgbClr val="ffffff"/>
          </a:solidFill>
          <a:ln w="0">
            <a:noFill/>
          </a:ln>
        </p:spPr>
        <p:txBody>
          <a:bodyPr lIns="90000" rIns="90000" tIns="46800" bIns="46800" anchor="t">
            <a:normAutofit/>
          </a:bodyPr>
          <a:p>
            <a:pPr marL="343080" indent="-343080">
              <a:lnSpc>
                <a:spcPct val="90000"/>
              </a:lnSpc>
              <a:spcBef>
                <a:spcPts val="601"/>
              </a:spcBef>
              <a:buClr>
                <a:srgbClr val="006666"/>
              </a:buClr>
              <a:buSzPct val="70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trike="noStrike" u="none">
                <a:solidFill>
                  <a:srgbClr val="000000"/>
                </a:solidFill>
                <a:effectLst/>
                <a:uFillTx/>
                <a:latin typeface="Calibri"/>
              </a:rPr>
              <a:t>Use of subfield $w/0 “r” and subfield $i is optional </a:t>
            </a:r>
            <a:endParaRPr b="0" lang="en-IN" sz="2400" strike="noStrike" u="none">
              <a:solidFill>
                <a:srgbClr val="000000"/>
              </a:solidFill>
              <a:effectLst/>
              <a:uFillTx/>
              <a:latin typeface="Verdana"/>
            </a:endParaRPr>
          </a:p>
          <a:p>
            <a:pPr marL="343080" indent="0">
              <a:lnSpc>
                <a:spcPct val="90000"/>
              </a:lnSpc>
              <a:spcBef>
                <a:spcPts val="601"/>
              </a:spcBef>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400" strike="noStrike" u="none">
              <a:solidFill>
                <a:srgbClr val="000000"/>
              </a:solidFill>
              <a:effectLst/>
              <a:uFillTx/>
              <a:latin typeface="Verdana"/>
            </a:endParaRPr>
          </a:p>
          <a:p>
            <a:pPr marL="343080" indent="-343080">
              <a:lnSpc>
                <a:spcPct val="90000"/>
              </a:lnSpc>
              <a:spcBef>
                <a:spcPts val="601"/>
              </a:spcBef>
              <a:buClr>
                <a:srgbClr val="006666"/>
              </a:buClr>
              <a:buSzPct val="70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trike="noStrike" u="none">
                <a:solidFill>
                  <a:srgbClr val="000000"/>
                </a:solidFill>
                <a:effectLst/>
                <a:uFillTx/>
                <a:latin typeface="Calibri"/>
              </a:rPr>
              <a:t>Subfield $w/0 coded “r” must be used in conjunction with subfield $i  (code “r” announces the presence of $i)</a:t>
            </a:r>
            <a:endParaRPr b="0" lang="en-IN" sz="2400" strike="noStrike" u="none">
              <a:solidFill>
                <a:srgbClr val="000000"/>
              </a:solidFill>
              <a:effectLst/>
              <a:uFillTx/>
              <a:latin typeface="Verdana"/>
            </a:endParaRPr>
          </a:p>
          <a:p>
            <a:pPr marL="343080" indent="0">
              <a:lnSpc>
                <a:spcPct val="90000"/>
              </a:lnSpc>
              <a:spcBef>
                <a:spcPts val="601"/>
              </a:spcBef>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400" strike="noStrike" u="none">
              <a:solidFill>
                <a:srgbClr val="000000"/>
              </a:solidFill>
              <a:effectLst/>
              <a:uFillTx/>
              <a:latin typeface="Verdana"/>
            </a:endParaRPr>
          </a:p>
          <a:p>
            <a:pPr marL="343080" indent="-343080">
              <a:lnSpc>
                <a:spcPct val="90000"/>
              </a:lnSpc>
              <a:spcBef>
                <a:spcPts val="601"/>
              </a:spcBef>
              <a:buClr>
                <a:srgbClr val="006666"/>
              </a:buClr>
              <a:buSzPct val="70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trike="noStrike" u="none">
                <a:solidFill>
                  <a:srgbClr val="000000"/>
                </a:solidFill>
                <a:effectLst/>
                <a:uFillTx/>
                <a:latin typeface="Calibri"/>
              </a:rPr>
              <a:t>When using subfield $i capitalize the first letter of the term and add a colon before subfield $a</a:t>
            </a:r>
            <a:endParaRPr b="0" lang="en-IN" sz="2400" strike="noStrike" u="none">
              <a:solidFill>
                <a:srgbClr val="000000"/>
              </a:solidFill>
              <a:effectLst/>
              <a:uFillTx/>
              <a:latin typeface="Verdana"/>
            </a:endParaRPr>
          </a:p>
          <a:p>
            <a:pPr marL="343080" indent="0">
              <a:lnSpc>
                <a:spcPct val="90000"/>
              </a:lnSpc>
              <a:spcBef>
                <a:spcPts val="601"/>
              </a:spcBef>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400" strike="noStrike" u="none">
              <a:solidFill>
                <a:srgbClr val="000000"/>
              </a:solidFill>
              <a:effectLst/>
              <a:uFillTx/>
              <a:latin typeface="Verdana"/>
            </a:endParaRPr>
          </a:p>
          <a:p>
            <a:pPr marL="343080" indent="-343080">
              <a:lnSpc>
                <a:spcPct val="90000"/>
              </a:lnSpc>
              <a:spcBef>
                <a:spcPts val="601"/>
              </a:spcBef>
              <a:buClr>
                <a:srgbClr val="006666"/>
              </a:buClr>
              <a:buSzPct val="70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trike="noStrike" u="none">
                <a:solidFill>
                  <a:srgbClr val="000000"/>
                </a:solidFill>
                <a:effectLst/>
                <a:uFillTx/>
                <a:latin typeface="Calibri"/>
              </a:rPr>
              <a:t>Do not use $w/0 “r” and subfield $i in 4XXs</a:t>
            </a:r>
            <a:endParaRPr b="0" lang="en-IN" sz="2400" strike="noStrike" u="none">
              <a:solidFill>
                <a:srgbClr val="000000"/>
              </a:solidFill>
              <a:effectLst/>
              <a:uFillTx/>
              <a:latin typeface="Verdana"/>
            </a:endParaRPr>
          </a:p>
          <a:p>
            <a:pPr marL="343080" indent="0">
              <a:lnSpc>
                <a:spcPct val="90000"/>
              </a:lnSpc>
              <a:spcBef>
                <a:spcPts val="601"/>
              </a:spcBef>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400" strike="noStrike" u="none">
              <a:solidFill>
                <a:srgbClr val="000000"/>
              </a:solidFill>
              <a:effectLst/>
              <a:uFillTx/>
              <a:latin typeface="Verdana"/>
            </a:endParaRPr>
          </a:p>
          <a:p>
            <a:pPr marL="343080" indent="-343080">
              <a:lnSpc>
                <a:spcPct val="90000"/>
              </a:lnSpc>
              <a:spcBef>
                <a:spcPts val="601"/>
              </a:spcBef>
              <a:buClr>
                <a:srgbClr val="006666"/>
              </a:buClr>
              <a:buSzPct val="70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trike="noStrike" u="none">
                <a:solidFill>
                  <a:srgbClr val="000000"/>
                </a:solidFill>
                <a:effectLst/>
                <a:uFillTx/>
                <a:latin typeface="Calibri"/>
              </a:rPr>
              <a:t>Use $w/0 “r” and subfield $i only in 5XXs</a:t>
            </a:r>
            <a:endParaRPr b="0" lang="en-IN" sz="2400" strike="noStrike" u="none">
              <a:solidFill>
                <a:srgbClr val="000000"/>
              </a:solidFill>
              <a:effectLst/>
              <a:uFillTx/>
              <a:latin typeface="Verdana"/>
            </a:endParaRPr>
          </a:p>
        </p:txBody>
      </p:sp>
      <p:sp>
        <p:nvSpPr>
          <p:cNvPr id="4" name="PlaceHolder 3"/>
          <p:cNvSpPr>
            <a:spLocks noGrp="1"/>
          </p:cNvSpPr>
          <p:nvPr>
            <p:ph type="sldNum" idx="3"/>
          </p:nvPr>
        </p:nvSpPr>
        <p:spPr/>
        <p:txBody>
          <a:bodyPr/>
          <a:p>
            <a:fld id="{0EF83B2B-176A-474D-BCCC-7A792009E6FA}" type="slidenum">
              <a:t>8</a:t>
            </a:fld>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65" name="PlaceHolder 1"/>
          <p:cNvSpPr>
            <a:spLocks noGrp="1"/>
          </p:cNvSpPr>
          <p:nvPr>
            <p:ph type="title"/>
          </p:nvPr>
        </p:nvSpPr>
        <p:spPr>
          <a:xfrm>
            <a:off x="395280" y="188640"/>
            <a:ext cx="8353440" cy="647640"/>
          </a:xfrm>
          <a:prstGeom prst="rect">
            <a:avLst/>
          </a:prstGeom>
          <a:noFill/>
          <a:ln w="0">
            <a:noFill/>
          </a:ln>
        </p:spPr>
        <p:txBody>
          <a:bodyPr lIns="90000" rIns="90000" tIns="46800" bIns="46800" anchor="b">
            <a:noAutofit/>
          </a:bodyPr>
          <a:p>
            <a:pPr indent="0">
              <a:lnSpc>
                <a:spcPct val="10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3200" strike="noStrike" u="none">
                <a:solidFill>
                  <a:srgbClr val="006666"/>
                </a:solidFill>
                <a:effectLst/>
                <a:uFillTx/>
                <a:latin typeface="Calibri"/>
              </a:rPr>
              <a:t>LC Policy: code “r” and subfield $i –Family names</a:t>
            </a:r>
            <a:endParaRPr b="0" lang="en-IN" sz="3200" strike="noStrike" u="none">
              <a:solidFill>
                <a:srgbClr val="006666"/>
              </a:solidFill>
              <a:effectLst/>
              <a:uFillTx/>
              <a:latin typeface="Arial"/>
            </a:endParaRPr>
          </a:p>
        </p:txBody>
      </p:sp>
      <p:sp>
        <p:nvSpPr>
          <p:cNvPr id="66" name="PlaceHolder 2"/>
          <p:cNvSpPr>
            <a:spLocks noGrp="1"/>
          </p:cNvSpPr>
          <p:nvPr>
            <p:ph/>
          </p:nvPr>
        </p:nvSpPr>
        <p:spPr>
          <a:xfrm>
            <a:off x="468360" y="1268280"/>
            <a:ext cx="8137440" cy="4896000"/>
          </a:xfrm>
          <a:prstGeom prst="rect">
            <a:avLst/>
          </a:prstGeom>
          <a:solidFill>
            <a:srgbClr val="ffffff"/>
          </a:solidFill>
          <a:ln w="0">
            <a:noFill/>
          </a:ln>
        </p:spPr>
        <p:txBody>
          <a:bodyPr lIns="90000" rIns="90000" tIns="46800" bIns="46800" anchor="t">
            <a:normAutofit/>
          </a:bodyPr>
          <a:p>
            <a:pPr marL="343080" indent="-343080">
              <a:lnSpc>
                <a:spcPct val="100000"/>
              </a:lnSpc>
              <a:spcBef>
                <a:spcPts val="601"/>
              </a:spcBef>
              <a:buClr>
                <a:srgbClr val="006666"/>
              </a:buClr>
              <a:buSzPct val="70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trike="noStrike" u="none">
                <a:solidFill>
                  <a:srgbClr val="000000"/>
                </a:solidFill>
                <a:effectLst/>
                <a:uFillTx/>
                <a:latin typeface="Calibri"/>
              </a:rPr>
              <a:t>Family names</a:t>
            </a:r>
            <a:endParaRPr b="0" lang="en-IN" sz="2400" strike="noStrike" u="none">
              <a:solidFill>
                <a:srgbClr val="000000"/>
              </a:solidFill>
              <a:effectLst/>
              <a:uFillTx/>
              <a:latin typeface="Verdana"/>
            </a:endParaRPr>
          </a:p>
          <a:p>
            <a:pPr lvl="1" marL="743040" indent="-285840">
              <a:lnSpc>
                <a:spcPct val="100000"/>
              </a:lnSpc>
              <a:spcBef>
                <a:spcPts val="601"/>
              </a:spcBef>
              <a:buClr>
                <a:srgbClr val="99cccc"/>
              </a:buClr>
              <a:buSzPct val="70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trike="noStrike" u="none">
                <a:solidFill>
                  <a:srgbClr val="000000"/>
                </a:solidFill>
                <a:effectLst/>
                <a:uFillTx/>
                <a:latin typeface="Calibri"/>
              </a:rPr>
              <a:t>Use code “r” in subfield $w/0 and add subfield $i with the appropriate term from Appendix K  to show family relationships</a:t>
            </a:r>
            <a:endParaRPr b="0" lang="en-IN" sz="2400" strike="noStrike" u="none">
              <a:solidFill>
                <a:srgbClr val="000000"/>
              </a:solidFill>
              <a:effectLst/>
              <a:uFillTx/>
              <a:latin typeface="Verdana"/>
            </a:endParaRPr>
          </a:p>
          <a:p>
            <a:pPr lvl="1" marL="743040" indent="0">
              <a:lnSpc>
                <a:spcPct val="100000"/>
              </a:lnSpc>
              <a:spcBef>
                <a:spcPts val="601"/>
              </a:spcBef>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400" strike="noStrike" u="none">
              <a:solidFill>
                <a:srgbClr val="000000"/>
              </a:solidFill>
              <a:effectLst/>
              <a:uFillTx/>
              <a:latin typeface="Verdana"/>
            </a:endParaRPr>
          </a:p>
          <a:p>
            <a:pPr lvl="1" marL="743040" indent="-285840">
              <a:lnSpc>
                <a:spcPct val="100000"/>
              </a:lnSpc>
              <a:spcBef>
                <a:spcPts val="601"/>
              </a:spcBef>
              <a:buClr>
                <a:srgbClr val="99cccc"/>
              </a:buClr>
              <a:buSzPct val="70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trike="noStrike" u="none">
                <a:solidFill>
                  <a:srgbClr val="000000"/>
                </a:solidFill>
                <a:effectLst/>
                <a:uFillTx/>
                <a:latin typeface="Calibri"/>
              </a:rPr>
              <a:t>RDA NAR Example:</a:t>
            </a:r>
            <a:endParaRPr b="0" lang="en-IN" sz="2400" strike="noStrike" u="none">
              <a:solidFill>
                <a:srgbClr val="000000"/>
              </a:solidFill>
              <a:effectLst/>
              <a:uFillTx/>
              <a:latin typeface="Verdana"/>
            </a:endParaRPr>
          </a:p>
          <a:p>
            <a:pPr lvl="2" marL="1143000" indent="-228600">
              <a:lnSpc>
                <a:spcPct val="100000"/>
              </a:lnSpc>
              <a:spcBef>
                <a:spcPts val="601"/>
              </a:spcBef>
              <a:buClr>
                <a:srgbClr val="006666"/>
              </a:buClr>
              <a:buSzPct val="65000"/>
              <a:buFont typeface="Wingdings" charset="2"/>
              <a:buChar char=""/>
              <a:tabLst>
                <a:tab algn="l" pos="1828800"/>
                <a:tab algn="l" pos="2743200"/>
                <a:tab algn="l" pos="3657600"/>
                <a:tab algn="l" pos="4572000"/>
                <a:tab algn="l" pos="5486400"/>
                <a:tab algn="l" pos="6400800"/>
                <a:tab algn="l" pos="7315200"/>
                <a:tab algn="l" pos="8229600"/>
                <a:tab algn="l" pos="9144000"/>
                <a:tab algn="l" pos="10058400"/>
              </a:tabLst>
            </a:pPr>
            <a:r>
              <a:rPr b="0" lang="en-US" sz="2400" strike="noStrike" u="none">
                <a:solidFill>
                  <a:srgbClr val="000000"/>
                </a:solidFill>
                <a:effectLst/>
                <a:uFillTx/>
                <a:latin typeface="Calibri"/>
              </a:rPr>
              <a:t>100 </a:t>
            </a:r>
            <a:r>
              <a:rPr b="1" lang="en-US" sz="2400" strike="noStrike" u="none">
                <a:solidFill>
                  <a:srgbClr val="000000"/>
                </a:solidFill>
                <a:effectLst/>
                <a:uFillTx/>
                <a:latin typeface="Calibri"/>
              </a:rPr>
              <a:t>3</a:t>
            </a:r>
            <a:r>
              <a:rPr b="0" lang="en-US" sz="2400" strike="noStrike" u="none">
                <a:solidFill>
                  <a:srgbClr val="000000"/>
                </a:solidFill>
                <a:effectLst/>
                <a:uFillTx/>
                <a:latin typeface="Calibri"/>
              </a:rPr>
              <a:t># $a Weir (Family : $g Weir, Robert Walter, 1803-1889)</a:t>
            </a:r>
            <a:endParaRPr b="0" lang="en-IN" sz="2400" strike="noStrike" u="none">
              <a:solidFill>
                <a:srgbClr val="000000"/>
              </a:solidFill>
              <a:effectLst/>
              <a:uFillTx/>
              <a:latin typeface="Verdana"/>
            </a:endParaRPr>
          </a:p>
          <a:p>
            <a:pPr lvl="2" marL="1143000" indent="-228600">
              <a:lnSpc>
                <a:spcPct val="100000"/>
              </a:lnSpc>
              <a:spcBef>
                <a:spcPts val="601"/>
              </a:spcBef>
              <a:buClr>
                <a:srgbClr val="006666"/>
              </a:buClr>
              <a:buSzPct val="65000"/>
              <a:buFont typeface="Wingdings" charset="2"/>
              <a:buChar char=""/>
              <a:tabLst>
                <a:tab algn="l" pos="1828800"/>
                <a:tab algn="l" pos="2743200"/>
                <a:tab algn="l" pos="3657600"/>
                <a:tab algn="l" pos="4572000"/>
                <a:tab algn="l" pos="5486400"/>
                <a:tab algn="l" pos="6400800"/>
                <a:tab algn="l" pos="7315200"/>
                <a:tab algn="l" pos="8229600"/>
                <a:tab algn="l" pos="9144000"/>
                <a:tab algn="l" pos="10058400"/>
              </a:tabLst>
            </a:pPr>
            <a:r>
              <a:rPr b="0" lang="en-US" sz="2400" strike="noStrike" u="none">
                <a:solidFill>
                  <a:srgbClr val="000000"/>
                </a:solidFill>
                <a:effectLst/>
                <a:uFillTx/>
                <a:latin typeface="Calibri"/>
              </a:rPr>
              <a:t>500 1# </a:t>
            </a:r>
            <a:r>
              <a:rPr b="1" lang="en-US" sz="2400" strike="noStrike" u="none">
                <a:solidFill>
                  <a:srgbClr val="000000"/>
                </a:solidFill>
                <a:effectLst/>
                <a:uFillTx/>
                <a:latin typeface="Calibri"/>
              </a:rPr>
              <a:t>$</a:t>
            </a:r>
            <a:r>
              <a:rPr b="1" lang="pt-BR" sz="2400" strike="noStrike" u="none">
                <a:solidFill>
                  <a:srgbClr val="000000"/>
                </a:solidFill>
                <a:effectLst/>
                <a:uFillTx/>
                <a:latin typeface="Calibri"/>
              </a:rPr>
              <a:t>w r $i Progenitor:</a:t>
            </a:r>
            <a:r>
              <a:rPr b="0" lang="pt-BR" sz="2400" strike="noStrike" u="none">
                <a:solidFill>
                  <a:srgbClr val="000000"/>
                </a:solidFill>
                <a:effectLst/>
                <a:uFillTx/>
                <a:latin typeface="Calibri"/>
              </a:rPr>
              <a:t> ‡a Weir, Robert Walter, $d 1803-1889</a:t>
            </a:r>
            <a:endParaRPr b="0" lang="en-IN" sz="2400" strike="noStrike" u="none">
              <a:solidFill>
                <a:srgbClr val="000000"/>
              </a:solidFill>
              <a:effectLst/>
              <a:uFillTx/>
              <a:latin typeface="Verdana"/>
            </a:endParaRPr>
          </a:p>
          <a:p>
            <a:pPr lvl="1" marL="743040" indent="-285840">
              <a:lnSpc>
                <a:spcPct val="10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400" strike="noStrike" u="none">
              <a:solidFill>
                <a:srgbClr val="000000"/>
              </a:solidFill>
              <a:effectLst/>
              <a:uFillTx/>
              <a:latin typeface="Verdana"/>
            </a:endParaRPr>
          </a:p>
        </p:txBody>
      </p:sp>
      <p:sp>
        <p:nvSpPr>
          <p:cNvPr id="4" name="PlaceHolder 3"/>
          <p:cNvSpPr>
            <a:spLocks noGrp="1"/>
          </p:cNvSpPr>
          <p:nvPr>
            <p:ph type="sldNum" idx="3"/>
          </p:nvPr>
        </p:nvSpPr>
        <p:spPr/>
        <p:txBody>
          <a:bodyPr/>
          <a:p>
            <a:fld id="{74314709-D681-4D3D-A455-D72A0BA85972}" type="slidenum">
              <a:t>9</a:t>
            </a:fld>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67" name="PlaceHolder 1"/>
          <p:cNvSpPr>
            <a:spLocks noGrp="1"/>
          </p:cNvSpPr>
          <p:nvPr>
            <p:ph/>
          </p:nvPr>
        </p:nvSpPr>
        <p:spPr>
          <a:xfrm>
            <a:off x="324000" y="836640"/>
            <a:ext cx="8640720" cy="5472000"/>
          </a:xfrm>
          <a:prstGeom prst="rect">
            <a:avLst/>
          </a:prstGeom>
          <a:solidFill>
            <a:srgbClr val="ffffff"/>
          </a:solidFill>
          <a:ln w="0">
            <a:noFill/>
          </a:ln>
        </p:spPr>
        <p:txBody>
          <a:bodyPr lIns="90000" rIns="90000" tIns="46800" bIns="46800" anchor="t">
            <a:normAutofit/>
          </a:bodyPr>
          <a:p>
            <a:pPr marL="343080" indent="-343080">
              <a:lnSpc>
                <a:spcPct val="10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trike="noStrike" u="none">
                <a:solidFill>
                  <a:srgbClr val="000000"/>
                </a:solidFill>
                <a:effectLst/>
                <a:uFillTx/>
                <a:latin typeface="Calibri"/>
              </a:rPr>
              <a:t>Subfield $w/0 coded “r” and subfield $i were not intended for use with AACR2 NARs but in order to code a reciprocal NAR they had to be allowed.</a:t>
            </a:r>
            <a:endParaRPr b="0" lang="en-IN" sz="2400" strike="noStrike" u="none">
              <a:solidFill>
                <a:srgbClr val="000000"/>
              </a:solidFill>
              <a:effectLst/>
              <a:uFillTx/>
              <a:latin typeface="Verdana"/>
            </a:endParaRPr>
          </a:p>
          <a:p>
            <a:pPr lvl="2" marL="1143000" indent="-228600">
              <a:lnSpc>
                <a:spcPct val="100000"/>
              </a:lnSpc>
              <a:buNone/>
              <a:tabLst>
                <a:tab algn="l" pos="0"/>
                <a:tab algn="l" pos="1828800"/>
                <a:tab algn="l" pos="2743200"/>
                <a:tab algn="l" pos="3657600"/>
                <a:tab algn="l" pos="4572000"/>
                <a:tab algn="l" pos="5486400"/>
                <a:tab algn="l" pos="6400800"/>
                <a:tab algn="l" pos="7315200"/>
                <a:tab algn="l" pos="8229600"/>
                <a:tab algn="l" pos="9144000"/>
                <a:tab algn="l" pos="10058400"/>
              </a:tabLst>
            </a:pPr>
            <a:r>
              <a:rPr b="0" lang="pt-BR" sz="2000" strike="noStrike" u="none">
                <a:solidFill>
                  <a:srgbClr val="000000"/>
                </a:solidFill>
                <a:effectLst/>
                <a:uFillTx/>
                <a:latin typeface="Calibri"/>
              </a:rPr>
              <a:t>AACR2 NAR:</a:t>
            </a:r>
            <a:endParaRPr b="0" lang="en-IN" sz="2000" strike="noStrike" u="none">
              <a:solidFill>
                <a:srgbClr val="000000"/>
              </a:solidFill>
              <a:effectLst/>
              <a:uFillTx/>
              <a:latin typeface="Verdana"/>
            </a:endParaRPr>
          </a:p>
          <a:p>
            <a:pPr lvl="2" marL="1143000" indent="-228600">
              <a:lnSpc>
                <a:spcPct val="100000"/>
              </a:lnSpc>
              <a:buClr>
                <a:srgbClr val="006666"/>
              </a:buClr>
              <a:buSzPct val="65000"/>
              <a:buFont typeface="Wingdings" charset="2"/>
              <a:buChar char=""/>
              <a:tabLst>
                <a:tab algn="l" pos="1828800"/>
                <a:tab algn="l" pos="2743200"/>
                <a:tab algn="l" pos="3657600"/>
                <a:tab algn="l" pos="4572000"/>
                <a:tab algn="l" pos="5486400"/>
                <a:tab algn="l" pos="6400800"/>
                <a:tab algn="l" pos="7315200"/>
                <a:tab algn="l" pos="8229600"/>
                <a:tab algn="l" pos="9144000"/>
                <a:tab algn="l" pos="10058400"/>
              </a:tabLst>
            </a:pPr>
            <a:r>
              <a:rPr b="0" lang="en-US" sz="2000" strike="noStrike" u="none">
                <a:solidFill>
                  <a:srgbClr val="000000"/>
                </a:solidFill>
                <a:effectLst/>
                <a:uFillTx/>
                <a:latin typeface="Calibri"/>
              </a:rPr>
              <a:t>100 1# $a Weir, Robert Walter, $d 1803-1889</a:t>
            </a:r>
            <a:endParaRPr b="0" lang="en-IN" sz="2000" strike="noStrike" u="none">
              <a:solidFill>
                <a:srgbClr val="000000"/>
              </a:solidFill>
              <a:effectLst/>
              <a:uFillTx/>
              <a:latin typeface="Verdana"/>
            </a:endParaRPr>
          </a:p>
          <a:p>
            <a:pPr lvl="2" marL="1143000" indent="0">
              <a:lnSpc>
                <a:spcPct val="100000"/>
              </a:lnSpc>
              <a:spcBef>
                <a:spcPts val="499"/>
              </a:spcBef>
              <a:buNone/>
              <a:tabLst>
                <a:tab algn="l" pos="1828800"/>
                <a:tab algn="l" pos="2743200"/>
                <a:tab algn="l" pos="3657600"/>
                <a:tab algn="l" pos="4572000"/>
                <a:tab algn="l" pos="5486400"/>
                <a:tab algn="l" pos="6400800"/>
                <a:tab algn="l" pos="7315200"/>
                <a:tab algn="l" pos="8229600"/>
                <a:tab algn="l" pos="9144000"/>
                <a:tab algn="l" pos="10058400"/>
              </a:tabLst>
            </a:pPr>
            <a:endParaRPr b="0" lang="en-IN" sz="2000" strike="noStrike" u="none">
              <a:solidFill>
                <a:srgbClr val="000000"/>
              </a:solidFill>
              <a:effectLst/>
              <a:uFillTx/>
              <a:latin typeface="Verdana"/>
            </a:endParaRPr>
          </a:p>
          <a:p>
            <a:pPr lvl="2" marL="1143000" indent="-228600">
              <a:lnSpc>
                <a:spcPct val="75000"/>
              </a:lnSpc>
              <a:spcBef>
                <a:spcPts val="575"/>
              </a:spcBef>
              <a:buNone/>
              <a:tabLst>
                <a:tab algn="l" pos="0"/>
                <a:tab algn="l" pos="1828800"/>
                <a:tab algn="l" pos="2743200"/>
                <a:tab algn="l" pos="3657600"/>
                <a:tab algn="l" pos="4572000"/>
                <a:tab algn="l" pos="5486400"/>
                <a:tab algn="l" pos="6400800"/>
                <a:tab algn="l" pos="7315200"/>
                <a:tab algn="l" pos="8229600"/>
                <a:tab algn="l" pos="9144000"/>
                <a:tab algn="l" pos="10058400"/>
              </a:tabLst>
            </a:pPr>
            <a:endParaRPr b="0" lang="en-IN" sz="2300" strike="noStrike" u="none">
              <a:solidFill>
                <a:srgbClr val="000000"/>
              </a:solidFill>
              <a:effectLst/>
              <a:uFillTx/>
              <a:latin typeface="Verdana"/>
            </a:endParaRPr>
          </a:p>
          <a:p>
            <a:pPr lvl="2" marL="1143000" indent="-228600">
              <a:lnSpc>
                <a:spcPct val="75000"/>
              </a:lnSpc>
              <a:spcBef>
                <a:spcPts val="499"/>
              </a:spcBef>
              <a:buNone/>
              <a:tabLst>
                <a:tab algn="l" pos="0"/>
                <a:tab algn="l" pos="1828800"/>
                <a:tab algn="l" pos="2743200"/>
                <a:tab algn="l" pos="3657600"/>
                <a:tab algn="l" pos="4572000"/>
                <a:tab algn="l" pos="5486400"/>
                <a:tab algn="l" pos="6400800"/>
                <a:tab algn="l" pos="7315200"/>
                <a:tab algn="l" pos="8229600"/>
                <a:tab algn="l" pos="9144000"/>
                <a:tab algn="l" pos="10058400"/>
              </a:tabLst>
            </a:pPr>
            <a:r>
              <a:rPr b="0" lang="en-US" sz="2000" strike="noStrike" u="none">
                <a:solidFill>
                  <a:srgbClr val="000000"/>
                </a:solidFill>
                <a:effectLst/>
                <a:uFillTx/>
                <a:latin typeface="Calibri"/>
              </a:rPr>
              <a:t>RDA NAR :</a:t>
            </a:r>
            <a:endParaRPr b="0" lang="en-IN" sz="2000" strike="noStrike" u="none">
              <a:solidFill>
                <a:srgbClr val="000000"/>
              </a:solidFill>
              <a:effectLst/>
              <a:uFillTx/>
              <a:latin typeface="Verdana"/>
            </a:endParaRPr>
          </a:p>
          <a:p>
            <a:pPr lvl="2" marL="1143000" indent="-228600">
              <a:lnSpc>
                <a:spcPct val="75000"/>
              </a:lnSpc>
              <a:spcBef>
                <a:spcPts val="499"/>
              </a:spcBef>
              <a:buClr>
                <a:srgbClr val="006666"/>
              </a:buClr>
              <a:buSzPct val="65000"/>
              <a:buFont typeface="Wingdings" charset="2"/>
              <a:buChar char=""/>
              <a:tabLst>
                <a:tab algn="l" pos="1828800"/>
                <a:tab algn="l" pos="2743200"/>
                <a:tab algn="l" pos="3657600"/>
                <a:tab algn="l" pos="4572000"/>
                <a:tab algn="l" pos="5486400"/>
                <a:tab algn="l" pos="6400800"/>
                <a:tab algn="l" pos="7315200"/>
                <a:tab algn="l" pos="8229600"/>
                <a:tab algn="l" pos="9144000"/>
                <a:tab algn="l" pos="10058400"/>
              </a:tabLst>
            </a:pPr>
            <a:r>
              <a:rPr b="0" lang="en-US" sz="2000" strike="noStrike" u="none">
                <a:solidFill>
                  <a:srgbClr val="000000"/>
                </a:solidFill>
                <a:effectLst/>
                <a:uFillTx/>
                <a:latin typeface="Calibri"/>
              </a:rPr>
              <a:t>100 </a:t>
            </a:r>
            <a:r>
              <a:rPr b="1" lang="en-US" sz="2000" strike="noStrike" u="none">
                <a:solidFill>
                  <a:srgbClr val="000000"/>
                </a:solidFill>
                <a:effectLst/>
                <a:uFillTx/>
                <a:latin typeface="Calibri"/>
              </a:rPr>
              <a:t>3</a:t>
            </a:r>
            <a:r>
              <a:rPr b="0" lang="en-US" sz="2000" strike="noStrike" u="none">
                <a:solidFill>
                  <a:srgbClr val="000000"/>
                </a:solidFill>
                <a:effectLst/>
                <a:uFillTx/>
                <a:latin typeface="Calibri"/>
              </a:rPr>
              <a:t># $a Weir (Family : $g Weir, Robert Walter, 1803-1889)</a:t>
            </a:r>
            <a:endParaRPr b="0" lang="en-IN" sz="2000" strike="noStrike" u="none">
              <a:solidFill>
                <a:srgbClr val="000000"/>
              </a:solidFill>
              <a:effectLst/>
              <a:uFillTx/>
              <a:latin typeface="Verdana"/>
            </a:endParaRPr>
          </a:p>
          <a:p>
            <a:pPr lvl="2" marL="1143000" indent="-228600">
              <a:lnSpc>
                <a:spcPct val="75000"/>
              </a:lnSpc>
              <a:spcBef>
                <a:spcPts val="499"/>
              </a:spcBef>
              <a:buClr>
                <a:srgbClr val="006666"/>
              </a:buClr>
              <a:buSzPct val="65000"/>
              <a:buFont typeface="Wingdings" charset="2"/>
              <a:buChar char=""/>
              <a:tabLst>
                <a:tab algn="l" pos="1828800"/>
                <a:tab algn="l" pos="2743200"/>
                <a:tab algn="l" pos="3657600"/>
                <a:tab algn="l" pos="4572000"/>
                <a:tab algn="l" pos="5486400"/>
                <a:tab algn="l" pos="6400800"/>
                <a:tab algn="l" pos="7315200"/>
                <a:tab algn="l" pos="8229600"/>
                <a:tab algn="l" pos="9144000"/>
                <a:tab algn="l" pos="10058400"/>
              </a:tabLst>
            </a:pPr>
            <a:r>
              <a:rPr b="0" lang="en-US" sz="2000" strike="noStrike" u="none">
                <a:solidFill>
                  <a:srgbClr val="000000"/>
                </a:solidFill>
                <a:effectLst/>
                <a:uFillTx/>
                <a:latin typeface="Calibri"/>
              </a:rPr>
              <a:t>500 1# </a:t>
            </a:r>
            <a:r>
              <a:rPr b="1" lang="en-US" sz="2000" strike="noStrike" u="none">
                <a:solidFill>
                  <a:srgbClr val="000000"/>
                </a:solidFill>
                <a:effectLst/>
                <a:uFillTx/>
                <a:latin typeface="Calibri"/>
              </a:rPr>
              <a:t>$</a:t>
            </a:r>
            <a:r>
              <a:rPr b="1" lang="pt-BR" sz="2000" strike="noStrike" u="none">
                <a:solidFill>
                  <a:srgbClr val="000000"/>
                </a:solidFill>
                <a:effectLst/>
                <a:uFillTx/>
                <a:latin typeface="Calibri"/>
              </a:rPr>
              <a:t>w r $i Progenitor:</a:t>
            </a:r>
            <a:r>
              <a:rPr b="0" lang="pt-BR" sz="2000" strike="noStrike" u="none">
                <a:solidFill>
                  <a:srgbClr val="000000"/>
                </a:solidFill>
                <a:effectLst/>
                <a:uFillTx/>
                <a:latin typeface="Calibri"/>
              </a:rPr>
              <a:t> ‡a Weir, Robert Walter, ‡d 1803-1889</a:t>
            </a:r>
            <a:endParaRPr b="0" lang="en-IN" sz="2000" strike="noStrike" u="none">
              <a:solidFill>
                <a:srgbClr val="000000"/>
              </a:solidFill>
              <a:effectLst/>
              <a:uFillTx/>
              <a:latin typeface="Verdana"/>
            </a:endParaRPr>
          </a:p>
          <a:p>
            <a:pPr lvl="1" marL="743040" indent="0">
              <a:lnSpc>
                <a:spcPct val="100000"/>
              </a:lnSpc>
              <a:spcBef>
                <a:spcPts val="601"/>
              </a:spcBef>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400" strike="noStrike" u="none">
              <a:solidFill>
                <a:srgbClr val="000000"/>
              </a:solidFill>
              <a:effectLst/>
              <a:uFillTx/>
              <a:latin typeface="Verdana"/>
            </a:endParaRPr>
          </a:p>
          <a:p>
            <a:pPr lvl="1" marL="743040" indent="-285840">
              <a:lnSpc>
                <a:spcPct val="100000"/>
              </a:lnSpc>
              <a:spcBef>
                <a:spcPts val="601"/>
              </a:spcBef>
              <a:buClr>
                <a:srgbClr val="99cccc"/>
              </a:buClr>
              <a:buSzPct val="70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pt-BR" sz="2400" strike="noStrike" u="none">
                <a:solidFill>
                  <a:srgbClr val="000000"/>
                </a:solidFill>
                <a:effectLst/>
                <a:uFillTx/>
                <a:latin typeface="Calibri"/>
              </a:rPr>
              <a:t>Reciprocity is not required - but if you want to add this reciprocal information OK – and to an AACR2 NAR!</a:t>
            </a:r>
            <a:endParaRPr b="0" lang="en-IN" sz="2400" strike="noStrike" u="none">
              <a:solidFill>
                <a:srgbClr val="000000"/>
              </a:solidFill>
              <a:effectLst/>
              <a:uFillTx/>
              <a:latin typeface="Verdana"/>
            </a:endParaRPr>
          </a:p>
          <a:p>
            <a:pPr lvl="1" marL="743040" indent="-285840">
              <a:lnSpc>
                <a:spcPct val="100000"/>
              </a:lnSpc>
              <a:spcBef>
                <a:spcPts val="601"/>
              </a:spcBef>
              <a:buClr>
                <a:srgbClr val="99cccc"/>
              </a:buClr>
              <a:buSzPct val="70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pt-BR" sz="2400" strike="noStrike" u="none">
                <a:solidFill>
                  <a:srgbClr val="000000"/>
                </a:solidFill>
                <a:effectLst/>
                <a:uFillTx/>
                <a:latin typeface="Calibri"/>
              </a:rPr>
              <a:t>For family names remember that you must use the authorized form of name of the progenitor</a:t>
            </a:r>
            <a:endParaRPr b="0" lang="en-IN" sz="2400" strike="noStrike" u="none">
              <a:solidFill>
                <a:srgbClr val="000000"/>
              </a:solidFill>
              <a:effectLst/>
              <a:uFillTx/>
              <a:latin typeface="Verdana"/>
            </a:endParaRPr>
          </a:p>
        </p:txBody>
      </p:sp>
      <p:sp>
        <p:nvSpPr>
          <p:cNvPr id="68" name="PlaceHolder 2"/>
          <p:cNvSpPr>
            <a:spLocks noGrp="1"/>
          </p:cNvSpPr>
          <p:nvPr>
            <p:ph type="title"/>
          </p:nvPr>
        </p:nvSpPr>
        <p:spPr>
          <a:xfrm>
            <a:off x="323640" y="189000"/>
            <a:ext cx="8569080" cy="503280"/>
          </a:xfrm>
          <a:prstGeom prst="rect">
            <a:avLst/>
          </a:prstGeom>
          <a:noFill/>
          <a:ln w="0">
            <a:noFill/>
          </a:ln>
        </p:spPr>
        <p:txBody>
          <a:bodyPr lIns="90000" rIns="90000" tIns="46800" bIns="46800" anchor="b">
            <a:noAutofit/>
          </a:bodyPr>
          <a:p>
            <a:pPr indent="0">
              <a:lnSpc>
                <a:spcPct val="10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3200" strike="noStrike" u="none">
                <a:solidFill>
                  <a:srgbClr val="006666"/>
                </a:solidFill>
                <a:effectLst/>
                <a:uFillTx/>
                <a:latin typeface="Calibri"/>
              </a:rPr>
              <a:t>Example  -  code “r” and subfield $i –Family names</a:t>
            </a:r>
            <a:endParaRPr b="0" lang="en-IN" sz="3200" strike="noStrike" u="none">
              <a:solidFill>
                <a:srgbClr val="006666"/>
              </a:solidFill>
              <a:effectLst/>
              <a:uFillTx/>
              <a:latin typeface="Arial"/>
            </a:endParaRPr>
          </a:p>
        </p:txBody>
      </p:sp>
      <p:sp>
        <p:nvSpPr>
          <p:cNvPr id="69" name=""/>
          <p:cNvSpPr/>
          <p:nvPr/>
        </p:nvSpPr>
        <p:spPr>
          <a:xfrm>
            <a:off x="468360" y="2492280"/>
            <a:ext cx="8137440" cy="703800"/>
          </a:xfrm>
          <a:prstGeom prst="rect">
            <a:avLst/>
          </a:prstGeom>
          <a:noFill/>
          <a:ln w="0">
            <a:noFill/>
          </a:ln>
        </p:spPr>
        <p:style>
          <a:lnRef idx="0"/>
          <a:fillRef idx="0"/>
          <a:effectRef idx="0"/>
          <a:fontRef idx="minor"/>
        </p:style>
        <p:txBody>
          <a:bodyPr lIns="90000" rIns="90000" tIns="46800" bIns="46800" anchor="t">
            <a:spAutoFit/>
          </a:bodyPr>
          <a:p>
            <a:pPr lvl="2" marL="914400">
              <a:lnSpc>
                <a:spcPct val="100000"/>
              </a:lnSpc>
              <a:spcBef>
                <a:spcPts val="499"/>
              </a:spcBef>
              <a:tabLst>
                <a:tab algn="l" pos="0"/>
                <a:tab algn="l" pos="1828800"/>
                <a:tab algn="l" pos="2743200"/>
                <a:tab algn="l" pos="3657600"/>
                <a:tab algn="l" pos="4572000"/>
                <a:tab algn="l" pos="5486400"/>
                <a:tab algn="l" pos="6400800"/>
                <a:tab algn="l" pos="7315200"/>
                <a:tab algn="l" pos="8229600"/>
                <a:tab algn="l" pos="9144000"/>
                <a:tab algn="l" pos="10058400"/>
              </a:tabLst>
            </a:pPr>
            <a:r>
              <a:rPr b="0" lang="en-US" sz="2000" strike="noStrike" u="none">
                <a:solidFill>
                  <a:srgbClr val="000000"/>
                </a:solidFill>
                <a:effectLst/>
                <a:uFillTx/>
                <a:latin typeface="Calibri"/>
                <a:ea typeface="Times New Roman"/>
              </a:rPr>
              <a:t>500 </a:t>
            </a:r>
            <a:r>
              <a:rPr b="1" lang="en-US" sz="2000" strike="noStrike" u="none">
                <a:solidFill>
                  <a:srgbClr val="000000"/>
                </a:solidFill>
                <a:effectLst/>
                <a:uFillTx/>
                <a:latin typeface="Calibri"/>
                <a:ea typeface="Times New Roman"/>
              </a:rPr>
              <a:t>3</a:t>
            </a:r>
            <a:r>
              <a:rPr b="0" lang="en-US" sz="2000" strike="noStrike" u="none">
                <a:solidFill>
                  <a:srgbClr val="000000"/>
                </a:solidFill>
                <a:effectLst/>
                <a:uFillTx/>
                <a:latin typeface="Calibri"/>
                <a:ea typeface="Times New Roman"/>
              </a:rPr>
              <a:t># </a:t>
            </a:r>
            <a:r>
              <a:rPr b="1" lang="en-US" sz="2000" strike="noStrike" u="none">
                <a:solidFill>
                  <a:srgbClr val="000000"/>
                </a:solidFill>
                <a:effectLst/>
                <a:uFillTx/>
                <a:latin typeface="Calibri"/>
                <a:ea typeface="Times New Roman"/>
              </a:rPr>
              <a:t>$</a:t>
            </a:r>
            <a:r>
              <a:rPr b="1" lang="pt-BR" sz="2000" strike="noStrike" u="none">
                <a:solidFill>
                  <a:srgbClr val="000000"/>
                </a:solidFill>
                <a:effectLst/>
                <a:uFillTx/>
                <a:latin typeface="Calibri"/>
                <a:ea typeface="Times New Roman"/>
              </a:rPr>
              <a:t>w r $i Descendents:</a:t>
            </a:r>
            <a:r>
              <a:rPr b="0" lang="pt-BR" sz="2000" strike="noStrike" u="none">
                <a:solidFill>
                  <a:srgbClr val="000000"/>
                </a:solidFill>
                <a:effectLst/>
                <a:uFillTx/>
                <a:latin typeface="Calibri"/>
                <a:ea typeface="Times New Roman"/>
              </a:rPr>
              <a:t> ‡a Weir (Family : $g Weir, Robert Walter, 1803-1889)</a:t>
            </a:r>
            <a:endParaRPr b="0" i="1" lang="en-IN" sz="2000" strike="noStrike" u="none">
              <a:solidFill>
                <a:srgbClr val="000000"/>
              </a:solidFill>
              <a:effectLst/>
              <a:uFillTx/>
              <a:latin typeface="Calibri"/>
            </a:endParaRPr>
          </a:p>
        </p:txBody>
      </p:sp>
      <p:sp>
        <p:nvSpPr>
          <p:cNvPr id="70" name=""/>
          <p:cNvSpPr/>
          <p:nvPr/>
        </p:nvSpPr>
        <p:spPr>
          <a:xfrm flipV="1">
            <a:off x="468360" y="2707920"/>
            <a:ext cx="1008000" cy="73080"/>
          </a:xfrm>
          <a:prstGeom prst="line">
            <a:avLst/>
          </a:prstGeom>
          <a:ln w="38160">
            <a:solidFill>
              <a:srgbClr val="ff3300"/>
            </a:solidFill>
            <a:miter/>
            <a:tailEnd len="med" type="triangle" w="med"/>
          </a:ln>
        </p:spPr>
        <p:style>
          <a:lnRef idx="0"/>
          <a:fillRef idx="0"/>
          <a:effectRef idx="0"/>
          <a:fontRef idx="minor"/>
        </p:style>
        <p:txBody>
          <a:bodyPr lIns="90000" rIns="90000" tIns="26280" bIns="26280" anchor="ctr">
            <a:noAutofit/>
          </a:bodyPr>
          <a:p>
            <a:endParaRPr b="0" i="1" lang="en-IN" sz="1600" strike="noStrike" u="none">
              <a:solidFill>
                <a:srgbClr val="000000"/>
              </a:solidFill>
              <a:effectLst/>
              <a:uFillTx/>
              <a:latin typeface="Calibri"/>
            </a:endParaRPr>
          </a:p>
        </p:txBody>
      </p:sp>
      <p:sp>
        <p:nvSpPr>
          <p:cNvPr id="71" name=""/>
          <p:cNvSpPr/>
          <p:nvPr/>
        </p:nvSpPr>
        <p:spPr>
          <a:xfrm>
            <a:off x="1258920" y="3284640"/>
            <a:ext cx="7200720" cy="1008000"/>
          </a:xfrm>
          <a:prstGeom prst="rect">
            <a:avLst/>
          </a:prstGeom>
          <a:noFill/>
          <a:ln w="28440">
            <a:solidFill>
              <a:srgbClr val="006666"/>
            </a:solidFill>
            <a:miter/>
          </a:ln>
        </p:spPr>
        <p:style>
          <a:lnRef idx="0"/>
          <a:fillRef idx="0"/>
          <a:effectRef idx="0"/>
          <a:fontRef idx="minor"/>
        </p:style>
        <p:txBody>
          <a:bodyPr lIns="90000" rIns="90000" tIns="46800" bIns="46800" anchor="ctr">
            <a:spAutoFit/>
          </a:bodyPr>
          <a:p>
            <a:endParaRPr b="0" i="1" lang="en-IN" sz="1600" strike="noStrike" u="none">
              <a:solidFill>
                <a:srgbClr val="000000"/>
              </a:solidFill>
              <a:effectLst/>
              <a:uFillTx/>
              <a:latin typeface="Calibri"/>
            </a:endParaRPr>
          </a:p>
        </p:txBody>
      </p:sp>
      <p:sp>
        <p:nvSpPr>
          <p:cNvPr id="72" name=""/>
          <p:cNvSpPr/>
          <p:nvPr/>
        </p:nvSpPr>
        <p:spPr>
          <a:xfrm>
            <a:off x="1258920" y="1989000"/>
            <a:ext cx="7200720" cy="1152720"/>
          </a:xfrm>
          <a:prstGeom prst="rect">
            <a:avLst/>
          </a:prstGeom>
          <a:noFill/>
          <a:ln w="9360">
            <a:solidFill>
              <a:srgbClr val="006666"/>
            </a:solidFill>
            <a:miter/>
          </a:ln>
        </p:spPr>
        <p:style>
          <a:lnRef idx="0"/>
          <a:fillRef idx="0"/>
          <a:effectRef idx="0"/>
          <a:fontRef idx="minor"/>
        </p:style>
        <p:txBody>
          <a:bodyPr lIns="90000" rIns="90000" tIns="46800" bIns="46800" anchor="ctr">
            <a:spAutoFit/>
          </a:bodyPr>
          <a:p>
            <a:endParaRPr b="0" i="1" lang="en-IN" sz="1600" strike="noStrike" u="none">
              <a:solidFill>
                <a:srgbClr val="000000"/>
              </a:solidFill>
              <a:effectLst/>
              <a:uFillTx/>
              <a:latin typeface="Calibri"/>
            </a:endParaRPr>
          </a:p>
        </p:txBody>
      </p:sp>
      <p:sp>
        <p:nvSpPr>
          <p:cNvPr id="4" name="PlaceHolder 3"/>
          <p:cNvSpPr>
            <a:spLocks noGrp="1"/>
          </p:cNvSpPr>
          <p:nvPr>
            <p:ph type="sldNum" idx="3"/>
          </p:nvPr>
        </p:nvSpPr>
        <p:spPr/>
        <p:txBody>
          <a:bodyPr/>
          <a:p>
            <a:fld id="{184112BD-828B-43E5-9879-16D89C41EDD9}" type="slidenum">
              <a:t>10</a:t>
            </a:fld>
          </a:p>
        </p:txBody>
      </p:sp>
    </p:spTree>
  </p:cSld>
  <mc:AlternateContent>
    <mc:Choice Requires="p14">
      <p:transition spd="slow" p14:dur="2000"/>
    </mc:Choice>
    <mc:Fallback>
      <p:transition spd="slow"/>
    </mc:Fallback>
  </mc:AlternateContent>
  <p:timing>
    <p:tnLst>
      <p:par>
        <p:cTn id="43" dur="indefinite" restart="never" nodeType="tmRoot">
          <p:childTnLst>
            <p:seq>
              <p:cTn id="44" dur="indefinite" nodeType="mainSeq">
                <p:childTnLst>
                  <p:par>
                    <p:cTn id="45" fill="hold">
                      <p:stCondLst>
                        <p:cond delay="indefinite"/>
                      </p:stCondLst>
                      <p:childTnLst>
                        <p:par>
                          <p:cTn id="46" fill="hold">
                            <p:stCondLst>
                              <p:cond delay="0"/>
                            </p:stCondLst>
                            <p:childTnLst>
                              <p:par>
                                <p:cTn id="47" nodeType="clickEffect" fill="hold" presetClass="entr" presetID="1">
                                  <p:stCondLst>
                                    <p:cond delay="0"/>
                                  </p:stCondLst>
                                  <p:childTnLst>
                                    <p:set>
                                      <p:cBhvr>
                                        <p:cTn id="48" dur="1" fill="hold">
                                          <p:stCondLst>
                                            <p:cond delay="0"/>
                                          </p:stCondLst>
                                        </p:cTn>
                                        <p:tgtEl>
                                          <p:spTgt spid="6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73" name="PlaceHolder 1"/>
          <p:cNvSpPr>
            <a:spLocks noGrp="1"/>
          </p:cNvSpPr>
          <p:nvPr>
            <p:ph/>
          </p:nvPr>
        </p:nvSpPr>
        <p:spPr>
          <a:xfrm>
            <a:off x="250560" y="620280"/>
            <a:ext cx="8713800" cy="2016360"/>
          </a:xfrm>
          <a:prstGeom prst="rect">
            <a:avLst/>
          </a:prstGeom>
          <a:solidFill>
            <a:srgbClr val="ffffff"/>
          </a:solidFill>
          <a:ln w="0">
            <a:noFill/>
          </a:ln>
        </p:spPr>
        <p:txBody>
          <a:bodyPr lIns="90000" rIns="90000" tIns="46800" bIns="46800" anchor="t">
            <a:normAutofit/>
          </a:bodyPr>
          <a:p>
            <a:pPr marL="343080" indent="-343080">
              <a:lnSpc>
                <a:spcPct val="100000"/>
              </a:lnSpc>
              <a:spcBef>
                <a:spcPts val="601"/>
              </a:spcBef>
              <a:buClr>
                <a:srgbClr val="006666"/>
              </a:buClr>
              <a:buSzPct val="70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trike="noStrike" u="none">
                <a:solidFill>
                  <a:srgbClr val="000000"/>
                </a:solidFill>
                <a:effectLst/>
                <a:uFillTx/>
                <a:latin typeface="Calibri"/>
              </a:rPr>
              <a:t>Personal names – pseudonyms </a:t>
            </a:r>
            <a:endParaRPr b="0" lang="en-IN" sz="2400" strike="noStrike" u="none">
              <a:solidFill>
                <a:srgbClr val="000000"/>
              </a:solidFill>
              <a:effectLst/>
              <a:uFillTx/>
              <a:latin typeface="Verdana"/>
            </a:endParaRPr>
          </a:p>
          <a:p>
            <a:pPr lvl="1" marL="743040" indent="-285840">
              <a:lnSpc>
                <a:spcPct val="100000"/>
              </a:lnSpc>
              <a:spcBef>
                <a:spcPts val="601"/>
              </a:spcBef>
              <a:buClr>
                <a:srgbClr val="99cccc"/>
              </a:buClr>
              <a:buSzPct val="70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trike="noStrike" u="none">
                <a:solidFill>
                  <a:srgbClr val="000000"/>
                </a:solidFill>
                <a:effectLst/>
                <a:uFillTx/>
                <a:latin typeface="Calibri"/>
              </a:rPr>
              <a:t>Do not use </a:t>
            </a:r>
            <a:r>
              <a:rPr b="0" lang="en-US" sz="2000" strike="noStrike" u="none">
                <a:solidFill>
                  <a:srgbClr val="000000"/>
                </a:solidFill>
                <a:effectLst/>
                <a:uFillTx/>
                <a:latin typeface="Calibri"/>
              </a:rPr>
              <a:t>$w/0 </a:t>
            </a:r>
            <a:r>
              <a:rPr b="0" lang="en-US" sz="2400" strike="noStrike" u="none">
                <a:solidFill>
                  <a:srgbClr val="000000"/>
                </a:solidFill>
                <a:effectLst/>
                <a:uFillTx/>
                <a:latin typeface="Calibri"/>
              </a:rPr>
              <a:t> “r” and subfield $i for multiple pseudonyms. </a:t>
            </a:r>
            <a:endParaRPr b="0" lang="en-IN" sz="2400" strike="noStrike" u="none">
              <a:solidFill>
                <a:srgbClr val="000000"/>
              </a:solidFill>
              <a:effectLst/>
              <a:uFillTx/>
              <a:latin typeface="Verdana"/>
            </a:endParaRPr>
          </a:p>
          <a:p>
            <a:pPr lvl="1" marL="743040" indent="-285840">
              <a:lnSpc>
                <a:spcPct val="100000"/>
              </a:lnSpc>
              <a:spcBef>
                <a:spcPts val="601"/>
              </a:spcBef>
              <a:buClr>
                <a:srgbClr val="99cccc"/>
              </a:buClr>
              <a:buSzPct val="70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trike="noStrike" u="none">
                <a:solidFill>
                  <a:srgbClr val="000000"/>
                </a:solidFill>
                <a:effectLst/>
                <a:uFillTx/>
                <a:latin typeface="Calibri"/>
              </a:rPr>
              <a:t>Use $w nnnc in combination with a 663 note (see FAQ at: http://www.loc.gov/catdir/cpso/pseud.pdf)</a:t>
            </a:r>
            <a:endParaRPr b="0" lang="en-IN" sz="2400" strike="noStrike" u="none">
              <a:solidFill>
                <a:srgbClr val="000000"/>
              </a:solidFill>
              <a:effectLst/>
              <a:uFillTx/>
              <a:latin typeface="Verdana"/>
            </a:endParaRPr>
          </a:p>
        </p:txBody>
      </p:sp>
      <p:sp>
        <p:nvSpPr>
          <p:cNvPr id="74" name="PlaceHolder 2"/>
          <p:cNvSpPr>
            <a:spLocks noGrp="1"/>
          </p:cNvSpPr>
          <p:nvPr>
            <p:ph type="title"/>
          </p:nvPr>
        </p:nvSpPr>
        <p:spPr>
          <a:xfrm>
            <a:off x="755640" y="-360"/>
            <a:ext cx="7889760" cy="576360"/>
          </a:xfrm>
          <a:prstGeom prst="rect">
            <a:avLst/>
          </a:prstGeom>
          <a:noFill/>
          <a:ln w="0">
            <a:noFill/>
          </a:ln>
        </p:spPr>
        <p:txBody>
          <a:bodyPr lIns="90000" rIns="90000" tIns="46800" bIns="46800" anchor="b">
            <a:noAutofit/>
          </a:bodyPr>
          <a:p>
            <a:pPr indent="0">
              <a:lnSpc>
                <a:spcPct val="10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2800" strike="noStrike" u="none">
                <a:solidFill>
                  <a:srgbClr val="006666"/>
                </a:solidFill>
                <a:effectLst/>
                <a:uFillTx/>
                <a:latin typeface="Calibri"/>
              </a:rPr>
              <a:t>LC Policy for use of code “r” and subfield $i</a:t>
            </a:r>
            <a:endParaRPr b="0" lang="en-IN" sz="2800" strike="noStrike" u="none">
              <a:solidFill>
                <a:srgbClr val="006666"/>
              </a:solidFill>
              <a:effectLst/>
              <a:uFillTx/>
              <a:latin typeface="Arial"/>
            </a:endParaRPr>
          </a:p>
        </p:txBody>
      </p:sp>
      <p:pic>
        <p:nvPicPr>
          <p:cNvPr id="75" name="" descr=""/>
          <p:cNvPicPr/>
          <p:nvPr/>
        </p:nvPicPr>
        <p:blipFill>
          <a:blip r:embed="rId1"/>
          <a:srcRect l="4426" t="37417" r="3662" b="8466"/>
          <a:stretch/>
        </p:blipFill>
        <p:spPr>
          <a:xfrm>
            <a:off x="0" y="2486160"/>
            <a:ext cx="9144000" cy="4371840"/>
          </a:xfrm>
          <a:prstGeom prst="rect">
            <a:avLst/>
          </a:prstGeom>
          <a:noFill/>
          <a:ln w="0">
            <a:noFill/>
          </a:ln>
        </p:spPr>
      </p:pic>
      <p:sp>
        <p:nvSpPr>
          <p:cNvPr id="76" name=""/>
          <p:cNvSpPr/>
          <p:nvPr/>
        </p:nvSpPr>
        <p:spPr>
          <a:xfrm>
            <a:off x="8675640" y="6597720"/>
            <a:ext cx="468360" cy="337680"/>
          </a:xfrm>
          <a:prstGeom prst="rect">
            <a:avLst/>
          </a:prstGeom>
          <a:noFill/>
          <a:ln w="0">
            <a:noFill/>
          </a:ln>
        </p:spPr>
        <p:style>
          <a:lnRef idx="0"/>
          <a:fillRef idx="0"/>
          <a:effectRef idx="0"/>
          <a:fontRef idx="minor"/>
        </p:style>
        <p:txBody>
          <a:bodyPr lIns="90000" rIns="90000" tIns="46800" bIns="46800" anchor="t">
            <a:spAutoFit/>
          </a:bodyPr>
          <a:p>
            <a:pPr algn="ctr">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i="1" lang="en-US" sz="1600" strike="noStrike" u="none">
                <a:solidFill>
                  <a:srgbClr val="000000"/>
                </a:solidFill>
                <a:effectLst/>
                <a:uFillTx/>
                <a:latin typeface="Calibri"/>
              </a:rPr>
              <a:t>92</a:t>
            </a:r>
            <a:endParaRPr b="0" i="1" lang="en-IN" sz="1600" strike="noStrike" u="none">
              <a:solidFill>
                <a:srgbClr val="000000"/>
              </a:solidFill>
              <a:effectLst/>
              <a:uFillTx/>
              <a:latin typeface="Calibri"/>
            </a:endParaRPr>
          </a:p>
        </p:txBody>
      </p:sp>
      <p:sp>
        <p:nvSpPr>
          <p:cNvPr id="77" name=""/>
          <p:cNvSpPr/>
          <p:nvPr/>
        </p:nvSpPr>
        <p:spPr>
          <a:xfrm>
            <a:off x="0" y="2492280"/>
            <a:ext cx="3564000" cy="459720"/>
          </a:xfrm>
          <a:prstGeom prst="rect">
            <a:avLst/>
          </a:prstGeom>
          <a:solidFill>
            <a:srgbClr val="ffffff"/>
          </a:solidFill>
          <a:ln w="0">
            <a:noFill/>
          </a:ln>
        </p:spPr>
        <p:style>
          <a:lnRef idx="0"/>
          <a:fillRef idx="0"/>
          <a:effectRef idx="0"/>
          <a:fontRef idx="minor"/>
        </p:style>
        <p:txBody>
          <a:bodyPr lIns="90000" rIns="90000" tIns="46800" bIns="46800" anchor="t">
            <a:spAutoFit/>
          </a:bodyPr>
          <a:p>
            <a:pPr algn="ctr">
              <a:spcBef>
                <a:spcPts val="15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trike="noStrike" u="none">
                <a:solidFill>
                  <a:srgbClr val="000000"/>
                </a:solidFill>
                <a:effectLst/>
                <a:uFillTx/>
                <a:latin typeface="Calibri"/>
              </a:rPr>
              <a:t>Example: n 79060552</a:t>
            </a:r>
            <a:endParaRPr b="0" i="1" lang="en-IN" sz="2400" strike="noStrike" u="none">
              <a:solidFill>
                <a:srgbClr val="000000"/>
              </a:solidFill>
              <a:effectLst/>
              <a:uFillTx/>
              <a:latin typeface="Calibri"/>
            </a:endParaRPr>
          </a:p>
        </p:txBody>
      </p:sp>
      <p:sp>
        <p:nvSpPr>
          <p:cNvPr id="4" name="PlaceHolder 3"/>
          <p:cNvSpPr>
            <a:spLocks noGrp="1"/>
          </p:cNvSpPr>
          <p:nvPr>
            <p:ph type="sldNum" idx="3"/>
          </p:nvPr>
        </p:nvSpPr>
        <p:spPr/>
        <p:txBody>
          <a:bodyPr/>
          <a:p>
            <a:fld id="{52D40894-EE3D-48E6-B647-FA053668EB6C}" type="slidenum">
              <a:t>11</a:t>
            </a:fld>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78" name="PlaceHolder 1"/>
          <p:cNvSpPr>
            <a:spLocks noGrp="1"/>
          </p:cNvSpPr>
          <p:nvPr>
            <p:ph/>
          </p:nvPr>
        </p:nvSpPr>
        <p:spPr>
          <a:xfrm>
            <a:off x="468000" y="907560"/>
            <a:ext cx="8280360" cy="5473800"/>
          </a:xfrm>
          <a:prstGeom prst="rect">
            <a:avLst/>
          </a:prstGeom>
          <a:solidFill>
            <a:srgbClr val="ffffff"/>
          </a:solidFill>
          <a:ln w="0">
            <a:noFill/>
          </a:ln>
        </p:spPr>
        <p:txBody>
          <a:bodyPr lIns="90000" rIns="90000" tIns="46800" bIns="46800" anchor="t">
            <a:normAutofit/>
          </a:bodyPr>
          <a:p>
            <a:pPr marL="343080" indent="-343080">
              <a:lnSpc>
                <a:spcPct val="100000"/>
              </a:lnSpc>
              <a:spcBef>
                <a:spcPts val="700"/>
              </a:spcBef>
              <a:buClr>
                <a:srgbClr val="006666"/>
              </a:buClr>
              <a:buSzPct val="70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trike="noStrike" u="none">
                <a:solidFill>
                  <a:srgbClr val="000000"/>
                </a:solidFill>
                <a:effectLst/>
                <a:uFillTx/>
                <a:latin typeface="Calibri"/>
              </a:rPr>
              <a:t>Optionally, for a single pseudonym $w/0  “r” and subfield $i may be used.</a:t>
            </a:r>
            <a:r>
              <a:rPr b="0" lang="en-US" sz="2800" strike="noStrike" u="none">
                <a:solidFill>
                  <a:srgbClr val="000000"/>
                </a:solidFill>
                <a:effectLst/>
                <a:uFillTx/>
                <a:latin typeface="Calibri"/>
              </a:rPr>
              <a:t> </a:t>
            </a:r>
            <a:endParaRPr b="0" lang="en-IN" sz="2800" strike="noStrike" u="none">
              <a:solidFill>
                <a:srgbClr val="000000"/>
              </a:solidFill>
              <a:effectLst/>
              <a:uFillTx/>
              <a:latin typeface="Verdana"/>
            </a:endParaRPr>
          </a:p>
          <a:p>
            <a:pPr lvl="1" marL="743040" indent="-285840">
              <a:lnSpc>
                <a:spcPct val="100000"/>
              </a:lnSpc>
              <a:spcBef>
                <a:spcPts val="601"/>
              </a:spcBef>
              <a:buClr>
                <a:srgbClr val="99cccc"/>
              </a:buClr>
              <a:buSzPct val="70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trike="noStrike" u="none">
                <a:solidFill>
                  <a:srgbClr val="000000"/>
                </a:solidFill>
                <a:effectLst/>
                <a:uFillTx/>
                <a:latin typeface="Calibri"/>
              </a:rPr>
              <a:t>Example:</a:t>
            </a:r>
            <a:endParaRPr b="0" lang="en-IN" sz="2400" strike="noStrike" u="none">
              <a:solidFill>
                <a:srgbClr val="000000"/>
              </a:solidFill>
              <a:effectLst/>
              <a:uFillTx/>
              <a:latin typeface="Verdana"/>
            </a:endParaRPr>
          </a:p>
          <a:p>
            <a:pPr lvl="2" marL="1143000" indent="-228600">
              <a:lnSpc>
                <a:spcPct val="100000"/>
              </a:lnSpc>
              <a:spcBef>
                <a:spcPts val="601"/>
              </a:spcBef>
              <a:buClr>
                <a:srgbClr val="006666"/>
              </a:buClr>
              <a:buSzPct val="65000"/>
              <a:buFont typeface="Wingdings" charset="2"/>
              <a:buChar char=""/>
              <a:tabLst>
                <a:tab algn="l" pos="1828800"/>
                <a:tab algn="l" pos="2743200"/>
                <a:tab algn="l" pos="3657600"/>
                <a:tab algn="l" pos="4572000"/>
                <a:tab algn="l" pos="5486400"/>
                <a:tab algn="l" pos="6400800"/>
                <a:tab algn="l" pos="7315200"/>
                <a:tab algn="l" pos="8229600"/>
                <a:tab algn="l" pos="9144000"/>
                <a:tab algn="l" pos="10058400"/>
              </a:tabLst>
            </a:pPr>
            <a:r>
              <a:rPr b="0" lang="en-US" sz="2400" strike="noStrike" u="none">
                <a:solidFill>
                  <a:srgbClr val="000000"/>
                </a:solidFill>
                <a:effectLst/>
                <a:uFillTx/>
                <a:latin typeface="Calibri"/>
              </a:rPr>
              <a:t>100 1 $a King, Stephen</a:t>
            </a:r>
            <a:endParaRPr b="0" lang="en-IN" sz="2400" strike="noStrike" u="none">
              <a:solidFill>
                <a:srgbClr val="000000"/>
              </a:solidFill>
              <a:effectLst/>
              <a:uFillTx/>
              <a:latin typeface="Verdana"/>
            </a:endParaRPr>
          </a:p>
          <a:p>
            <a:pPr lvl="2" marL="1143000" indent="-228600">
              <a:lnSpc>
                <a:spcPct val="100000"/>
              </a:lnSpc>
              <a:spcBef>
                <a:spcPts val="601"/>
              </a:spcBef>
              <a:buClr>
                <a:srgbClr val="006666"/>
              </a:buClr>
              <a:buSzPct val="65000"/>
              <a:buFont typeface="Wingdings" charset="2"/>
              <a:buChar char=""/>
              <a:tabLst>
                <a:tab algn="l" pos="1828800"/>
                <a:tab algn="l" pos="2743200"/>
                <a:tab algn="l" pos="3657600"/>
                <a:tab algn="l" pos="4572000"/>
                <a:tab algn="l" pos="5486400"/>
                <a:tab algn="l" pos="6400800"/>
                <a:tab algn="l" pos="7315200"/>
                <a:tab algn="l" pos="8229600"/>
                <a:tab algn="l" pos="9144000"/>
                <a:tab algn="l" pos="10058400"/>
              </a:tabLst>
            </a:pPr>
            <a:r>
              <a:rPr b="0" lang="en-US" sz="2400" strike="noStrike" u="none">
                <a:solidFill>
                  <a:srgbClr val="000000"/>
                </a:solidFill>
                <a:effectLst/>
                <a:uFillTx/>
                <a:latin typeface="Calibri"/>
              </a:rPr>
              <a:t>500 1 </a:t>
            </a:r>
            <a:r>
              <a:rPr b="0" lang="en-US" sz="2400" strike="noStrike" u="none">
                <a:solidFill>
                  <a:srgbClr val="ff3300"/>
                </a:solidFill>
                <a:effectLst/>
                <a:uFillTx/>
                <a:latin typeface="Calibri"/>
              </a:rPr>
              <a:t>$w r $i Alternate identity:</a:t>
            </a:r>
            <a:r>
              <a:rPr b="0" lang="en-US" sz="2400" strike="noStrike" u="none">
                <a:solidFill>
                  <a:srgbClr val="000000"/>
                </a:solidFill>
                <a:effectLst/>
                <a:uFillTx/>
                <a:latin typeface="Calibri"/>
              </a:rPr>
              <a:t> $a Bachman, Richard</a:t>
            </a:r>
            <a:endParaRPr b="0" lang="en-IN" sz="2400" strike="noStrike" u="none">
              <a:solidFill>
                <a:srgbClr val="000000"/>
              </a:solidFill>
              <a:effectLst/>
              <a:uFillTx/>
              <a:latin typeface="Verdana"/>
            </a:endParaRPr>
          </a:p>
          <a:p>
            <a:pPr lvl="2" marL="1143000" indent="-228600">
              <a:lnSpc>
                <a:spcPct val="100000"/>
              </a:lnSpc>
              <a:spcBef>
                <a:spcPts val="601"/>
              </a:spcBef>
              <a:buClr>
                <a:srgbClr val="006666"/>
              </a:buClr>
              <a:buSzPct val="65000"/>
              <a:buFont typeface="Wingdings" charset="2"/>
              <a:buChar char=""/>
              <a:tabLst>
                <a:tab algn="l" pos="1828800"/>
                <a:tab algn="l" pos="2743200"/>
                <a:tab algn="l" pos="3657600"/>
                <a:tab algn="l" pos="4572000"/>
                <a:tab algn="l" pos="5486400"/>
                <a:tab algn="l" pos="6400800"/>
                <a:tab algn="l" pos="7315200"/>
                <a:tab algn="l" pos="8229600"/>
                <a:tab algn="l" pos="9144000"/>
                <a:tab algn="l" pos="10058400"/>
              </a:tabLst>
            </a:pPr>
            <a:r>
              <a:rPr b="0" lang="en-US" sz="2400" strike="noStrike" u="none">
                <a:solidFill>
                  <a:srgbClr val="000000"/>
                </a:solidFill>
                <a:effectLst/>
                <a:uFillTx/>
                <a:latin typeface="Calibri"/>
              </a:rPr>
              <a:t>100 1 $a Bachman, Richard</a:t>
            </a:r>
            <a:endParaRPr b="0" lang="en-IN" sz="2400" strike="noStrike" u="none">
              <a:solidFill>
                <a:srgbClr val="000000"/>
              </a:solidFill>
              <a:effectLst/>
              <a:uFillTx/>
              <a:latin typeface="Verdana"/>
            </a:endParaRPr>
          </a:p>
          <a:p>
            <a:pPr lvl="2" marL="1143000" indent="-228600">
              <a:lnSpc>
                <a:spcPct val="100000"/>
              </a:lnSpc>
              <a:spcBef>
                <a:spcPts val="601"/>
              </a:spcBef>
              <a:buClr>
                <a:srgbClr val="006666"/>
              </a:buClr>
              <a:buSzPct val="65000"/>
              <a:buFont typeface="Wingdings" charset="2"/>
              <a:buChar char=""/>
              <a:tabLst>
                <a:tab algn="l" pos="1828800"/>
                <a:tab algn="l" pos="2743200"/>
                <a:tab algn="l" pos="3657600"/>
                <a:tab algn="l" pos="4572000"/>
                <a:tab algn="l" pos="5486400"/>
                <a:tab algn="l" pos="6400800"/>
                <a:tab algn="l" pos="7315200"/>
                <a:tab algn="l" pos="8229600"/>
                <a:tab algn="l" pos="9144000"/>
                <a:tab algn="l" pos="10058400"/>
              </a:tabLst>
            </a:pPr>
            <a:r>
              <a:rPr b="0" lang="en-US" sz="2400" strike="noStrike" u="none">
                <a:solidFill>
                  <a:srgbClr val="000000"/>
                </a:solidFill>
                <a:effectLst/>
                <a:uFillTx/>
                <a:latin typeface="Calibri"/>
              </a:rPr>
              <a:t>500 1 </a:t>
            </a:r>
            <a:r>
              <a:rPr b="0" lang="en-US" sz="2400" strike="noStrike" u="none">
                <a:solidFill>
                  <a:srgbClr val="ff3300"/>
                </a:solidFill>
                <a:effectLst/>
                <a:uFillTx/>
                <a:latin typeface="Calibri"/>
              </a:rPr>
              <a:t>$w r $i Real identity:</a:t>
            </a:r>
            <a:r>
              <a:rPr b="0" lang="en-US" sz="2400" strike="noStrike" u="none">
                <a:solidFill>
                  <a:srgbClr val="000000"/>
                </a:solidFill>
                <a:effectLst/>
                <a:uFillTx/>
                <a:latin typeface="Calibri"/>
              </a:rPr>
              <a:t> $a King, Stephen</a:t>
            </a:r>
            <a:endParaRPr b="0" lang="en-IN" sz="2400" strike="noStrike" u="none">
              <a:solidFill>
                <a:srgbClr val="000000"/>
              </a:solidFill>
              <a:effectLst/>
              <a:uFillTx/>
              <a:latin typeface="Verdana"/>
            </a:endParaRPr>
          </a:p>
          <a:p>
            <a:pPr lvl="1" marL="743040" indent="-285840">
              <a:lnSpc>
                <a:spcPct val="100000"/>
              </a:lnSpc>
              <a:spcBef>
                <a:spcPts val="601"/>
              </a:spcBef>
              <a:buClr>
                <a:srgbClr val="99cccc"/>
              </a:buClr>
              <a:buSzPct val="70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trike="noStrike" u="none">
                <a:solidFill>
                  <a:srgbClr val="000000"/>
                </a:solidFill>
                <a:effectLst/>
                <a:uFillTx/>
                <a:latin typeface="Calibri"/>
              </a:rPr>
              <a:t> Or, continue to use the simple 500 without subfield $w</a:t>
            </a:r>
            <a:endParaRPr b="0" lang="en-IN" sz="2400" strike="noStrike" u="none">
              <a:solidFill>
                <a:srgbClr val="000000"/>
              </a:solidFill>
              <a:effectLst/>
              <a:uFillTx/>
              <a:latin typeface="Verdana"/>
            </a:endParaRPr>
          </a:p>
          <a:p>
            <a:pPr lvl="1" marL="743040" indent="-285840">
              <a:lnSpc>
                <a:spcPct val="100000"/>
              </a:lnSpc>
              <a:spcBef>
                <a:spcPts val="601"/>
              </a:spcBef>
              <a:buClr>
                <a:srgbClr val="99cccc"/>
              </a:buClr>
              <a:buSzPct val="70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trike="noStrike" u="none">
                <a:solidFill>
                  <a:srgbClr val="000000"/>
                </a:solidFill>
                <a:effectLst/>
                <a:uFillTx/>
                <a:latin typeface="Calibri"/>
              </a:rPr>
              <a:t> For pseudonyms reciprocity is required</a:t>
            </a:r>
            <a:endParaRPr b="0" lang="en-IN" sz="2400" strike="noStrike" u="none">
              <a:solidFill>
                <a:srgbClr val="000000"/>
              </a:solidFill>
              <a:effectLst/>
              <a:uFillTx/>
              <a:latin typeface="Verdana"/>
            </a:endParaRPr>
          </a:p>
          <a:p>
            <a:pPr lvl="2" marL="1143000" indent="-228600">
              <a:lnSpc>
                <a:spcPct val="100000"/>
              </a:lnSpc>
              <a:spcBef>
                <a:spcPts val="601"/>
              </a:spcBef>
              <a:buClr>
                <a:srgbClr val="006666"/>
              </a:buClr>
              <a:buSzPct val="65000"/>
              <a:buFont typeface="Wingdings" charset="2"/>
              <a:buChar char=""/>
              <a:tabLst>
                <a:tab algn="l" pos="1828800"/>
                <a:tab algn="l" pos="2743200"/>
                <a:tab algn="l" pos="3657600"/>
                <a:tab algn="l" pos="4572000"/>
                <a:tab algn="l" pos="5486400"/>
                <a:tab algn="l" pos="6400800"/>
                <a:tab algn="l" pos="7315200"/>
                <a:tab algn="l" pos="8229600"/>
                <a:tab algn="l" pos="9144000"/>
                <a:tab algn="l" pos="10058400"/>
              </a:tabLst>
            </a:pPr>
            <a:r>
              <a:rPr b="0" lang="en-US" sz="2400" strike="noStrike" u="none">
                <a:solidFill>
                  <a:srgbClr val="000000"/>
                </a:solidFill>
                <a:effectLst/>
                <a:uFillTx/>
                <a:latin typeface="Calibri"/>
              </a:rPr>
              <a:t>both for only one pseudonym and for multiple pseudonyms</a:t>
            </a:r>
            <a:endParaRPr b="0" lang="en-IN" sz="2400" strike="noStrike" u="none">
              <a:solidFill>
                <a:srgbClr val="000000"/>
              </a:solidFill>
              <a:effectLst/>
              <a:uFillTx/>
              <a:latin typeface="Verdana"/>
            </a:endParaRPr>
          </a:p>
          <a:p>
            <a:pPr lvl="2" marL="1143000" indent="-228600">
              <a:lnSpc>
                <a:spcPct val="100000"/>
              </a:lnSpc>
              <a:spcBef>
                <a:spcPts val="601"/>
              </a:spcBef>
              <a:buClr>
                <a:srgbClr val="006666"/>
              </a:buClr>
              <a:buSzPct val="65000"/>
              <a:buFont typeface="Wingdings" charset="2"/>
              <a:buChar char=""/>
              <a:tabLst>
                <a:tab algn="l" pos="1828800"/>
                <a:tab algn="l" pos="2743200"/>
                <a:tab algn="l" pos="3657600"/>
                <a:tab algn="l" pos="4572000"/>
                <a:tab algn="l" pos="5486400"/>
                <a:tab algn="l" pos="6400800"/>
                <a:tab algn="l" pos="7315200"/>
                <a:tab algn="l" pos="8229600"/>
                <a:tab algn="l" pos="9144000"/>
                <a:tab algn="l" pos="10058400"/>
              </a:tabLst>
            </a:pPr>
            <a:r>
              <a:rPr b="0" lang="en-US" sz="2400" strike="noStrike" u="none">
                <a:solidFill>
                  <a:srgbClr val="000000"/>
                </a:solidFill>
                <a:effectLst/>
                <a:uFillTx/>
                <a:latin typeface="Calibri"/>
              </a:rPr>
              <a:t>this means each name must have its own NAR</a:t>
            </a:r>
            <a:endParaRPr b="0" lang="en-IN" sz="2400" strike="noStrike" u="none">
              <a:solidFill>
                <a:srgbClr val="000000"/>
              </a:solidFill>
              <a:effectLst/>
              <a:uFillTx/>
              <a:latin typeface="Verdana"/>
            </a:endParaRPr>
          </a:p>
        </p:txBody>
      </p:sp>
      <p:sp>
        <p:nvSpPr>
          <p:cNvPr id="79" name="PlaceHolder 2"/>
          <p:cNvSpPr>
            <a:spLocks noGrp="1"/>
          </p:cNvSpPr>
          <p:nvPr>
            <p:ph type="title"/>
          </p:nvPr>
        </p:nvSpPr>
        <p:spPr>
          <a:xfrm>
            <a:off x="611280" y="259920"/>
            <a:ext cx="8353440" cy="576360"/>
          </a:xfrm>
          <a:prstGeom prst="rect">
            <a:avLst/>
          </a:prstGeom>
          <a:noFill/>
          <a:ln w="0">
            <a:noFill/>
          </a:ln>
        </p:spPr>
        <p:txBody>
          <a:bodyPr lIns="90000" rIns="90000" tIns="46800" bIns="46800" anchor="b">
            <a:noAutofit/>
          </a:bodyPr>
          <a:p>
            <a:pPr indent="0" algn="ctr">
              <a:lnSpc>
                <a:spcPct val="10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3200" strike="noStrike" u="none">
                <a:solidFill>
                  <a:srgbClr val="006666"/>
                </a:solidFill>
                <a:effectLst/>
                <a:uFillTx/>
                <a:latin typeface="Calibri"/>
              </a:rPr>
              <a:t>LC Policy: code “r” and subfield $i- Pseudonyms</a:t>
            </a:r>
            <a:endParaRPr b="0" lang="en-IN" sz="3200" strike="noStrike" u="none">
              <a:solidFill>
                <a:srgbClr val="006666"/>
              </a:solidFill>
              <a:effectLst/>
              <a:uFillTx/>
              <a:latin typeface="Arial"/>
            </a:endParaRPr>
          </a:p>
        </p:txBody>
      </p:sp>
      <p:sp>
        <p:nvSpPr>
          <p:cNvPr id="80" name=""/>
          <p:cNvSpPr/>
          <p:nvPr/>
        </p:nvSpPr>
        <p:spPr>
          <a:xfrm>
            <a:off x="1258920" y="3141720"/>
            <a:ext cx="7200720" cy="863640"/>
          </a:xfrm>
          <a:prstGeom prst="rect">
            <a:avLst/>
          </a:prstGeom>
          <a:noFill/>
          <a:ln w="28440">
            <a:solidFill>
              <a:srgbClr val="006666"/>
            </a:solidFill>
            <a:miter/>
          </a:ln>
        </p:spPr>
        <p:style>
          <a:lnRef idx="0"/>
          <a:fillRef idx="0"/>
          <a:effectRef idx="0"/>
          <a:fontRef idx="minor"/>
        </p:style>
        <p:txBody>
          <a:bodyPr lIns="90000" rIns="90000" tIns="46800" bIns="46800" anchor="ctr">
            <a:spAutoFit/>
          </a:bodyPr>
          <a:p>
            <a:endParaRPr b="0" i="1" lang="en-IN" sz="1600" strike="noStrike" u="none">
              <a:solidFill>
                <a:srgbClr val="000000"/>
              </a:solidFill>
              <a:effectLst/>
              <a:uFillTx/>
              <a:latin typeface="Calibri"/>
            </a:endParaRPr>
          </a:p>
        </p:txBody>
      </p:sp>
      <p:sp>
        <p:nvSpPr>
          <p:cNvPr id="81" name=""/>
          <p:cNvSpPr/>
          <p:nvPr/>
        </p:nvSpPr>
        <p:spPr>
          <a:xfrm>
            <a:off x="1258920" y="2205000"/>
            <a:ext cx="7200720" cy="863640"/>
          </a:xfrm>
          <a:prstGeom prst="rect">
            <a:avLst/>
          </a:prstGeom>
          <a:noFill/>
          <a:ln w="28440">
            <a:solidFill>
              <a:srgbClr val="006666"/>
            </a:solidFill>
            <a:miter/>
          </a:ln>
        </p:spPr>
        <p:style>
          <a:lnRef idx="0"/>
          <a:fillRef idx="0"/>
          <a:effectRef idx="0"/>
          <a:fontRef idx="minor"/>
        </p:style>
        <p:txBody>
          <a:bodyPr lIns="90000" rIns="90000" tIns="46800" bIns="46800" anchor="ctr">
            <a:spAutoFit/>
          </a:bodyPr>
          <a:p>
            <a:endParaRPr b="0" i="1" lang="en-IN" sz="1600" strike="noStrike" u="none">
              <a:solidFill>
                <a:srgbClr val="000000"/>
              </a:solidFill>
              <a:effectLst/>
              <a:uFillTx/>
              <a:latin typeface="Calibri"/>
            </a:endParaRPr>
          </a:p>
        </p:txBody>
      </p:sp>
      <p:sp>
        <p:nvSpPr>
          <p:cNvPr id="4" name="PlaceHolder 3"/>
          <p:cNvSpPr>
            <a:spLocks noGrp="1"/>
          </p:cNvSpPr>
          <p:nvPr>
            <p:ph type="sldNum" idx="3"/>
          </p:nvPr>
        </p:nvSpPr>
        <p:spPr/>
        <p:txBody>
          <a:bodyPr/>
          <a:p>
            <a:fld id="{F67A72E0-A069-40F1-9AF9-F983CF6200ED}" type="slidenum">
              <a:t>12</a:t>
            </a:fld>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82" name="PlaceHolder 1"/>
          <p:cNvSpPr>
            <a:spLocks noGrp="1"/>
          </p:cNvSpPr>
          <p:nvPr>
            <p:ph type="title"/>
          </p:nvPr>
        </p:nvSpPr>
        <p:spPr>
          <a:xfrm>
            <a:off x="899640" y="476280"/>
            <a:ext cx="7890120" cy="936720"/>
          </a:xfrm>
          <a:prstGeom prst="rect">
            <a:avLst/>
          </a:prstGeom>
          <a:noFill/>
          <a:ln w="0">
            <a:noFill/>
          </a:ln>
        </p:spPr>
        <p:txBody>
          <a:bodyPr lIns="90000" rIns="90000" tIns="46800" bIns="46800" anchor="b">
            <a:noAutofit/>
          </a:bodyPr>
          <a:p>
            <a:pPr indent="0">
              <a:lnSpc>
                <a:spcPct val="10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3200" strike="noStrike" u="none">
                <a:solidFill>
                  <a:srgbClr val="006666"/>
                </a:solidFill>
                <a:effectLst/>
                <a:uFillTx/>
                <a:latin typeface="Calibri"/>
              </a:rPr>
              <a:t>LC Policy code “r” and subfield $i – Corporate bodies</a:t>
            </a:r>
            <a:endParaRPr b="0" lang="en-IN" sz="3200" strike="noStrike" u="none">
              <a:solidFill>
                <a:srgbClr val="006666"/>
              </a:solidFill>
              <a:effectLst/>
              <a:uFillTx/>
              <a:latin typeface="Arial"/>
            </a:endParaRPr>
          </a:p>
        </p:txBody>
      </p:sp>
      <p:sp>
        <p:nvSpPr>
          <p:cNvPr id="83" name="PlaceHolder 2"/>
          <p:cNvSpPr>
            <a:spLocks noGrp="1"/>
          </p:cNvSpPr>
          <p:nvPr>
            <p:ph/>
          </p:nvPr>
        </p:nvSpPr>
        <p:spPr>
          <a:xfrm>
            <a:off x="900000" y="1557360"/>
            <a:ext cx="7920000" cy="4680000"/>
          </a:xfrm>
          <a:prstGeom prst="rect">
            <a:avLst/>
          </a:prstGeom>
          <a:solidFill>
            <a:srgbClr val="ffffff"/>
          </a:solidFill>
          <a:ln w="0">
            <a:noFill/>
          </a:ln>
        </p:spPr>
        <p:txBody>
          <a:bodyPr lIns="90000" rIns="90000" tIns="46800" bIns="46800" anchor="t">
            <a:normAutofit/>
          </a:bodyPr>
          <a:p>
            <a:pPr marL="343080" indent="-343080">
              <a:lnSpc>
                <a:spcPct val="90000"/>
              </a:lnSpc>
              <a:spcBef>
                <a:spcPts val="601"/>
              </a:spcBef>
              <a:buClr>
                <a:srgbClr val="006666"/>
              </a:buClr>
              <a:buSzPct val="70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trike="noStrike" u="none">
                <a:solidFill>
                  <a:srgbClr val="000000"/>
                </a:solidFill>
                <a:effectLst/>
                <a:uFillTx/>
                <a:latin typeface="Calibri"/>
              </a:rPr>
              <a:t>Corporate bodies (per </a:t>
            </a:r>
            <a:r>
              <a:rPr b="1" lang="en-US" sz="2400" strike="noStrike" u="none">
                <a:solidFill>
                  <a:srgbClr val="000000"/>
                </a:solidFill>
                <a:effectLst/>
                <a:uFillTx/>
                <a:latin typeface="Calibri"/>
              </a:rPr>
              <a:t>LCPS 32.1.1.3</a:t>
            </a:r>
            <a:r>
              <a:rPr b="0" lang="en-US" sz="2400" strike="noStrike" u="none">
                <a:solidFill>
                  <a:srgbClr val="000000"/>
                </a:solidFill>
                <a:effectLst/>
                <a:uFillTx/>
                <a:latin typeface="Calibri"/>
              </a:rPr>
              <a:t>)</a:t>
            </a:r>
            <a:endParaRPr b="0" lang="en-IN" sz="2400" strike="noStrike" u="none">
              <a:solidFill>
                <a:srgbClr val="000000"/>
              </a:solidFill>
              <a:effectLst/>
              <a:uFillTx/>
              <a:latin typeface="Verdana"/>
            </a:endParaRPr>
          </a:p>
          <a:p>
            <a:pPr lvl="1" marL="743040" indent="-285840">
              <a:lnSpc>
                <a:spcPct val="90000"/>
              </a:lnSpc>
              <a:spcBef>
                <a:spcPts val="601"/>
              </a:spcBef>
              <a:buClr>
                <a:srgbClr val="99cccc"/>
              </a:buClr>
              <a:buSzPct val="70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US" sz="2400" strike="noStrike" u="none">
                <a:solidFill>
                  <a:srgbClr val="000000"/>
                </a:solidFill>
                <a:effectLst/>
                <a:uFillTx/>
                <a:latin typeface="Calibri"/>
              </a:rPr>
              <a:t>Do not use code</a:t>
            </a:r>
            <a:r>
              <a:rPr b="0" lang="en-US" sz="2400" strike="noStrike" u="none">
                <a:solidFill>
                  <a:srgbClr val="000000"/>
                </a:solidFill>
                <a:effectLst/>
                <a:uFillTx/>
                <a:latin typeface="Calibri"/>
              </a:rPr>
              <a:t> “r” and subfield $i in RDA NARs for earlier/later relationships</a:t>
            </a:r>
            <a:endParaRPr b="0" lang="en-IN" sz="2400" strike="noStrike" u="none">
              <a:solidFill>
                <a:srgbClr val="000000"/>
              </a:solidFill>
              <a:effectLst/>
              <a:uFillTx/>
              <a:latin typeface="Verdana"/>
            </a:endParaRPr>
          </a:p>
          <a:p>
            <a:pPr lvl="2" marL="1143000" indent="-228600">
              <a:lnSpc>
                <a:spcPct val="90000"/>
              </a:lnSpc>
              <a:spcBef>
                <a:spcPts val="649"/>
              </a:spcBef>
              <a:buClr>
                <a:srgbClr val="006666"/>
              </a:buClr>
              <a:buSzPct val="65000"/>
              <a:buFont typeface="Wingdings" charset="2"/>
              <a:buChar char=""/>
              <a:tabLst>
                <a:tab algn="l" pos="1828800"/>
                <a:tab algn="l" pos="2743200"/>
                <a:tab algn="l" pos="3657600"/>
                <a:tab algn="l" pos="4572000"/>
                <a:tab algn="l" pos="5486400"/>
                <a:tab algn="l" pos="6400800"/>
                <a:tab algn="l" pos="7315200"/>
                <a:tab algn="l" pos="8229600"/>
                <a:tab algn="l" pos="9144000"/>
                <a:tab algn="l" pos="10058400"/>
              </a:tabLst>
            </a:pPr>
            <a:r>
              <a:rPr b="0" lang="en-US" sz="2500" strike="noStrike" u="none">
                <a:solidFill>
                  <a:srgbClr val="000000"/>
                </a:solidFill>
                <a:effectLst/>
                <a:uFillTx/>
                <a:latin typeface="Calibri"/>
              </a:rPr>
              <a:t>– </a:t>
            </a:r>
            <a:r>
              <a:rPr b="0" lang="en-US" sz="2600" strike="noStrike" u="none">
                <a:solidFill>
                  <a:srgbClr val="000000"/>
                </a:solidFill>
                <a:effectLst/>
                <a:uFillTx/>
                <a:latin typeface="Calibri"/>
              </a:rPr>
              <a:t>Continue to use subfield $w/0 coded “a” (earlier) and/or code “b” (later) in 5XXs to relate corporate bodies</a:t>
            </a:r>
            <a:endParaRPr b="0" lang="en-IN" sz="2600" strike="noStrike" u="none">
              <a:solidFill>
                <a:srgbClr val="000000"/>
              </a:solidFill>
              <a:effectLst/>
              <a:uFillTx/>
              <a:latin typeface="Verdana"/>
            </a:endParaRPr>
          </a:p>
          <a:p>
            <a:pPr lvl="3" marL="1600200" indent="-228600">
              <a:lnSpc>
                <a:spcPct val="90000"/>
              </a:lnSpc>
              <a:spcBef>
                <a:spcPts val="601"/>
              </a:spcBef>
              <a:buClr>
                <a:srgbClr val="99cccc"/>
              </a:buClr>
              <a:buSzPct val="70000"/>
              <a:buFont typeface="Wingdings" charset="2"/>
              <a:buChar char=""/>
              <a:tabLst>
                <a:tab algn="l" pos="1828800"/>
                <a:tab algn="l" pos="2743200"/>
                <a:tab algn="l" pos="3657600"/>
                <a:tab algn="l" pos="4572000"/>
                <a:tab algn="l" pos="5486400"/>
                <a:tab algn="l" pos="6400800"/>
                <a:tab algn="l" pos="7315200"/>
                <a:tab algn="l" pos="8229600"/>
                <a:tab algn="l" pos="9144000"/>
                <a:tab algn="l" pos="10058400"/>
              </a:tabLst>
            </a:pPr>
            <a:r>
              <a:rPr b="0" lang="en-US" sz="2400" strike="noStrike" u="none">
                <a:solidFill>
                  <a:srgbClr val="000000"/>
                </a:solidFill>
                <a:effectLst/>
                <a:uFillTx/>
                <a:latin typeface="Calibri"/>
              </a:rPr>
              <a:t>In this case a reciprocal NAR is required for each NAR </a:t>
            </a:r>
            <a:endParaRPr b="0" lang="en-IN" sz="2400" strike="noStrike" u="none">
              <a:solidFill>
                <a:srgbClr val="000000"/>
              </a:solidFill>
              <a:effectLst/>
              <a:uFillTx/>
              <a:latin typeface="Verdana"/>
            </a:endParaRPr>
          </a:p>
          <a:p>
            <a:pPr marL="343080" indent="-343080">
              <a:lnSpc>
                <a:spcPct val="90000"/>
              </a:lnSpc>
              <a:spcBef>
                <a:spcPts val="601"/>
              </a:spcBef>
              <a:buClr>
                <a:srgbClr val="006666"/>
              </a:buClr>
              <a:buSzPct val="70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trike="noStrike" u="none">
                <a:solidFill>
                  <a:srgbClr val="000000"/>
                </a:solidFill>
                <a:effectLst/>
                <a:uFillTx/>
                <a:latin typeface="Calibri"/>
              </a:rPr>
              <a:t>Note that PCC libraries are not bound by the LC policy to use earlier/later and starting with the US RDA Test have been creating NARs with relationship designators using Appendix K terms when relating corporate bodies</a:t>
            </a:r>
            <a:endParaRPr b="0" lang="en-IN" sz="2400" strike="noStrike" u="none">
              <a:solidFill>
                <a:srgbClr val="000000"/>
              </a:solidFill>
              <a:effectLst/>
              <a:uFillTx/>
              <a:latin typeface="Verdana"/>
            </a:endParaRPr>
          </a:p>
        </p:txBody>
      </p:sp>
      <p:sp>
        <p:nvSpPr>
          <p:cNvPr id="4" name="PlaceHolder 3"/>
          <p:cNvSpPr>
            <a:spLocks noGrp="1"/>
          </p:cNvSpPr>
          <p:nvPr>
            <p:ph type="sldNum" idx="3"/>
          </p:nvPr>
        </p:nvSpPr>
        <p:spPr/>
        <p:txBody>
          <a:bodyPr/>
          <a:p>
            <a:fld id="{B625FEEE-B186-4BA0-8DBB-EC27F4D6D6A1}" type="slidenum">
              <a:t>13</a:t>
            </a:fld>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84" name="PlaceHolder 1"/>
          <p:cNvSpPr>
            <a:spLocks noGrp="1"/>
          </p:cNvSpPr>
          <p:nvPr>
            <p:ph type="title"/>
          </p:nvPr>
        </p:nvSpPr>
        <p:spPr>
          <a:xfrm>
            <a:off x="755280" y="188640"/>
            <a:ext cx="8001000" cy="647640"/>
          </a:xfrm>
          <a:prstGeom prst="rect">
            <a:avLst/>
          </a:prstGeom>
          <a:noFill/>
          <a:ln w="0">
            <a:noFill/>
          </a:ln>
        </p:spPr>
        <p:txBody>
          <a:bodyPr lIns="90000" rIns="90000" tIns="46800" bIns="46800" anchor="b">
            <a:noAutofit/>
          </a:bodyPr>
          <a:p>
            <a:pPr indent="0" algn="ctr">
              <a:lnSpc>
                <a:spcPct val="10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3200" strike="noStrike" u="none">
                <a:solidFill>
                  <a:srgbClr val="006666"/>
                </a:solidFill>
                <a:effectLst/>
                <a:uFillTx/>
                <a:latin typeface="Calibri"/>
              </a:rPr>
              <a:t>Subfield $w – Earlier/Later – Corporate bodies</a:t>
            </a:r>
            <a:endParaRPr b="0" lang="en-IN" sz="3200" strike="noStrike" u="none">
              <a:solidFill>
                <a:srgbClr val="006666"/>
              </a:solidFill>
              <a:effectLst/>
              <a:uFillTx/>
              <a:latin typeface="Arial"/>
            </a:endParaRPr>
          </a:p>
        </p:txBody>
      </p:sp>
      <p:sp>
        <p:nvSpPr>
          <p:cNvPr id="85" name="PlaceHolder 2"/>
          <p:cNvSpPr>
            <a:spLocks noGrp="1"/>
          </p:cNvSpPr>
          <p:nvPr>
            <p:ph/>
          </p:nvPr>
        </p:nvSpPr>
        <p:spPr>
          <a:xfrm>
            <a:off x="2123640" y="907920"/>
            <a:ext cx="4878360" cy="1656000"/>
          </a:xfrm>
          <a:prstGeom prst="rect">
            <a:avLst/>
          </a:prstGeom>
          <a:solidFill>
            <a:srgbClr val="ffffff"/>
          </a:solidFill>
          <a:ln w="28440">
            <a:solidFill>
              <a:srgbClr val="006666"/>
            </a:solidFill>
            <a:miter/>
          </a:ln>
        </p:spPr>
        <p:txBody>
          <a:bodyPr lIns="90000" rIns="90000" tIns="46800" bIns="46800" anchor="t">
            <a:normAutofit/>
          </a:bodyPr>
          <a:p>
            <a:pPr marL="343080" indent="-343080">
              <a:lnSpc>
                <a:spcPct val="10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s-MX" sz="2400" strike="noStrike" u="none">
                <a:solidFill>
                  <a:srgbClr val="000000"/>
                </a:solidFill>
                <a:effectLst/>
                <a:uFillTx/>
                <a:latin typeface="Calibri"/>
              </a:rPr>
              <a:t>NAR 1</a:t>
            </a:r>
            <a:endParaRPr b="0" lang="en-IN" sz="2400" strike="noStrike" u="none">
              <a:solidFill>
                <a:srgbClr val="000000"/>
              </a:solidFill>
              <a:effectLst/>
              <a:uFillTx/>
              <a:latin typeface="Verdana"/>
            </a:endParaRPr>
          </a:p>
          <a:p>
            <a:pPr marL="343080" indent="-343080">
              <a:lnSpc>
                <a:spcPct val="10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s-MX" sz="2400" strike="noStrike" u="none">
                <a:solidFill>
                  <a:srgbClr val="000000"/>
                </a:solidFill>
                <a:effectLst/>
                <a:uFillTx/>
                <a:latin typeface="Calibri"/>
              </a:rPr>
              <a:t>1XX _# $a Body A</a:t>
            </a:r>
            <a:endParaRPr b="0" lang="en-IN" sz="2400" strike="noStrike" u="none">
              <a:solidFill>
                <a:srgbClr val="000000"/>
              </a:solidFill>
              <a:effectLst/>
              <a:uFillTx/>
              <a:latin typeface="Verdana"/>
            </a:endParaRPr>
          </a:p>
          <a:p>
            <a:pPr marL="343080" indent="-343080">
              <a:lnSpc>
                <a:spcPct val="10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s-MX" sz="2400" strike="noStrike" u="none">
                <a:solidFill>
                  <a:srgbClr val="000000"/>
                </a:solidFill>
                <a:effectLst/>
                <a:uFillTx/>
                <a:latin typeface="Calibri"/>
              </a:rPr>
              <a:t>5XX _# </a:t>
            </a:r>
            <a:r>
              <a:rPr b="0" lang="es-MX" sz="2400" strike="noStrike" u="none">
                <a:solidFill>
                  <a:srgbClr val="ff3300"/>
                </a:solidFill>
                <a:effectLst/>
                <a:uFillTx/>
                <a:latin typeface="Calibri"/>
              </a:rPr>
              <a:t>$w b</a:t>
            </a:r>
            <a:r>
              <a:rPr b="0" lang="es-MX" sz="2400" strike="noStrike" u="none">
                <a:solidFill>
                  <a:srgbClr val="000000"/>
                </a:solidFill>
                <a:effectLst/>
                <a:uFillTx/>
                <a:latin typeface="Calibri"/>
              </a:rPr>
              <a:t> $a Body B</a:t>
            </a:r>
            <a:endParaRPr b="0" lang="en-IN" sz="2400" strike="noStrike" u="none">
              <a:solidFill>
                <a:srgbClr val="000000"/>
              </a:solidFill>
              <a:effectLst/>
              <a:uFillTx/>
              <a:latin typeface="Verdana"/>
            </a:endParaRPr>
          </a:p>
        </p:txBody>
      </p:sp>
      <p:sp>
        <p:nvSpPr>
          <p:cNvPr id="86" name=""/>
          <p:cNvSpPr/>
          <p:nvPr/>
        </p:nvSpPr>
        <p:spPr>
          <a:xfrm>
            <a:off x="2195640" y="2781360"/>
            <a:ext cx="4824360" cy="1871640"/>
          </a:xfrm>
          <a:prstGeom prst="rect">
            <a:avLst/>
          </a:prstGeom>
          <a:noFill/>
          <a:ln w="28440">
            <a:solidFill>
              <a:srgbClr val="006666"/>
            </a:solidFill>
            <a:miter/>
          </a:ln>
        </p:spPr>
        <p:style>
          <a:lnRef idx="0"/>
          <a:fillRef idx="0"/>
          <a:effectRef idx="0"/>
          <a:fontRef idx="minor"/>
        </p:style>
        <p:txBody>
          <a:bodyPr lIns="90000" rIns="90000" tIns="46800" bIns="46800" anchor="t">
            <a:normAutofit/>
          </a:bodyPr>
          <a:p>
            <a:pPr marL="343080" indent="-343080">
              <a:lnSpc>
                <a:spcPct val="100000"/>
              </a:lnSpc>
              <a:spcBef>
                <a:spcPts val="6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s-MX" sz="2400" strike="noStrike" u="none">
                <a:solidFill>
                  <a:srgbClr val="000000"/>
                </a:solidFill>
                <a:effectLst/>
                <a:uFillTx/>
                <a:latin typeface="Calibri"/>
                <a:ea typeface="Arial"/>
              </a:rPr>
              <a:t>NAR 2</a:t>
            </a:r>
            <a:endParaRPr b="0" i="1" lang="en-IN" sz="2400" strike="noStrike" u="none">
              <a:solidFill>
                <a:srgbClr val="000000"/>
              </a:solidFill>
              <a:effectLst/>
              <a:uFillTx/>
              <a:latin typeface="Calibri"/>
            </a:endParaRPr>
          </a:p>
          <a:p>
            <a:pPr marL="343080" indent="-343080">
              <a:lnSpc>
                <a:spcPct val="100000"/>
              </a:lnSpc>
              <a:spcBef>
                <a:spcPts val="6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s-MX" sz="2400" strike="noStrike" u="none">
                <a:solidFill>
                  <a:srgbClr val="000000"/>
                </a:solidFill>
                <a:effectLst/>
                <a:uFillTx/>
                <a:latin typeface="Calibri"/>
                <a:ea typeface="Arial"/>
              </a:rPr>
              <a:t>1XX _# $a Body B</a:t>
            </a:r>
            <a:endParaRPr b="0" i="1" lang="en-IN" sz="2400" strike="noStrike" u="none">
              <a:solidFill>
                <a:srgbClr val="000000"/>
              </a:solidFill>
              <a:effectLst/>
              <a:uFillTx/>
              <a:latin typeface="Calibri"/>
            </a:endParaRPr>
          </a:p>
          <a:p>
            <a:pPr marL="343080" indent="-343080">
              <a:lnSpc>
                <a:spcPct val="100000"/>
              </a:lnSpc>
              <a:spcBef>
                <a:spcPts val="6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s-MX" sz="2400" strike="noStrike" u="none">
                <a:solidFill>
                  <a:srgbClr val="000000"/>
                </a:solidFill>
                <a:effectLst/>
                <a:uFillTx/>
                <a:latin typeface="Calibri"/>
                <a:ea typeface="Arial"/>
              </a:rPr>
              <a:t>5XX _#  </a:t>
            </a:r>
            <a:r>
              <a:rPr b="0" lang="es-MX" sz="2400" strike="noStrike" u="none">
                <a:solidFill>
                  <a:srgbClr val="ff3300"/>
                </a:solidFill>
                <a:effectLst/>
                <a:uFillTx/>
                <a:latin typeface="Calibri"/>
                <a:ea typeface="Arial"/>
              </a:rPr>
              <a:t>$w a</a:t>
            </a:r>
            <a:r>
              <a:rPr b="0" lang="es-MX" sz="2400" strike="noStrike" u="none">
                <a:solidFill>
                  <a:srgbClr val="000000"/>
                </a:solidFill>
                <a:effectLst/>
                <a:uFillTx/>
                <a:latin typeface="Calibri"/>
                <a:ea typeface="Arial"/>
              </a:rPr>
              <a:t> $a Body A</a:t>
            </a:r>
            <a:endParaRPr b="0" i="1" lang="en-IN" sz="2400" strike="noStrike" u="none">
              <a:solidFill>
                <a:srgbClr val="000000"/>
              </a:solidFill>
              <a:effectLst/>
              <a:uFillTx/>
              <a:latin typeface="Calibri"/>
            </a:endParaRPr>
          </a:p>
          <a:p>
            <a:pPr marL="343080" indent="-343080">
              <a:lnSpc>
                <a:spcPct val="100000"/>
              </a:lnSpc>
              <a:spcBef>
                <a:spcPts val="6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i="1" lang="en-IN" sz="2400" strike="noStrike" u="none">
              <a:solidFill>
                <a:srgbClr val="000000"/>
              </a:solidFill>
              <a:effectLst/>
              <a:uFillTx/>
              <a:latin typeface="Calibri"/>
            </a:endParaRPr>
          </a:p>
        </p:txBody>
      </p:sp>
      <p:sp>
        <p:nvSpPr>
          <p:cNvPr id="87" name=""/>
          <p:cNvSpPr/>
          <p:nvPr/>
        </p:nvSpPr>
        <p:spPr>
          <a:xfrm>
            <a:off x="2268360" y="5013360"/>
            <a:ext cx="4824720" cy="1655640"/>
          </a:xfrm>
          <a:prstGeom prst="rect">
            <a:avLst/>
          </a:prstGeom>
          <a:noFill/>
          <a:ln w="28440">
            <a:solidFill>
              <a:srgbClr val="006666"/>
            </a:solidFill>
            <a:miter/>
          </a:ln>
        </p:spPr>
        <p:style>
          <a:lnRef idx="0"/>
          <a:fillRef idx="0"/>
          <a:effectRef idx="0"/>
          <a:fontRef idx="minor"/>
        </p:style>
        <p:txBody>
          <a:bodyPr lIns="90000" rIns="90000" tIns="46800" bIns="46800" anchor="t">
            <a:normAutofit/>
          </a:bodyPr>
          <a:p>
            <a:pPr marL="343080" indent="-343080">
              <a:lnSpc>
                <a:spcPct val="100000"/>
              </a:lnSpc>
              <a:spcBef>
                <a:spcPts val="6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s-MX" sz="2400" strike="noStrike" u="none">
                <a:solidFill>
                  <a:srgbClr val="000000"/>
                </a:solidFill>
                <a:effectLst/>
                <a:uFillTx/>
                <a:latin typeface="Calibri"/>
                <a:ea typeface="Arial"/>
              </a:rPr>
              <a:t>NAR 3</a:t>
            </a:r>
            <a:endParaRPr b="0" i="1" lang="en-IN" sz="2400" strike="noStrike" u="none">
              <a:solidFill>
                <a:srgbClr val="000000"/>
              </a:solidFill>
              <a:effectLst/>
              <a:uFillTx/>
              <a:latin typeface="Calibri"/>
            </a:endParaRPr>
          </a:p>
          <a:p>
            <a:pPr marL="343080" indent="-343080">
              <a:lnSpc>
                <a:spcPct val="100000"/>
              </a:lnSpc>
              <a:spcBef>
                <a:spcPts val="6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s-MX" sz="2400" strike="noStrike" u="none">
                <a:solidFill>
                  <a:srgbClr val="000000"/>
                </a:solidFill>
                <a:effectLst/>
                <a:uFillTx/>
                <a:latin typeface="Calibri"/>
                <a:ea typeface="Arial"/>
              </a:rPr>
              <a:t>1XX _# $a Body C</a:t>
            </a:r>
            <a:endParaRPr b="0" i="1" lang="en-IN" sz="2400" strike="noStrike" u="none">
              <a:solidFill>
                <a:srgbClr val="000000"/>
              </a:solidFill>
              <a:effectLst/>
              <a:uFillTx/>
              <a:latin typeface="Calibri"/>
            </a:endParaRPr>
          </a:p>
          <a:p>
            <a:pPr marL="343080" indent="-343080">
              <a:lnSpc>
                <a:spcPct val="100000"/>
              </a:lnSpc>
              <a:spcBef>
                <a:spcPts val="6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s-MX" sz="2400" strike="noStrike" u="none">
                <a:solidFill>
                  <a:srgbClr val="000000"/>
                </a:solidFill>
                <a:effectLst/>
                <a:uFillTx/>
                <a:latin typeface="Calibri"/>
                <a:ea typeface="Arial"/>
              </a:rPr>
              <a:t>5XX _#  </a:t>
            </a:r>
            <a:r>
              <a:rPr b="0" lang="es-MX" sz="2400" strike="noStrike" u="none">
                <a:solidFill>
                  <a:srgbClr val="ff3300"/>
                </a:solidFill>
                <a:effectLst/>
                <a:uFillTx/>
                <a:latin typeface="Calibri"/>
                <a:ea typeface="Arial"/>
              </a:rPr>
              <a:t>$w a</a:t>
            </a:r>
            <a:r>
              <a:rPr b="0" lang="es-MX" sz="2400" strike="noStrike" u="none">
                <a:solidFill>
                  <a:srgbClr val="000000"/>
                </a:solidFill>
                <a:effectLst/>
                <a:uFillTx/>
                <a:latin typeface="Calibri"/>
                <a:ea typeface="Arial"/>
              </a:rPr>
              <a:t> $a Body B</a:t>
            </a:r>
            <a:endParaRPr b="0" i="1" lang="en-IN" sz="2400" strike="noStrike" u="none">
              <a:solidFill>
                <a:srgbClr val="000000"/>
              </a:solidFill>
              <a:effectLst/>
              <a:uFillTx/>
              <a:latin typeface="Calibri"/>
            </a:endParaRPr>
          </a:p>
        </p:txBody>
      </p:sp>
      <p:sp>
        <p:nvSpPr>
          <p:cNvPr id="88" name=""/>
          <p:cNvSpPr/>
          <p:nvPr/>
        </p:nvSpPr>
        <p:spPr>
          <a:xfrm>
            <a:off x="2050920" y="4076640"/>
            <a:ext cx="3313080" cy="459720"/>
          </a:xfrm>
          <a:prstGeom prst="rect">
            <a:avLst/>
          </a:prstGeom>
          <a:noFill/>
          <a:ln w="0">
            <a:noFill/>
          </a:ln>
        </p:spPr>
        <p:style>
          <a:lnRef idx="0"/>
          <a:fillRef idx="0"/>
          <a:effectRef idx="0"/>
          <a:fontRef idx="minor"/>
        </p:style>
        <p:txBody>
          <a:bodyPr lIns="90000" rIns="90000" tIns="46800" bIns="46800" anchor="t">
            <a:spAutoFit/>
          </a:bodyPr>
          <a:p>
            <a:pPr algn="ctr">
              <a:spcBef>
                <a:spcPts val="15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trike="noStrike" u="none">
                <a:solidFill>
                  <a:srgbClr val="000000"/>
                </a:solidFill>
                <a:effectLst/>
                <a:uFillTx/>
                <a:latin typeface="Calibri"/>
              </a:rPr>
              <a:t>5XX _#  $</a:t>
            </a:r>
            <a:r>
              <a:rPr b="0" lang="en-US" sz="2400" strike="noStrike" u="none">
                <a:solidFill>
                  <a:srgbClr val="ff3300"/>
                </a:solidFill>
                <a:effectLst/>
                <a:uFillTx/>
                <a:latin typeface="Calibri"/>
              </a:rPr>
              <a:t>w b</a:t>
            </a:r>
            <a:r>
              <a:rPr b="0" lang="en-US" sz="2400" strike="noStrike" u="none">
                <a:solidFill>
                  <a:srgbClr val="000000"/>
                </a:solidFill>
                <a:effectLst/>
                <a:uFillTx/>
                <a:latin typeface="Calibri"/>
              </a:rPr>
              <a:t> $a Body C</a:t>
            </a:r>
            <a:endParaRPr b="0" i="1" lang="en-IN" sz="2400" strike="noStrike" u="none">
              <a:solidFill>
                <a:srgbClr val="000000"/>
              </a:solidFill>
              <a:effectLst/>
              <a:uFillTx/>
              <a:latin typeface="Calibri"/>
            </a:endParaRPr>
          </a:p>
        </p:txBody>
      </p:sp>
      <p:sp>
        <p:nvSpPr>
          <p:cNvPr id="4" name="PlaceHolder 3"/>
          <p:cNvSpPr>
            <a:spLocks noGrp="1"/>
          </p:cNvSpPr>
          <p:nvPr>
            <p:ph type="sldNum" idx="3"/>
          </p:nvPr>
        </p:nvSpPr>
        <p:spPr/>
        <p:txBody>
          <a:bodyPr/>
          <a:p>
            <a:fld id="{CDF7D0D1-C1BC-4092-85D3-77BDF7B0652F}" type="slidenum">
              <a:t>14</a:t>
            </a:fld>
          </a:p>
        </p:txBody>
      </p:sp>
    </p:spTree>
  </p:cSld>
  <mc:AlternateContent>
    <mc:Choice Requires="p14">
      <p:transition spd="slow" p14:dur="2000"/>
    </mc:Choice>
    <mc:Fallback>
      <p:transition spd="slow"/>
    </mc:Fallback>
  </mc:AlternateContent>
  <p:timing>
    <p:tnLst>
      <p:par>
        <p:cTn id="49" dur="indefinite" restart="never" nodeType="tmRoot">
          <p:childTnLst>
            <p:seq>
              <p:cTn id="50" dur="indefinite" nodeType="mainSeq">
                <p:childTnLst>
                  <p:par>
                    <p:cTn id="51" fill="hold">
                      <p:stCondLst>
                        <p:cond delay="indefinite"/>
                      </p:stCondLst>
                      <p:childTnLst>
                        <p:par>
                          <p:cTn id="52" fill="hold">
                            <p:stCondLst>
                              <p:cond delay="0"/>
                            </p:stCondLst>
                            <p:childTnLst>
                              <p:par>
                                <p:cTn id="53" nodeType="clickEffect" fill="hold" presetClass="entr" presetID="1">
                                  <p:stCondLst>
                                    <p:cond delay="0"/>
                                  </p:stCondLst>
                                  <p:childTnLst>
                                    <p:set>
                                      <p:cBhvr>
                                        <p:cTn id="54" dur="1" fill="hold">
                                          <p:stCondLst>
                                            <p:cond delay="0"/>
                                          </p:stCondLst>
                                        </p:cTn>
                                        <p:tgtEl>
                                          <p:spTgt spid="88"/>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nodeType="clickEffect" fill="hold" presetClass="entr" presetID="1">
                                  <p:stCondLst>
                                    <p:cond delay="0"/>
                                  </p:stCondLst>
                                  <p:childTnLst>
                                    <p:set>
                                      <p:cBhvr>
                                        <p:cTn id="58" dur="1" fill="hold">
                                          <p:stCondLst>
                                            <p:cond delay="0"/>
                                          </p:stCondLst>
                                        </p:cTn>
                                        <p:tgtEl>
                                          <p:spTgt spid="8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89" name="PlaceHolder 1"/>
          <p:cNvSpPr>
            <a:spLocks noGrp="1"/>
          </p:cNvSpPr>
          <p:nvPr>
            <p:ph type="title"/>
          </p:nvPr>
        </p:nvSpPr>
        <p:spPr>
          <a:xfrm>
            <a:off x="539640" y="476280"/>
            <a:ext cx="8353440" cy="1008000"/>
          </a:xfrm>
          <a:prstGeom prst="rect">
            <a:avLst/>
          </a:prstGeom>
          <a:noFill/>
          <a:ln w="0">
            <a:noFill/>
          </a:ln>
        </p:spPr>
        <p:txBody>
          <a:bodyPr lIns="90000" rIns="90000" tIns="46800" bIns="46800" anchor="b">
            <a:noAutofit/>
          </a:bodyPr>
          <a:p>
            <a:pPr indent="0">
              <a:lnSpc>
                <a:spcPct val="10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3200" strike="noStrike" u="none">
                <a:solidFill>
                  <a:srgbClr val="006666"/>
                </a:solidFill>
                <a:effectLst/>
                <a:uFillTx/>
                <a:latin typeface="Calibri"/>
              </a:rPr>
              <a:t>LC Policy code “r” and subfield $i –Corporate bodies</a:t>
            </a:r>
            <a:endParaRPr b="0" lang="en-IN" sz="3200" strike="noStrike" u="none">
              <a:solidFill>
                <a:srgbClr val="006666"/>
              </a:solidFill>
              <a:effectLst/>
              <a:uFillTx/>
              <a:latin typeface="Arial"/>
            </a:endParaRPr>
          </a:p>
        </p:txBody>
      </p:sp>
      <p:sp>
        <p:nvSpPr>
          <p:cNvPr id="90" name="PlaceHolder 2"/>
          <p:cNvSpPr>
            <a:spLocks noGrp="1"/>
          </p:cNvSpPr>
          <p:nvPr>
            <p:ph/>
          </p:nvPr>
        </p:nvSpPr>
        <p:spPr>
          <a:xfrm>
            <a:off x="684360" y="1628640"/>
            <a:ext cx="8208720" cy="4608720"/>
          </a:xfrm>
          <a:prstGeom prst="rect">
            <a:avLst/>
          </a:prstGeom>
          <a:solidFill>
            <a:srgbClr val="ffffff"/>
          </a:solidFill>
          <a:ln w="0">
            <a:noFill/>
          </a:ln>
        </p:spPr>
        <p:txBody>
          <a:bodyPr lIns="90000" rIns="90000" tIns="46800" bIns="46800" anchor="t">
            <a:normAutofit/>
          </a:bodyPr>
          <a:p>
            <a:pPr marL="343080" indent="-343080">
              <a:lnSpc>
                <a:spcPct val="100000"/>
              </a:lnSpc>
              <a:spcBef>
                <a:spcPts val="601"/>
              </a:spcBef>
              <a:buClr>
                <a:srgbClr val="006666"/>
              </a:buClr>
              <a:buSzPct val="110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trike="noStrike" u="none">
                <a:solidFill>
                  <a:srgbClr val="000000"/>
                </a:solidFill>
                <a:effectLst/>
                <a:uFillTx/>
                <a:latin typeface="Calibri"/>
              </a:rPr>
              <a:t>But, what happens if a later form of a corporate name is needed and the earlier form is in a PCC created RDA NAR with subfield $i and the relationship designators from Appendix K?</a:t>
            </a:r>
            <a:endParaRPr b="0" lang="en-IN" sz="2400" strike="noStrike" u="none">
              <a:solidFill>
                <a:srgbClr val="000000"/>
              </a:solidFill>
              <a:effectLst/>
              <a:uFillTx/>
              <a:latin typeface="Verdana"/>
            </a:endParaRPr>
          </a:p>
          <a:p>
            <a:pPr lvl="1" marL="743040" indent="-285840">
              <a:lnSpc>
                <a:spcPct val="100000"/>
              </a:lnSpc>
              <a:spcBef>
                <a:spcPts val="601"/>
              </a:spcBef>
              <a:buClr>
                <a:srgbClr val="99cccc"/>
              </a:buClr>
              <a:buSzPct val="110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trike="noStrike" u="none">
                <a:solidFill>
                  <a:srgbClr val="000000"/>
                </a:solidFill>
                <a:effectLst/>
                <a:uFillTx/>
                <a:latin typeface="Calibri"/>
              </a:rPr>
              <a:t>	</a:t>
            </a:r>
            <a:r>
              <a:rPr b="0" lang="en-US" sz="2400" strike="noStrike" u="none">
                <a:solidFill>
                  <a:srgbClr val="000000"/>
                </a:solidFill>
                <a:effectLst/>
                <a:uFillTx/>
                <a:latin typeface="Calibri"/>
              </a:rPr>
              <a:t>Use cataloger judgment </a:t>
            </a:r>
            <a:endParaRPr b="0" lang="en-IN" sz="2400" strike="noStrike" u="none">
              <a:solidFill>
                <a:srgbClr val="000000"/>
              </a:solidFill>
              <a:effectLst/>
              <a:uFillTx/>
              <a:latin typeface="Verdana"/>
            </a:endParaRPr>
          </a:p>
          <a:p>
            <a:pPr lvl="2" marL="1143000" indent="-228600">
              <a:lnSpc>
                <a:spcPct val="100000"/>
              </a:lnSpc>
              <a:spcBef>
                <a:spcPts val="601"/>
              </a:spcBef>
              <a:buClr>
                <a:srgbClr val="006666"/>
              </a:buClr>
              <a:buSzPct val="110000"/>
              <a:buFont typeface="Wingdings" charset="2"/>
              <a:buChar char=""/>
              <a:tabLst>
                <a:tab algn="l" pos="1828800"/>
                <a:tab algn="l" pos="2743200"/>
                <a:tab algn="l" pos="3657600"/>
                <a:tab algn="l" pos="4572000"/>
                <a:tab algn="l" pos="5486400"/>
                <a:tab algn="l" pos="6400800"/>
                <a:tab algn="l" pos="7315200"/>
                <a:tab algn="l" pos="8229600"/>
                <a:tab algn="l" pos="9144000"/>
                <a:tab algn="l" pos="10058400"/>
              </a:tabLst>
            </a:pPr>
            <a:r>
              <a:rPr b="0" lang="en-US" sz="2400" strike="noStrike" u="none">
                <a:solidFill>
                  <a:srgbClr val="000000"/>
                </a:solidFill>
                <a:effectLst/>
                <a:uFillTx/>
                <a:latin typeface="Calibri"/>
              </a:rPr>
              <a:t>create a new RDA NAR for the latest form of name with subfield $w/0 coded “r” and add subfield $i </a:t>
            </a:r>
            <a:endParaRPr b="0" lang="en-IN" sz="2400" strike="noStrike" u="none">
              <a:solidFill>
                <a:srgbClr val="000000"/>
              </a:solidFill>
              <a:effectLst/>
              <a:uFillTx/>
              <a:latin typeface="Verdana"/>
            </a:endParaRPr>
          </a:p>
          <a:p>
            <a:pPr lvl="2" marL="1143000" indent="-228600">
              <a:lnSpc>
                <a:spcPct val="100000"/>
              </a:lnSpc>
              <a:spcBef>
                <a:spcPts val="601"/>
              </a:spcBef>
              <a:buClr>
                <a:srgbClr val="006666"/>
              </a:buClr>
              <a:buSzPct val="110000"/>
              <a:buFont typeface="Wingdings" charset="2"/>
              <a:buChar char=""/>
              <a:tabLst>
                <a:tab algn="l" pos="1828800"/>
                <a:tab algn="l" pos="2743200"/>
                <a:tab algn="l" pos="3657600"/>
                <a:tab algn="l" pos="4572000"/>
                <a:tab algn="l" pos="5486400"/>
                <a:tab algn="l" pos="6400800"/>
                <a:tab algn="l" pos="7315200"/>
                <a:tab algn="l" pos="8229600"/>
                <a:tab algn="l" pos="9144000"/>
                <a:tab algn="l" pos="10058400"/>
              </a:tabLst>
            </a:pPr>
            <a:r>
              <a:rPr b="0" lang="en-US" sz="2400" strike="noStrike" u="none">
                <a:solidFill>
                  <a:srgbClr val="000000"/>
                </a:solidFill>
                <a:effectLst/>
                <a:uFillTx/>
                <a:latin typeface="Calibri"/>
              </a:rPr>
              <a:t>or you could go ahead and add the $w/0  a (earlier) and b (later)</a:t>
            </a:r>
            <a:endParaRPr b="0" lang="en-IN" sz="2400" strike="noStrike" u="none">
              <a:solidFill>
                <a:srgbClr val="000000"/>
              </a:solidFill>
              <a:effectLst/>
              <a:uFillTx/>
              <a:latin typeface="Verdana"/>
            </a:endParaRPr>
          </a:p>
          <a:p>
            <a:pPr lvl="1" marL="743040" indent="-285840">
              <a:lnSpc>
                <a:spcPct val="100000"/>
              </a:lnSpc>
              <a:spcBef>
                <a:spcPts val="601"/>
              </a:spcBef>
              <a:buClr>
                <a:srgbClr val="99cccc"/>
              </a:buClr>
              <a:buSzPct val="110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trike="noStrike" u="none">
                <a:solidFill>
                  <a:srgbClr val="000000"/>
                </a:solidFill>
                <a:effectLst/>
                <a:uFillTx/>
                <a:latin typeface="Calibri"/>
              </a:rPr>
              <a:t>Hybrid NARs are OK in this case – this means a mix of MARC content designations is OK not that the headings are hybrid  </a:t>
            </a:r>
            <a:endParaRPr b="0" lang="en-IN" sz="2400" strike="noStrike" u="none">
              <a:solidFill>
                <a:srgbClr val="000000"/>
              </a:solidFill>
              <a:effectLst/>
              <a:uFillTx/>
              <a:latin typeface="Verdana"/>
            </a:endParaRPr>
          </a:p>
        </p:txBody>
      </p:sp>
      <p:sp>
        <p:nvSpPr>
          <p:cNvPr id="4" name="PlaceHolder 3"/>
          <p:cNvSpPr>
            <a:spLocks noGrp="1"/>
          </p:cNvSpPr>
          <p:nvPr>
            <p:ph type="sldNum" idx="3"/>
          </p:nvPr>
        </p:nvSpPr>
        <p:spPr/>
        <p:txBody>
          <a:bodyPr/>
          <a:p>
            <a:fld id="{4278F447-F071-4AA5-B6E9-9FBB7A7075DF}" type="slidenum">
              <a:t>15</a:t>
            </a:fld>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91" name="PlaceHolder 1"/>
          <p:cNvSpPr>
            <a:spLocks noGrp="1"/>
          </p:cNvSpPr>
          <p:nvPr>
            <p:ph type="title"/>
          </p:nvPr>
        </p:nvSpPr>
        <p:spPr>
          <a:xfrm>
            <a:off x="250920" y="259920"/>
            <a:ext cx="8664480" cy="865080"/>
          </a:xfrm>
          <a:prstGeom prst="rect">
            <a:avLst/>
          </a:prstGeom>
          <a:noFill/>
          <a:ln w="0">
            <a:noFill/>
          </a:ln>
        </p:spPr>
        <p:txBody>
          <a:bodyPr lIns="90000" rIns="90000" tIns="46800" bIns="46800" anchor="b">
            <a:noAutofit/>
          </a:bodyPr>
          <a:p>
            <a:pPr indent="0" algn="ctr">
              <a:lnSpc>
                <a:spcPct val="10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2800" strike="noStrike" u="none">
                <a:solidFill>
                  <a:srgbClr val="006666"/>
                </a:solidFill>
                <a:effectLst/>
                <a:uFillTx/>
                <a:latin typeface="Calibri"/>
              </a:rPr>
              <a:t> LC policy</a:t>
            </a:r>
            <a:r>
              <a:rPr b="0" lang="en-US" sz="3200" strike="noStrike" u="none">
                <a:solidFill>
                  <a:srgbClr val="006666"/>
                </a:solidFill>
                <a:effectLst/>
                <a:uFillTx/>
                <a:latin typeface="Arial"/>
              </a:rPr>
              <a:t> s</a:t>
            </a:r>
            <a:r>
              <a:rPr b="0" lang="en-US" sz="2800" strike="noStrike" u="none">
                <a:solidFill>
                  <a:srgbClr val="006666"/>
                </a:solidFill>
                <a:effectLst/>
                <a:uFillTx/>
                <a:latin typeface="Calibri"/>
              </a:rPr>
              <a:t>ubfield $w </a:t>
            </a:r>
            <a:r>
              <a:rPr b="0" lang="en-US" sz="2800" strike="noStrike" u="none">
                <a:solidFill>
                  <a:srgbClr val="ff3300"/>
                </a:solidFill>
                <a:effectLst/>
                <a:uFillTx/>
                <a:latin typeface="Calibri"/>
              </a:rPr>
              <a:t>r</a:t>
            </a:r>
            <a:r>
              <a:rPr b="0" lang="en-US" sz="2800" strike="noStrike" u="none">
                <a:solidFill>
                  <a:srgbClr val="006666"/>
                </a:solidFill>
                <a:effectLst/>
                <a:uFillTx/>
                <a:latin typeface="Calibri"/>
              </a:rPr>
              <a:t> and $i – Relationship designator – Corporate body</a:t>
            </a:r>
            <a:endParaRPr b="0" lang="en-IN" sz="2800" strike="noStrike" u="none">
              <a:solidFill>
                <a:srgbClr val="006666"/>
              </a:solidFill>
              <a:effectLst/>
              <a:uFillTx/>
              <a:latin typeface="Arial"/>
            </a:endParaRPr>
          </a:p>
        </p:txBody>
      </p:sp>
      <p:sp>
        <p:nvSpPr>
          <p:cNvPr id="92" name="PlaceHolder 2"/>
          <p:cNvSpPr>
            <a:spLocks noGrp="1"/>
          </p:cNvSpPr>
          <p:nvPr>
            <p:ph/>
          </p:nvPr>
        </p:nvSpPr>
        <p:spPr>
          <a:xfrm>
            <a:off x="2050920" y="1268280"/>
            <a:ext cx="5042160" cy="1440000"/>
          </a:xfrm>
          <a:prstGeom prst="rect">
            <a:avLst/>
          </a:prstGeom>
          <a:solidFill>
            <a:srgbClr val="ffffff"/>
          </a:solidFill>
          <a:ln w="28440">
            <a:solidFill>
              <a:srgbClr val="006666"/>
            </a:solidFill>
            <a:miter/>
          </a:ln>
        </p:spPr>
        <p:txBody>
          <a:bodyPr lIns="90000" rIns="90000" tIns="46800" bIns="46800" anchor="t">
            <a:normAutofit/>
          </a:bodyPr>
          <a:p>
            <a:pPr marL="343080" indent="-343080">
              <a:lnSpc>
                <a:spcPct val="10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2400" strike="noStrike" u="none">
                <a:solidFill>
                  <a:srgbClr val="000000"/>
                </a:solidFill>
                <a:effectLst/>
                <a:uFillTx/>
                <a:latin typeface="Calibri"/>
              </a:rPr>
              <a:t>RDA NAR 1 created by PCC cataloger</a:t>
            </a:r>
            <a:endParaRPr b="0" lang="en-IN" sz="2400" strike="noStrike" u="none">
              <a:solidFill>
                <a:srgbClr val="000000"/>
              </a:solidFill>
              <a:effectLst/>
              <a:uFillTx/>
              <a:latin typeface="Verdana"/>
            </a:endParaRPr>
          </a:p>
          <a:p>
            <a:pPr marL="343080" indent="-343080">
              <a:lnSpc>
                <a:spcPct val="10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trike="noStrike" u="none">
                <a:solidFill>
                  <a:srgbClr val="000000"/>
                </a:solidFill>
                <a:effectLst/>
                <a:uFillTx/>
                <a:latin typeface="Calibri"/>
              </a:rPr>
              <a:t>1XX _# $a Body A</a:t>
            </a:r>
            <a:endParaRPr b="0" lang="en-IN" sz="2400" strike="noStrike" u="none">
              <a:solidFill>
                <a:srgbClr val="000000"/>
              </a:solidFill>
              <a:effectLst/>
              <a:uFillTx/>
              <a:latin typeface="Verdana"/>
            </a:endParaRPr>
          </a:p>
          <a:p>
            <a:pPr marL="343080" indent="-343080">
              <a:lnSpc>
                <a:spcPct val="10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trike="noStrike" u="none">
                <a:solidFill>
                  <a:srgbClr val="000000"/>
                </a:solidFill>
                <a:effectLst/>
                <a:uFillTx/>
                <a:latin typeface="Calibri"/>
              </a:rPr>
              <a:t>5XX _# </a:t>
            </a:r>
            <a:r>
              <a:rPr b="0" lang="en-US" sz="2400" strike="noStrike" u="none">
                <a:solidFill>
                  <a:srgbClr val="ff3300"/>
                </a:solidFill>
                <a:effectLst/>
                <a:uFillTx/>
                <a:latin typeface="Calibri"/>
              </a:rPr>
              <a:t>$w r $i Successor:</a:t>
            </a:r>
            <a:r>
              <a:rPr b="0" lang="en-US" sz="2400" strike="noStrike" u="none">
                <a:solidFill>
                  <a:srgbClr val="000000"/>
                </a:solidFill>
                <a:effectLst/>
                <a:uFillTx/>
                <a:latin typeface="Calibri"/>
              </a:rPr>
              <a:t> $a Body B</a:t>
            </a:r>
            <a:endParaRPr b="0" lang="en-IN" sz="2400" strike="noStrike" u="none">
              <a:solidFill>
                <a:srgbClr val="000000"/>
              </a:solidFill>
              <a:effectLst/>
              <a:uFillTx/>
              <a:latin typeface="Verdana"/>
            </a:endParaRPr>
          </a:p>
        </p:txBody>
      </p:sp>
      <p:sp>
        <p:nvSpPr>
          <p:cNvPr id="93" name=""/>
          <p:cNvSpPr/>
          <p:nvPr/>
        </p:nvSpPr>
        <p:spPr>
          <a:xfrm>
            <a:off x="2050920" y="2924280"/>
            <a:ext cx="5031000" cy="2017440"/>
          </a:xfrm>
          <a:prstGeom prst="rect">
            <a:avLst/>
          </a:prstGeom>
          <a:noFill/>
          <a:ln w="28440">
            <a:solidFill>
              <a:srgbClr val="006666"/>
            </a:solidFill>
            <a:miter/>
          </a:ln>
        </p:spPr>
        <p:style>
          <a:lnRef idx="0"/>
          <a:fillRef idx="0"/>
          <a:effectRef idx="0"/>
          <a:fontRef idx="minor"/>
        </p:style>
        <p:txBody>
          <a:bodyPr lIns="90000" rIns="90000" tIns="46800" bIns="46800" anchor="t">
            <a:normAutofit/>
          </a:bodyPr>
          <a:p>
            <a:pPr marL="343080" indent="-343080">
              <a:lnSpc>
                <a:spcPct val="100000"/>
              </a:lnSpc>
              <a:spcBef>
                <a:spcPts val="6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2400" strike="noStrike" u="none">
                <a:solidFill>
                  <a:srgbClr val="000000"/>
                </a:solidFill>
                <a:effectLst/>
                <a:uFillTx/>
                <a:latin typeface="Calibri"/>
                <a:ea typeface="Arial"/>
              </a:rPr>
              <a:t>RDA NAR 2 created by PCC cataloger</a:t>
            </a:r>
            <a:endParaRPr b="0" i="1" lang="en-IN" sz="2400" strike="noStrike" u="none">
              <a:solidFill>
                <a:srgbClr val="000000"/>
              </a:solidFill>
              <a:effectLst/>
              <a:uFillTx/>
              <a:latin typeface="Calibri"/>
            </a:endParaRPr>
          </a:p>
          <a:p>
            <a:pPr marL="343080" indent="-343080">
              <a:lnSpc>
                <a:spcPct val="100000"/>
              </a:lnSpc>
              <a:spcBef>
                <a:spcPts val="6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trike="noStrike" u="none">
                <a:solidFill>
                  <a:srgbClr val="000000"/>
                </a:solidFill>
                <a:effectLst/>
                <a:uFillTx/>
                <a:latin typeface="Calibri"/>
                <a:ea typeface="Arial"/>
              </a:rPr>
              <a:t>1XX _# $a Body B</a:t>
            </a:r>
            <a:endParaRPr b="0" i="1" lang="en-IN" sz="2400" strike="noStrike" u="none">
              <a:solidFill>
                <a:srgbClr val="000000"/>
              </a:solidFill>
              <a:effectLst/>
              <a:uFillTx/>
              <a:latin typeface="Calibri"/>
            </a:endParaRPr>
          </a:p>
          <a:p>
            <a:pPr marL="343080" indent="-343080">
              <a:lnSpc>
                <a:spcPct val="100000"/>
              </a:lnSpc>
              <a:spcBef>
                <a:spcPts val="6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trike="noStrike" u="none">
                <a:solidFill>
                  <a:srgbClr val="000000"/>
                </a:solidFill>
                <a:effectLst/>
                <a:uFillTx/>
                <a:latin typeface="Calibri"/>
                <a:ea typeface="Arial"/>
              </a:rPr>
              <a:t>5XX _# </a:t>
            </a:r>
            <a:r>
              <a:rPr b="0" lang="en-US" sz="2400" strike="noStrike" u="none">
                <a:solidFill>
                  <a:srgbClr val="ff3300"/>
                </a:solidFill>
                <a:effectLst/>
                <a:uFillTx/>
                <a:latin typeface="Calibri"/>
                <a:ea typeface="Arial"/>
              </a:rPr>
              <a:t>$w r $i Predecessor:</a:t>
            </a:r>
            <a:r>
              <a:rPr b="0" lang="en-US" sz="2400" strike="noStrike" u="none">
                <a:solidFill>
                  <a:srgbClr val="000000"/>
                </a:solidFill>
                <a:effectLst/>
                <a:uFillTx/>
                <a:latin typeface="Calibri"/>
                <a:ea typeface="Arial"/>
              </a:rPr>
              <a:t> $a Body A</a:t>
            </a:r>
            <a:endParaRPr b="0" i="1" lang="en-IN" sz="2400" strike="noStrike" u="none">
              <a:solidFill>
                <a:srgbClr val="000000"/>
              </a:solidFill>
              <a:effectLst/>
              <a:uFillTx/>
              <a:latin typeface="Calibri"/>
            </a:endParaRPr>
          </a:p>
        </p:txBody>
      </p:sp>
      <p:sp>
        <p:nvSpPr>
          <p:cNvPr id="94" name=""/>
          <p:cNvSpPr/>
          <p:nvPr/>
        </p:nvSpPr>
        <p:spPr>
          <a:xfrm>
            <a:off x="2124000" y="5084640"/>
            <a:ext cx="5031000" cy="1484280"/>
          </a:xfrm>
          <a:prstGeom prst="rect">
            <a:avLst/>
          </a:prstGeom>
          <a:noFill/>
          <a:ln w="28440">
            <a:solidFill>
              <a:srgbClr val="006666"/>
            </a:solidFill>
            <a:miter/>
          </a:ln>
        </p:spPr>
        <p:style>
          <a:lnRef idx="0"/>
          <a:fillRef idx="0"/>
          <a:effectRef idx="0"/>
          <a:fontRef idx="minor"/>
        </p:style>
        <p:txBody>
          <a:bodyPr lIns="90000" rIns="90000" tIns="46800" bIns="46800" anchor="t">
            <a:normAutofit/>
          </a:bodyPr>
          <a:p>
            <a:pPr marL="343080" indent="-343080">
              <a:lnSpc>
                <a:spcPct val="100000"/>
              </a:lnSpc>
              <a:spcBef>
                <a:spcPts val="6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2400" strike="noStrike" u="none">
                <a:solidFill>
                  <a:srgbClr val="000000"/>
                </a:solidFill>
                <a:effectLst/>
                <a:uFillTx/>
                <a:latin typeface="Calibri"/>
                <a:ea typeface="Arial"/>
              </a:rPr>
              <a:t>NAR 3 created by LC cataloger</a:t>
            </a:r>
            <a:endParaRPr b="0" i="1" lang="en-IN" sz="2400" strike="noStrike" u="none">
              <a:solidFill>
                <a:srgbClr val="000000"/>
              </a:solidFill>
              <a:effectLst/>
              <a:uFillTx/>
              <a:latin typeface="Calibri"/>
            </a:endParaRPr>
          </a:p>
          <a:p>
            <a:pPr marL="343080" indent="-343080">
              <a:lnSpc>
                <a:spcPct val="100000"/>
              </a:lnSpc>
              <a:spcBef>
                <a:spcPts val="6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trike="noStrike" u="none">
                <a:solidFill>
                  <a:srgbClr val="000000"/>
                </a:solidFill>
                <a:effectLst/>
                <a:uFillTx/>
                <a:latin typeface="Calibri"/>
                <a:ea typeface="Arial"/>
              </a:rPr>
              <a:t>1XX _# $a Body C</a:t>
            </a:r>
            <a:endParaRPr b="0" i="1" lang="en-IN" sz="2400" strike="noStrike" u="none">
              <a:solidFill>
                <a:srgbClr val="000000"/>
              </a:solidFill>
              <a:effectLst/>
              <a:uFillTx/>
              <a:latin typeface="Calibri"/>
            </a:endParaRPr>
          </a:p>
          <a:p>
            <a:pPr marL="343080" indent="-343080">
              <a:lnSpc>
                <a:spcPct val="100000"/>
              </a:lnSpc>
              <a:spcBef>
                <a:spcPts val="6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i="1" lang="en-IN" sz="2400" strike="noStrike" u="none">
              <a:solidFill>
                <a:srgbClr val="000000"/>
              </a:solidFill>
              <a:effectLst/>
              <a:uFillTx/>
              <a:latin typeface="Calibri"/>
            </a:endParaRPr>
          </a:p>
        </p:txBody>
      </p:sp>
      <p:sp>
        <p:nvSpPr>
          <p:cNvPr id="95" name=""/>
          <p:cNvSpPr/>
          <p:nvPr/>
        </p:nvSpPr>
        <p:spPr>
          <a:xfrm>
            <a:off x="1979640" y="6021360"/>
            <a:ext cx="5111640" cy="459720"/>
          </a:xfrm>
          <a:prstGeom prst="rect">
            <a:avLst/>
          </a:prstGeom>
          <a:noFill/>
          <a:ln w="0">
            <a:noFill/>
          </a:ln>
        </p:spPr>
        <p:style>
          <a:lnRef idx="0"/>
          <a:fillRef idx="0"/>
          <a:effectRef idx="0"/>
          <a:fontRef idx="minor"/>
        </p:style>
        <p:txBody>
          <a:bodyPr lIns="90000" rIns="90000" tIns="46800" bIns="46800" anchor="t">
            <a:spAutoFit/>
          </a:bodyPr>
          <a:p>
            <a:pPr algn="ctr">
              <a:spcBef>
                <a:spcPts val="15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trike="noStrike" u="none">
                <a:solidFill>
                  <a:srgbClr val="000000"/>
                </a:solidFill>
                <a:effectLst/>
                <a:uFillTx/>
                <a:latin typeface="Calibri"/>
              </a:rPr>
              <a:t>5XX _# </a:t>
            </a:r>
            <a:r>
              <a:rPr b="0" lang="en-US" sz="2400" strike="noStrike" u="none">
                <a:solidFill>
                  <a:srgbClr val="ff3300"/>
                </a:solidFill>
                <a:effectLst/>
                <a:uFillTx/>
                <a:latin typeface="Calibri"/>
              </a:rPr>
              <a:t>$w r $i Predecessor:</a:t>
            </a:r>
            <a:r>
              <a:rPr b="0" lang="en-US" sz="2400" strike="noStrike" u="none">
                <a:solidFill>
                  <a:srgbClr val="000000"/>
                </a:solidFill>
                <a:effectLst/>
                <a:uFillTx/>
                <a:latin typeface="Calibri"/>
              </a:rPr>
              <a:t> $a Body B</a:t>
            </a:r>
            <a:endParaRPr b="0" i="1" lang="en-IN" sz="2400" strike="noStrike" u="none">
              <a:solidFill>
                <a:srgbClr val="000000"/>
              </a:solidFill>
              <a:effectLst/>
              <a:uFillTx/>
              <a:latin typeface="Calibri"/>
            </a:endParaRPr>
          </a:p>
        </p:txBody>
      </p:sp>
      <p:sp>
        <p:nvSpPr>
          <p:cNvPr id="96" name=""/>
          <p:cNvSpPr/>
          <p:nvPr/>
        </p:nvSpPr>
        <p:spPr>
          <a:xfrm>
            <a:off x="1835280" y="4292640"/>
            <a:ext cx="5111640" cy="459720"/>
          </a:xfrm>
          <a:prstGeom prst="rect">
            <a:avLst/>
          </a:prstGeom>
          <a:noFill/>
          <a:ln w="0">
            <a:noFill/>
          </a:ln>
        </p:spPr>
        <p:style>
          <a:lnRef idx="0"/>
          <a:fillRef idx="0"/>
          <a:effectRef idx="0"/>
          <a:fontRef idx="minor"/>
        </p:style>
        <p:txBody>
          <a:bodyPr lIns="90000" rIns="90000" tIns="46800" bIns="46800" anchor="t">
            <a:spAutoFit/>
          </a:bodyPr>
          <a:p>
            <a:pPr algn="ctr">
              <a:spcBef>
                <a:spcPts val="15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trike="noStrike" u="none">
                <a:solidFill>
                  <a:srgbClr val="000000"/>
                </a:solidFill>
                <a:effectLst/>
                <a:uFillTx/>
                <a:latin typeface="Calibri"/>
              </a:rPr>
              <a:t>5XX _# </a:t>
            </a:r>
            <a:r>
              <a:rPr b="0" lang="en-US" sz="2400" strike="noStrike" u="none">
                <a:solidFill>
                  <a:srgbClr val="ff3300"/>
                </a:solidFill>
                <a:effectLst/>
                <a:uFillTx/>
                <a:latin typeface="Calibri"/>
              </a:rPr>
              <a:t>$w r $i Successor:</a:t>
            </a:r>
            <a:r>
              <a:rPr b="0" lang="en-US" sz="2400" strike="noStrike" u="none">
                <a:solidFill>
                  <a:srgbClr val="000000"/>
                </a:solidFill>
                <a:effectLst/>
                <a:uFillTx/>
                <a:latin typeface="Calibri"/>
              </a:rPr>
              <a:t> $a Body C</a:t>
            </a:r>
            <a:endParaRPr b="0" i="1" lang="en-IN" sz="2400" strike="noStrike" u="none">
              <a:solidFill>
                <a:srgbClr val="000000"/>
              </a:solidFill>
              <a:effectLst/>
              <a:uFillTx/>
              <a:latin typeface="Calibri"/>
            </a:endParaRPr>
          </a:p>
        </p:txBody>
      </p:sp>
      <p:sp>
        <p:nvSpPr>
          <p:cNvPr id="97" name=""/>
          <p:cNvSpPr/>
          <p:nvPr/>
        </p:nvSpPr>
        <p:spPr>
          <a:xfrm>
            <a:off x="2050920" y="4365720"/>
            <a:ext cx="4897440" cy="459720"/>
          </a:xfrm>
          <a:prstGeom prst="rect">
            <a:avLst/>
          </a:prstGeom>
          <a:solidFill>
            <a:srgbClr val="ffffff"/>
          </a:solidFill>
          <a:ln w="0">
            <a:noFill/>
          </a:ln>
        </p:spPr>
        <p:style>
          <a:lnRef idx="0"/>
          <a:fillRef idx="0"/>
          <a:effectRef idx="0"/>
          <a:fontRef idx="minor"/>
        </p:style>
        <p:txBody>
          <a:bodyPr lIns="90000" rIns="90000" tIns="46800" bIns="46800" anchor="t">
            <a:spAutoFit/>
          </a:bodyPr>
          <a:p>
            <a:pPr>
              <a:spcBef>
                <a:spcPts val="15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trike="noStrike" u="none">
                <a:solidFill>
                  <a:srgbClr val="000000"/>
                </a:solidFill>
                <a:effectLst/>
                <a:uFillTx/>
                <a:latin typeface="Calibri"/>
              </a:rPr>
              <a:t>5XX _# </a:t>
            </a:r>
            <a:r>
              <a:rPr b="0" lang="en-US" sz="2400" strike="noStrike" u="none">
                <a:solidFill>
                  <a:srgbClr val="ff3300"/>
                </a:solidFill>
                <a:effectLst/>
                <a:uFillTx/>
                <a:latin typeface="Calibri"/>
              </a:rPr>
              <a:t>$w b</a:t>
            </a:r>
            <a:r>
              <a:rPr b="0" lang="en-US" sz="2400" strike="noStrike" u="none">
                <a:solidFill>
                  <a:srgbClr val="000000"/>
                </a:solidFill>
                <a:effectLst/>
                <a:uFillTx/>
                <a:latin typeface="Calibri"/>
              </a:rPr>
              <a:t> $a Body C                    </a:t>
            </a:r>
            <a:endParaRPr b="0" i="1" lang="en-IN" sz="2400" strike="noStrike" u="none">
              <a:solidFill>
                <a:srgbClr val="000000"/>
              </a:solidFill>
              <a:effectLst/>
              <a:uFillTx/>
              <a:latin typeface="Calibri"/>
            </a:endParaRPr>
          </a:p>
        </p:txBody>
      </p:sp>
      <p:sp>
        <p:nvSpPr>
          <p:cNvPr id="98" name=""/>
          <p:cNvSpPr/>
          <p:nvPr/>
        </p:nvSpPr>
        <p:spPr>
          <a:xfrm>
            <a:off x="2195640" y="6021360"/>
            <a:ext cx="4752720" cy="459720"/>
          </a:xfrm>
          <a:prstGeom prst="rect">
            <a:avLst/>
          </a:prstGeom>
          <a:solidFill>
            <a:srgbClr val="ffffff"/>
          </a:solidFill>
          <a:ln w="0">
            <a:noFill/>
          </a:ln>
        </p:spPr>
        <p:style>
          <a:lnRef idx="0"/>
          <a:fillRef idx="0"/>
          <a:effectRef idx="0"/>
          <a:fontRef idx="minor"/>
        </p:style>
        <p:txBody>
          <a:bodyPr lIns="90000" rIns="90000" tIns="46800" bIns="46800" anchor="t">
            <a:spAutoFit/>
          </a:bodyPr>
          <a:p>
            <a:pPr>
              <a:spcBef>
                <a:spcPts val="15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trike="noStrike" u="none">
                <a:solidFill>
                  <a:srgbClr val="000000"/>
                </a:solidFill>
                <a:effectLst/>
                <a:uFillTx/>
                <a:latin typeface="Calibri"/>
              </a:rPr>
              <a:t>5XX _# </a:t>
            </a:r>
            <a:r>
              <a:rPr b="0" lang="en-US" sz="2400" strike="noStrike" u="none">
                <a:solidFill>
                  <a:srgbClr val="ff3300"/>
                </a:solidFill>
                <a:effectLst/>
                <a:uFillTx/>
                <a:latin typeface="Calibri"/>
              </a:rPr>
              <a:t>$w a</a:t>
            </a:r>
            <a:r>
              <a:rPr b="0" lang="en-US" sz="2400" strike="noStrike" u="none">
                <a:solidFill>
                  <a:srgbClr val="000000"/>
                </a:solidFill>
                <a:effectLst/>
                <a:uFillTx/>
                <a:latin typeface="Calibri"/>
              </a:rPr>
              <a:t> $a Body B</a:t>
            </a:r>
            <a:endParaRPr b="0" i="1" lang="en-IN" sz="2400" strike="noStrike" u="none">
              <a:solidFill>
                <a:srgbClr val="000000"/>
              </a:solidFill>
              <a:effectLst/>
              <a:uFillTx/>
              <a:latin typeface="Calibri"/>
            </a:endParaRPr>
          </a:p>
        </p:txBody>
      </p:sp>
      <p:sp>
        <p:nvSpPr>
          <p:cNvPr id="4" name="PlaceHolder 3"/>
          <p:cNvSpPr>
            <a:spLocks noGrp="1"/>
          </p:cNvSpPr>
          <p:nvPr>
            <p:ph type="sldNum" idx="3"/>
          </p:nvPr>
        </p:nvSpPr>
        <p:spPr/>
        <p:txBody>
          <a:bodyPr/>
          <a:p>
            <a:fld id="{181700BF-4BB9-4E61-9432-042BE8D94E12}" type="slidenum">
              <a:t>16</a:t>
            </a:fld>
          </a:p>
        </p:txBody>
      </p:sp>
    </p:spTree>
  </p:cSld>
  <mc:AlternateContent>
    <mc:Choice Requires="p14">
      <p:transition spd="slow" p14:dur="2000"/>
    </mc:Choice>
    <mc:Fallback>
      <p:transition spd="slow"/>
    </mc:Fallback>
  </mc:AlternateContent>
  <p:timing>
    <p:tnLst>
      <p:par>
        <p:cTn id="59" dur="indefinite" restart="never" nodeType="tmRoot">
          <p:childTnLst>
            <p:seq>
              <p:cTn id="60" dur="indefinite" nodeType="mainSeq">
                <p:childTnLst>
                  <p:par>
                    <p:cTn id="61" fill="hold">
                      <p:stCondLst>
                        <p:cond delay="indefinite"/>
                      </p:stCondLst>
                      <p:childTnLst>
                        <p:par>
                          <p:cTn id="62" fill="hold">
                            <p:stCondLst>
                              <p:cond delay="0"/>
                            </p:stCondLst>
                            <p:childTnLst>
                              <p:par>
                                <p:cTn id="63" nodeType="clickEffect" fill="hold" presetClass="entr" presetID="1">
                                  <p:stCondLst>
                                    <p:cond delay="0"/>
                                  </p:stCondLst>
                                  <p:childTnLst>
                                    <p:set>
                                      <p:cBhvr>
                                        <p:cTn id="64" dur="1" fill="hold">
                                          <p:stCondLst>
                                            <p:cond delay="0"/>
                                          </p:stCondLst>
                                        </p:cTn>
                                        <p:tgtEl>
                                          <p:spTgt spid="94"/>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nodeType="clickEffect" fill="hold" presetClass="entr" presetID="1">
                                  <p:stCondLst>
                                    <p:cond delay="0"/>
                                  </p:stCondLst>
                                  <p:childTnLst>
                                    <p:set>
                                      <p:cBhvr>
                                        <p:cTn id="68" dur="1" fill="hold">
                                          <p:stCondLst>
                                            <p:cond delay="0"/>
                                          </p:stCondLst>
                                        </p:cTn>
                                        <p:tgtEl>
                                          <p:spTgt spid="96"/>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nodeType="clickEffect" fill="hold" presetClass="entr" presetID="1">
                                  <p:stCondLst>
                                    <p:cond delay="0"/>
                                  </p:stCondLst>
                                  <p:childTnLst>
                                    <p:set>
                                      <p:cBhvr>
                                        <p:cTn id="72" dur="1" fill="hold">
                                          <p:stCondLst>
                                            <p:cond delay="0"/>
                                          </p:stCondLst>
                                        </p:cTn>
                                        <p:tgtEl>
                                          <p:spTgt spid="95"/>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75" nodeType="clickEffect" fill="hold" presetClass="entr" presetID="1">
                                  <p:stCondLst>
                                    <p:cond delay="0"/>
                                  </p:stCondLst>
                                  <p:childTnLst>
                                    <p:set>
                                      <p:cBhvr>
                                        <p:cTn id="76" dur="1" fill="hold">
                                          <p:stCondLst>
                                            <p:cond delay="0"/>
                                          </p:stCondLst>
                                        </p:cTn>
                                        <p:tgtEl>
                                          <p:spTgt spid="97"/>
                                        </p:tgtEl>
                                        <p:attrNameLst>
                                          <p:attrName>style.visibility</p:attrName>
                                        </p:attrNameLst>
                                      </p:cBhvr>
                                      <p:to>
                                        <p:strVal val="visible"/>
                                      </p:to>
                                    </p:set>
                                  </p:childTnLst>
                                </p:cTn>
                              </p:par>
                            </p:childTnLst>
                          </p:cTn>
                        </p:par>
                      </p:childTnLst>
                    </p:cTn>
                  </p:par>
                  <p:par>
                    <p:cTn id="77" fill="hold">
                      <p:stCondLst>
                        <p:cond delay="indefinite"/>
                      </p:stCondLst>
                      <p:childTnLst>
                        <p:par>
                          <p:cTn id="78" fill="hold">
                            <p:stCondLst>
                              <p:cond delay="0"/>
                            </p:stCondLst>
                            <p:childTnLst>
                              <p:par>
                                <p:cTn id="79" nodeType="clickEffect" fill="hold" presetClass="entr" presetID="1">
                                  <p:stCondLst>
                                    <p:cond delay="0"/>
                                  </p:stCondLst>
                                  <p:childTnLst>
                                    <p:set>
                                      <p:cBhvr>
                                        <p:cTn id="80" dur="1" fill="hold">
                                          <p:stCondLst>
                                            <p:cond delay="0"/>
                                          </p:stCondLst>
                                        </p:cTn>
                                        <p:tgtEl>
                                          <p:spTgt spid="9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99" name="PlaceHolder 1"/>
          <p:cNvSpPr>
            <a:spLocks noGrp="1"/>
          </p:cNvSpPr>
          <p:nvPr>
            <p:ph type="title"/>
          </p:nvPr>
        </p:nvSpPr>
        <p:spPr>
          <a:xfrm>
            <a:off x="826560" y="259920"/>
            <a:ext cx="7890120" cy="576360"/>
          </a:xfrm>
          <a:prstGeom prst="rect">
            <a:avLst/>
          </a:prstGeom>
          <a:noFill/>
          <a:ln w="0">
            <a:noFill/>
          </a:ln>
        </p:spPr>
        <p:txBody>
          <a:bodyPr lIns="90000" rIns="90000" tIns="46800" bIns="46800" anchor="b">
            <a:noAutofit/>
          </a:bodyPr>
          <a:p>
            <a:pPr indent="0">
              <a:lnSpc>
                <a:spcPct val="10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2800" strike="noStrike" u="none">
                <a:solidFill>
                  <a:srgbClr val="006666"/>
                </a:solidFill>
                <a:effectLst/>
                <a:uFillTx/>
                <a:latin typeface="Calibri"/>
              </a:rPr>
              <a:t>LC Policy code “r” and subfield $i – Corporate bodies</a:t>
            </a:r>
            <a:endParaRPr b="0" lang="en-IN" sz="2800" strike="noStrike" u="none">
              <a:solidFill>
                <a:srgbClr val="006666"/>
              </a:solidFill>
              <a:effectLst/>
              <a:uFillTx/>
              <a:latin typeface="Arial"/>
            </a:endParaRPr>
          </a:p>
        </p:txBody>
      </p:sp>
      <p:sp>
        <p:nvSpPr>
          <p:cNvPr id="100" name="PlaceHolder 2"/>
          <p:cNvSpPr>
            <a:spLocks noGrp="1"/>
          </p:cNvSpPr>
          <p:nvPr>
            <p:ph/>
          </p:nvPr>
        </p:nvSpPr>
        <p:spPr>
          <a:xfrm>
            <a:off x="684360" y="1052280"/>
            <a:ext cx="7991280" cy="3384360"/>
          </a:xfrm>
          <a:prstGeom prst="rect">
            <a:avLst/>
          </a:prstGeom>
          <a:solidFill>
            <a:srgbClr val="ffffff"/>
          </a:solidFill>
          <a:ln w="0">
            <a:noFill/>
          </a:ln>
        </p:spPr>
        <p:txBody>
          <a:bodyPr lIns="90000" rIns="90000" tIns="46800" bIns="46800" anchor="t">
            <a:normAutofit lnSpcReduction="9999"/>
          </a:bodyPr>
          <a:p>
            <a:pPr marL="343080" indent="-343080">
              <a:lnSpc>
                <a:spcPct val="90000"/>
              </a:lnSpc>
              <a:spcBef>
                <a:spcPts val="601"/>
              </a:spcBef>
              <a:buClr>
                <a:srgbClr val="006666"/>
              </a:buClr>
              <a:buSzPct val="70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trike="noStrike" u="none">
                <a:solidFill>
                  <a:srgbClr val="000000"/>
                </a:solidFill>
                <a:effectLst/>
                <a:uFillTx/>
                <a:latin typeface="Calibri"/>
              </a:rPr>
              <a:t>Corporate bodies</a:t>
            </a:r>
            <a:endParaRPr b="0" lang="en-IN" sz="2400" strike="noStrike" u="none">
              <a:solidFill>
                <a:srgbClr val="000000"/>
              </a:solidFill>
              <a:effectLst/>
              <a:uFillTx/>
              <a:latin typeface="Verdana"/>
            </a:endParaRPr>
          </a:p>
          <a:p>
            <a:pPr lvl="1" marL="743040" indent="-285840">
              <a:lnSpc>
                <a:spcPct val="90000"/>
              </a:lnSpc>
              <a:spcBef>
                <a:spcPts val="601"/>
              </a:spcBef>
              <a:buClr>
                <a:srgbClr val="99cccc"/>
              </a:buClr>
              <a:buSzPct val="70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trike="noStrike" u="none">
                <a:solidFill>
                  <a:srgbClr val="000000"/>
                </a:solidFill>
                <a:effectLst/>
                <a:uFillTx/>
                <a:latin typeface="Calibri"/>
              </a:rPr>
              <a:t>Optionally, code “r and subfield $i may be used to relate persons to corporate bodies </a:t>
            </a:r>
            <a:endParaRPr b="0" lang="en-IN" sz="2400" strike="noStrike" u="none">
              <a:solidFill>
                <a:srgbClr val="000000"/>
              </a:solidFill>
              <a:effectLst/>
              <a:uFillTx/>
              <a:latin typeface="Verdana"/>
            </a:endParaRPr>
          </a:p>
          <a:p>
            <a:pPr lvl="2" marL="1143000" indent="-228600">
              <a:lnSpc>
                <a:spcPct val="90000"/>
              </a:lnSpc>
              <a:spcBef>
                <a:spcPts val="601"/>
              </a:spcBef>
              <a:buClr>
                <a:srgbClr val="006666"/>
              </a:buClr>
              <a:buSzPct val="65000"/>
              <a:buFont typeface="Wingdings" charset="2"/>
              <a:buChar char=""/>
              <a:tabLst>
                <a:tab algn="l" pos="1828800"/>
                <a:tab algn="l" pos="2743200"/>
                <a:tab algn="l" pos="3657600"/>
                <a:tab algn="l" pos="4572000"/>
                <a:tab algn="l" pos="5486400"/>
                <a:tab algn="l" pos="6400800"/>
                <a:tab algn="l" pos="7315200"/>
                <a:tab algn="l" pos="8229600"/>
                <a:tab algn="l" pos="9144000"/>
                <a:tab algn="l" pos="10058400"/>
              </a:tabLst>
            </a:pPr>
            <a:r>
              <a:rPr b="0" lang="en-US" sz="2400" strike="noStrike" u="none">
                <a:solidFill>
                  <a:srgbClr val="000000"/>
                </a:solidFill>
                <a:effectLst/>
                <a:uFillTx/>
                <a:latin typeface="Calibri"/>
              </a:rPr>
              <a:t>Reciprocity is not required </a:t>
            </a:r>
            <a:endParaRPr b="0" lang="en-IN" sz="2400" strike="noStrike" u="none">
              <a:solidFill>
                <a:srgbClr val="000000"/>
              </a:solidFill>
              <a:effectLst/>
              <a:uFillTx/>
              <a:latin typeface="Verdana"/>
            </a:endParaRPr>
          </a:p>
          <a:p>
            <a:pPr lvl="2" marL="1143000" indent="-228600">
              <a:lnSpc>
                <a:spcPct val="90000"/>
              </a:lnSpc>
              <a:spcBef>
                <a:spcPts val="601"/>
              </a:spcBef>
              <a:buClr>
                <a:srgbClr val="006666"/>
              </a:buClr>
              <a:buSzPct val="65000"/>
              <a:buFont typeface="Wingdings" charset="2"/>
              <a:buChar char=""/>
              <a:tabLst>
                <a:tab algn="l" pos="1828800"/>
                <a:tab algn="l" pos="2743200"/>
                <a:tab algn="l" pos="3657600"/>
                <a:tab algn="l" pos="4572000"/>
                <a:tab algn="l" pos="5486400"/>
                <a:tab algn="l" pos="6400800"/>
                <a:tab algn="l" pos="7315200"/>
                <a:tab algn="l" pos="8229600"/>
                <a:tab algn="l" pos="9144000"/>
                <a:tab algn="l" pos="10058400"/>
              </a:tabLst>
            </a:pPr>
            <a:r>
              <a:rPr b="0" lang="en-US" sz="2400" strike="noStrike" u="none">
                <a:solidFill>
                  <a:srgbClr val="000000"/>
                </a:solidFill>
                <a:effectLst/>
                <a:uFillTx/>
                <a:latin typeface="Calibri"/>
              </a:rPr>
              <a:t>All names used in 5XXs must be established </a:t>
            </a:r>
            <a:endParaRPr b="0" lang="en-IN" sz="2400" strike="noStrike" u="none">
              <a:solidFill>
                <a:srgbClr val="000000"/>
              </a:solidFill>
              <a:effectLst/>
              <a:uFillTx/>
              <a:latin typeface="Verdana"/>
            </a:endParaRPr>
          </a:p>
          <a:p>
            <a:pPr lvl="2" marL="1143000" indent="-228600">
              <a:lnSpc>
                <a:spcPct val="90000"/>
              </a:lnSpc>
              <a:spcBef>
                <a:spcPts val="601"/>
              </a:spcBef>
              <a:buClr>
                <a:srgbClr val="006666"/>
              </a:buClr>
              <a:buSzPct val="65000"/>
              <a:buFont typeface="Wingdings" charset="2"/>
              <a:buChar char=""/>
              <a:tabLst>
                <a:tab algn="l" pos="1828800"/>
                <a:tab algn="l" pos="2743200"/>
                <a:tab algn="l" pos="3657600"/>
                <a:tab algn="l" pos="4572000"/>
                <a:tab algn="l" pos="5486400"/>
                <a:tab algn="l" pos="6400800"/>
                <a:tab algn="l" pos="7315200"/>
                <a:tab algn="l" pos="8229600"/>
                <a:tab algn="l" pos="9144000"/>
                <a:tab algn="l" pos="10058400"/>
              </a:tabLst>
            </a:pPr>
            <a:r>
              <a:rPr b="0" lang="en-US" sz="2400" strike="noStrike" u="none">
                <a:solidFill>
                  <a:srgbClr val="000000"/>
                </a:solidFill>
                <a:effectLst/>
                <a:uFillTx/>
                <a:latin typeface="Calibri"/>
              </a:rPr>
              <a:t>NOTE:  The requirement for the name of the person to be in the name of the group is not in RDA – there is no LCPS</a:t>
            </a:r>
            <a:endParaRPr b="0" lang="en-IN" sz="2400" strike="noStrike" u="none">
              <a:solidFill>
                <a:srgbClr val="000000"/>
              </a:solidFill>
              <a:effectLst/>
              <a:uFillTx/>
              <a:latin typeface="Verdana"/>
            </a:endParaRPr>
          </a:p>
          <a:p>
            <a:pPr lvl="1" marL="743040" indent="-285840">
              <a:lnSpc>
                <a:spcPct val="9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trike="noStrike" u="none">
                <a:solidFill>
                  <a:srgbClr val="000000"/>
                </a:solidFill>
                <a:effectLst/>
                <a:uFillTx/>
                <a:latin typeface="Calibri"/>
              </a:rPr>
              <a:t>Example of current person to corporate body relationship</a:t>
            </a:r>
            <a:endParaRPr b="0" lang="en-IN" sz="2400" strike="noStrike" u="none">
              <a:solidFill>
                <a:srgbClr val="000000"/>
              </a:solidFill>
              <a:effectLst/>
              <a:uFillTx/>
              <a:latin typeface="Verdana"/>
            </a:endParaRPr>
          </a:p>
          <a:p>
            <a:pPr lvl="1" marL="743040" indent="0">
              <a:lnSpc>
                <a:spcPct val="90000"/>
              </a:lnSpc>
              <a:spcBef>
                <a:spcPts val="601"/>
              </a:spcBef>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400" strike="noStrike" u="none">
              <a:solidFill>
                <a:srgbClr val="000000"/>
              </a:solidFill>
              <a:effectLst/>
              <a:uFillTx/>
              <a:latin typeface="Verdana"/>
            </a:endParaRPr>
          </a:p>
        </p:txBody>
      </p:sp>
      <p:sp>
        <p:nvSpPr>
          <p:cNvPr id="101" name=""/>
          <p:cNvSpPr/>
          <p:nvPr/>
        </p:nvSpPr>
        <p:spPr>
          <a:xfrm>
            <a:off x="1332000" y="4437000"/>
            <a:ext cx="7416720" cy="825480"/>
          </a:xfrm>
          <a:prstGeom prst="rect">
            <a:avLst/>
          </a:prstGeom>
          <a:noFill/>
          <a:ln w="38160">
            <a:solidFill>
              <a:srgbClr val="006666"/>
            </a:solidFill>
            <a:miter/>
          </a:ln>
        </p:spPr>
        <p:style>
          <a:lnRef idx="0"/>
          <a:fillRef idx="0"/>
          <a:effectRef idx="0"/>
          <a:fontRef idx="minor"/>
        </p:style>
        <p:txBody>
          <a:bodyPr lIns="90000" rIns="90000" tIns="46800" bIns="4680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trike="noStrike" u="none">
                <a:solidFill>
                  <a:srgbClr val="000000"/>
                </a:solidFill>
                <a:effectLst/>
                <a:uFillTx/>
                <a:latin typeface="Calibri"/>
              </a:rPr>
              <a:t>110 2# Art Tatum Trio</a:t>
            </a:r>
            <a:endParaRPr b="0" i="1" lang="en-IN" sz="2400" strike="noStrike" u="none">
              <a:solidFill>
                <a:srgbClr val="000000"/>
              </a:solidFill>
              <a:effectLst/>
              <a:uFillTx/>
              <a:latin typeface="Calibri"/>
            </a:endParaRPr>
          </a:p>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trike="noStrike" u="none">
                <a:solidFill>
                  <a:srgbClr val="000000"/>
                </a:solidFill>
                <a:effectLst/>
                <a:uFillTx/>
                <a:latin typeface="Calibri"/>
              </a:rPr>
              <a:t>500 1# Tatum, Art, $d 1909-1956</a:t>
            </a:r>
            <a:endParaRPr b="0" i="1" lang="en-IN" sz="2400" strike="noStrike" u="none">
              <a:solidFill>
                <a:srgbClr val="000000"/>
              </a:solidFill>
              <a:effectLst/>
              <a:uFillTx/>
              <a:latin typeface="Calibri"/>
            </a:endParaRPr>
          </a:p>
        </p:txBody>
      </p:sp>
      <p:sp>
        <p:nvSpPr>
          <p:cNvPr id="102" name=""/>
          <p:cNvSpPr/>
          <p:nvPr/>
        </p:nvSpPr>
        <p:spPr>
          <a:xfrm>
            <a:off x="1332000" y="5445000"/>
            <a:ext cx="7416720" cy="825480"/>
          </a:xfrm>
          <a:prstGeom prst="rect">
            <a:avLst/>
          </a:prstGeom>
          <a:noFill/>
          <a:ln w="38160">
            <a:solidFill>
              <a:srgbClr val="006666"/>
            </a:solidFill>
            <a:miter/>
          </a:ln>
        </p:spPr>
        <p:style>
          <a:lnRef idx="0"/>
          <a:fillRef idx="0"/>
          <a:effectRef idx="0"/>
          <a:fontRef idx="minor"/>
        </p:style>
        <p:txBody>
          <a:bodyPr lIns="90000" rIns="90000" tIns="46800" bIns="4680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trike="noStrike" u="none">
                <a:solidFill>
                  <a:srgbClr val="000000"/>
                </a:solidFill>
                <a:effectLst/>
                <a:uFillTx/>
                <a:latin typeface="Calibri"/>
              </a:rPr>
              <a:t>100 1# Tatum, Art, $d 1909-1956</a:t>
            </a:r>
            <a:endParaRPr b="0" i="1" lang="en-IN" sz="2400" strike="noStrike" u="none">
              <a:solidFill>
                <a:srgbClr val="000000"/>
              </a:solidFill>
              <a:effectLst/>
              <a:uFillTx/>
              <a:latin typeface="Calibri"/>
            </a:endParaRPr>
          </a:p>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trike="noStrike" u="none">
                <a:solidFill>
                  <a:srgbClr val="000000"/>
                </a:solidFill>
                <a:effectLst/>
                <a:uFillTx/>
                <a:latin typeface="Calibri"/>
              </a:rPr>
              <a:t>510 2# Art Tatum Trio</a:t>
            </a:r>
            <a:endParaRPr b="0" i="1" lang="en-IN" sz="2400" strike="noStrike" u="none">
              <a:solidFill>
                <a:srgbClr val="000000"/>
              </a:solidFill>
              <a:effectLst/>
              <a:uFillTx/>
              <a:latin typeface="Calibri"/>
            </a:endParaRPr>
          </a:p>
        </p:txBody>
      </p:sp>
      <p:sp>
        <p:nvSpPr>
          <p:cNvPr id="4" name="PlaceHolder 3"/>
          <p:cNvSpPr>
            <a:spLocks noGrp="1"/>
          </p:cNvSpPr>
          <p:nvPr>
            <p:ph type="sldNum" idx="3"/>
          </p:nvPr>
        </p:nvSpPr>
        <p:spPr/>
        <p:txBody>
          <a:bodyPr/>
          <a:p>
            <a:fld id="{9B49539A-09D8-4A28-8E5E-DC8F7D4DF2A2}" type="slidenum">
              <a:t>17</a:t>
            </a:fld>
          </a:p>
        </p:txBody>
      </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03" name="PlaceHolder 1"/>
          <p:cNvSpPr>
            <a:spLocks noGrp="1"/>
          </p:cNvSpPr>
          <p:nvPr>
            <p:ph type="title"/>
          </p:nvPr>
        </p:nvSpPr>
        <p:spPr>
          <a:xfrm>
            <a:off x="971640" y="189000"/>
            <a:ext cx="7889760" cy="576000"/>
          </a:xfrm>
          <a:prstGeom prst="rect">
            <a:avLst/>
          </a:prstGeom>
          <a:noFill/>
          <a:ln w="0">
            <a:noFill/>
          </a:ln>
        </p:spPr>
        <p:txBody>
          <a:bodyPr lIns="90000" rIns="90000" tIns="46800" bIns="46800" anchor="b">
            <a:noAutofit/>
          </a:bodyPr>
          <a:p>
            <a:pPr indent="0" algn="ctr">
              <a:lnSpc>
                <a:spcPct val="10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3200" strike="noStrike" u="none">
                <a:solidFill>
                  <a:srgbClr val="006666"/>
                </a:solidFill>
                <a:effectLst/>
                <a:uFillTx/>
                <a:latin typeface="Calibri"/>
              </a:rPr>
              <a:t>LC Policy: code “r” and subfield $i</a:t>
            </a:r>
            <a:endParaRPr b="0" lang="en-IN" sz="3200" strike="noStrike" u="none">
              <a:solidFill>
                <a:srgbClr val="006666"/>
              </a:solidFill>
              <a:effectLst/>
              <a:uFillTx/>
              <a:latin typeface="Arial"/>
            </a:endParaRPr>
          </a:p>
        </p:txBody>
      </p:sp>
      <p:sp>
        <p:nvSpPr>
          <p:cNvPr id="104" name="PlaceHolder 2"/>
          <p:cNvSpPr>
            <a:spLocks noGrp="1"/>
          </p:cNvSpPr>
          <p:nvPr>
            <p:ph/>
          </p:nvPr>
        </p:nvSpPr>
        <p:spPr>
          <a:xfrm>
            <a:off x="468000" y="1125360"/>
            <a:ext cx="8280360" cy="503280"/>
          </a:xfrm>
          <a:prstGeom prst="rect">
            <a:avLst/>
          </a:prstGeom>
          <a:solidFill>
            <a:srgbClr val="ffffff"/>
          </a:solidFill>
          <a:ln w="0">
            <a:noFill/>
          </a:ln>
        </p:spPr>
        <p:txBody>
          <a:bodyPr lIns="90000" rIns="90000" tIns="46800" bIns="46800" anchor="t">
            <a:normAutofit/>
          </a:bodyPr>
          <a:p>
            <a:pPr marL="343080" indent="-343080">
              <a:lnSpc>
                <a:spcPct val="100000"/>
              </a:lnSpc>
              <a:spcBef>
                <a:spcPts val="601"/>
              </a:spcBef>
              <a:buClr>
                <a:srgbClr val="006666"/>
              </a:buClr>
              <a:buSzPct val="70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trike="noStrike" u="none">
                <a:solidFill>
                  <a:srgbClr val="000000"/>
                </a:solidFill>
                <a:effectLst/>
                <a:uFillTx/>
                <a:latin typeface="Calibri"/>
              </a:rPr>
              <a:t>Example:</a:t>
            </a:r>
            <a:endParaRPr b="0" lang="en-IN" sz="2400" strike="noStrike" u="none">
              <a:solidFill>
                <a:srgbClr val="000000"/>
              </a:solidFill>
              <a:effectLst/>
              <a:uFillTx/>
              <a:latin typeface="Verdana"/>
            </a:endParaRPr>
          </a:p>
          <a:p>
            <a:pPr lvl="1" marL="743040" indent="0">
              <a:lnSpc>
                <a:spcPct val="100000"/>
              </a:lnSpc>
              <a:spcBef>
                <a:spcPts val="675"/>
              </a:spcBef>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700" strike="noStrike" u="none">
              <a:solidFill>
                <a:srgbClr val="000000"/>
              </a:solidFill>
              <a:effectLst/>
              <a:uFillTx/>
              <a:latin typeface="Verdana"/>
            </a:endParaRPr>
          </a:p>
          <a:p>
            <a:pPr lvl="1" marL="743040" indent="0">
              <a:lnSpc>
                <a:spcPct val="100000"/>
              </a:lnSpc>
              <a:spcBef>
                <a:spcPts val="675"/>
              </a:spcBef>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700" strike="noStrike" u="none">
              <a:solidFill>
                <a:srgbClr val="000000"/>
              </a:solidFill>
              <a:effectLst/>
              <a:uFillTx/>
              <a:latin typeface="Verdana"/>
            </a:endParaRPr>
          </a:p>
        </p:txBody>
      </p:sp>
      <p:sp>
        <p:nvSpPr>
          <p:cNvPr id="105" name=""/>
          <p:cNvSpPr/>
          <p:nvPr/>
        </p:nvSpPr>
        <p:spPr>
          <a:xfrm>
            <a:off x="395280" y="1628640"/>
            <a:ext cx="8389800" cy="4117320"/>
          </a:xfrm>
          <a:prstGeom prst="rect">
            <a:avLst/>
          </a:prstGeom>
          <a:solidFill>
            <a:srgbClr val="ffffff"/>
          </a:solidFill>
          <a:ln w="9360">
            <a:solidFill>
              <a:srgbClr val="006666"/>
            </a:solidFill>
            <a:miter/>
          </a:ln>
        </p:spPr>
        <p:style>
          <a:lnRef idx="0"/>
          <a:fillRef idx="0"/>
          <a:effectRef idx="0"/>
          <a:fontRef idx="minor"/>
        </p:style>
        <p:txBody>
          <a:bodyPr lIns="90000" rIns="90000" tIns="46800" bIns="46800" anchor="t">
            <a:spAutoFit/>
          </a:bodyPr>
          <a:p>
            <a:pPr lvl="2" marL="914400">
              <a:lnSpc>
                <a:spcPct val="100000"/>
              </a:lnSpc>
              <a:tabLst>
                <a:tab algn="l" pos="0"/>
                <a:tab algn="l" pos="1828800"/>
                <a:tab algn="l" pos="2743200"/>
                <a:tab algn="l" pos="3657600"/>
                <a:tab algn="l" pos="4572000"/>
                <a:tab algn="l" pos="5486400"/>
                <a:tab algn="l" pos="6400800"/>
                <a:tab algn="l" pos="7315200"/>
                <a:tab algn="l" pos="8229600"/>
                <a:tab algn="l" pos="9144000"/>
                <a:tab algn="l" pos="10058400"/>
              </a:tabLst>
            </a:pPr>
            <a:r>
              <a:rPr b="0" lang="en-US" sz="2400" strike="noStrike" u="none">
                <a:solidFill>
                  <a:srgbClr val="000000"/>
                </a:solidFill>
                <a:effectLst/>
                <a:uFillTx/>
                <a:latin typeface="Calibri"/>
                <a:ea typeface="Times New Roman"/>
              </a:rPr>
              <a:t>110 2# $a R.E.M (Musical group)</a:t>
            </a:r>
            <a:endParaRPr b="0" i="1" lang="en-IN" sz="2400" strike="noStrike" u="none">
              <a:solidFill>
                <a:srgbClr val="000000"/>
              </a:solidFill>
              <a:effectLst/>
              <a:uFillTx/>
              <a:latin typeface="Calibri"/>
            </a:endParaRPr>
          </a:p>
          <a:p>
            <a:pPr lvl="2" marL="914400">
              <a:lnSpc>
                <a:spcPct val="100000"/>
              </a:lnSpc>
              <a:tabLst>
                <a:tab algn="l" pos="0"/>
                <a:tab algn="l" pos="1828800"/>
                <a:tab algn="l" pos="2743200"/>
                <a:tab algn="l" pos="3657600"/>
                <a:tab algn="l" pos="4572000"/>
                <a:tab algn="l" pos="5486400"/>
                <a:tab algn="l" pos="6400800"/>
                <a:tab algn="l" pos="7315200"/>
                <a:tab algn="l" pos="8229600"/>
                <a:tab algn="l" pos="9144000"/>
                <a:tab algn="l" pos="10058400"/>
              </a:tabLst>
            </a:pPr>
            <a:r>
              <a:rPr b="0" lang="en-US" sz="2400" strike="noStrike" u="none">
                <a:solidFill>
                  <a:srgbClr val="000000"/>
                </a:solidFill>
                <a:effectLst/>
                <a:uFillTx/>
                <a:latin typeface="Calibri"/>
                <a:ea typeface="Times New Roman"/>
              </a:rPr>
              <a:t>500 1# </a:t>
            </a:r>
            <a:r>
              <a:rPr b="1" lang="en-US" sz="2400" strike="noStrike" u="none">
                <a:solidFill>
                  <a:srgbClr val="000000"/>
                </a:solidFill>
                <a:effectLst/>
                <a:uFillTx/>
                <a:latin typeface="Calibri"/>
                <a:ea typeface="Times New Roman"/>
              </a:rPr>
              <a:t>$w r $i Group member:</a:t>
            </a:r>
            <a:r>
              <a:rPr b="0" lang="en-US" sz="2400" strike="noStrike" u="none">
                <a:solidFill>
                  <a:srgbClr val="000000"/>
                </a:solidFill>
                <a:effectLst/>
                <a:uFillTx/>
                <a:latin typeface="Calibri"/>
                <a:ea typeface="Times New Roman"/>
              </a:rPr>
              <a:t> $a Stipe, Michael, $d 1960-</a:t>
            </a:r>
            <a:endParaRPr b="0" i="1" lang="en-IN" sz="2400" strike="noStrike" u="none">
              <a:solidFill>
                <a:srgbClr val="000000"/>
              </a:solidFill>
              <a:effectLst/>
              <a:uFillTx/>
              <a:latin typeface="Calibri"/>
            </a:endParaRPr>
          </a:p>
          <a:p>
            <a:pPr lvl="2" marL="914400">
              <a:lnSpc>
                <a:spcPct val="100000"/>
              </a:lnSpc>
              <a:tabLst>
                <a:tab algn="l" pos="0"/>
                <a:tab algn="l" pos="1828800"/>
                <a:tab algn="l" pos="2743200"/>
                <a:tab algn="l" pos="3657600"/>
                <a:tab algn="l" pos="4572000"/>
                <a:tab algn="l" pos="5486400"/>
                <a:tab algn="l" pos="6400800"/>
                <a:tab algn="l" pos="7315200"/>
                <a:tab algn="l" pos="8229600"/>
                <a:tab algn="l" pos="9144000"/>
                <a:tab algn="l" pos="10058400"/>
              </a:tabLst>
            </a:pPr>
            <a:r>
              <a:rPr b="0" lang="en-US" sz="2400" strike="noStrike" u="none">
                <a:solidFill>
                  <a:srgbClr val="000000"/>
                </a:solidFill>
                <a:effectLst/>
                <a:uFillTx/>
                <a:latin typeface="Calibri"/>
                <a:ea typeface="Times New Roman"/>
              </a:rPr>
              <a:t>500 1# </a:t>
            </a:r>
            <a:r>
              <a:rPr b="1" lang="en-US" sz="2400" strike="noStrike" u="none">
                <a:solidFill>
                  <a:srgbClr val="000000"/>
                </a:solidFill>
                <a:effectLst/>
                <a:uFillTx/>
                <a:latin typeface="Calibri"/>
                <a:ea typeface="Times New Roman"/>
              </a:rPr>
              <a:t>$w r $i Group member:</a:t>
            </a:r>
            <a:r>
              <a:rPr b="0" lang="en-US" sz="2400" strike="noStrike" u="none">
                <a:solidFill>
                  <a:srgbClr val="000000"/>
                </a:solidFill>
                <a:effectLst/>
                <a:uFillTx/>
                <a:latin typeface="Calibri"/>
                <a:ea typeface="Times New Roman"/>
              </a:rPr>
              <a:t> $a Buck, Peter, $d 1956-</a:t>
            </a:r>
            <a:endParaRPr b="0" i="1" lang="en-IN" sz="2400" strike="noStrike" u="none">
              <a:solidFill>
                <a:srgbClr val="000000"/>
              </a:solidFill>
              <a:effectLst/>
              <a:uFillTx/>
              <a:latin typeface="Calibri"/>
            </a:endParaRPr>
          </a:p>
          <a:p>
            <a:pPr lvl="2" marL="914400">
              <a:lnSpc>
                <a:spcPct val="100000"/>
              </a:lnSpc>
              <a:tabLst>
                <a:tab algn="l" pos="0"/>
                <a:tab algn="l" pos="1828800"/>
                <a:tab algn="l" pos="2743200"/>
                <a:tab algn="l" pos="3657600"/>
                <a:tab algn="l" pos="4572000"/>
                <a:tab algn="l" pos="5486400"/>
                <a:tab algn="l" pos="6400800"/>
                <a:tab algn="l" pos="7315200"/>
                <a:tab algn="l" pos="8229600"/>
                <a:tab algn="l" pos="9144000"/>
                <a:tab algn="l" pos="10058400"/>
              </a:tabLst>
            </a:pPr>
            <a:r>
              <a:rPr b="0" lang="en-US" sz="2400" strike="noStrike" u="none">
                <a:solidFill>
                  <a:srgbClr val="000000"/>
                </a:solidFill>
                <a:effectLst/>
                <a:uFillTx/>
                <a:latin typeface="Calibri"/>
                <a:ea typeface="Times New Roman"/>
              </a:rPr>
              <a:t>500 1# </a:t>
            </a:r>
            <a:r>
              <a:rPr b="1" lang="en-US" sz="2400" strike="noStrike" u="none">
                <a:solidFill>
                  <a:srgbClr val="000000"/>
                </a:solidFill>
                <a:effectLst/>
                <a:uFillTx/>
                <a:latin typeface="Calibri"/>
                <a:ea typeface="Times New Roman"/>
              </a:rPr>
              <a:t>$w r $i Group member:</a:t>
            </a:r>
            <a:r>
              <a:rPr b="0" lang="en-US" sz="2400" strike="noStrike" u="none">
                <a:solidFill>
                  <a:srgbClr val="000000"/>
                </a:solidFill>
                <a:effectLst/>
                <a:uFillTx/>
                <a:latin typeface="Calibri"/>
                <a:ea typeface="Times New Roman"/>
              </a:rPr>
              <a:t> $a Mills, Mike, $d 1958 </a:t>
            </a:r>
            <a:r>
              <a:rPr b="0" lang="en-US" sz="2400" strike="noStrike" u="none">
                <a:solidFill>
                  <a:srgbClr val="000000"/>
                </a:solidFill>
                <a:effectLst/>
                <a:uFillTx/>
                <a:latin typeface="Calibri"/>
                <a:ea typeface="Times New Roman"/>
              </a:rPr>
              <a:t>	</a:t>
            </a:r>
            <a:r>
              <a:rPr b="0" lang="en-US" sz="2400" strike="noStrike" u="none">
                <a:solidFill>
                  <a:srgbClr val="000000"/>
                </a:solidFill>
                <a:effectLst/>
                <a:uFillTx/>
                <a:latin typeface="Calibri"/>
                <a:ea typeface="Times New Roman"/>
              </a:rPr>
              <a:t>December 17-</a:t>
            </a:r>
            <a:endParaRPr b="0" i="1" lang="en-IN" sz="2400" strike="noStrike" u="none">
              <a:solidFill>
                <a:srgbClr val="000000"/>
              </a:solidFill>
              <a:effectLst/>
              <a:uFillTx/>
              <a:latin typeface="Calibri"/>
            </a:endParaRPr>
          </a:p>
          <a:p>
            <a:pPr lvl="2" marL="914400">
              <a:lnSpc>
                <a:spcPct val="100000"/>
              </a:lnSpc>
              <a:tabLst>
                <a:tab algn="l" pos="0"/>
                <a:tab algn="l" pos="1828800"/>
                <a:tab algn="l" pos="2743200"/>
                <a:tab algn="l" pos="3657600"/>
                <a:tab algn="l" pos="4572000"/>
                <a:tab algn="l" pos="5486400"/>
                <a:tab algn="l" pos="6400800"/>
                <a:tab algn="l" pos="7315200"/>
                <a:tab algn="l" pos="8229600"/>
                <a:tab algn="l" pos="9144000"/>
                <a:tab algn="l" pos="10058400"/>
              </a:tabLst>
            </a:pPr>
            <a:r>
              <a:rPr b="0" lang="en-US" sz="2400" strike="noStrike" u="none">
                <a:solidFill>
                  <a:srgbClr val="000000"/>
                </a:solidFill>
                <a:effectLst/>
                <a:uFillTx/>
                <a:latin typeface="Calibri"/>
                <a:ea typeface="Times New Roman"/>
              </a:rPr>
              <a:t>500 1# </a:t>
            </a:r>
            <a:r>
              <a:rPr b="1" lang="en-US" sz="2400" strike="noStrike" u="none">
                <a:solidFill>
                  <a:srgbClr val="000000"/>
                </a:solidFill>
                <a:effectLst/>
                <a:uFillTx/>
                <a:latin typeface="Calibri"/>
                <a:ea typeface="Times New Roman"/>
              </a:rPr>
              <a:t>$w r $i Group member:</a:t>
            </a:r>
            <a:r>
              <a:rPr b="0" lang="en-US" sz="2400" strike="noStrike" u="none">
                <a:solidFill>
                  <a:srgbClr val="000000"/>
                </a:solidFill>
                <a:effectLst/>
                <a:uFillTx/>
                <a:latin typeface="Calibri"/>
                <a:ea typeface="Times New Roman"/>
              </a:rPr>
              <a:t> $a Berry, Bill, $d 1958-</a:t>
            </a:r>
            <a:endParaRPr b="0" i="1" lang="en-IN" sz="2400" strike="noStrike" u="none">
              <a:solidFill>
                <a:srgbClr val="000000"/>
              </a:solidFill>
              <a:effectLst/>
              <a:uFillTx/>
              <a:latin typeface="Calibri"/>
            </a:endParaRPr>
          </a:p>
          <a:p>
            <a:pPr lvl="2" marL="914400">
              <a:lnSpc>
                <a:spcPct val="100000"/>
              </a:lnSpc>
              <a:tabLst>
                <a:tab algn="l" pos="0"/>
                <a:tab algn="l" pos="1828800"/>
                <a:tab algn="l" pos="2743200"/>
                <a:tab algn="l" pos="3657600"/>
                <a:tab algn="l" pos="4572000"/>
                <a:tab algn="l" pos="5486400"/>
                <a:tab algn="l" pos="6400800"/>
                <a:tab algn="l" pos="7315200"/>
                <a:tab algn="l" pos="8229600"/>
                <a:tab algn="l" pos="9144000"/>
                <a:tab algn="l" pos="10058400"/>
              </a:tabLst>
            </a:pPr>
            <a:r>
              <a:rPr b="0" lang="en-US" sz="2400" strike="noStrike" u="none">
                <a:solidFill>
                  <a:srgbClr val="000000"/>
                </a:solidFill>
                <a:effectLst/>
                <a:uFillTx/>
                <a:latin typeface="Calibri"/>
                <a:ea typeface="Times New Roman"/>
              </a:rPr>
              <a:t>670 ## $a Rock on, c1985: ‡b v. 3 (R.E.M. formed 1980; </a:t>
            </a:r>
            <a:r>
              <a:rPr b="0" lang="en-US" sz="2400" strike="noStrike" u="none">
                <a:solidFill>
                  <a:srgbClr val="000000"/>
                </a:solidFill>
                <a:effectLst/>
                <a:uFillTx/>
                <a:latin typeface="Calibri"/>
                <a:ea typeface="Times New Roman"/>
              </a:rPr>
              <a:t>	</a:t>
            </a:r>
            <a:r>
              <a:rPr b="0" lang="en-US" sz="2400" strike="noStrike" u="none">
                <a:solidFill>
                  <a:srgbClr val="000000"/>
                </a:solidFill>
                <a:effectLst/>
                <a:uFillTx/>
                <a:latin typeface="Calibri"/>
                <a:ea typeface="Times New Roman"/>
              </a:rPr>
              <a:t>Michael Stipe, vocals; Pete Buck, guitar; Mike Mills, </a:t>
            </a:r>
            <a:r>
              <a:rPr b="0" lang="en-US" sz="2400" strike="noStrike" u="none">
                <a:solidFill>
                  <a:srgbClr val="000000"/>
                </a:solidFill>
                <a:effectLst/>
                <a:uFillTx/>
                <a:latin typeface="Calibri"/>
                <a:ea typeface="Times New Roman"/>
              </a:rPr>
              <a:t>	</a:t>
            </a:r>
            <a:r>
              <a:rPr b="0" lang="en-US" sz="2400" strike="noStrike" u="none">
                <a:solidFill>
                  <a:srgbClr val="000000"/>
                </a:solidFill>
                <a:effectLst/>
                <a:uFillTx/>
                <a:latin typeface="Calibri"/>
                <a:ea typeface="Times New Roman"/>
              </a:rPr>
              <a:t>bass, vocals; Bill Berry, drums, vocals; hometown, </a:t>
            </a:r>
            <a:r>
              <a:rPr b="0" lang="en-US" sz="2400" strike="noStrike" u="none">
                <a:solidFill>
                  <a:srgbClr val="000000"/>
                </a:solidFill>
                <a:effectLst/>
                <a:uFillTx/>
                <a:latin typeface="Calibri"/>
                <a:ea typeface="Times New Roman"/>
              </a:rPr>
              <a:t>	</a:t>
            </a:r>
            <a:r>
              <a:rPr b="0" lang="en-US" sz="2400" strike="noStrike" u="none">
                <a:solidFill>
                  <a:srgbClr val="000000"/>
                </a:solidFill>
                <a:effectLst/>
                <a:uFillTx/>
                <a:latin typeface="Calibri"/>
                <a:ea typeface="Times New Roman"/>
              </a:rPr>
              <a:t>Athens, Ga.)</a:t>
            </a:r>
            <a:endParaRPr b="0" i="1" lang="en-IN" sz="2400" strike="noStrike" u="none">
              <a:solidFill>
                <a:srgbClr val="000000"/>
              </a:solidFill>
              <a:effectLst/>
              <a:uFillTx/>
              <a:latin typeface="Calibri"/>
            </a:endParaRPr>
          </a:p>
          <a:p>
            <a:pPr lvl="2" marL="914400">
              <a:lnSpc>
                <a:spcPct val="100000"/>
              </a:lnSpc>
              <a:tabLst>
                <a:tab algn="l" pos="0"/>
                <a:tab algn="l" pos="1828800"/>
                <a:tab algn="l" pos="2743200"/>
                <a:tab algn="l" pos="3657600"/>
                <a:tab algn="l" pos="4572000"/>
                <a:tab algn="l" pos="5486400"/>
                <a:tab algn="l" pos="6400800"/>
                <a:tab algn="l" pos="7315200"/>
                <a:tab algn="l" pos="8229600"/>
                <a:tab algn="l" pos="9144000"/>
                <a:tab algn="l" pos="10058400"/>
              </a:tabLst>
            </a:pPr>
            <a:endParaRPr b="0" i="1" lang="en-IN" sz="2400" strike="noStrike" u="none">
              <a:solidFill>
                <a:srgbClr val="000000"/>
              </a:solidFill>
              <a:effectLst/>
              <a:uFillTx/>
              <a:latin typeface="Calibri"/>
            </a:endParaRPr>
          </a:p>
        </p:txBody>
      </p:sp>
      <p:sp>
        <p:nvSpPr>
          <p:cNvPr id="4" name="PlaceHolder 3"/>
          <p:cNvSpPr>
            <a:spLocks noGrp="1"/>
          </p:cNvSpPr>
          <p:nvPr>
            <p:ph type="sldNum" idx="3"/>
          </p:nvPr>
        </p:nvSpPr>
        <p:spPr/>
        <p:txBody>
          <a:bodyPr/>
          <a:p>
            <a:fld id="{C7330DC7-0CBA-44F7-88CB-9AB4AE00EB6A}" type="slidenum">
              <a:t>18</a:t>
            </a:fld>
          </a:p>
        </p:txBody>
      </p:sp>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06" name="PlaceHolder 1"/>
          <p:cNvSpPr>
            <a:spLocks noGrp="1"/>
          </p:cNvSpPr>
          <p:nvPr>
            <p:ph type="title"/>
          </p:nvPr>
        </p:nvSpPr>
        <p:spPr>
          <a:xfrm>
            <a:off x="1115640" y="476280"/>
            <a:ext cx="7488360" cy="792000"/>
          </a:xfrm>
          <a:prstGeom prst="rect">
            <a:avLst/>
          </a:prstGeom>
          <a:noFill/>
          <a:ln w="0">
            <a:noFill/>
          </a:ln>
        </p:spPr>
        <p:txBody>
          <a:bodyPr lIns="90000" rIns="90000" tIns="46800" bIns="46800" anchor="b">
            <a:noAutofit/>
          </a:bodyPr>
          <a:p>
            <a:pPr indent="0">
              <a:lnSpc>
                <a:spcPct val="10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2800" strike="noStrike" u="none">
                <a:solidFill>
                  <a:srgbClr val="006666"/>
                </a:solidFill>
                <a:effectLst/>
                <a:uFillTx/>
                <a:latin typeface="Calibri"/>
              </a:rPr>
              <a:t>LC Policy: code “r” and subfield $i – Relationship designators missing from Appendix K</a:t>
            </a:r>
            <a:endParaRPr b="0" lang="en-IN" sz="2800" strike="noStrike" u="none">
              <a:solidFill>
                <a:srgbClr val="006666"/>
              </a:solidFill>
              <a:effectLst/>
              <a:uFillTx/>
              <a:latin typeface="Arial"/>
            </a:endParaRPr>
          </a:p>
        </p:txBody>
      </p:sp>
      <p:sp>
        <p:nvSpPr>
          <p:cNvPr id="107" name="PlaceHolder 2"/>
          <p:cNvSpPr>
            <a:spLocks noGrp="1"/>
          </p:cNvSpPr>
          <p:nvPr>
            <p:ph/>
          </p:nvPr>
        </p:nvSpPr>
        <p:spPr>
          <a:xfrm>
            <a:off x="684360" y="1413000"/>
            <a:ext cx="7991280" cy="2087280"/>
          </a:xfrm>
          <a:prstGeom prst="rect">
            <a:avLst/>
          </a:prstGeom>
          <a:solidFill>
            <a:srgbClr val="ffffff"/>
          </a:solidFill>
          <a:ln w="0">
            <a:noFill/>
          </a:ln>
        </p:spPr>
        <p:txBody>
          <a:bodyPr lIns="90000" rIns="90000" tIns="46800" bIns="46800" anchor="t">
            <a:normAutofit/>
          </a:bodyPr>
          <a:p>
            <a:pPr marL="343080" indent="0">
              <a:lnSpc>
                <a:spcPct val="100000"/>
              </a:lnSpc>
              <a:spcBef>
                <a:spcPts val="601"/>
              </a:spcBef>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400" strike="noStrike" u="none">
              <a:solidFill>
                <a:srgbClr val="000000"/>
              </a:solidFill>
              <a:effectLst/>
              <a:uFillTx/>
              <a:latin typeface="Verdana"/>
            </a:endParaRPr>
          </a:p>
          <a:p>
            <a:pPr marL="343080" indent="-343080">
              <a:lnSpc>
                <a:spcPct val="100000"/>
              </a:lnSpc>
              <a:spcBef>
                <a:spcPts val="601"/>
              </a:spcBef>
              <a:buClr>
                <a:srgbClr val="006666"/>
              </a:buClr>
              <a:buSzPct val="70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trike="noStrike" u="none">
                <a:solidFill>
                  <a:srgbClr val="000000"/>
                </a:solidFill>
                <a:effectLst/>
                <a:uFillTx/>
                <a:latin typeface="Calibri"/>
              </a:rPr>
              <a:t>Some relationship designators are one-way – some terms not yet defined in Appendix K</a:t>
            </a:r>
            <a:endParaRPr b="0" lang="en-IN" sz="2400" strike="noStrike" u="none">
              <a:solidFill>
                <a:srgbClr val="000000"/>
              </a:solidFill>
              <a:effectLst/>
              <a:uFillTx/>
              <a:latin typeface="Verdana"/>
            </a:endParaRPr>
          </a:p>
          <a:p>
            <a:pPr lvl="1" marL="743040" indent="-285840">
              <a:lnSpc>
                <a:spcPct val="100000"/>
              </a:lnSpc>
              <a:spcBef>
                <a:spcPts val="601"/>
              </a:spcBef>
              <a:buClr>
                <a:srgbClr val="99cccc"/>
              </a:buClr>
              <a:buSzPct val="70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trike="noStrike" u="none">
                <a:solidFill>
                  <a:srgbClr val="000000"/>
                </a:solidFill>
                <a:effectLst/>
                <a:uFillTx/>
                <a:latin typeface="Calibri"/>
              </a:rPr>
              <a:t>In example below there is no appropriate reciprocal term for group member</a:t>
            </a:r>
            <a:endParaRPr b="0" lang="en-IN" sz="2400" strike="noStrike" u="none">
              <a:solidFill>
                <a:srgbClr val="000000"/>
              </a:solidFill>
              <a:effectLst/>
              <a:uFillTx/>
              <a:latin typeface="Verdana"/>
            </a:endParaRPr>
          </a:p>
        </p:txBody>
      </p:sp>
      <p:sp>
        <p:nvSpPr>
          <p:cNvPr id="108" name=""/>
          <p:cNvSpPr/>
          <p:nvPr/>
        </p:nvSpPr>
        <p:spPr>
          <a:xfrm>
            <a:off x="1258920" y="3716280"/>
            <a:ext cx="6335640" cy="825480"/>
          </a:xfrm>
          <a:prstGeom prst="rect">
            <a:avLst/>
          </a:prstGeom>
          <a:noFill/>
          <a:ln w="28440">
            <a:solidFill>
              <a:srgbClr val="006666"/>
            </a:solidFill>
            <a:miter/>
          </a:ln>
        </p:spPr>
        <p:style>
          <a:lnRef idx="0"/>
          <a:fillRef idx="0"/>
          <a:effectRef idx="0"/>
          <a:fontRef idx="minor"/>
        </p:style>
        <p:txBody>
          <a:bodyPr lIns="90000" rIns="90000" tIns="46800" bIns="46800" anchor="t">
            <a:spAutoFit/>
          </a:bodyPr>
          <a:p>
            <a:pPr lvl="2" marL="914400">
              <a:lnSpc>
                <a:spcPct val="100000"/>
              </a:lnSpc>
              <a:tabLst>
                <a:tab algn="l" pos="0"/>
                <a:tab algn="l" pos="1828800"/>
                <a:tab algn="l" pos="2743200"/>
                <a:tab algn="l" pos="3657600"/>
                <a:tab algn="l" pos="4572000"/>
                <a:tab algn="l" pos="5486400"/>
                <a:tab algn="l" pos="6400800"/>
                <a:tab algn="l" pos="7315200"/>
                <a:tab algn="l" pos="8229600"/>
                <a:tab algn="l" pos="9144000"/>
                <a:tab algn="l" pos="10058400"/>
              </a:tabLst>
            </a:pPr>
            <a:r>
              <a:rPr b="0" lang="en-US" sz="2400" strike="noStrike" u="none">
                <a:solidFill>
                  <a:srgbClr val="000000"/>
                </a:solidFill>
                <a:effectLst/>
                <a:uFillTx/>
                <a:latin typeface="Calibri"/>
                <a:ea typeface="Times New Roman"/>
              </a:rPr>
              <a:t>100 1# $a Stipe, Michael, $d 1960-</a:t>
            </a:r>
            <a:endParaRPr b="0" i="1" lang="en-IN" sz="2400" strike="noStrike" u="none">
              <a:solidFill>
                <a:srgbClr val="000000"/>
              </a:solidFill>
              <a:effectLst/>
              <a:uFillTx/>
              <a:latin typeface="Calibri"/>
            </a:endParaRPr>
          </a:p>
          <a:p>
            <a:pPr lvl="2" marL="914400">
              <a:lnSpc>
                <a:spcPct val="100000"/>
              </a:lnSpc>
              <a:tabLst>
                <a:tab algn="l" pos="0"/>
                <a:tab algn="l" pos="1828800"/>
                <a:tab algn="l" pos="2743200"/>
                <a:tab algn="l" pos="3657600"/>
                <a:tab algn="l" pos="4572000"/>
                <a:tab algn="l" pos="5486400"/>
                <a:tab algn="l" pos="6400800"/>
                <a:tab algn="l" pos="7315200"/>
                <a:tab algn="l" pos="8229600"/>
                <a:tab algn="l" pos="9144000"/>
                <a:tab algn="l" pos="10058400"/>
              </a:tabLst>
            </a:pPr>
            <a:r>
              <a:rPr b="0" lang="en-US" sz="2400" strike="noStrike" u="none">
                <a:solidFill>
                  <a:srgbClr val="000000"/>
                </a:solidFill>
                <a:effectLst/>
                <a:uFillTx/>
                <a:latin typeface="Calibri"/>
                <a:ea typeface="Times New Roman"/>
              </a:rPr>
              <a:t>510 2# $a R.E.M. (Musical group)</a:t>
            </a:r>
            <a:endParaRPr b="0" i="1" lang="en-IN" sz="2400" strike="noStrike" u="none">
              <a:solidFill>
                <a:srgbClr val="000000"/>
              </a:solidFill>
              <a:effectLst/>
              <a:uFillTx/>
              <a:latin typeface="Calibri"/>
            </a:endParaRPr>
          </a:p>
        </p:txBody>
      </p:sp>
      <p:sp>
        <p:nvSpPr>
          <p:cNvPr id="109" name=""/>
          <p:cNvSpPr/>
          <p:nvPr/>
        </p:nvSpPr>
        <p:spPr>
          <a:xfrm>
            <a:off x="1187280" y="4869000"/>
            <a:ext cx="6336000" cy="825480"/>
          </a:xfrm>
          <a:prstGeom prst="rect">
            <a:avLst/>
          </a:prstGeom>
          <a:noFill/>
          <a:ln w="28440">
            <a:solidFill>
              <a:srgbClr val="006666"/>
            </a:solidFill>
            <a:miter/>
          </a:ln>
        </p:spPr>
        <p:style>
          <a:lnRef idx="0"/>
          <a:fillRef idx="0"/>
          <a:effectRef idx="0"/>
          <a:fontRef idx="minor"/>
        </p:style>
        <p:txBody>
          <a:bodyPr lIns="90000" rIns="90000" tIns="46800" bIns="46800" anchor="t">
            <a:spAutoFit/>
          </a:bodyPr>
          <a:p>
            <a:pPr lvl="2" marL="914400">
              <a:lnSpc>
                <a:spcPct val="100000"/>
              </a:lnSpc>
              <a:tabLst>
                <a:tab algn="l" pos="0"/>
                <a:tab algn="l" pos="1828800"/>
                <a:tab algn="l" pos="2743200"/>
                <a:tab algn="l" pos="3657600"/>
                <a:tab algn="l" pos="4572000"/>
                <a:tab algn="l" pos="5486400"/>
                <a:tab algn="l" pos="6400800"/>
                <a:tab algn="l" pos="7315200"/>
                <a:tab algn="l" pos="8229600"/>
                <a:tab algn="l" pos="9144000"/>
                <a:tab algn="l" pos="10058400"/>
              </a:tabLst>
            </a:pPr>
            <a:r>
              <a:rPr b="0" lang="en-US" sz="2400" strike="noStrike" u="none">
                <a:solidFill>
                  <a:srgbClr val="000000"/>
                </a:solidFill>
                <a:effectLst/>
                <a:uFillTx/>
                <a:latin typeface="Calibri"/>
                <a:ea typeface="Times New Roman"/>
              </a:rPr>
              <a:t>100 1# $a Buck, Peter, $d 1956-</a:t>
            </a:r>
            <a:endParaRPr b="0" i="1" lang="en-IN" sz="2400" strike="noStrike" u="none">
              <a:solidFill>
                <a:srgbClr val="000000"/>
              </a:solidFill>
              <a:effectLst/>
              <a:uFillTx/>
              <a:latin typeface="Calibri"/>
            </a:endParaRPr>
          </a:p>
          <a:p>
            <a:pPr lvl="2" marL="914400">
              <a:lnSpc>
                <a:spcPct val="100000"/>
              </a:lnSpc>
              <a:tabLst>
                <a:tab algn="l" pos="0"/>
                <a:tab algn="l" pos="1828800"/>
                <a:tab algn="l" pos="2743200"/>
                <a:tab algn="l" pos="3657600"/>
                <a:tab algn="l" pos="4572000"/>
                <a:tab algn="l" pos="5486400"/>
                <a:tab algn="l" pos="6400800"/>
                <a:tab algn="l" pos="7315200"/>
                <a:tab algn="l" pos="8229600"/>
                <a:tab algn="l" pos="9144000"/>
                <a:tab algn="l" pos="10058400"/>
              </a:tabLst>
            </a:pPr>
            <a:r>
              <a:rPr b="0" lang="en-US" sz="2400" strike="noStrike" u="none">
                <a:solidFill>
                  <a:srgbClr val="000000"/>
                </a:solidFill>
                <a:effectLst/>
                <a:uFillTx/>
                <a:latin typeface="Calibri"/>
                <a:ea typeface="Times New Roman"/>
              </a:rPr>
              <a:t>510 2# $a R.E.M. (Musical group)</a:t>
            </a:r>
            <a:endParaRPr b="0" i="1" lang="en-IN" sz="2400" strike="noStrike" u="none">
              <a:solidFill>
                <a:srgbClr val="000000"/>
              </a:solidFill>
              <a:effectLst/>
              <a:uFillTx/>
              <a:latin typeface="Calibri"/>
            </a:endParaRPr>
          </a:p>
        </p:txBody>
      </p:sp>
      <p:sp>
        <p:nvSpPr>
          <p:cNvPr id="4" name="PlaceHolder 3"/>
          <p:cNvSpPr>
            <a:spLocks noGrp="1"/>
          </p:cNvSpPr>
          <p:nvPr>
            <p:ph type="sldNum" idx="3"/>
          </p:nvPr>
        </p:nvSpPr>
        <p:spPr/>
        <p:txBody>
          <a:bodyPr/>
          <a:p>
            <a:fld id="{9C0C9F56-E72A-4087-9F4C-19013AD849B0}" type="slidenum">
              <a:t>19</a:t>
            </a:fld>
          </a:p>
        </p:txBody>
      </p:sp>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10" name="PlaceHolder 1"/>
          <p:cNvSpPr>
            <a:spLocks noGrp="1"/>
          </p:cNvSpPr>
          <p:nvPr>
            <p:ph type="title"/>
          </p:nvPr>
        </p:nvSpPr>
        <p:spPr>
          <a:xfrm>
            <a:off x="684360" y="620280"/>
            <a:ext cx="7889760" cy="647640"/>
          </a:xfrm>
          <a:prstGeom prst="rect">
            <a:avLst/>
          </a:prstGeom>
          <a:noFill/>
          <a:ln w="0">
            <a:noFill/>
          </a:ln>
        </p:spPr>
        <p:txBody>
          <a:bodyPr lIns="90000" rIns="90000" tIns="46800" bIns="46800" anchor="b">
            <a:noAutofit/>
          </a:bodyPr>
          <a:p>
            <a:pPr indent="0">
              <a:lnSpc>
                <a:spcPct val="10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3600" strike="noStrike" u="none">
                <a:solidFill>
                  <a:srgbClr val="006666"/>
                </a:solidFill>
                <a:effectLst/>
                <a:uFillTx/>
                <a:latin typeface="Calibri"/>
              </a:rPr>
              <a:t>LC Policy: code “r” and subfield $i</a:t>
            </a:r>
            <a:endParaRPr b="0" lang="en-IN" sz="3600" strike="noStrike" u="none">
              <a:solidFill>
                <a:srgbClr val="006666"/>
              </a:solidFill>
              <a:effectLst/>
              <a:uFillTx/>
              <a:latin typeface="Arial"/>
            </a:endParaRPr>
          </a:p>
        </p:txBody>
      </p:sp>
      <p:sp>
        <p:nvSpPr>
          <p:cNvPr id="111" name="PlaceHolder 2"/>
          <p:cNvSpPr>
            <a:spLocks noGrp="1"/>
          </p:cNvSpPr>
          <p:nvPr>
            <p:ph/>
          </p:nvPr>
        </p:nvSpPr>
        <p:spPr>
          <a:xfrm>
            <a:off x="539640" y="1557360"/>
            <a:ext cx="8353440" cy="2951280"/>
          </a:xfrm>
          <a:prstGeom prst="rect">
            <a:avLst/>
          </a:prstGeom>
          <a:solidFill>
            <a:srgbClr val="ffffff"/>
          </a:solidFill>
          <a:ln w="0">
            <a:noFill/>
          </a:ln>
        </p:spPr>
        <p:txBody>
          <a:bodyPr lIns="90000" rIns="90000" tIns="46800" bIns="46800" anchor="t">
            <a:normAutofit/>
          </a:bodyPr>
          <a:p>
            <a:pPr marL="343080" indent="-343080">
              <a:lnSpc>
                <a:spcPct val="100000"/>
              </a:lnSpc>
              <a:spcBef>
                <a:spcPts val="601"/>
              </a:spcBef>
              <a:buClr>
                <a:srgbClr val="006666"/>
              </a:buClr>
              <a:buSzPct val="85000"/>
              <a:buFont typeface="Calibri"/>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trike="noStrike" u="none">
                <a:solidFill>
                  <a:srgbClr val="000000"/>
                </a:solidFill>
                <a:effectLst/>
                <a:uFillTx/>
                <a:latin typeface="Calibri"/>
              </a:rPr>
              <a:t>Use relationship designators for persons to corporate bodies with caution</a:t>
            </a:r>
            <a:endParaRPr b="0" lang="en-IN" sz="2400" strike="noStrike" u="none">
              <a:solidFill>
                <a:srgbClr val="000000"/>
              </a:solidFill>
              <a:effectLst/>
              <a:uFillTx/>
              <a:latin typeface="Verdana"/>
            </a:endParaRPr>
          </a:p>
          <a:p>
            <a:pPr marL="343080" indent="-343080">
              <a:lnSpc>
                <a:spcPct val="100000"/>
              </a:lnSpc>
              <a:spcBef>
                <a:spcPts val="601"/>
              </a:spcBef>
              <a:buClr>
                <a:srgbClr val="006666"/>
              </a:buClr>
              <a:buSzPct val="85000"/>
              <a:buFont typeface="Calibri"/>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trike="noStrike" u="none">
                <a:solidFill>
                  <a:srgbClr val="000000"/>
                </a:solidFill>
                <a:effectLst/>
                <a:uFillTx/>
                <a:latin typeface="Calibri"/>
              </a:rPr>
              <a:t>Use relationship designators to relate the corporate body to the person but be wary of the reciprocal relationship. </a:t>
            </a:r>
            <a:endParaRPr b="0" lang="en-IN" sz="2400" strike="noStrike" u="none">
              <a:solidFill>
                <a:srgbClr val="000000"/>
              </a:solidFill>
              <a:effectLst/>
              <a:uFillTx/>
              <a:latin typeface="Verdana"/>
            </a:endParaRPr>
          </a:p>
          <a:p>
            <a:pPr lvl="1" marL="743040" indent="-285840">
              <a:lnSpc>
                <a:spcPct val="100000"/>
              </a:lnSpc>
              <a:spcBef>
                <a:spcPts val="601"/>
              </a:spcBef>
              <a:buClr>
                <a:srgbClr val="99cccc"/>
              </a:buClr>
              <a:buSzPct val="85000"/>
              <a:buFont typeface="Calibri"/>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trike="noStrike" u="none">
                <a:solidFill>
                  <a:srgbClr val="000000"/>
                </a:solidFill>
                <a:effectLst/>
                <a:uFillTx/>
                <a:latin typeface="Calibri"/>
              </a:rPr>
              <a:t> In the case of a NAR for LC or Disney, etc. it would be thousands of names if you added the relationship designator “Employee” for each person that works there.</a:t>
            </a:r>
            <a:endParaRPr b="0" lang="en-IN" sz="2400" strike="noStrike" u="none">
              <a:solidFill>
                <a:srgbClr val="000000"/>
              </a:solidFill>
              <a:effectLst/>
              <a:uFillTx/>
              <a:latin typeface="Verdana"/>
            </a:endParaRPr>
          </a:p>
        </p:txBody>
      </p:sp>
      <p:sp>
        <p:nvSpPr>
          <p:cNvPr id="112" name=""/>
          <p:cNvSpPr/>
          <p:nvPr/>
        </p:nvSpPr>
        <p:spPr>
          <a:xfrm>
            <a:off x="826920" y="4869000"/>
            <a:ext cx="7561440" cy="1191240"/>
          </a:xfrm>
          <a:prstGeom prst="rect">
            <a:avLst/>
          </a:prstGeom>
          <a:solidFill>
            <a:srgbClr val="ffffff"/>
          </a:solidFill>
          <a:ln w="57240">
            <a:solidFill>
              <a:srgbClr val="006666"/>
            </a:solidFill>
            <a:miter/>
          </a:ln>
        </p:spPr>
        <p:style>
          <a:lnRef idx="0"/>
          <a:fillRef idx="0"/>
          <a:effectRef idx="0"/>
          <a:fontRef idx="minor"/>
        </p:style>
        <p:txBody>
          <a:bodyPr lIns="90000" rIns="90000" tIns="46800" bIns="46800" anchor="t">
            <a:spAutoFit/>
          </a:bodyPr>
          <a:p>
            <a:pPr lvl="2" marL="914400">
              <a:lnSpc>
                <a:spcPct val="100000"/>
              </a:lnSpc>
              <a:tabLst>
                <a:tab algn="l" pos="0"/>
                <a:tab algn="l" pos="1828800"/>
                <a:tab algn="l" pos="2743200"/>
                <a:tab algn="l" pos="3657600"/>
                <a:tab algn="l" pos="4572000"/>
                <a:tab algn="l" pos="5486400"/>
                <a:tab algn="l" pos="6400800"/>
                <a:tab algn="l" pos="7315200"/>
                <a:tab algn="l" pos="8229600"/>
                <a:tab algn="l" pos="9144000"/>
                <a:tab algn="l" pos="10058400"/>
              </a:tabLst>
            </a:pPr>
            <a:r>
              <a:rPr b="0" lang="en-US" sz="2400" strike="noStrike" u="none">
                <a:solidFill>
                  <a:srgbClr val="000000"/>
                </a:solidFill>
                <a:effectLst/>
                <a:uFillTx/>
                <a:latin typeface="Calibri"/>
                <a:ea typeface="Times New Roman"/>
              </a:rPr>
              <a:t>Example</a:t>
            </a:r>
            <a:r>
              <a:rPr b="0" i="1" lang="en-US" sz="2400" strike="noStrike" u="none">
                <a:solidFill>
                  <a:srgbClr val="000000"/>
                </a:solidFill>
                <a:effectLst/>
                <a:uFillTx/>
                <a:latin typeface="Calibri"/>
                <a:ea typeface="Times New Roman"/>
              </a:rPr>
              <a:t>:</a:t>
            </a:r>
            <a:endParaRPr b="0" i="1" lang="en-IN" sz="2400" strike="noStrike" u="none">
              <a:solidFill>
                <a:srgbClr val="000000"/>
              </a:solidFill>
              <a:effectLst/>
              <a:uFillTx/>
              <a:latin typeface="Calibri"/>
            </a:endParaRPr>
          </a:p>
          <a:p>
            <a:pPr lvl="2" marL="914400">
              <a:lnSpc>
                <a:spcPct val="100000"/>
              </a:lnSpc>
              <a:tabLst>
                <a:tab algn="l" pos="0"/>
                <a:tab algn="l" pos="1828800"/>
                <a:tab algn="l" pos="2743200"/>
                <a:tab algn="l" pos="3657600"/>
                <a:tab algn="l" pos="4572000"/>
                <a:tab algn="l" pos="5486400"/>
                <a:tab algn="l" pos="6400800"/>
                <a:tab algn="l" pos="7315200"/>
                <a:tab algn="l" pos="8229600"/>
                <a:tab algn="l" pos="9144000"/>
                <a:tab algn="l" pos="10058400"/>
              </a:tabLst>
            </a:pPr>
            <a:r>
              <a:rPr b="0" lang="en-US" sz="2400" strike="noStrike" u="none">
                <a:solidFill>
                  <a:srgbClr val="000000"/>
                </a:solidFill>
                <a:effectLst/>
                <a:uFillTx/>
                <a:latin typeface="Calibri"/>
                <a:ea typeface="Times New Roman"/>
              </a:rPr>
              <a:t>100 1# $a Billington, James H.</a:t>
            </a:r>
            <a:endParaRPr b="0" i="1" lang="en-IN" sz="2400" strike="noStrike" u="none">
              <a:solidFill>
                <a:srgbClr val="000000"/>
              </a:solidFill>
              <a:effectLst/>
              <a:uFillTx/>
              <a:latin typeface="Calibri"/>
            </a:endParaRPr>
          </a:p>
          <a:p>
            <a:pPr lvl="2" marL="914400">
              <a:lnSpc>
                <a:spcPct val="100000"/>
              </a:lnSpc>
              <a:tabLst>
                <a:tab algn="l" pos="0"/>
                <a:tab algn="l" pos="1828800"/>
                <a:tab algn="l" pos="2743200"/>
                <a:tab algn="l" pos="3657600"/>
                <a:tab algn="l" pos="4572000"/>
                <a:tab algn="l" pos="5486400"/>
                <a:tab algn="l" pos="6400800"/>
                <a:tab algn="l" pos="7315200"/>
                <a:tab algn="l" pos="8229600"/>
                <a:tab algn="l" pos="9144000"/>
                <a:tab algn="l" pos="10058400"/>
              </a:tabLst>
            </a:pPr>
            <a:r>
              <a:rPr b="0" lang="en-US" sz="2400" strike="noStrike" u="none">
                <a:solidFill>
                  <a:srgbClr val="000000"/>
                </a:solidFill>
                <a:effectLst/>
                <a:uFillTx/>
                <a:latin typeface="Calibri"/>
                <a:ea typeface="Times New Roman"/>
              </a:rPr>
              <a:t>510 2# </a:t>
            </a:r>
            <a:r>
              <a:rPr b="1" lang="en-US" sz="2400" strike="noStrike" u="none">
                <a:solidFill>
                  <a:srgbClr val="000000"/>
                </a:solidFill>
                <a:effectLst/>
                <a:uFillTx/>
                <a:latin typeface="Calibri"/>
                <a:ea typeface="Times New Roman"/>
              </a:rPr>
              <a:t>$w r $i</a:t>
            </a:r>
            <a:r>
              <a:rPr b="0" lang="en-US" sz="2400" strike="noStrike" u="none">
                <a:solidFill>
                  <a:srgbClr val="000000"/>
                </a:solidFill>
                <a:effectLst/>
                <a:uFillTx/>
                <a:latin typeface="Calibri"/>
                <a:ea typeface="Times New Roman"/>
              </a:rPr>
              <a:t> </a:t>
            </a:r>
            <a:r>
              <a:rPr b="1" lang="en-US" sz="2400" strike="noStrike" u="none">
                <a:solidFill>
                  <a:srgbClr val="000000"/>
                </a:solidFill>
                <a:effectLst/>
                <a:uFillTx/>
                <a:latin typeface="Calibri"/>
                <a:ea typeface="Times New Roman"/>
              </a:rPr>
              <a:t>Employer:</a:t>
            </a:r>
            <a:r>
              <a:rPr b="0" lang="en-US" sz="2400" strike="noStrike" u="none">
                <a:solidFill>
                  <a:srgbClr val="000000"/>
                </a:solidFill>
                <a:effectLst/>
                <a:uFillTx/>
                <a:latin typeface="Calibri"/>
                <a:ea typeface="Times New Roman"/>
              </a:rPr>
              <a:t> $a Library of Congress</a:t>
            </a:r>
            <a:endParaRPr b="0" i="1" lang="en-IN" sz="2400" strike="noStrike" u="none">
              <a:solidFill>
                <a:srgbClr val="000000"/>
              </a:solidFill>
              <a:effectLst/>
              <a:uFillTx/>
              <a:latin typeface="Calibri"/>
            </a:endParaRPr>
          </a:p>
        </p:txBody>
      </p:sp>
      <p:sp>
        <p:nvSpPr>
          <p:cNvPr id="4" name="PlaceHolder 3"/>
          <p:cNvSpPr>
            <a:spLocks noGrp="1"/>
          </p:cNvSpPr>
          <p:nvPr>
            <p:ph type="sldNum" idx="3"/>
          </p:nvPr>
        </p:nvSpPr>
        <p:spPr/>
        <p:txBody>
          <a:bodyPr/>
          <a:p>
            <a:fld id="{62C11808-CC25-4BBC-80B5-9CD40AF200B0}" type="slidenum">
              <a:t>20</a:t>
            </a:fld>
          </a:p>
        </p:txBody>
      </p:sp>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13" name="PlaceHolder 1"/>
          <p:cNvSpPr>
            <a:spLocks noGrp="1"/>
          </p:cNvSpPr>
          <p:nvPr>
            <p:ph type="title"/>
          </p:nvPr>
        </p:nvSpPr>
        <p:spPr>
          <a:xfrm>
            <a:off x="684360" y="188640"/>
            <a:ext cx="7889760" cy="647640"/>
          </a:xfrm>
          <a:prstGeom prst="rect">
            <a:avLst/>
          </a:prstGeom>
          <a:noFill/>
          <a:ln w="0">
            <a:noFill/>
          </a:ln>
        </p:spPr>
        <p:txBody>
          <a:bodyPr lIns="90000" rIns="90000" tIns="46800" bIns="46800" anchor="b">
            <a:noAutofit/>
          </a:bodyPr>
          <a:p>
            <a:pPr indent="0">
              <a:lnSpc>
                <a:spcPct val="10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3200" strike="noStrike" u="none">
                <a:solidFill>
                  <a:srgbClr val="006666"/>
                </a:solidFill>
                <a:effectLst/>
                <a:uFillTx/>
                <a:latin typeface="Calibri"/>
              </a:rPr>
              <a:t>LC Policy for use of code “r” and subfield $i</a:t>
            </a:r>
            <a:endParaRPr b="0" lang="en-IN" sz="3200" strike="noStrike" u="none">
              <a:solidFill>
                <a:srgbClr val="006666"/>
              </a:solidFill>
              <a:effectLst/>
              <a:uFillTx/>
              <a:latin typeface="Arial"/>
            </a:endParaRPr>
          </a:p>
        </p:txBody>
      </p:sp>
      <p:sp>
        <p:nvSpPr>
          <p:cNvPr id="114" name="PlaceHolder 2"/>
          <p:cNvSpPr>
            <a:spLocks noGrp="1"/>
          </p:cNvSpPr>
          <p:nvPr>
            <p:ph/>
          </p:nvPr>
        </p:nvSpPr>
        <p:spPr>
          <a:xfrm>
            <a:off x="539640" y="4869000"/>
            <a:ext cx="8353440" cy="792000"/>
          </a:xfrm>
          <a:prstGeom prst="rect">
            <a:avLst/>
          </a:prstGeom>
          <a:solidFill>
            <a:srgbClr val="ffffff"/>
          </a:solidFill>
          <a:ln w="0">
            <a:noFill/>
          </a:ln>
        </p:spPr>
        <p:txBody>
          <a:bodyPr lIns="90000" rIns="90000" tIns="46800" bIns="46800" anchor="t">
            <a:normAutofit/>
          </a:bodyPr>
          <a:p>
            <a:pPr marL="343080" indent="-343080">
              <a:lnSpc>
                <a:spcPct val="90000"/>
              </a:lnSpc>
              <a:spcBef>
                <a:spcPts val="601"/>
              </a:spcBef>
              <a:buClr>
                <a:srgbClr val="006666"/>
              </a:buClr>
              <a:buSzPct val="85000"/>
              <a:buFont typeface="Calibri"/>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trike="noStrike" u="none">
                <a:solidFill>
                  <a:srgbClr val="000000"/>
                </a:solidFill>
                <a:effectLst/>
                <a:uFillTx/>
                <a:latin typeface="Calibri"/>
              </a:rPr>
              <a:t>Best practice: prefer to use the MARC field 373 to show those affiliated group relationships instead</a:t>
            </a:r>
            <a:endParaRPr b="0" lang="en-IN" sz="2400" strike="noStrike" u="none">
              <a:solidFill>
                <a:srgbClr val="000000"/>
              </a:solidFill>
              <a:effectLst/>
              <a:uFillTx/>
              <a:latin typeface="Verdana"/>
            </a:endParaRPr>
          </a:p>
        </p:txBody>
      </p:sp>
      <p:sp>
        <p:nvSpPr>
          <p:cNvPr id="115" name=""/>
          <p:cNvSpPr/>
          <p:nvPr/>
        </p:nvSpPr>
        <p:spPr>
          <a:xfrm>
            <a:off x="1042920" y="5661000"/>
            <a:ext cx="7272360" cy="1191240"/>
          </a:xfrm>
          <a:prstGeom prst="rect">
            <a:avLst/>
          </a:prstGeom>
          <a:solidFill>
            <a:srgbClr val="ffffff"/>
          </a:solidFill>
          <a:ln w="38160">
            <a:solidFill>
              <a:srgbClr val="006666"/>
            </a:solidFill>
            <a:miter/>
          </a:ln>
        </p:spPr>
        <p:style>
          <a:lnRef idx="0"/>
          <a:fillRef idx="0"/>
          <a:effectRef idx="0"/>
          <a:fontRef idx="minor"/>
        </p:style>
        <p:txBody>
          <a:bodyPr lIns="90000" rIns="90000" tIns="46800" bIns="46800" anchor="t">
            <a:spAutoFit/>
          </a:bodyPr>
          <a:p>
            <a:pPr lvl="2" marL="914400">
              <a:lnSpc>
                <a:spcPct val="100000"/>
              </a:lnSpc>
              <a:tabLst>
                <a:tab algn="l" pos="0"/>
                <a:tab algn="l" pos="1828800"/>
                <a:tab algn="l" pos="2743200"/>
                <a:tab algn="l" pos="3657600"/>
                <a:tab algn="l" pos="4572000"/>
                <a:tab algn="l" pos="5486400"/>
                <a:tab algn="l" pos="6400800"/>
                <a:tab algn="l" pos="7315200"/>
                <a:tab algn="l" pos="8229600"/>
                <a:tab algn="l" pos="9144000"/>
                <a:tab algn="l" pos="10058400"/>
              </a:tabLst>
            </a:pPr>
            <a:r>
              <a:rPr b="0" lang="en-US" sz="2400" strike="noStrike" u="none">
                <a:solidFill>
                  <a:srgbClr val="000000"/>
                </a:solidFill>
                <a:effectLst/>
                <a:uFillTx/>
                <a:latin typeface="Calibri"/>
                <a:ea typeface="Times New Roman"/>
              </a:rPr>
              <a:t>Example: 100 1# $a Guiles, Kay D.</a:t>
            </a:r>
            <a:endParaRPr b="0" i="1" lang="en-IN" sz="2400" strike="noStrike" u="none">
              <a:solidFill>
                <a:srgbClr val="000000"/>
              </a:solidFill>
              <a:effectLst/>
              <a:uFillTx/>
              <a:latin typeface="Calibri"/>
            </a:endParaRPr>
          </a:p>
          <a:p>
            <a:pPr lvl="2" marL="914400">
              <a:lnSpc>
                <a:spcPct val="100000"/>
              </a:lnSpc>
              <a:tabLst>
                <a:tab algn="l" pos="0"/>
                <a:tab algn="l" pos="1828800"/>
                <a:tab algn="l" pos="2743200"/>
                <a:tab algn="l" pos="3657600"/>
                <a:tab algn="l" pos="4572000"/>
                <a:tab algn="l" pos="5486400"/>
                <a:tab algn="l" pos="6400800"/>
                <a:tab algn="l" pos="7315200"/>
                <a:tab algn="l" pos="8229600"/>
                <a:tab algn="l" pos="9144000"/>
                <a:tab algn="l" pos="10058400"/>
              </a:tabLst>
            </a:pPr>
            <a:r>
              <a:rPr b="0" lang="en-US" sz="2400" strike="noStrike" u="none">
                <a:solidFill>
                  <a:srgbClr val="000000"/>
                </a:solidFill>
                <a:effectLst/>
                <a:uFillTx/>
                <a:latin typeface="Calibri"/>
                <a:ea typeface="Times New Roman"/>
              </a:rPr>
              <a:t>	</a:t>
            </a:r>
            <a:r>
              <a:rPr b="0" lang="en-US" sz="2400" strike="noStrike" u="none">
                <a:solidFill>
                  <a:srgbClr val="000000"/>
                </a:solidFill>
                <a:effectLst/>
                <a:uFillTx/>
                <a:latin typeface="Calibri"/>
                <a:ea typeface="Times New Roman"/>
              </a:rPr>
              <a:t>    373 ## $a Library of Congress $s 1958</a:t>
            </a:r>
            <a:endParaRPr b="0" i="1" lang="en-IN" sz="2400" strike="noStrike" u="none">
              <a:solidFill>
                <a:srgbClr val="000000"/>
              </a:solidFill>
              <a:effectLst/>
              <a:uFillTx/>
              <a:latin typeface="Calibri"/>
            </a:endParaRPr>
          </a:p>
        </p:txBody>
      </p:sp>
      <p:sp>
        <p:nvSpPr>
          <p:cNvPr id="116" name=""/>
          <p:cNvSpPr/>
          <p:nvPr/>
        </p:nvSpPr>
        <p:spPr>
          <a:xfrm>
            <a:off x="501480" y="1268280"/>
            <a:ext cx="8642520" cy="1295640"/>
          </a:xfrm>
          <a:prstGeom prst="rect">
            <a:avLst/>
          </a:prstGeom>
          <a:solidFill>
            <a:srgbClr val="ffffff"/>
          </a:solidFill>
          <a:ln w="0">
            <a:noFill/>
          </a:ln>
        </p:spPr>
        <p:style>
          <a:lnRef idx="0"/>
          <a:fillRef idx="0"/>
          <a:effectRef idx="0"/>
          <a:fontRef idx="minor"/>
        </p:style>
        <p:txBody>
          <a:bodyPr lIns="90000" rIns="90000" tIns="46800" bIns="46800" anchor="t">
            <a:normAutofit fontScale="92500" lnSpcReduction="9999"/>
          </a:bodyPr>
          <a:p>
            <a:pPr marL="343080" indent="-343080">
              <a:lnSpc>
                <a:spcPct val="100000"/>
              </a:lnSpc>
              <a:spcBef>
                <a:spcPts val="601"/>
              </a:spcBef>
              <a:buClr>
                <a:srgbClr val="006666"/>
              </a:buClr>
              <a:buSzPct val="70000"/>
              <a:buFont typeface="Calibri"/>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trike="noStrike" u="none">
                <a:solidFill>
                  <a:srgbClr val="000000"/>
                </a:solidFill>
                <a:effectLst/>
                <a:uFillTx/>
                <a:latin typeface="Calibri"/>
                <a:ea typeface="Arial"/>
              </a:rPr>
              <a:t>All names used in  5XXs should be established</a:t>
            </a:r>
            <a:endParaRPr b="0" i="1" lang="en-IN" sz="2400" strike="noStrike" u="none">
              <a:solidFill>
                <a:srgbClr val="000000"/>
              </a:solidFill>
              <a:effectLst/>
              <a:uFillTx/>
              <a:latin typeface="Calibri"/>
            </a:endParaRPr>
          </a:p>
          <a:p>
            <a:pPr marL="343080" indent="-343080">
              <a:lnSpc>
                <a:spcPct val="100000"/>
              </a:lnSpc>
              <a:spcBef>
                <a:spcPts val="700"/>
              </a:spcBef>
              <a:buClr>
                <a:srgbClr val="006666"/>
              </a:buClr>
              <a:buSzPct val="70000"/>
              <a:buFont typeface="Calibri"/>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trike="noStrike" u="none">
                <a:solidFill>
                  <a:srgbClr val="000000"/>
                </a:solidFill>
                <a:effectLst/>
                <a:uFillTx/>
                <a:latin typeface="Calibri"/>
                <a:ea typeface="Arial"/>
              </a:rPr>
              <a:t>5XXs used on one NAR do not need to be reciprocal 5XXs on the related NAR</a:t>
            </a:r>
            <a:r>
              <a:rPr b="0" lang="en-US" sz="2800" strike="noStrike" u="none">
                <a:solidFill>
                  <a:srgbClr val="000000"/>
                </a:solidFill>
                <a:effectLst/>
                <a:uFillTx/>
                <a:latin typeface="Calibri"/>
                <a:ea typeface="Arial"/>
              </a:rPr>
              <a:t>  </a:t>
            </a:r>
            <a:endParaRPr b="0" i="1" lang="en-IN" sz="2800" strike="noStrike" u="none">
              <a:solidFill>
                <a:srgbClr val="000000"/>
              </a:solidFill>
              <a:effectLst/>
              <a:uFillTx/>
              <a:latin typeface="Calibri"/>
            </a:endParaRPr>
          </a:p>
        </p:txBody>
      </p:sp>
      <p:sp>
        <p:nvSpPr>
          <p:cNvPr id="117" name=""/>
          <p:cNvSpPr/>
          <p:nvPr/>
        </p:nvSpPr>
        <p:spPr>
          <a:xfrm>
            <a:off x="1042920" y="2565360"/>
            <a:ext cx="7561440" cy="2288520"/>
          </a:xfrm>
          <a:prstGeom prst="rect">
            <a:avLst/>
          </a:prstGeom>
          <a:solidFill>
            <a:srgbClr val="ffffff"/>
          </a:solidFill>
          <a:ln w="38160">
            <a:solidFill>
              <a:srgbClr val="006666"/>
            </a:solidFill>
            <a:miter/>
          </a:ln>
        </p:spPr>
        <p:style>
          <a:lnRef idx="0"/>
          <a:fillRef idx="0"/>
          <a:effectRef idx="0"/>
          <a:fontRef idx="minor"/>
        </p:style>
        <p:txBody>
          <a:bodyPr lIns="90000" rIns="90000" tIns="46800" bIns="46800" anchor="t">
            <a:spAutoFit/>
          </a:bodyPr>
          <a:p>
            <a:pPr lvl="2" marL="914400">
              <a:lnSpc>
                <a:spcPct val="100000"/>
              </a:lnSpc>
              <a:tabLst>
                <a:tab algn="l" pos="0"/>
                <a:tab algn="l" pos="1828800"/>
                <a:tab algn="l" pos="2743200"/>
                <a:tab algn="l" pos="3657600"/>
                <a:tab algn="l" pos="4572000"/>
                <a:tab algn="l" pos="5486400"/>
                <a:tab algn="l" pos="6400800"/>
                <a:tab algn="l" pos="7315200"/>
                <a:tab algn="l" pos="8229600"/>
                <a:tab algn="l" pos="9144000"/>
                <a:tab algn="l" pos="10058400"/>
              </a:tabLst>
            </a:pPr>
            <a:r>
              <a:rPr b="0" lang="en-US" sz="2400" strike="noStrike" u="none">
                <a:solidFill>
                  <a:srgbClr val="000000"/>
                </a:solidFill>
                <a:effectLst/>
                <a:uFillTx/>
                <a:latin typeface="Calibri"/>
                <a:ea typeface="Times New Roman"/>
              </a:rPr>
              <a:t>110 2# $a Library of Congress</a:t>
            </a:r>
            <a:endParaRPr b="0" i="1" lang="en-IN" sz="2400" strike="noStrike" u="none">
              <a:solidFill>
                <a:srgbClr val="000000"/>
              </a:solidFill>
              <a:effectLst/>
              <a:uFillTx/>
              <a:latin typeface="Calibri"/>
            </a:endParaRPr>
          </a:p>
          <a:p>
            <a:pPr lvl="2" marL="914400">
              <a:lnSpc>
                <a:spcPct val="100000"/>
              </a:lnSpc>
              <a:tabLst>
                <a:tab algn="l" pos="0"/>
                <a:tab algn="l" pos="1828800"/>
                <a:tab algn="l" pos="2743200"/>
                <a:tab algn="l" pos="3657600"/>
                <a:tab algn="l" pos="4572000"/>
                <a:tab algn="l" pos="5486400"/>
                <a:tab algn="l" pos="6400800"/>
                <a:tab algn="l" pos="7315200"/>
                <a:tab algn="l" pos="8229600"/>
                <a:tab algn="l" pos="9144000"/>
                <a:tab algn="l" pos="10058400"/>
              </a:tabLst>
            </a:pPr>
            <a:r>
              <a:rPr b="0" lang="en-US" sz="2400" strike="noStrike" u="none">
                <a:solidFill>
                  <a:srgbClr val="000000"/>
                </a:solidFill>
                <a:effectLst/>
                <a:uFillTx/>
                <a:latin typeface="Calibri"/>
                <a:ea typeface="Times New Roman"/>
              </a:rPr>
              <a:t>500 1# $w r $i Employee: $a Guiles, Kay D.</a:t>
            </a:r>
            <a:endParaRPr b="0" i="1" lang="en-IN" sz="2400" strike="noStrike" u="none">
              <a:solidFill>
                <a:srgbClr val="000000"/>
              </a:solidFill>
              <a:effectLst/>
              <a:uFillTx/>
              <a:latin typeface="Calibri"/>
            </a:endParaRPr>
          </a:p>
          <a:p>
            <a:pPr lvl="2" marL="914400">
              <a:lnSpc>
                <a:spcPct val="100000"/>
              </a:lnSpc>
              <a:tabLst>
                <a:tab algn="l" pos="0"/>
                <a:tab algn="l" pos="1828800"/>
                <a:tab algn="l" pos="2743200"/>
                <a:tab algn="l" pos="3657600"/>
                <a:tab algn="l" pos="4572000"/>
                <a:tab algn="l" pos="5486400"/>
                <a:tab algn="l" pos="6400800"/>
                <a:tab algn="l" pos="7315200"/>
                <a:tab algn="l" pos="8229600"/>
                <a:tab algn="l" pos="9144000"/>
                <a:tab algn="l" pos="10058400"/>
              </a:tabLst>
            </a:pPr>
            <a:r>
              <a:rPr b="0" lang="en-US" sz="2400" strike="noStrike" u="none">
                <a:solidFill>
                  <a:srgbClr val="000000"/>
                </a:solidFill>
                <a:effectLst/>
                <a:uFillTx/>
                <a:latin typeface="Calibri"/>
                <a:ea typeface="Times New Roman"/>
              </a:rPr>
              <a:t>500 1# $w r $i Employee: $a Reser, David</a:t>
            </a:r>
            <a:endParaRPr b="0" i="1" lang="en-IN" sz="2400" strike="noStrike" u="none">
              <a:solidFill>
                <a:srgbClr val="000000"/>
              </a:solidFill>
              <a:effectLst/>
              <a:uFillTx/>
              <a:latin typeface="Calibri"/>
            </a:endParaRPr>
          </a:p>
          <a:p>
            <a:pPr lvl="2" marL="914400">
              <a:lnSpc>
                <a:spcPct val="100000"/>
              </a:lnSpc>
              <a:tabLst>
                <a:tab algn="l" pos="0"/>
                <a:tab algn="l" pos="1828800"/>
                <a:tab algn="l" pos="2743200"/>
                <a:tab algn="l" pos="3657600"/>
                <a:tab algn="l" pos="4572000"/>
                <a:tab algn="l" pos="5486400"/>
                <a:tab algn="l" pos="6400800"/>
                <a:tab algn="l" pos="7315200"/>
                <a:tab algn="l" pos="8229600"/>
                <a:tab algn="l" pos="9144000"/>
                <a:tab algn="l" pos="10058400"/>
              </a:tabLst>
            </a:pPr>
            <a:r>
              <a:rPr b="0" lang="en-US" sz="2400" strike="noStrike" u="none">
                <a:solidFill>
                  <a:srgbClr val="000000"/>
                </a:solidFill>
                <a:effectLst/>
                <a:uFillTx/>
                <a:latin typeface="Calibri"/>
                <a:ea typeface="Times New Roman"/>
              </a:rPr>
              <a:t>500 1# $w r $i Employee: $a Phong, Tran</a:t>
            </a:r>
            <a:endParaRPr b="0" i="1" lang="en-IN" sz="2400" strike="noStrike" u="none">
              <a:solidFill>
                <a:srgbClr val="000000"/>
              </a:solidFill>
              <a:effectLst/>
              <a:uFillTx/>
              <a:latin typeface="Calibri"/>
            </a:endParaRPr>
          </a:p>
          <a:p>
            <a:pPr lvl="2" marL="914400">
              <a:lnSpc>
                <a:spcPct val="100000"/>
              </a:lnSpc>
              <a:tabLst>
                <a:tab algn="l" pos="0"/>
                <a:tab algn="l" pos="1828800"/>
                <a:tab algn="l" pos="2743200"/>
                <a:tab algn="l" pos="3657600"/>
                <a:tab algn="l" pos="4572000"/>
                <a:tab algn="l" pos="5486400"/>
                <a:tab algn="l" pos="6400800"/>
                <a:tab algn="l" pos="7315200"/>
                <a:tab algn="l" pos="8229600"/>
                <a:tab algn="l" pos="9144000"/>
                <a:tab algn="l" pos="10058400"/>
              </a:tabLst>
            </a:pPr>
            <a:r>
              <a:rPr b="0" lang="en-US" sz="2400" strike="noStrike" u="none">
                <a:solidFill>
                  <a:srgbClr val="000000"/>
                </a:solidFill>
                <a:effectLst/>
                <a:uFillTx/>
                <a:latin typeface="Calibri"/>
                <a:ea typeface="Times New Roman"/>
              </a:rPr>
              <a:t>500 1# $w r $i Employee: $a Sinclair, Linda</a:t>
            </a:r>
            <a:br>
              <a:rPr sz="2400"/>
            </a:br>
            <a:r>
              <a:rPr b="0" lang="en-US" sz="2400" strike="noStrike" u="none">
                <a:solidFill>
                  <a:srgbClr val="000000"/>
                </a:solidFill>
                <a:effectLst/>
                <a:uFillTx/>
                <a:latin typeface="Calibri"/>
                <a:ea typeface="Times New Roman"/>
              </a:rPr>
              <a:t> + a zillion others</a:t>
            </a:r>
            <a:endParaRPr b="0" i="1" lang="en-IN" sz="2400" strike="noStrike" u="none">
              <a:solidFill>
                <a:srgbClr val="000000"/>
              </a:solidFill>
              <a:effectLst/>
              <a:uFillTx/>
              <a:latin typeface="Calibri"/>
            </a:endParaRPr>
          </a:p>
        </p:txBody>
      </p:sp>
      <p:sp>
        <p:nvSpPr>
          <p:cNvPr id="118" name=""/>
          <p:cNvSpPr/>
          <p:nvPr/>
        </p:nvSpPr>
        <p:spPr>
          <a:xfrm>
            <a:off x="1692360" y="2924280"/>
            <a:ext cx="5832360" cy="1512720"/>
          </a:xfrm>
          <a:prstGeom prst="line">
            <a:avLst/>
          </a:prstGeom>
          <a:ln w="57240">
            <a:solidFill>
              <a:srgbClr val="ff3300"/>
            </a:solidFill>
            <a:miter/>
          </a:ln>
        </p:spPr>
        <p:style>
          <a:lnRef idx="0"/>
          <a:fillRef idx="0"/>
          <a:effectRef idx="0"/>
          <a:fontRef idx="minor"/>
        </p:style>
        <p:txBody>
          <a:bodyPr lIns="90000" rIns="90000" tIns="46800" bIns="46800" anchor="ctr">
            <a:noAutofit/>
          </a:bodyPr>
          <a:p>
            <a:endParaRPr b="0" i="1" lang="en-IN" sz="1600" strike="noStrike" u="none">
              <a:solidFill>
                <a:srgbClr val="000000"/>
              </a:solidFill>
              <a:effectLst/>
              <a:uFillTx/>
              <a:latin typeface="Calibri"/>
            </a:endParaRPr>
          </a:p>
        </p:txBody>
      </p:sp>
      <p:sp>
        <p:nvSpPr>
          <p:cNvPr id="119" name=""/>
          <p:cNvSpPr/>
          <p:nvPr/>
        </p:nvSpPr>
        <p:spPr>
          <a:xfrm flipH="1">
            <a:off x="1979280" y="2924280"/>
            <a:ext cx="5545080" cy="1655640"/>
          </a:xfrm>
          <a:prstGeom prst="line">
            <a:avLst/>
          </a:prstGeom>
          <a:ln w="57240">
            <a:solidFill>
              <a:srgbClr val="ff3300"/>
            </a:solidFill>
            <a:miter/>
          </a:ln>
        </p:spPr>
        <p:style>
          <a:lnRef idx="0"/>
          <a:fillRef idx="0"/>
          <a:effectRef idx="0"/>
          <a:fontRef idx="minor"/>
        </p:style>
        <p:txBody>
          <a:bodyPr lIns="90000" rIns="90000" tIns="46800" bIns="46800" anchor="ctr">
            <a:noAutofit/>
          </a:bodyPr>
          <a:p>
            <a:endParaRPr b="0" i="1" lang="en-IN" sz="1600" strike="noStrike" u="none">
              <a:solidFill>
                <a:srgbClr val="000000"/>
              </a:solidFill>
              <a:effectLst/>
              <a:uFillTx/>
              <a:latin typeface="Calibri"/>
            </a:endParaRPr>
          </a:p>
        </p:txBody>
      </p:sp>
      <p:sp>
        <p:nvSpPr>
          <p:cNvPr id="4" name="PlaceHolder 3"/>
          <p:cNvSpPr>
            <a:spLocks noGrp="1"/>
          </p:cNvSpPr>
          <p:nvPr>
            <p:ph type="sldNum" idx="3"/>
          </p:nvPr>
        </p:nvSpPr>
        <p:spPr/>
        <p:txBody>
          <a:bodyPr/>
          <a:p>
            <a:fld id="{5FEC2CF3-2636-4AFD-BC30-81589C51CEC8}" type="slidenum">
              <a:t>21</a:t>
            </a:fld>
          </a:p>
        </p:txBody>
      </p:sp>
    </p:spTree>
  </p:cSld>
  <mc:AlternateContent>
    <mc:Choice Requires="p14">
      <p:transition spd="slow" p14:dur="2000"/>
    </mc:Choice>
    <mc:Fallback>
      <p:transition spd="slow"/>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120" name="" descr=""/>
          <p:cNvPicPr/>
          <p:nvPr/>
        </p:nvPicPr>
        <p:blipFill>
          <a:blip r:embed="rId1"/>
          <a:srcRect l="4183" t="39381" r="3226" b="3311"/>
          <a:stretch/>
        </p:blipFill>
        <p:spPr>
          <a:xfrm>
            <a:off x="0" y="0"/>
            <a:ext cx="9144000" cy="6519960"/>
          </a:xfrm>
          <a:prstGeom prst="rect">
            <a:avLst/>
          </a:prstGeom>
          <a:noFill/>
          <a:ln w="0">
            <a:noFill/>
          </a:ln>
        </p:spPr>
      </p:pic>
      <p:sp>
        <p:nvSpPr>
          <p:cNvPr id="121" name=""/>
          <p:cNvSpPr/>
          <p:nvPr/>
        </p:nvSpPr>
        <p:spPr>
          <a:xfrm>
            <a:off x="826920" y="1773360"/>
            <a:ext cx="360360" cy="276840"/>
          </a:xfrm>
          <a:prstGeom prst="rect">
            <a:avLst/>
          </a:prstGeom>
          <a:noFill/>
          <a:ln w="0">
            <a:noFill/>
          </a:ln>
        </p:spPr>
        <p:style>
          <a:lnRef idx="0"/>
          <a:fillRef idx="0"/>
          <a:effectRef idx="0"/>
          <a:fontRef idx="minor"/>
        </p:style>
        <p:txBody>
          <a:bodyPr lIns="90000" rIns="90000" tIns="46800" bIns="46800" anchor="t">
            <a:spAutoFit/>
          </a:bodyPr>
          <a:p>
            <a:pPr algn="ct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Calibri"/>
              </a:rPr>
              <a:t>M</a:t>
            </a:r>
            <a:endParaRPr b="0" i="1" lang="en-IN" sz="1200" strike="noStrike" u="none">
              <a:solidFill>
                <a:srgbClr val="000000"/>
              </a:solidFill>
              <a:effectLst/>
              <a:uFillTx/>
              <a:latin typeface="Calibri"/>
            </a:endParaRPr>
          </a:p>
        </p:txBody>
      </p:sp>
      <p:sp>
        <p:nvSpPr>
          <p:cNvPr id="122" name=""/>
          <p:cNvSpPr/>
          <p:nvPr/>
        </p:nvSpPr>
        <p:spPr>
          <a:xfrm>
            <a:off x="826920" y="2133720"/>
            <a:ext cx="360360" cy="276840"/>
          </a:xfrm>
          <a:prstGeom prst="rect">
            <a:avLst/>
          </a:prstGeom>
          <a:noFill/>
          <a:ln w="0">
            <a:noFill/>
          </a:ln>
        </p:spPr>
        <p:style>
          <a:lnRef idx="0"/>
          <a:fillRef idx="0"/>
          <a:effectRef idx="0"/>
          <a:fontRef idx="minor"/>
        </p:style>
        <p:txBody>
          <a:bodyPr lIns="90000" rIns="90000" tIns="46800" bIns="46800" anchor="t">
            <a:spAutoFit/>
          </a:bodyPr>
          <a:p>
            <a:pPr algn="ctr">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Calibri"/>
              </a:rPr>
              <a:t>M</a:t>
            </a:r>
            <a:endParaRPr b="0" i="1" lang="en-IN" sz="1200" strike="noStrike" u="none">
              <a:solidFill>
                <a:srgbClr val="000000"/>
              </a:solidFill>
              <a:effectLst/>
              <a:uFillTx/>
              <a:latin typeface="Calibri"/>
            </a:endParaRPr>
          </a:p>
        </p:txBody>
      </p:sp>
      <p:sp>
        <p:nvSpPr>
          <p:cNvPr id="123" name=""/>
          <p:cNvSpPr/>
          <p:nvPr/>
        </p:nvSpPr>
        <p:spPr>
          <a:xfrm>
            <a:off x="6227640" y="115920"/>
            <a:ext cx="2665440" cy="459720"/>
          </a:xfrm>
          <a:prstGeom prst="rect">
            <a:avLst/>
          </a:prstGeom>
          <a:noFill/>
          <a:ln w="0">
            <a:noFill/>
          </a:ln>
        </p:spPr>
        <p:style>
          <a:lnRef idx="0"/>
          <a:fillRef idx="0"/>
          <a:effectRef idx="0"/>
          <a:fontRef idx="minor"/>
        </p:style>
        <p:txBody>
          <a:bodyPr lIns="90000" rIns="90000" tIns="46800" bIns="46800" anchor="t">
            <a:spAutoFit/>
          </a:bodyPr>
          <a:p>
            <a:pPr algn="ctr">
              <a:spcBef>
                <a:spcPts val="15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trike="noStrike" u="none">
                <a:solidFill>
                  <a:srgbClr val="000000"/>
                </a:solidFill>
                <a:effectLst/>
                <a:uFillTx/>
                <a:latin typeface="Calibri"/>
              </a:rPr>
              <a:t>EXAMPLE</a:t>
            </a:r>
            <a:endParaRPr b="0" i="1" lang="en-IN" sz="2400" strike="noStrike" u="none">
              <a:solidFill>
                <a:srgbClr val="000000"/>
              </a:solidFill>
              <a:effectLst/>
              <a:uFillTx/>
              <a:latin typeface="Calibri"/>
            </a:endParaRPr>
          </a:p>
        </p:txBody>
      </p:sp>
      <p:sp>
        <p:nvSpPr>
          <p:cNvPr id="124" name=""/>
          <p:cNvSpPr/>
          <p:nvPr/>
        </p:nvSpPr>
        <p:spPr>
          <a:xfrm>
            <a:off x="0" y="2421000"/>
            <a:ext cx="5364000" cy="1439640"/>
          </a:xfrm>
          <a:prstGeom prst="rect">
            <a:avLst/>
          </a:prstGeom>
          <a:noFill/>
          <a:ln w="38160">
            <a:solidFill>
              <a:srgbClr val="d24028"/>
            </a:solidFill>
            <a:miter/>
          </a:ln>
        </p:spPr>
        <p:style>
          <a:lnRef idx="0"/>
          <a:fillRef idx="0"/>
          <a:effectRef idx="0"/>
          <a:fontRef idx="minor"/>
        </p:style>
        <p:txBody>
          <a:bodyPr lIns="90000" rIns="90000" tIns="46800" bIns="46800" anchor="ctr">
            <a:spAutoFit/>
          </a:bodyPr>
          <a:p>
            <a:endParaRPr b="0" i="1" lang="en-IN" sz="1600" strike="noStrike" u="none">
              <a:solidFill>
                <a:srgbClr val="000000"/>
              </a:solidFill>
              <a:effectLst/>
              <a:uFillTx/>
              <a:latin typeface="Calibri"/>
            </a:endParaRPr>
          </a:p>
        </p:txBody>
      </p:sp>
      <p:sp>
        <p:nvSpPr>
          <p:cNvPr id="2" name="PlaceHolder 1"/>
          <p:cNvSpPr>
            <a:spLocks noGrp="1"/>
          </p:cNvSpPr>
          <p:nvPr>
            <p:ph type="sldNum" idx="3"/>
          </p:nvPr>
        </p:nvSpPr>
        <p:spPr/>
        <p:txBody>
          <a:bodyPr/>
          <a:p>
            <a:fld id="{F82D64F0-CBEC-44B9-8F74-8CDC203C4F84}" type="slidenum">
              <a:t>22</a:t>
            </a:fld>
          </a:p>
        </p:txBody>
      </p:sp>
    </p:spTree>
  </p:cSld>
  <mc:AlternateContent>
    <mc:Choice Requires="p14">
      <p:transition spd="slow" p14:dur="2000"/>
    </mc:Choice>
    <mc:Fallback>
      <p:transition spd="slow"/>
    </mc:Fallback>
  </mc:AlternateContent>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25" name="PlaceHolder 1"/>
          <p:cNvSpPr>
            <a:spLocks noGrp="1"/>
          </p:cNvSpPr>
          <p:nvPr>
            <p:ph type="title"/>
          </p:nvPr>
        </p:nvSpPr>
        <p:spPr>
          <a:xfrm>
            <a:off x="826920" y="301680"/>
            <a:ext cx="7856640" cy="823680"/>
          </a:xfrm>
          <a:prstGeom prst="rect">
            <a:avLst/>
          </a:prstGeom>
          <a:noFill/>
          <a:ln w="0">
            <a:noFill/>
          </a:ln>
        </p:spPr>
        <p:txBody>
          <a:bodyPr lIns="90000" rIns="90000" tIns="46800" bIns="46800" anchor="b">
            <a:noAutofit/>
          </a:bodyPr>
          <a:p>
            <a:pPr indent="0">
              <a:lnSpc>
                <a:spcPct val="10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3200" strike="noStrike" u="none">
                <a:solidFill>
                  <a:srgbClr val="006666"/>
                </a:solidFill>
                <a:effectLst/>
                <a:uFillTx/>
                <a:latin typeface="Calibri"/>
              </a:rPr>
              <a:t>Appendix J:  Relationship designators in NARs</a:t>
            </a:r>
            <a:r>
              <a:rPr b="0" lang="en-US" sz="3200" strike="noStrike" u="none">
                <a:solidFill>
                  <a:srgbClr val="006666"/>
                </a:solidFill>
                <a:effectLst/>
                <a:uFillTx/>
                <a:latin typeface="Arial"/>
              </a:rPr>
              <a:t> </a:t>
            </a:r>
            <a:endParaRPr b="0" lang="en-IN" sz="3200" strike="noStrike" u="none">
              <a:solidFill>
                <a:srgbClr val="006666"/>
              </a:solidFill>
              <a:effectLst/>
              <a:uFillTx/>
              <a:latin typeface="Arial"/>
            </a:endParaRPr>
          </a:p>
        </p:txBody>
      </p:sp>
      <p:sp>
        <p:nvSpPr>
          <p:cNvPr id="126" name="PlaceHolder 2"/>
          <p:cNvSpPr>
            <a:spLocks noGrp="1"/>
          </p:cNvSpPr>
          <p:nvPr>
            <p:ph/>
          </p:nvPr>
        </p:nvSpPr>
        <p:spPr>
          <a:xfrm>
            <a:off x="684360" y="1196640"/>
            <a:ext cx="7999200" cy="4745160"/>
          </a:xfrm>
          <a:prstGeom prst="rect">
            <a:avLst/>
          </a:prstGeom>
          <a:solidFill>
            <a:srgbClr val="ffffff"/>
          </a:solidFill>
          <a:ln w="0">
            <a:noFill/>
          </a:ln>
        </p:spPr>
        <p:txBody>
          <a:bodyPr lIns="90000" rIns="90000" tIns="46800" bIns="46800" anchor="t">
            <a:normAutofit/>
          </a:bodyPr>
          <a:p>
            <a:pPr marL="343080" indent="-343080">
              <a:lnSpc>
                <a:spcPct val="10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trike="noStrike" u="none">
                <a:solidFill>
                  <a:srgbClr val="000000"/>
                </a:solidFill>
                <a:effectLst/>
                <a:uFillTx/>
                <a:latin typeface="Calibri"/>
              </a:rPr>
              <a:t>Example: </a:t>
            </a:r>
            <a:endParaRPr b="0" lang="en-IN" sz="2400" strike="noStrike" u="none">
              <a:solidFill>
                <a:srgbClr val="000000"/>
              </a:solidFill>
              <a:effectLst/>
              <a:uFillTx/>
              <a:latin typeface="Verdana"/>
            </a:endParaRPr>
          </a:p>
          <a:p>
            <a:pPr marL="343080" indent="-343080">
              <a:lnSpc>
                <a:spcPct val="100000"/>
              </a:lnSpc>
              <a:spcBef>
                <a:spcPts val="601"/>
              </a:spcBef>
              <a:buClr>
                <a:srgbClr val="006666"/>
              </a:buClr>
              <a:buSzPct val="70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trike="noStrike" u="none">
                <a:solidFill>
                  <a:srgbClr val="000000"/>
                </a:solidFill>
                <a:effectLst/>
                <a:uFillTx/>
                <a:latin typeface="Calibri"/>
              </a:rPr>
              <a:t>046 ## $k 1933 </a:t>
            </a:r>
            <a:endParaRPr b="0" lang="en-IN" sz="2400" strike="noStrike" u="none">
              <a:solidFill>
                <a:srgbClr val="000000"/>
              </a:solidFill>
              <a:effectLst/>
              <a:uFillTx/>
              <a:latin typeface="Verdana"/>
            </a:endParaRPr>
          </a:p>
          <a:p>
            <a:pPr marL="343080" indent="-343080">
              <a:lnSpc>
                <a:spcPct val="100000"/>
              </a:lnSpc>
              <a:spcBef>
                <a:spcPts val="601"/>
              </a:spcBef>
              <a:buClr>
                <a:srgbClr val="006666"/>
              </a:buClr>
              <a:buSzPct val="70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trike="noStrike" u="none">
                <a:solidFill>
                  <a:srgbClr val="000000"/>
                </a:solidFill>
                <a:effectLst/>
                <a:uFillTx/>
                <a:latin typeface="Calibri"/>
              </a:rPr>
              <a:t>130 ## $a Devil’s brother (Motion picture)</a:t>
            </a:r>
            <a:endParaRPr b="0" lang="en-IN" sz="2400" strike="noStrike" u="none">
              <a:solidFill>
                <a:srgbClr val="000000"/>
              </a:solidFill>
              <a:effectLst/>
              <a:uFillTx/>
              <a:latin typeface="Verdana"/>
            </a:endParaRPr>
          </a:p>
          <a:p>
            <a:pPr marL="343080" indent="-343080">
              <a:lnSpc>
                <a:spcPct val="100000"/>
              </a:lnSpc>
              <a:spcBef>
                <a:spcPts val="601"/>
              </a:spcBef>
              <a:buClr>
                <a:srgbClr val="006666"/>
              </a:buClr>
              <a:buSzPct val="70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trike="noStrike" u="none">
                <a:solidFill>
                  <a:srgbClr val="000000"/>
                </a:solidFill>
                <a:effectLst/>
                <a:uFillTx/>
                <a:latin typeface="Calibri"/>
              </a:rPr>
              <a:t>380 ## $a Motion picture</a:t>
            </a:r>
            <a:endParaRPr b="0" lang="en-IN" sz="2400" strike="noStrike" u="none">
              <a:solidFill>
                <a:srgbClr val="000000"/>
              </a:solidFill>
              <a:effectLst/>
              <a:uFillTx/>
              <a:latin typeface="Verdana"/>
            </a:endParaRPr>
          </a:p>
          <a:p>
            <a:pPr marL="343080" indent="-343080">
              <a:lnSpc>
                <a:spcPct val="100000"/>
              </a:lnSpc>
              <a:spcBef>
                <a:spcPts val="601"/>
              </a:spcBef>
              <a:buClr>
                <a:srgbClr val="006666"/>
              </a:buClr>
              <a:buSzPct val="70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trike="noStrike" u="none">
                <a:solidFill>
                  <a:srgbClr val="000000"/>
                </a:solidFill>
                <a:effectLst/>
                <a:uFillTx/>
                <a:latin typeface="Calibri"/>
              </a:rPr>
              <a:t>500 1# $</a:t>
            </a:r>
            <a:r>
              <a:rPr b="1" lang="en-US" sz="2400" strike="noStrike" u="none">
                <a:solidFill>
                  <a:srgbClr val="000000"/>
                </a:solidFill>
                <a:effectLst/>
                <a:uFillTx/>
                <a:latin typeface="Calibri"/>
              </a:rPr>
              <a:t>w r $i Motion picture adaptation of (work):</a:t>
            </a:r>
            <a:r>
              <a:rPr b="0" lang="en-US" sz="2400" strike="noStrike" u="none">
                <a:solidFill>
                  <a:srgbClr val="000000"/>
                </a:solidFill>
                <a:effectLst/>
                <a:uFillTx/>
                <a:latin typeface="Calibri"/>
              </a:rPr>
              <a:t> ‡a </a:t>
            </a:r>
            <a:r>
              <a:rPr b="0" lang="en-US" sz="2400" strike="noStrike" u="none">
                <a:solidFill>
                  <a:srgbClr val="000000"/>
                </a:solidFill>
                <a:effectLst/>
                <a:uFillTx/>
                <a:latin typeface="Calibri"/>
              </a:rPr>
              <a:t>	</a:t>
            </a:r>
            <a:r>
              <a:rPr b="0" lang="en-US" sz="2400" strike="noStrike" u="none">
                <a:solidFill>
                  <a:srgbClr val="000000"/>
                </a:solidFill>
                <a:effectLst/>
                <a:uFillTx/>
                <a:latin typeface="Calibri"/>
              </a:rPr>
              <a:t>Auber, D. F. E. $q (Daniel François Esprit), $d </a:t>
            </a:r>
            <a:r>
              <a:rPr b="0" lang="en-US" sz="2400" strike="noStrike" u="none">
                <a:solidFill>
                  <a:srgbClr val="000000"/>
                </a:solidFill>
                <a:effectLst/>
                <a:uFillTx/>
                <a:latin typeface="Calibri"/>
              </a:rPr>
              <a:t>	</a:t>
            </a:r>
            <a:r>
              <a:rPr b="0" lang="en-US" sz="2400" strike="noStrike" u="none">
                <a:solidFill>
                  <a:srgbClr val="000000"/>
                </a:solidFill>
                <a:effectLst/>
                <a:uFillTx/>
                <a:latin typeface="Calibri"/>
              </a:rPr>
              <a:t>1782-1871. $t Fra Diavolo</a:t>
            </a:r>
            <a:endParaRPr b="0" lang="en-IN" sz="2400" strike="noStrike" u="none">
              <a:solidFill>
                <a:srgbClr val="000000"/>
              </a:solidFill>
              <a:effectLst/>
              <a:uFillTx/>
              <a:latin typeface="Verdana"/>
            </a:endParaRPr>
          </a:p>
          <a:p>
            <a:pPr marL="343080" indent="-343080">
              <a:lnSpc>
                <a:spcPct val="100000"/>
              </a:lnSpc>
              <a:spcBef>
                <a:spcPts val="601"/>
              </a:spcBef>
              <a:buClr>
                <a:srgbClr val="006666"/>
              </a:buClr>
              <a:buSzPct val="70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trike="noStrike" u="none">
                <a:solidFill>
                  <a:srgbClr val="000000"/>
                </a:solidFill>
                <a:effectLst/>
                <a:uFillTx/>
                <a:latin typeface="Calibri"/>
              </a:rPr>
              <a:t>670 ## $a The devil's brother, 1933.</a:t>
            </a:r>
            <a:endParaRPr b="0" lang="en-IN" sz="2400" strike="noStrike" u="none">
              <a:solidFill>
                <a:srgbClr val="000000"/>
              </a:solidFill>
              <a:effectLst/>
              <a:uFillTx/>
              <a:latin typeface="Verdana"/>
            </a:endParaRPr>
          </a:p>
          <a:p>
            <a:pPr marL="343080" indent="-343080">
              <a:lnSpc>
                <a:spcPct val="100000"/>
              </a:lnSpc>
              <a:spcBef>
                <a:spcPts val="601"/>
              </a:spcBef>
              <a:buClr>
                <a:srgbClr val="006666"/>
              </a:buClr>
              <a:buSzPct val="70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trike="noStrike" u="none">
                <a:solidFill>
                  <a:srgbClr val="000000"/>
                </a:solidFill>
                <a:effectLst/>
                <a:uFillTx/>
                <a:latin typeface="Calibri"/>
              </a:rPr>
              <a:t>670 ## $a </a:t>
            </a:r>
            <a:r>
              <a:rPr b="0" lang="en-US" sz="2900" strike="noStrike" u="none">
                <a:solidFill>
                  <a:srgbClr val="000000"/>
                </a:solidFill>
                <a:effectLst/>
                <a:uFillTx/>
                <a:latin typeface="Verdana"/>
              </a:rPr>
              <a:t> </a:t>
            </a:r>
            <a:r>
              <a:rPr b="0" lang="en-US" sz="2400" strike="noStrike" u="none">
                <a:solidFill>
                  <a:srgbClr val="000000"/>
                </a:solidFill>
                <a:effectLst/>
                <a:uFillTx/>
                <a:latin typeface="Calibri"/>
              </a:rPr>
              <a:t>IMDB.com, Dec. 27, 2010 ‡b (Devil's brother; motion picture adaptation of Auber's Fra Diavolo produced by Metro-Goldwyn-Mayer and released in 1933)</a:t>
            </a:r>
            <a:endParaRPr b="0" lang="en-IN" sz="2400" strike="noStrike" u="none">
              <a:solidFill>
                <a:srgbClr val="000000"/>
              </a:solidFill>
              <a:effectLst/>
              <a:uFillTx/>
              <a:latin typeface="Verdana"/>
            </a:endParaRPr>
          </a:p>
        </p:txBody>
      </p:sp>
      <p:sp>
        <p:nvSpPr>
          <p:cNvPr id="127" name=""/>
          <p:cNvSpPr/>
          <p:nvPr/>
        </p:nvSpPr>
        <p:spPr>
          <a:xfrm>
            <a:off x="755640" y="1628640"/>
            <a:ext cx="7993080" cy="4537080"/>
          </a:xfrm>
          <a:prstGeom prst="rect">
            <a:avLst/>
          </a:prstGeom>
          <a:noFill/>
          <a:ln w="38160">
            <a:solidFill>
              <a:srgbClr val="006666"/>
            </a:solidFill>
            <a:miter/>
          </a:ln>
        </p:spPr>
        <p:style>
          <a:lnRef idx="0"/>
          <a:fillRef idx="0"/>
          <a:effectRef idx="0"/>
          <a:fontRef idx="minor"/>
        </p:style>
        <p:txBody>
          <a:bodyPr lIns="90000" rIns="90000" tIns="46800" bIns="46800" anchor="ctr">
            <a:spAutoFit/>
          </a:bodyPr>
          <a:p>
            <a:endParaRPr b="0" i="1" lang="en-IN" sz="1600" strike="noStrike" u="none">
              <a:solidFill>
                <a:srgbClr val="000000"/>
              </a:solidFill>
              <a:effectLst/>
              <a:uFillTx/>
              <a:latin typeface="Calibri"/>
            </a:endParaRPr>
          </a:p>
        </p:txBody>
      </p:sp>
      <p:sp>
        <p:nvSpPr>
          <p:cNvPr id="4" name="PlaceHolder 3"/>
          <p:cNvSpPr>
            <a:spLocks noGrp="1"/>
          </p:cNvSpPr>
          <p:nvPr>
            <p:ph type="sldNum" idx="3"/>
          </p:nvPr>
        </p:nvSpPr>
        <p:spPr/>
        <p:txBody>
          <a:bodyPr/>
          <a:p>
            <a:fld id="{C6473D98-6E58-472E-9BE0-531161044D64}" type="slidenum">
              <a:t>23</a:t>
            </a:fld>
          </a:p>
        </p:txBody>
      </p:sp>
    </p:spTree>
  </p:cSld>
  <mc:AlternateContent>
    <mc:Choice Requires="p14">
      <p:transition spd="slow" p14:dur="2000"/>
    </mc:Choice>
    <mc:Fallback>
      <p:transition spd="slow"/>
    </mc:Fallback>
  </mc:AlternateContent>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28" name="PlaceHolder 1"/>
          <p:cNvSpPr>
            <a:spLocks noGrp="1"/>
          </p:cNvSpPr>
          <p:nvPr>
            <p:ph type="title"/>
          </p:nvPr>
        </p:nvSpPr>
        <p:spPr>
          <a:xfrm>
            <a:off x="826920" y="301680"/>
            <a:ext cx="7856640" cy="823680"/>
          </a:xfrm>
          <a:prstGeom prst="rect">
            <a:avLst/>
          </a:prstGeom>
          <a:noFill/>
          <a:ln w="0">
            <a:noFill/>
          </a:ln>
        </p:spPr>
        <p:txBody>
          <a:bodyPr lIns="90000" rIns="90000" tIns="46800" bIns="46800" anchor="b">
            <a:noAutofit/>
          </a:bodyPr>
          <a:p>
            <a:pPr indent="0">
              <a:lnSpc>
                <a:spcPct val="10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3200" strike="noStrike" u="none">
                <a:solidFill>
                  <a:srgbClr val="006666"/>
                </a:solidFill>
                <a:effectLst/>
                <a:uFillTx/>
                <a:latin typeface="Calibri"/>
              </a:rPr>
              <a:t>Appendix J: Relationship designators in NARs</a:t>
            </a:r>
            <a:r>
              <a:rPr b="0" lang="en-US" sz="3200" strike="noStrike" u="none">
                <a:solidFill>
                  <a:srgbClr val="006666"/>
                </a:solidFill>
                <a:effectLst/>
                <a:uFillTx/>
                <a:latin typeface="Arial"/>
              </a:rPr>
              <a:t> </a:t>
            </a:r>
            <a:endParaRPr b="0" lang="en-IN" sz="3200" strike="noStrike" u="none">
              <a:solidFill>
                <a:srgbClr val="006666"/>
              </a:solidFill>
              <a:effectLst/>
              <a:uFillTx/>
              <a:latin typeface="Arial"/>
            </a:endParaRPr>
          </a:p>
        </p:txBody>
      </p:sp>
      <p:sp>
        <p:nvSpPr>
          <p:cNvPr id="129" name="PlaceHolder 2"/>
          <p:cNvSpPr>
            <a:spLocks noGrp="1"/>
          </p:cNvSpPr>
          <p:nvPr>
            <p:ph/>
          </p:nvPr>
        </p:nvSpPr>
        <p:spPr>
          <a:xfrm>
            <a:off x="684360" y="1341360"/>
            <a:ext cx="7999200" cy="4967280"/>
          </a:xfrm>
          <a:prstGeom prst="rect">
            <a:avLst/>
          </a:prstGeom>
          <a:solidFill>
            <a:srgbClr val="ffffff"/>
          </a:solidFill>
          <a:ln w="0">
            <a:noFill/>
          </a:ln>
        </p:spPr>
        <p:txBody>
          <a:bodyPr lIns="90000" rIns="90000" tIns="46800" bIns="46800" anchor="t">
            <a:normAutofit/>
          </a:bodyPr>
          <a:p>
            <a:pPr marL="343080" indent="-343080">
              <a:lnSpc>
                <a:spcPct val="10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trike="noStrike" u="none">
                <a:solidFill>
                  <a:srgbClr val="000000"/>
                </a:solidFill>
                <a:effectLst/>
                <a:uFillTx/>
                <a:latin typeface="Calibri"/>
              </a:rPr>
              <a:t>Example: </a:t>
            </a:r>
            <a:endParaRPr b="0" lang="en-IN" sz="2400" strike="noStrike" u="none">
              <a:solidFill>
                <a:srgbClr val="000000"/>
              </a:solidFill>
              <a:effectLst/>
              <a:uFillTx/>
              <a:latin typeface="Verdana"/>
            </a:endParaRPr>
          </a:p>
          <a:p>
            <a:pPr marL="343080" indent="-343080">
              <a:lnSpc>
                <a:spcPct val="100000"/>
              </a:lnSpc>
              <a:spcBef>
                <a:spcPts val="601"/>
              </a:spcBef>
              <a:buClr>
                <a:srgbClr val="006666"/>
              </a:buClr>
              <a:buSzPct val="70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trike="noStrike" u="none">
                <a:solidFill>
                  <a:srgbClr val="000000"/>
                </a:solidFill>
                <a:effectLst/>
                <a:uFillTx/>
                <a:latin typeface="Calibri"/>
              </a:rPr>
              <a:t>046 ## $k 1830 </a:t>
            </a:r>
            <a:endParaRPr b="0" lang="en-IN" sz="2400" strike="noStrike" u="none">
              <a:solidFill>
                <a:srgbClr val="000000"/>
              </a:solidFill>
              <a:effectLst/>
              <a:uFillTx/>
              <a:latin typeface="Verdana"/>
            </a:endParaRPr>
          </a:p>
          <a:p>
            <a:pPr marL="343080" indent="-343080">
              <a:lnSpc>
                <a:spcPct val="100000"/>
              </a:lnSpc>
              <a:spcBef>
                <a:spcPts val="601"/>
              </a:spcBef>
              <a:buClr>
                <a:srgbClr val="006666"/>
              </a:buClr>
              <a:buSzPct val="70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trike="noStrike" u="none">
                <a:solidFill>
                  <a:srgbClr val="000000"/>
                </a:solidFill>
                <a:effectLst/>
                <a:uFillTx/>
                <a:latin typeface="Calibri"/>
              </a:rPr>
              <a:t>100 1# $a Auber, D. F. E. $q (Daniel François Esprit), $d </a:t>
            </a:r>
            <a:r>
              <a:rPr b="0" lang="en-US" sz="2400" strike="noStrike" u="none">
                <a:solidFill>
                  <a:srgbClr val="000000"/>
                </a:solidFill>
                <a:effectLst/>
                <a:uFillTx/>
                <a:latin typeface="Calibri"/>
              </a:rPr>
              <a:t>	</a:t>
            </a:r>
            <a:r>
              <a:rPr b="0" lang="en-US" sz="2400" strike="noStrike" u="none">
                <a:solidFill>
                  <a:srgbClr val="000000"/>
                </a:solidFill>
                <a:effectLst/>
                <a:uFillTx/>
                <a:latin typeface="Calibri"/>
              </a:rPr>
              <a:t>1782-1871. $t Fra Diavolo</a:t>
            </a:r>
            <a:endParaRPr b="0" lang="en-IN" sz="2400" strike="noStrike" u="none">
              <a:solidFill>
                <a:srgbClr val="000000"/>
              </a:solidFill>
              <a:effectLst/>
              <a:uFillTx/>
              <a:latin typeface="Verdana"/>
            </a:endParaRPr>
          </a:p>
          <a:p>
            <a:pPr marL="343080" indent="-343080">
              <a:lnSpc>
                <a:spcPct val="100000"/>
              </a:lnSpc>
              <a:spcBef>
                <a:spcPts val="601"/>
              </a:spcBef>
              <a:buClr>
                <a:srgbClr val="006666"/>
              </a:buClr>
              <a:buSzPct val="70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trike="noStrike" u="none">
                <a:solidFill>
                  <a:srgbClr val="000000"/>
                </a:solidFill>
                <a:effectLst/>
                <a:uFillTx/>
                <a:latin typeface="Calibri"/>
              </a:rPr>
              <a:t>380 ## $a Opera</a:t>
            </a:r>
            <a:endParaRPr b="0" lang="en-IN" sz="2400" strike="noStrike" u="none">
              <a:solidFill>
                <a:srgbClr val="000000"/>
              </a:solidFill>
              <a:effectLst/>
              <a:uFillTx/>
              <a:latin typeface="Verdana"/>
            </a:endParaRPr>
          </a:p>
          <a:p>
            <a:pPr marL="343080" indent="-343080">
              <a:lnSpc>
                <a:spcPct val="100000"/>
              </a:lnSpc>
              <a:spcBef>
                <a:spcPts val="601"/>
              </a:spcBef>
              <a:buClr>
                <a:srgbClr val="006666"/>
              </a:buClr>
              <a:buSzPct val="70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trike="noStrike" u="none">
                <a:solidFill>
                  <a:srgbClr val="000000"/>
                </a:solidFill>
                <a:effectLst/>
                <a:uFillTx/>
                <a:latin typeface="Calibri"/>
              </a:rPr>
              <a:t>530 #</a:t>
            </a:r>
            <a:r>
              <a:rPr b="1" lang="en-US" sz="2400" strike="noStrike" u="none">
                <a:solidFill>
                  <a:srgbClr val="000000"/>
                </a:solidFill>
                <a:effectLst/>
                <a:uFillTx/>
                <a:latin typeface="Calibri"/>
              </a:rPr>
              <a:t># $w r $i Adapted as a motion picture (work):</a:t>
            </a:r>
            <a:r>
              <a:rPr b="0" lang="en-US" sz="2400" strike="noStrike" u="none">
                <a:solidFill>
                  <a:srgbClr val="000000"/>
                </a:solidFill>
                <a:effectLst/>
                <a:uFillTx/>
                <a:latin typeface="Calibri"/>
              </a:rPr>
              <a:t> ‡a </a:t>
            </a:r>
            <a:r>
              <a:rPr b="0" lang="en-US" sz="2400" strike="noStrike" u="none">
                <a:solidFill>
                  <a:srgbClr val="000000"/>
                </a:solidFill>
                <a:effectLst/>
                <a:uFillTx/>
                <a:latin typeface="Calibri"/>
              </a:rPr>
              <a:t>	</a:t>
            </a:r>
            <a:r>
              <a:rPr b="0" lang="en-US" sz="2400" strike="noStrike" u="none">
                <a:solidFill>
                  <a:srgbClr val="000000"/>
                </a:solidFill>
                <a:effectLst/>
                <a:uFillTx/>
                <a:latin typeface="Calibri"/>
              </a:rPr>
              <a:t>Devil's </a:t>
            </a:r>
            <a:r>
              <a:rPr b="0" lang="en-US" sz="2400" strike="noStrike" u="none">
                <a:solidFill>
                  <a:srgbClr val="000000"/>
                </a:solidFill>
                <a:effectLst/>
                <a:uFillTx/>
                <a:latin typeface="Calibri"/>
              </a:rPr>
              <a:t>	</a:t>
            </a:r>
            <a:r>
              <a:rPr b="0" lang="en-US" sz="2400" strike="noStrike" u="none">
                <a:solidFill>
                  <a:srgbClr val="000000"/>
                </a:solidFill>
                <a:effectLst/>
                <a:uFillTx/>
                <a:latin typeface="Calibri"/>
              </a:rPr>
              <a:t>brother (Motion picture)</a:t>
            </a:r>
            <a:endParaRPr b="0" lang="en-IN" sz="2400" strike="noStrike" u="none">
              <a:solidFill>
                <a:srgbClr val="000000"/>
              </a:solidFill>
              <a:effectLst/>
              <a:uFillTx/>
              <a:latin typeface="Verdana"/>
            </a:endParaRPr>
          </a:p>
          <a:p>
            <a:pPr marL="343080" indent="-343080">
              <a:lnSpc>
                <a:spcPct val="100000"/>
              </a:lnSpc>
              <a:spcBef>
                <a:spcPts val="601"/>
              </a:spcBef>
              <a:buClr>
                <a:srgbClr val="006666"/>
              </a:buClr>
              <a:buSzPct val="70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trike="noStrike" u="none">
                <a:solidFill>
                  <a:srgbClr val="000000"/>
                </a:solidFill>
                <a:effectLst/>
                <a:uFillTx/>
                <a:latin typeface="Calibri"/>
              </a:rPr>
              <a:t>670 ## $a  Wikipedia, Dec. 27, 2010 ‡b (Fra Diavolo; </a:t>
            </a:r>
            <a:r>
              <a:rPr b="0" lang="en-US" sz="2400" strike="noStrike" u="none">
                <a:solidFill>
                  <a:srgbClr val="000000"/>
                </a:solidFill>
                <a:effectLst/>
                <a:uFillTx/>
                <a:latin typeface="Calibri"/>
              </a:rPr>
              <a:t>	</a:t>
            </a:r>
            <a:r>
              <a:rPr b="0" lang="en-US" sz="2400" strike="noStrike" u="none">
                <a:solidFill>
                  <a:srgbClr val="000000"/>
                </a:solidFill>
                <a:effectLst/>
                <a:uFillTx/>
                <a:latin typeface="Calibri"/>
              </a:rPr>
              <a:t>L'hôtellerie de Terracine; Inn of Terracina; opéra </a:t>
            </a:r>
            <a:r>
              <a:rPr b="0" lang="en-US" sz="2400" strike="noStrike" u="none">
                <a:solidFill>
                  <a:srgbClr val="000000"/>
                </a:solidFill>
                <a:effectLst/>
                <a:uFillTx/>
                <a:latin typeface="Calibri"/>
              </a:rPr>
              <a:t>	</a:t>
            </a:r>
            <a:r>
              <a:rPr b="0" lang="en-US" sz="2400" strike="noStrike" u="none">
                <a:solidFill>
                  <a:srgbClr val="000000"/>
                </a:solidFill>
                <a:effectLst/>
                <a:uFillTx/>
                <a:latin typeface="Calibri"/>
              </a:rPr>
              <a:t>comique by Daniel Auber; based loosely on the life of </a:t>
            </a:r>
            <a:r>
              <a:rPr b="0" lang="en-US" sz="2400" strike="noStrike" u="none">
                <a:solidFill>
                  <a:srgbClr val="000000"/>
                </a:solidFill>
                <a:effectLst/>
                <a:uFillTx/>
                <a:latin typeface="Calibri"/>
              </a:rPr>
              <a:t>	</a:t>
            </a:r>
            <a:r>
              <a:rPr b="0" lang="en-US" sz="2400" strike="noStrike" u="none">
                <a:solidFill>
                  <a:srgbClr val="000000"/>
                </a:solidFill>
                <a:effectLst/>
                <a:uFillTx/>
                <a:latin typeface="Calibri"/>
              </a:rPr>
              <a:t>Michele Pezza; first performed on Jan. 28, 1830 in </a:t>
            </a:r>
            <a:r>
              <a:rPr b="0" lang="en-US" sz="2400" strike="noStrike" u="none">
                <a:solidFill>
                  <a:srgbClr val="000000"/>
                </a:solidFill>
                <a:effectLst/>
                <a:uFillTx/>
                <a:latin typeface="Calibri"/>
              </a:rPr>
              <a:t>	</a:t>
            </a:r>
            <a:r>
              <a:rPr b="0" lang="en-US" sz="2400" strike="noStrike" u="none">
                <a:solidFill>
                  <a:srgbClr val="000000"/>
                </a:solidFill>
                <a:effectLst/>
                <a:uFillTx/>
                <a:latin typeface="Calibri"/>
              </a:rPr>
              <a:t>Paris)</a:t>
            </a:r>
            <a:endParaRPr b="0" lang="en-IN" sz="2400" strike="noStrike" u="none">
              <a:solidFill>
                <a:srgbClr val="000000"/>
              </a:solidFill>
              <a:effectLst/>
              <a:uFillTx/>
              <a:latin typeface="Verdana"/>
            </a:endParaRPr>
          </a:p>
        </p:txBody>
      </p:sp>
      <p:sp>
        <p:nvSpPr>
          <p:cNvPr id="130" name=""/>
          <p:cNvSpPr/>
          <p:nvPr/>
        </p:nvSpPr>
        <p:spPr>
          <a:xfrm>
            <a:off x="755640" y="1844640"/>
            <a:ext cx="7993080" cy="4321080"/>
          </a:xfrm>
          <a:prstGeom prst="rect">
            <a:avLst/>
          </a:prstGeom>
          <a:noFill/>
          <a:ln w="38160">
            <a:solidFill>
              <a:srgbClr val="006666"/>
            </a:solidFill>
            <a:miter/>
          </a:ln>
        </p:spPr>
        <p:style>
          <a:lnRef idx="0"/>
          <a:fillRef idx="0"/>
          <a:effectRef idx="0"/>
          <a:fontRef idx="minor"/>
        </p:style>
        <p:txBody>
          <a:bodyPr wrap="none" lIns="90000" rIns="90000" tIns="46800" bIns="46800" anchor="ctr">
            <a:spAutoFit/>
          </a:bodyPr>
          <a:p>
            <a:endParaRPr b="0" i="1" lang="en-IN" sz="1600" strike="noStrike" u="none">
              <a:solidFill>
                <a:srgbClr val="000000"/>
              </a:solidFill>
              <a:effectLst/>
              <a:uFillTx/>
              <a:latin typeface="Calibri"/>
            </a:endParaRPr>
          </a:p>
        </p:txBody>
      </p:sp>
      <p:sp>
        <p:nvSpPr>
          <p:cNvPr id="4" name="PlaceHolder 3"/>
          <p:cNvSpPr>
            <a:spLocks noGrp="1"/>
          </p:cNvSpPr>
          <p:nvPr>
            <p:ph type="sldNum" idx="3"/>
          </p:nvPr>
        </p:nvSpPr>
        <p:spPr/>
        <p:txBody>
          <a:bodyPr/>
          <a:p>
            <a:fld id="{5FF71EC3-3EC8-42A4-BAAF-315997463E22}" type="slidenum">
              <a:t>24</a:t>
            </a:fld>
          </a:p>
        </p:txBody>
      </p:sp>
    </p:spTree>
  </p:cSld>
  <mc:AlternateContent>
    <mc:Choice Requires="p14">
      <p:transition spd="slow" p14:dur="2000"/>
    </mc:Choice>
    <mc:Fallback>
      <p:transition spd="slow"/>
    </mc:Fallback>
  </mc:AlternateContent>
</p:sld>
</file>

<file path=ppt/slides/slide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31" name=""/>
          <p:cNvSpPr/>
          <p:nvPr/>
        </p:nvSpPr>
        <p:spPr>
          <a:xfrm>
            <a:off x="684360" y="1557360"/>
            <a:ext cx="8207280" cy="3020040"/>
          </a:xfrm>
          <a:prstGeom prst="rect">
            <a:avLst/>
          </a:prstGeom>
          <a:solidFill>
            <a:srgbClr val="ffffff"/>
          </a:solidFill>
          <a:ln w="9360">
            <a:solidFill>
              <a:srgbClr val="006666"/>
            </a:solidFill>
            <a:miter/>
          </a:ln>
        </p:spPr>
        <p:style>
          <a:lnRef idx="0"/>
          <a:fillRef idx="0"/>
          <a:effectRef idx="0"/>
          <a:fontRef idx="minor"/>
        </p:style>
        <p:txBody>
          <a:bodyPr lIns="90000" rIns="90000" tIns="46800" bIns="4680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trike="noStrike" u="none">
                <a:solidFill>
                  <a:srgbClr val="000000"/>
                </a:solidFill>
                <a:effectLst/>
                <a:uFillTx/>
                <a:latin typeface="Calibri"/>
              </a:rPr>
              <a:t>100 1# $a Mishima, Yukio, $d 1925-1970. $t Shiosai. $l English</a:t>
            </a:r>
            <a:endParaRPr b="0" i="1" lang="en-IN" sz="2400" strike="noStrike" u="none">
              <a:solidFill>
                <a:srgbClr val="000000"/>
              </a:solidFill>
              <a:effectLst/>
              <a:uFillTx/>
              <a:latin typeface="Calibri"/>
            </a:endParaRPr>
          </a:p>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i="1" lang="en-IN" sz="2400" strike="noStrike" u="none">
              <a:solidFill>
                <a:srgbClr val="000000"/>
              </a:solidFill>
              <a:effectLst/>
              <a:uFillTx/>
              <a:latin typeface="Calibri"/>
            </a:endParaRPr>
          </a:p>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i="1" lang="en-IN" sz="2400" strike="noStrike" u="none">
              <a:solidFill>
                <a:srgbClr val="000000"/>
              </a:solidFill>
              <a:effectLst/>
              <a:uFillTx/>
              <a:latin typeface="Calibri"/>
            </a:endParaRPr>
          </a:p>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trike="noStrike" u="none">
                <a:solidFill>
                  <a:srgbClr val="000000"/>
                </a:solidFill>
                <a:effectLst/>
                <a:uFillTx/>
                <a:latin typeface="Calibri"/>
              </a:rPr>
              <a:t>400 1# $a Mishima, Yukio, $d 1925-1970. $t Sound of waves</a:t>
            </a:r>
            <a:endParaRPr b="0" i="1" lang="en-IN" sz="2400" strike="noStrike" u="none">
              <a:solidFill>
                <a:srgbClr val="000000"/>
              </a:solidFill>
              <a:effectLst/>
              <a:uFillTx/>
              <a:latin typeface="Calibri"/>
            </a:endParaRPr>
          </a:p>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i="1" lang="en-IN" sz="2400" strike="noStrike" u="none">
              <a:solidFill>
                <a:srgbClr val="000000"/>
              </a:solidFill>
              <a:effectLst/>
              <a:uFillTx/>
              <a:latin typeface="Calibri"/>
            </a:endParaRPr>
          </a:p>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i="1" lang="en-IN" sz="2400" strike="noStrike" u="none">
              <a:solidFill>
                <a:srgbClr val="000000"/>
              </a:solidFill>
              <a:effectLst/>
              <a:uFillTx/>
              <a:latin typeface="Calibri"/>
            </a:endParaRPr>
          </a:p>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i="1" lang="en-IN" sz="2400" strike="noStrike" u="none">
              <a:solidFill>
                <a:srgbClr val="000000"/>
              </a:solidFill>
              <a:effectLst/>
              <a:uFillTx/>
              <a:latin typeface="Calibri"/>
            </a:endParaRPr>
          </a:p>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trike="noStrike" u="none">
                <a:solidFill>
                  <a:srgbClr val="000000"/>
                </a:solidFill>
                <a:effectLst/>
                <a:uFillTx/>
                <a:latin typeface="Calibri"/>
              </a:rPr>
              <a:t>670 ## $a Sound of waves, 1994.</a:t>
            </a:r>
            <a:endParaRPr b="0" i="1" lang="en-IN" sz="2400" strike="noStrike" u="none">
              <a:solidFill>
                <a:srgbClr val="000000"/>
              </a:solidFill>
              <a:effectLst/>
              <a:uFillTx/>
              <a:latin typeface="Calibri"/>
            </a:endParaRPr>
          </a:p>
        </p:txBody>
      </p:sp>
      <p:sp>
        <p:nvSpPr>
          <p:cNvPr id="132" name="PlaceHolder 1"/>
          <p:cNvSpPr>
            <a:spLocks noGrp="1"/>
          </p:cNvSpPr>
          <p:nvPr>
            <p:ph type="title"/>
          </p:nvPr>
        </p:nvSpPr>
        <p:spPr>
          <a:xfrm>
            <a:off x="611280" y="333000"/>
            <a:ext cx="8353440" cy="863640"/>
          </a:xfrm>
          <a:prstGeom prst="rect">
            <a:avLst/>
          </a:prstGeom>
          <a:noFill/>
          <a:ln w="0">
            <a:noFill/>
          </a:ln>
        </p:spPr>
        <p:txBody>
          <a:bodyPr lIns="91440" rIns="91440" tIns="45720" bIns="45720" anchor="ctr">
            <a:noAutofit/>
          </a:bodyPr>
          <a:p>
            <a:pPr indent="0">
              <a:lnSpc>
                <a:spcPct val="10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3200" strike="noStrike" u="none">
                <a:solidFill>
                  <a:srgbClr val="006666"/>
                </a:solidFill>
                <a:effectLst/>
                <a:uFillTx/>
                <a:latin typeface="Calibri"/>
              </a:rPr>
              <a:t>Appendix J: Relationship designators in NARs</a:t>
            </a:r>
            <a:br>
              <a:rPr sz="3200"/>
            </a:br>
            <a:r>
              <a:rPr b="0" lang="en-US" sz="3200" strike="noStrike" u="none">
                <a:solidFill>
                  <a:srgbClr val="006666"/>
                </a:solidFill>
                <a:effectLst/>
                <a:uFillTx/>
                <a:latin typeface="Calibri"/>
              </a:rPr>
              <a:t>Bonus quiz:</a:t>
            </a:r>
            <a:r>
              <a:rPr b="0" lang="en-US" sz="3600" strike="noStrike" u="none">
                <a:solidFill>
                  <a:srgbClr val="006666"/>
                </a:solidFill>
                <a:effectLst/>
                <a:uFillTx/>
                <a:latin typeface="Arial"/>
              </a:rPr>
              <a:t> </a:t>
            </a:r>
            <a:endParaRPr b="0" lang="en-IN" sz="3600" strike="noStrike" u="none">
              <a:solidFill>
                <a:srgbClr val="006666"/>
              </a:solidFill>
              <a:effectLst/>
              <a:uFillTx/>
              <a:latin typeface="Arial"/>
            </a:endParaRPr>
          </a:p>
        </p:txBody>
      </p:sp>
      <p:sp>
        <p:nvSpPr>
          <p:cNvPr id="133" name=""/>
          <p:cNvSpPr/>
          <p:nvPr/>
        </p:nvSpPr>
        <p:spPr>
          <a:xfrm>
            <a:off x="179280" y="2133720"/>
            <a:ext cx="5184720" cy="459720"/>
          </a:xfrm>
          <a:prstGeom prst="rect">
            <a:avLst/>
          </a:prstGeom>
          <a:noFill/>
          <a:ln w="0">
            <a:noFill/>
          </a:ln>
        </p:spPr>
        <p:style>
          <a:lnRef idx="0"/>
          <a:fillRef idx="0"/>
          <a:effectRef idx="0"/>
          <a:fontRef idx="minor"/>
        </p:style>
        <p:txBody>
          <a:bodyPr lIns="90000" rIns="90000" tIns="46800" bIns="46800" anchor="t">
            <a:spAutoFit/>
          </a:bodyPr>
          <a:p>
            <a:pPr algn="ctr">
              <a:spcBef>
                <a:spcPts val="15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2400" strike="noStrike" u="none">
                <a:solidFill>
                  <a:srgbClr val="000000"/>
                </a:solidFill>
                <a:effectLst/>
                <a:uFillTx/>
                <a:latin typeface="Calibri"/>
              </a:rPr>
              <a:t>336 ## $a text $2 rdacontent</a:t>
            </a:r>
            <a:endParaRPr b="0" i="1" lang="en-IN" sz="2400" strike="noStrike" u="none">
              <a:solidFill>
                <a:srgbClr val="000000"/>
              </a:solidFill>
              <a:effectLst/>
              <a:uFillTx/>
              <a:latin typeface="Calibri"/>
            </a:endParaRPr>
          </a:p>
        </p:txBody>
      </p:sp>
      <p:sp>
        <p:nvSpPr>
          <p:cNvPr id="134" name=""/>
          <p:cNvSpPr/>
          <p:nvPr/>
        </p:nvSpPr>
        <p:spPr>
          <a:xfrm>
            <a:off x="684360" y="3213000"/>
            <a:ext cx="8243640" cy="825480"/>
          </a:xfrm>
          <a:prstGeom prst="rect">
            <a:avLst/>
          </a:prstGeom>
          <a:noFill/>
          <a:ln w="0">
            <a:noFill/>
          </a:ln>
        </p:spPr>
        <p:style>
          <a:lnRef idx="0"/>
          <a:fillRef idx="0"/>
          <a:effectRef idx="0"/>
          <a:fontRef idx="minor"/>
        </p:style>
        <p:txBody>
          <a:bodyPr lIns="90000" rIns="90000" tIns="46800" bIns="46800" anchor="t">
            <a:spAutoFit/>
          </a:bodyPr>
          <a:p>
            <a:pPr>
              <a:spcBef>
                <a:spcPts val="15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trike="noStrike" u="none">
                <a:solidFill>
                  <a:srgbClr val="000000"/>
                </a:solidFill>
                <a:effectLst/>
                <a:uFillTx/>
                <a:latin typeface="Calibri"/>
              </a:rPr>
              <a:t>500 1# </a:t>
            </a:r>
            <a:r>
              <a:rPr b="1" lang="en-US" sz="2400" strike="noStrike" u="none">
                <a:solidFill>
                  <a:srgbClr val="000000"/>
                </a:solidFill>
                <a:effectLst/>
                <a:uFillTx/>
                <a:latin typeface="Calibri"/>
              </a:rPr>
              <a:t>$w r $i Translation of:</a:t>
            </a:r>
            <a:r>
              <a:rPr b="0" lang="en-US" sz="2400" strike="noStrike" u="none">
                <a:solidFill>
                  <a:srgbClr val="000000"/>
                </a:solidFill>
                <a:effectLst/>
                <a:uFillTx/>
                <a:latin typeface="Calibri"/>
              </a:rPr>
              <a:t> $a</a:t>
            </a:r>
            <a:r>
              <a:rPr b="0" i="1" lang="en-US" sz="2400" strike="noStrike" u="none">
                <a:solidFill>
                  <a:srgbClr val="000000"/>
                </a:solidFill>
                <a:effectLst/>
                <a:uFillTx/>
                <a:latin typeface="Calibri"/>
              </a:rPr>
              <a:t> </a:t>
            </a:r>
            <a:r>
              <a:rPr b="0" lang="en-US" sz="2400" strike="noStrike" u="none">
                <a:solidFill>
                  <a:srgbClr val="000000"/>
                </a:solidFill>
                <a:effectLst/>
                <a:uFillTx/>
                <a:latin typeface="Calibri"/>
              </a:rPr>
              <a:t>Mishima, Yukio, $d 1925-1970. </a:t>
            </a:r>
            <a:r>
              <a:rPr b="0" lang="en-US" sz="2400" strike="noStrike" u="none">
                <a:solidFill>
                  <a:srgbClr val="000000"/>
                </a:solidFill>
                <a:effectLst/>
                <a:uFillTx/>
                <a:latin typeface="Calibri"/>
              </a:rPr>
              <a:t>	</a:t>
            </a:r>
            <a:r>
              <a:rPr b="0" lang="en-US" sz="2400" strike="noStrike" u="none">
                <a:solidFill>
                  <a:srgbClr val="000000"/>
                </a:solidFill>
                <a:effectLst/>
                <a:uFillTx/>
                <a:latin typeface="Calibri"/>
              </a:rPr>
              <a:t>$t Shiosai</a:t>
            </a:r>
            <a:endParaRPr b="0" i="1" lang="en-IN" sz="2400" strike="noStrike" u="none">
              <a:solidFill>
                <a:srgbClr val="000000"/>
              </a:solidFill>
              <a:effectLst/>
              <a:uFillTx/>
              <a:latin typeface="Calibri"/>
            </a:endParaRPr>
          </a:p>
        </p:txBody>
      </p:sp>
      <p:sp>
        <p:nvSpPr>
          <p:cNvPr id="135" name=""/>
          <p:cNvSpPr/>
          <p:nvPr/>
        </p:nvSpPr>
        <p:spPr>
          <a:xfrm>
            <a:off x="539640" y="5084640"/>
            <a:ext cx="8425080" cy="1191240"/>
          </a:xfrm>
          <a:prstGeom prst="rect">
            <a:avLst/>
          </a:prstGeom>
          <a:solidFill>
            <a:srgbClr val="ffffff"/>
          </a:solidFill>
          <a:ln w="9360">
            <a:solidFill>
              <a:srgbClr val="006666"/>
            </a:solidFill>
            <a:miter/>
          </a:ln>
        </p:spPr>
        <p:style>
          <a:lnRef idx="0"/>
          <a:fillRef idx="0"/>
          <a:effectRef idx="0"/>
          <a:fontRef idx="minor"/>
        </p:style>
        <p:txBody>
          <a:bodyPr lIns="90000" rIns="90000" tIns="46800" bIns="4680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trike="noStrike" u="none">
                <a:solidFill>
                  <a:srgbClr val="000000"/>
                </a:solidFill>
                <a:effectLst/>
                <a:uFillTx/>
                <a:latin typeface="Calibri"/>
              </a:rPr>
              <a:t>100 1# $a Mishima, Yukio, $d 1925-1970. $t Shiosai </a:t>
            </a:r>
            <a:endParaRPr b="0" i="1" lang="en-IN" sz="2400" strike="noStrike" u="none">
              <a:solidFill>
                <a:srgbClr val="000000"/>
              </a:solidFill>
              <a:effectLst/>
              <a:uFillTx/>
              <a:latin typeface="Calibri"/>
            </a:endParaRPr>
          </a:p>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2400" strike="noStrike" u="none">
                <a:solidFill>
                  <a:srgbClr val="000000"/>
                </a:solidFill>
                <a:effectLst/>
                <a:uFillTx/>
                <a:latin typeface="Calibri"/>
              </a:rPr>
              <a:t>500 1# $w r $i Translated as:</a:t>
            </a:r>
            <a:r>
              <a:rPr b="0" lang="en-US" sz="2400" strike="noStrike" u="none">
                <a:solidFill>
                  <a:srgbClr val="000000"/>
                </a:solidFill>
                <a:effectLst/>
                <a:uFillTx/>
                <a:latin typeface="Calibri"/>
              </a:rPr>
              <a:t> $a Mishima, Yukio, $d 1925-1970. $t Shiosai. $l English</a:t>
            </a:r>
            <a:endParaRPr b="0" i="1" lang="en-IN" sz="2400" strike="noStrike" u="none">
              <a:solidFill>
                <a:srgbClr val="000000"/>
              </a:solidFill>
              <a:effectLst/>
              <a:uFillTx/>
              <a:latin typeface="Calibri"/>
            </a:endParaRPr>
          </a:p>
        </p:txBody>
      </p:sp>
      <p:sp>
        <p:nvSpPr>
          <p:cNvPr id="136" name=""/>
          <p:cNvSpPr/>
          <p:nvPr/>
        </p:nvSpPr>
        <p:spPr>
          <a:xfrm>
            <a:off x="324000" y="4653000"/>
            <a:ext cx="5111640" cy="459720"/>
          </a:xfrm>
          <a:prstGeom prst="rect">
            <a:avLst/>
          </a:prstGeom>
          <a:noFill/>
          <a:ln w="0">
            <a:noFill/>
          </a:ln>
        </p:spPr>
        <p:style>
          <a:lnRef idx="0"/>
          <a:fillRef idx="0"/>
          <a:effectRef idx="0"/>
          <a:fontRef idx="minor"/>
        </p:style>
        <p:txBody>
          <a:bodyPr lIns="90000" rIns="90000" tIns="46800" bIns="46800" anchor="t">
            <a:spAutoFit/>
          </a:bodyPr>
          <a:p>
            <a:pPr>
              <a:spcBef>
                <a:spcPts val="15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trike="noStrike" u="none">
                <a:solidFill>
                  <a:srgbClr val="000000"/>
                </a:solidFill>
                <a:effectLst/>
                <a:uFillTx/>
                <a:latin typeface="Calibri"/>
              </a:rPr>
              <a:t>Reciprocal NAR not very helpful:</a:t>
            </a:r>
            <a:endParaRPr b="0" i="1" lang="en-IN" sz="2400" strike="noStrike" u="none">
              <a:solidFill>
                <a:srgbClr val="000000"/>
              </a:solidFill>
              <a:effectLst/>
              <a:uFillTx/>
              <a:latin typeface="Calibri"/>
            </a:endParaRPr>
          </a:p>
        </p:txBody>
      </p:sp>
      <p:sp>
        <p:nvSpPr>
          <p:cNvPr id="3" name="PlaceHolder 2"/>
          <p:cNvSpPr>
            <a:spLocks noGrp="1"/>
          </p:cNvSpPr>
          <p:nvPr>
            <p:ph type="sldNum" idx="3"/>
          </p:nvPr>
        </p:nvSpPr>
        <p:spPr/>
        <p:txBody>
          <a:bodyPr/>
          <a:p>
            <a:fld id="{64039AD8-6AF4-4EA6-9C8C-14C5A2E1C929}" type="slidenum">
              <a:t>25</a:t>
            </a:fld>
          </a:p>
        </p:txBody>
      </p:sp>
    </p:spTree>
  </p:cSld>
  <mc:AlternateContent>
    <mc:Choice Requires="p14">
      <p:transition spd="slow" p14:dur="2000"/>
    </mc:Choice>
    <mc:Fallback>
      <p:transition spd="slow"/>
    </mc:Fallback>
  </mc:AlternateContent>
  <p:timing>
    <p:tnLst>
      <p:par>
        <p:cTn id="81" dur="indefinite" restart="never" nodeType="tmRoot">
          <p:childTnLst>
            <p:seq>
              <p:cTn id="82" dur="indefinite" nodeType="mainSeq">
                <p:childTnLst>
                  <p:par>
                    <p:cTn id="83" fill="hold">
                      <p:stCondLst>
                        <p:cond delay="indefinite"/>
                      </p:stCondLst>
                      <p:childTnLst>
                        <p:par>
                          <p:cTn id="84" fill="hold">
                            <p:stCondLst>
                              <p:cond delay="0"/>
                            </p:stCondLst>
                            <p:childTnLst>
                              <p:par>
                                <p:cTn id="85" nodeType="clickEffect" fill="hold" presetClass="entr" presetID="1">
                                  <p:stCondLst>
                                    <p:cond delay="0"/>
                                  </p:stCondLst>
                                  <p:childTnLst>
                                    <p:set>
                                      <p:cBhvr>
                                        <p:cTn id="86" dur="1" fill="hold">
                                          <p:stCondLst>
                                            <p:cond delay="0"/>
                                          </p:stCondLst>
                                        </p:cTn>
                                        <p:tgtEl>
                                          <p:spTgt spid="133"/>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nodeType="clickEffect" fill="hold" presetClass="entr" presetID="1">
                                  <p:stCondLst>
                                    <p:cond delay="0"/>
                                  </p:stCondLst>
                                  <p:childTnLst>
                                    <p:set>
                                      <p:cBhvr>
                                        <p:cTn id="90" dur="1" fill="hold">
                                          <p:stCondLst>
                                            <p:cond delay="0"/>
                                          </p:stCondLst>
                                        </p:cTn>
                                        <p:tgtEl>
                                          <p:spTgt spid="134"/>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nodeType="clickEffect" fill="hold" presetClass="entr" presetID="1">
                                  <p:stCondLst>
                                    <p:cond delay="0"/>
                                  </p:stCondLst>
                                  <p:childTnLst>
                                    <p:set>
                                      <p:cBhvr>
                                        <p:cTn id="94" dur="1" fill="hold">
                                          <p:stCondLst>
                                            <p:cond delay="0"/>
                                          </p:stCondLst>
                                        </p:cTn>
                                        <p:tgtEl>
                                          <p:spTgt spid="136"/>
                                        </p:tgtEl>
                                        <p:attrNameLst>
                                          <p:attrName>style.visibility</p:attrName>
                                        </p:attrNameLst>
                                      </p:cBhvr>
                                      <p:to>
                                        <p:strVal val="visible"/>
                                      </p:to>
                                    </p:set>
                                  </p:childTnLst>
                                </p:cTn>
                              </p:par>
                              <p:par>
                                <p:cTn id="95" nodeType="withEffect" fill="hold" presetClass="entr" presetID="1">
                                  <p:stCondLst>
                                    <p:cond delay="0"/>
                                  </p:stCondLst>
                                  <p:childTnLst>
                                    <p:set>
                                      <p:cBhvr>
                                        <p:cTn id="96" dur="1" fill="hold">
                                          <p:stCondLst>
                                            <p:cond delay="0"/>
                                          </p:stCondLst>
                                        </p:cTn>
                                        <p:tgtEl>
                                          <p:spTgt spid="13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37" name="PlaceHolder 1"/>
          <p:cNvSpPr>
            <a:spLocks noGrp="1"/>
          </p:cNvSpPr>
          <p:nvPr>
            <p:ph type="title"/>
          </p:nvPr>
        </p:nvSpPr>
        <p:spPr>
          <a:xfrm>
            <a:off x="1042560" y="1699920"/>
            <a:ext cx="7890120" cy="718920"/>
          </a:xfrm>
          <a:prstGeom prst="rect">
            <a:avLst/>
          </a:prstGeom>
          <a:noFill/>
          <a:ln w="0">
            <a:noFill/>
          </a:ln>
        </p:spPr>
        <p:txBody>
          <a:bodyPr lIns="90000" rIns="90000" tIns="46800" bIns="46800" anchor="b">
            <a:noAutofit/>
          </a:bodyPr>
          <a:p>
            <a:pPr indent="0">
              <a:lnSpc>
                <a:spcPct val="10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3600" strike="noStrike" u="none">
                <a:solidFill>
                  <a:srgbClr val="006666"/>
                </a:solidFill>
                <a:effectLst/>
                <a:uFillTx/>
                <a:latin typeface="Calibri"/>
              </a:rPr>
              <a:t>QUESTIONS?  LChelpforRDA@loc.gov  </a:t>
            </a:r>
            <a:endParaRPr b="0" lang="en-IN" sz="3600" strike="noStrike" u="none">
              <a:solidFill>
                <a:srgbClr val="006666"/>
              </a:solidFill>
              <a:effectLst/>
              <a:uFillTx/>
              <a:latin typeface="Arial"/>
            </a:endParaRPr>
          </a:p>
        </p:txBody>
      </p:sp>
      <p:sp>
        <p:nvSpPr>
          <p:cNvPr id="3" name="PlaceHolder 2"/>
          <p:cNvSpPr>
            <a:spLocks noGrp="1"/>
          </p:cNvSpPr>
          <p:nvPr>
            <p:ph type="sldNum" idx="3"/>
          </p:nvPr>
        </p:nvSpPr>
        <p:spPr/>
        <p:txBody>
          <a:bodyPr/>
          <a:p>
            <a:fld id="{6D66C6A9-24DA-487E-9654-5E87172A38D3}" type="slidenum">
              <a:t>26</a:t>
            </a:fld>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9095</TotalTime>
  <Application>LibreOffice/25.2.3.2$Windows_X86_64 LibreOffice_project/bbb074479178df812d175f709636b368952c2ce3</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2010-11-01T12:36:39Z</dcterms:created>
  <dc:creator>Ana Cristan</dc:creator>
  <dc:description/>
  <dc:language>en-IN</dc:language>
  <cp:lastModifiedBy>Ana Cristan</cp:lastModifiedBy>
  <dcterms:modified xsi:type="dcterms:W3CDTF">2012-03-16T15:38:41Z</dcterms:modified>
  <cp:revision>1082</cp:revision>
  <dc:subject/>
  <dc:title>Relationship Designators in Name Authority Records</dc:title>
</cp:coreProperties>
</file>