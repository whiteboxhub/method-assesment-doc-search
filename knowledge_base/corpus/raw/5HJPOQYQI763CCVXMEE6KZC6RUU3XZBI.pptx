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4.jpeg" ContentType="image/jpeg"/>
  <Override PartName="/ppt/media/image3.png" ContentType="image/pn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EE1B3BE-ED32-416A-82E7-FF6DE0550CD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E8EC59-876E-4F8D-A06B-7B63249B952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8D2E6C-0618-47CD-B24E-3ABD102C332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F22CCDE-4A29-4BF2-A286-106E83ECBE4A}" type="slidenum"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Chromatic Correction Sextupole status update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Feb 16, 2007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Jerry Annala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" descr=""/>
          <p:cNvPicPr/>
          <p:nvPr/>
        </p:nvPicPr>
        <p:blipFill>
          <a:blip r:embed="rId1"/>
          <a:stretch/>
        </p:blipFill>
        <p:spPr>
          <a:xfrm>
            <a:off x="228600" y="0"/>
            <a:ext cx="8534520" cy="6826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" descr=""/>
          <p:cNvPicPr/>
          <p:nvPr/>
        </p:nvPicPr>
        <p:blipFill>
          <a:blip r:embed="rId1"/>
          <a:stretch/>
        </p:blipFill>
        <p:spPr>
          <a:xfrm>
            <a:off x="-419040" y="-290520"/>
            <a:ext cx="9982080" cy="7439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" descr=""/>
          <p:cNvPicPr/>
          <p:nvPr/>
        </p:nvPicPr>
        <p:blipFill>
          <a:blip r:embed="rId1"/>
          <a:stretch/>
        </p:blipFill>
        <p:spPr>
          <a:xfrm>
            <a:off x="233280" y="-609480"/>
            <a:ext cx="8677440" cy="8076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" descr=""/>
          <p:cNvPicPr/>
          <p:nvPr/>
        </p:nvPicPr>
        <p:blipFill>
          <a:blip r:embed="rId1"/>
          <a:stretch/>
        </p:blipFill>
        <p:spPr>
          <a:xfrm>
            <a:off x="-1198440" y="-898560"/>
            <a:ext cx="11540880" cy="8656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Evidence of Problem at A25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G-10 cover plate indicates wiring error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Very little response to polarity test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Alex’s lattice measurements shows problems at A25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1061</TotalTime>
  <Application>LibreOffice/25.2.3.2$Windows_X86_64 LibreOffice_project/bbb074479178df812d175f709636b368952c2ce3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2007-02-15T13:41:00Z</dcterms:created>
  <dc:creator>annala</dc:creator>
  <dc:description/>
  <dc:language>en-IN</dc:language>
  <cp:lastModifiedBy>annala</cp:lastModifiedBy>
  <dcterms:modified xsi:type="dcterms:W3CDTF">2007-02-16T07:22:41Z</dcterms:modified>
  <cp:revision>4</cp:revision>
  <dc:subject/>
  <dc:title>Chromatic Correction Sextupole status update</dc:title>
</cp:coreProperties>
</file>