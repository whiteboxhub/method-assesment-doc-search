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_rels/slideMaster1.xml.rels" ContentType="application/vnd.openxmlformats-package.relationships+xml"/>
  <Override PartName="/ppt/theme/theme1.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_rels/slideLayout1.xml.rels" ContentType="application/vnd.openxmlformats-package.relationships+xml"/>
  <Override PartName="/ppt/slideLayouts/_rels/slideLayout2.xml.rels" ContentType="application/vnd.openxmlformats-package.relationships+xml"/>
  <Override PartName="/ppt/slideLayouts/_rels/slideLayout3.xml.rels" ContentType="application/vnd.openxmlformats-package.relationships+xml"/>
  <Override PartName="/ppt/slideLayouts/_rels/slideLayout4.xml.rels" ContentType="application/vnd.openxmlformats-package.relationships+xml"/>
  <Override PartName="/ppt/slideLayouts/_rels/slideLayout5.xml.rels" ContentType="application/vnd.openxmlformats-package.relationships+xml"/>
  <Override PartName="/ppt/media/image1.jpeg" ContentType="image/jpeg"/>
  <Override PartName="/ppt/media/image2.jpeg" ContentType="image/jpeg"/>
  <Override PartName="/ppt/media/image3.jpeg" ContentType="image/jpeg"/>
  <Override PartName="/ppt/media/image4.jpeg" ContentType="image/jpeg"/>
  <Override PartName="/ppt/media/image5.jpeg" ContentType="image/jpeg"/>
  <Override PartName="/ppt/media/image6.jpeg" ContentType="image/jpeg"/>
  <Override PartName="/ppt/media/image7.jpeg" ContentType="image/jpeg"/>
  <Override PartName="/ppt/media/image8.jpeg" ContentType="image/jpeg"/>
  <Override PartName="/ppt/media/image9.jpeg" ContentType="image/jpeg"/>
  <Override PartName="/ppt/media/image10.jpeg" ContentType="image/jpeg"/>
  <Override PartName="/ppt/_rels/presentation.xml.rels" ContentType="application/vnd.openxmlformats-package.relationships+xml"/>
  <Override PartName="/ppt/slides/slide1.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21.xml" ContentType="application/vnd.openxmlformats-officedocument.presentationml.slide+xml"/>
  <Override PartName="/ppt/slides/slide4.xml" ContentType="application/vnd.openxmlformats-officedocument.presentationml.slide+xml"/>
  <Override PartName="/ppt/slides/slide2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23.xml" ContentType="application/vnd.openxmlformats-officedocument.presentationml.slide+xml"/>
  <Override PartName="/ppt/slides/slide7.xml" ContentType="application/vnd.openxmlformats-officedocument.presentationml.slide+xml"/>
  <Override PartName="/ppt/slides/slide24.xml" ContentType="application/vnd.openxmlformats-officedocument.presentationml.slide+xml"/>
  <Override PartName="/ppt/slides/slide8.xml" ContentType="application/vnd.openxmlformats-officedocument.presentationml.slide+xml"/>
  <Override PartName="/ppt/slides/slide25.xml" ContentType="application/vnd.openxmlformats-officedocument.presentationml.slide+xml"/>
  <Override PartName="/ppt/slides/slide9.xml" ContentType="application/vnd.openxmlformats-officedocument.presentationml.slide+xml"/>
  <Override PartName="/ppt/slides/slide26.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_rels/slide35.xml.rels" ContentType="application/vnd.openxmlformats-package.relationships+xml"/>
  <Override PartName="/ppt/slides/_rels/slide1.xml.rels" ContentType="application/vnd.openxmlformats-package.relationships+xml"/>
  <Override PartName="/ppt/slides/_rels/slide22.xml.rels" ContentType="application/vnd.openxmlformats-package.relationships+xml"/>
  <Override PartName="/ppt/slides/_rels/slide36.xml.rels" ContentType="application/vnd.openxmlformats-package.relationships+xml"/>
  <Override PartName="/ppt/slides/_rels/slide2.xml.rels" ContentType="application/vnd.openxmlformats-package.relationships+xml"/>
  <Override PartName="/ppt/slides/_rels/slide20.xml.rels" ContentType="application/vnd.openxmlformats-package.relationships+xml"/>
  <Override PartName="/ppt/slides/_rels/slide37.xml.rels" ContentType="application/vnd.openxmlformats-package.relationships+xml"/>
  <Override PartName="/ppt/slides/_rels/slide3.xml.rels" ContentType="application/vnd.openxmlformats-package.relationships+xml"/>
  <Override PartName="/ppt/slides/_rels/slide21.xml.rels" ContentType="application/vnd.openxmlformats-package.relationships+xml"/>
  <Override PartName="/ppt/slides/_rels/slide4.xml.rels" ContentType="application/vnd.openxmlformats-package.relationships+xml"/>
  <Override PartName="/ppt/slides/_rels/slide38.xml.rels" ContentType="application/vnd.openxmlformats-package.relationships+xml"/>
  <Override PartName="/ppt/slides/_rels/slide5.xml.rels" ContentType="application/vnd.openxmlformats-package.relationships+xml"/>
  <Override PartName="/ppt/slides/_rels/slide39.xml.rels" ContentType="application/vnd.openxmlformats-package.relationships+xml"/>
  <Override PartName="/ppt/slides/_rels/slide23.xml.rels" ContentType="application/vnd.openxmlformats-package.relationships+xml"/>
  <Override PartName="/ppt/slides/_rels/slide6.xml.rels" ContentType="application/vnd.openxmlformats-package.relationships+xml"/>
  <Override PartName="/ppt/slides/_rels/slide50.xml.rels" ContentType="application/vnd.openxmlformats-package.relationships+xml"/>
  <Override PartName="/ppt/slides/_rels/slide24.xml.rels" ContentType="application/vnd.openxmlformats-package.relationships+xml"/>
  <Override PartName="/ppt/slides/_rels/slide7.xml.rels" ContentType="application/vnd.openxmlformats-package.relationships+xml"/>
  <Override PartName="/ppt/slides/_rels/slide51.xml.rels" ContentType="application/vnd.openxmlformats-package.relationships+xml"/>
  <Override PartName="/ppt/slides/_rels/slide25.xml.rels" ContentType="application/vnd.openxmlformats-package.relationships+xml"/>
  <Override PartName="/ppt/slides/_rels/slide8.xml.rels" ContentType="application/vnd.openxmlformats-package.relationships+xml"/>
  <Override PartName="/ppt/slides/_rels/slide52.xml.rels" ContentType="application/vnd.openxmlformats-package.relationships+xml"/>
  <Override PartName="/ppt/slides/_rels/slide26.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6.xml.rels" ContentType="application/vnd.openxmlformats-package.relationships+xml"/>
  <Override PartName="/ppt/slides/_rels/slide17.xml.rels" ContentType="application/vnd.openxmlformats-package.relationships+xml"/>
  <Override PartName="/ppt/slides/_rels/slide18.xml.rels" ContentType="application/vnd.openxmlformats-package.relationships+xml"/>
  <Override PartName="/ppt/slides/_rels/slide19.xml.rels" ContentType="application/vnd.openxmlformats-package.relationships+xml"/>
  <Override PartName="/ppt/slides/_rels/slide27.xml.rels" ContentType="application/vnd.openxmlformats-package.relationships+xml"/>
  <Override PartName="/ppt/slides/_rels/slide28.xml.rels" ContentType="application/vnd.openxmlformats-package.relationships+xml"/>
  <Override PartName="/ppt/slides/_rels/slide29.xml.rels" ContentType="application/vnd.openxmlformats-package.relationships+xml"/>
  <Override PartName="/ppt/slides/_rels/slide30.xml.rels" ContentType="application/vnd.openxmlformats-package.relationships+xml"/>
  <Override PartName="/ppt/slides/_rels/slide31.xml.rels" ContentType="application/vnd.openxmlformats-package.relationships+xml"/>
  <Override PartName="/ppt/slides/_rels/slide32.xml.rels" ContentType="application/vnd.openxmlformats-package.relationships+xml"/>
  <Override PartName="/ppt/slides/_rels/slide33.xml.rels" ContentType="application/vnd.openxmlformats-package.relationships+xml"/>
  <Override PartName="/ppt/slides/_rels/slide34.xml.rels" ContentType="application/vnd.openxmlformats-package.relationships+xml"/>
  <Override PartName="/ppt/slides/_rels/slide40.xml.rels" ContentType="application/vnd.openxmlformats-package.relationships+xml"/>
  <Override PartName="/ppt/slides/_rels/slide41.xml.rels" ContentType="application/vnd.openxmlformats-package.relationships+xml"/>
  <Override PartName="/ppt/slides/_rels/slide42.xml.rels" ContentType="application/vnd.openxmlformats-package.relationships+xml"/>
  <Override PartName="/ppt/slides/_rels/slide43.xml.rels" ContentType="application/vnd.openxmlformats-package.relationships+xml"/>
  <Override PartName="/ppt/slides/_rels/slide44.xml.rels" ContentType="application/vnd.openxmlformats-package.relationships+xml"/>
  <Override PartName="/ppt/slides/_rels/slide45.xml.rels" ContentType="application/vnd.openxmlformats-package.relationships+xml"/>
  <Override PartName="/ppt/slides/_rels/slide46.xml.rels" ContentType="application/vnd.openxmlformats-package.relationships+xml"/>
  <Override PartName="/ppt/slides/_rels/slide47.xml.rels" ContentType="application/vnd.openxmlformats-package.relationships+xml"/>
  <Override PartName="/ppt/slides/_rels/slide48.xml.rels" ContentType="application/vnd.openxmlformats-package.relationships+xml"/>
  <Override PartName="/ppt/slides/_rels/slide49.xml.rels" ContentType="application/vnd.openxmlformats-package.relationships+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Lst>
  <p:sldSz cx="9144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40" Type="http://schemas.openxmlformats.org/officeDocument/2006/relationships/slide" Target="slides/slide38.xml"/><Relationship Id="rId41" Type="http://schemas.openxmlformats.org/officeDocument/2006/relationships/slide" Target="slides/slide39.xml"/><Relationship Id="rId42" Type="http://schemas.openxmlformats.org/officeDocument/2006/relationships/slide" Target="slides/slide40.xml"/><Relationship Id="rId43" Type="http://schemas.openxmlformats.org/officeDocument/2006/relationships/slide" Target="slides/slide41.xml"/><Relationship Id="rId44" Type="http://schemas.openxmlformats.org/officeDocument/2006/relationships/slide" Target="slides/slide42.xml"/><Relationship Id="rId45" Type="http://schemas.openxmlformats.org/officeDocument/2006/relationships/slide" Target="slides/slide43.xml"/><Relationship Id="rId46" Type="http://schemas.openxmlformats.org/officeDocument/2006/relationships/slide" Target="slides/slide44.xml"/><Relationship Id="rId47" Type="http://schemas.openxmlformats.org/officeDocument/2006/relationships/slide" Target="slides/slide45.xml"/><Relationship Id="rId48" Type="http://schemas.openxmlformats.org/officeDocument/2006/relationships/slide" Target="slides/slide46.xml"/><Relationship Id="rId49" Type="http://schemas.openxmlformats.org/officeDocument/2006/relationships/slide" Target="slides/slide47.xml"/><Relationship Id="rId50" Type="http://schemas.openxmlformats.org/officeDocument/2006/relationships/slide" Target="slides/slide48.xml"/><Relationship Id="rId51" Type="http://schemas.openxmlformats.org/officeDocument/2006/relationships/slide" Target="slides/slide49.xml"/><Relationship Id="rId52" Type="http://schemas.openxmlformats.org/officeDocument/2006/relationships/slide" Target="slides/slide50.xml"/><Relationship Id="rId53" Type="http://schemas.openxmlformats.org/officeDocument/2006/relationships/slide" Target="slides/slide51.xml"/><Relationship Id="rId54" Type="http://schemas.openxmlformats.org/officeDocument/2006/relationships/slide" Target="slides/slide52.xml"/><Relationship Id="rId55"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762120" y="533160"/>
            <a:ext cx="7696080" cy="1143000"/>
          </a:xfrm>
          <a:prstGeom prst="rect">
            <a:avLst/>
          </a:prstGeom>
          <a:noFill/>
          <a:ln w="0">
            <a:noFill/>
          </a:ln>
        </p:spPr>
        <p:txBody>
          <a:bodyPr lIns="90000" rIns="90000" tIns="46800" bIns="46800" anchor="b">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300" strike="noStrike" u="none">
                <a:solidFill>
                  <a:srgbClr val="336666"/>
                </a:solidFill>
                <a:effectLst/>
                <a:uFillTx/>
                <a:latin typeface="Arial Black"/>
              </a:rPr>
              <a:t>Click to edit the title text format</a:t>
            </a:r>
            <a:endParaRPr b="0" lang="en-IN" sz="3300" strike="noStrike" u="none">
              <a:solidFill>
                <a:srgbClr val="336666"/>
              </a:solidFill>
              <a:effectLst/>
              <a:uFillTx/>
              <a:latin typeface="Arial Black"/>
            </a:endParaRPr>
          </a:p>
        </p:txBody>
      </p:sp>
      <p:sp>
        <p:nvSpPr>
          <p:cNvPr id="1" name="PlaceHolder 2"/>
          <p:cNvSpPr>
            <a:spLocks noGrp="1"/>
          </p:cNvSpPr>
          <p:nvPr>
            <p:ph type="body"/>
          </p:nvPr>
        </p:nvSpPr>
        <p:spPr>
          <a:xfrm>
            <a:off x="762120" y="1905120"/>
            <a:ext cx="7696080" cy="4038480"/>
          </a:xfrm>
          <a:prstGeom prst="rect">
            <a:avLst/>
          </a:prstGeom>
          <a:noFill/>
          <a:ln w="0">
            <a:noFill/>
          </a:ln>
        </p:spPr>
        <p:txBody>
          <a:bodyPr lIns="90000" rIns="90000" tIns="46800" bIns="46800" anchor="t">
            <a:normAutofit/>
          </a:bodyPr>
          <a:p>
            <a:pPr marL="343080" indent="-343080">
              <a:spcBef>
                <a:spcPts val="774"/>
              </a:spcBef>
              <a:buClr>
                <a:srgbClr val="cccc99"/>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100" strike="noStrike" u="none">
                <a:solidFill>
                  <a:srgbClr val="000000"/>
                </a:solidFill>
                <a:effectLst/>
                <a:uFillTx/>
                <a:latin typeface="Arial"/>
              </a:rPr>
              <a:t>Click to edit the outline text format</a:t>
            </a:r>
            <a:endParaRPr b="0" lang="en-IN" sz="3100" strike="noStrike" u="none">
              <a:solidFill>
                <a:srgbClr val="000000"/>
              </a:solidFill>
              <a:effectLst/>
              <a:uFillTx/>
              <a:latin typeface="Arial"/>
            </a:endParaRPr>
          </a:p>
          <a:p>
            <a:pPr lvl="1" marL="743040" indent="-285840">
              <a:spcBef>
                <a:spcPts val="774"/>
              </a:spcBef>
              <a:buClr>
                <a:srgbClr val="97cdcc"/>
              </a:buClr>
              <a:buSzPct val="150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100" strike="noStrike" u="none">
                <a:solidFill>
                  <a:srgbClr val="000000"/>
                </a:solidFill>
                <a:effectLst/>
                <a:uFillTx/>
                <a:latin typeface="Arial"/>
              </a:rPr>
              <a:t>Second Outline Level</a:t>
            </a:r>
            <a:endParaRPr b="0" lang="en-IN" sz="3100" strike="noStrike" u="none">
              <a:solidFill>
                <a:srgbClr val="000000"/>
              </a:solidFill>
              <a:effectLst/>
              <a:uFillTx/>
              <a:latin typeface="Arial"/>
            </a:endParaRPr>
          </a:p>
          <a:p>
            <a:pPr lvl="2" marL="1143000" indent="-228600">
              <a:spcBef>
                <a:spcPts val="774"/>
              </a:spcBef>
              <a:buClr>
                <a:srgbClr val="000000"/>
              </a:buClr>
              <a:buSzPct val="150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100" strike="noStrike" u="none">
                <a:solidFill>
                  <a:srgbClr val="000000"/>
                </a:solidFill>
                <a:effectLst/>
                <a:uFillTx/>
                <a:latin typeface="Arial"/>
              </a:rPr>
              <a:t>Third Outline Level</a:t>
            </a:r>
            <a:endParaRPr b="0" lang="en-IN" sz="3100" strike="noStrike" u="none">
              <a:solidFill>
                <a:srgbClr val="000000"/>
              </a:solidFill>
              <a:effectLst/>
              <a:uFillTx/>
              <a:latin typeface="Arial"/>
            </a:endParaRPr>
          </a:p>
          <a:p>
            <a:pPr lvl="3" marL="1600200" indent="-228600">
              <a:spcBef>
                <a:spcPts val="774"/>
              </a:spcBef>
              <a:buClr>
                <a:srgbClr val="336666"/>
              </a:buClr>
              <a:buSzPct val="150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100" strike="noStrike" u="none">
                <a:solidFill>
                  <a:srgbClr val="000000"/>
                </a:solidFill>
                <a:effectLst/>
                <a:uFillTx/>
                <a:latin typeface="Arial"/>
              </a:rPr>
              <a:t>Fourth Outline Level</a:t>
            </a:r>
            <a:endParaRPr b="0" lang="en-IN" sz="3100" strike="noStrike" u="none">
              <a:solidFill>
                <a:srgbClr val="000000"/>
              </a:solidFill>
              <a:effectLst/>
              <a:uFillTx/>
              <a:latin typeface="Arial"/>
            </a:endParaRPr>
          </a:p>
          <a:p>
            <a:pPr lvl="4" marL="2057400" indent="-228600">
              <a:spcBef>
                <a:spcPts val="774"/>
              </a:spcBef>
              <a:buClr>
                <a:srgbClr val="336666"/>
              </a:buClr>
              <a:buSzPct val="150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100" strike="noStrike" u="none">
                <a:solidFill>
                  <a:srgbClr val="000000"/>
                </a:solidFill>
                <a:effectLst/>
                <a:uFillTx/>
                <a:latin typeface="Arial"/>
              </a:rPr>
              <a:t>Fifth Outline Level</a:t>
            </a:r>
            <a:endParaRPr b="0" lang="en-IN" sz="3100" strike="noStrike" u="none">
              <a:solidFill>
                <a:srgbClr val="000000"/>
              </a:solidFill>
              <a:effectLst/>
              <a:uFillTx/>
              <a:latin typeface="Arial"/>
            </a:endParaRPr>
          </a:p>
          <a:p>
            <a:pPr lvl="5" marL="2057400" indent="-228600">
              <a:spcBef>
                <a:spcPts val="774"/>
              </a:spcBef>
              <a:buClr>
                <a:srgbClr val="000000"/>
              </a:buClr>
              <a:buSzPct val="150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100" strike="noStrike" u="none">
                <a:solidFill>
                  <a:srgbClr val="000000"/>
                </a:solidFill>
                <a:effectLst/>
                <a:uFillTx/>
                <a:latin typeface="Arial"/>
              </a:rPr>
              <a:t>Sixth Outline Level</a:t>
            </a:r>
            <a:endParaRPr b="0" lang="en-IN" sz="3100" strike="noStrike" u="none">
              <a:solidFill>
                <a:srgbClr val="000000"/>
              </a:solidFill>
              <a:effectLst/>
              <a:uFillTx/>
              <a:latin typeface="Arial"/>
            </a:endParaRPr>
          </a:p>
          <a:p>
            <a:pPr lvl="6" marL="2057400" indent="-228600">
              <a:spcBef>
                <a:spcPts val="774"/>
              </a:spcBef>
              <a:buClr>
                <a:srgbClr val="000000"/>
              </a:buClr>
              <a:buSzPct val="150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100" strike="noStrike" u="none">
                <a:solidFill>
                  <a:srgbClr val="000000"/>
                </a:solidFill>
                <a:effectLst/>
                <a:uFillTx/>
                <a:latin typeface="Arial"/>
              </a:rPr>
              <a:t>Seventh Outline Level</a:t>
            </a:r>
            <a:endParaRPr b="0" lang="en-IN" sz="3100" strike="noStrike" u="none">
              <a:solidFill>
                <a:srgbClr val="000000"/>
              </a:solidFill>
              <a:effectLst/>
              <a:uFillTx/>
              <a:latin typeface="Arial"/>
            </a:endParaRPr>
          </a:p>
        </p:txBody>
      </p:sp>
      <p:sp>
        <p:nvSpPr>
          <p:cNvPr id="2" name="PlaceHolder 3"/>
          <p:cNvSpPr>
            <a:spLocks noGrp="1"/>
          </p:cNvSpPr>
          <p:nvPr>
            <p:ph type="dt" idx="1"/>
          </p:nvPr>
        </p:nvSpPr>
        <p:spPr>
          <a:xfrm>
            <a:off x="761760" y="6391440"/>
            <a:ext cx="2057400" cy="457200"/>
          </a:xfrm>
          <a:prstGeom prst="rect">
            <a:avLst/>
          </a:prstGeom>
          <a:noFill/>
          <a:ln w="0">
            <a:noFill/>
          </a:ln>
        </p:spPr>
        <p:txBody>
          <a:bodyPr lIns="90000" rIns="90000" tIns="46800" bIns="46800" anchor="t">
            <a:noAutofit/>
          </a:bodyPr>
          <a:lstStyle>
            <a:lvl1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IN" sz="1400" strike="noStrike" u="none">
                <a:solidFill>
                  <a:srgbClr val="000000"/>
                </a:solidFill>
                <a:effectLst/>
                <a:uFillTx/>
                <a:latin typeface="Arial"/>
              </a:defRPr>
            </a:lvl1pPr>
          </a:lstStyle>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000000"/>
                </a:solidFill>
                <a:effectLst/>
                <a:uFillTx/>
                <a:latin typeface="Arial"/>
              </a:rPr>
              <a:t>&lt;date/time&gt;</a:t>
            </a:r>
            <a:endParaRPr b="0" lang="en-IN" sz="1400" strike="noStrike" u="none">
              <a:solidFill>
                <a:srgbClr val="000000"/>
              </a:solidFill>
              <a:effectLst/>
              <a:uFillTx/>
              <a:latin typeface="Times New Roman"/>
            </a:endParaRPr>
          </a:p>
        </p:txBody>
      </p:sp>
      <p:sp>
        <p:nvSpPr>
          <p:cNvPr id="3" name="PlaceHolder 4"/>
          <p:cNvSpPr>
            <a:spLocks noGrp="1"/>
          </p:cNvSpPr>
          <p:nvPr>
            <p:ph type="ftr" idx="2"/>
          </p:nvPr>
        </p:nvSpPr>
        <p:spPr>
          <a:xfrm>
            <a:off x="3352680" y="6404040"/>
            <a:ext cx="2895840" cy="457200"/>
          </a:xfrm>
          <a:prstGeom prst="rect">
            <a:avLst/>
          </a:prstGeom>
          <a:noFill/>
          <a:ln w="0">
            <a:noFill/>
          </a:ln>
        </p:spPr>
        <p:txBody>
          <a:bodyPr lIns="90000" rIns="90000" tIns="46800" bIns="46800" anchor="t">
            <a:noAutofit/>
          </a:bodyPr>
          <a:lstStyle>
            <a:lvl1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IN" sz="1400" strike="noStrike" u="none">
                <a:solidFill>
                  <a:srgbClr val="000000"/>
                </a:solidFill>
                <a:effectLst/>
                <a:uFillTx/>
                <a:latin typeface="Arial"/>
              </a:defRPr>
            </a:lvl1pPr>
          </a:lstStyle>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000000"/>
                </a:solidFill>
                <a:effectLst/>
                <a:uFillTx/>
                <a:latin typeface="Arial"/>
              </a:rPr>
              <a:t>&lt;footer&gt;</a:t>
            </a:r>
            <a:endParaRPr b="0" lang="en-IN" sz="1400" strike="noStrike" u="none">
              <a:solidFill>
                <a:srgbClr val="000000"/>
              </a:solidFill>
              <a:effectLst/>
              <a:uFillTx/>
              <a:latin typeface="Times New Roman"/>
            </a:endParaRPr>
          </a:p>
        </p:txBody>
      </p:sp>
      <p:sp>
        <p:nvSpPr>
          <p:cNvPr id="4" name="PlaceHolder 5"/>
          <p:cNvSpPr>
            <a:spLocks noGrp="1"/>
          </p:cNvSpPr>
          <p:nvPr>
            <p:ph type="sldNum" idx="3"/>
          </p:nvPr>
        </p:nvSpPr>
        <p:spPr>
          <a:xfrm>
            <a:off x="6857640" y="6400800"/>
            <a:ext cx="1600200" cy="457200"/>
          </a:xfrm>
          <a:prstGeom prst="rect">
            <a:avLst/>
          </a:prstGeom>
          <a:noFill/>
          <a:ln w="0">
            <a:noFill/>
          </a:ln>
        </p:spPr>
        <p:txBody>
          <a:bodyPr lIns="90000" rIns="90000" tIns="46800" bIns="46800" anchor="t">
            <a:noAutofit/>
          </a:bodyPr>
          <a:lstStyle>
            <a:lvl1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IN" sz="1400" strike="noStrike" u="none">
                <a:solidFill>
                  <a:srgbClr val="000000"/>
                </a:solidFill>
                <a:effectLst/>
                <a:uFillTx/>
                <a:latin typeface="Arial"/>
              </a:defRPr>
            </a:lvl1pPr>
          </a:lstStyle>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B7080960-E3D0-4776-ACBF-D59E497A1B5D}" type="slidenum">
              <a:rPr b="0" lang="en-IN" sz="1400" strike="noStrike" u="none">
                <a:solidFill>
                  <a:srgbClr val="000000"/>
                </a:solidFill>
                <a:effectLst/>
                <a:uFillTx/>
                <a:latin typeface="Arial"/>
              </a:rPr>
              <a:t>&lt;number&gt;</a:t>
            </a:fld>
            <a:endParaRPr b="0" lang="en-IN" sz="1400" strike="noStrike" u="none">
              <a:solidFill>
                <a:srgbClr val="000000"/>
              </a:solidFill>
              <a:effectLst/>
              <a:uFillTx/>
              <a:latin typeface="Times New Roman"/>
            </a:endParaRPr>
          </a:p>
        </p:txBody>
      </p:sp>
      <p:grpSp>
        <p:nvGrpSpPr>
          <p:cNvPr id="5" name=""/>
          <p:cNvGrpSpPr/>
          <p:nvPr/>
        </p:nvGrpSpPr>
        <p:grpSpPr>
          <a:xfrm>
            <a:off x="168120" y="228600"/>
            <a:ext cx="8823600" cy="6095880"/>
            <a:chOff x="168120" y="228600"/>
            <a:chExt cx="8823600" cy="6095880"/>
          </a:xfrm>
        </p:grpSpPr>
        <p:sp>
          <p:nvSpPr>
            <p:cNvPr id="6" name=""/>
            <p:cNvSpPr/>
            <p:nvPr/>
          </p:nvSpPr>
          <p:spPr>
            <a:xfrm>
              <a:off x="168120" y="228600"/>
              <a:ext cx="8823600" cy="6095880"/>
            </a:xfrm>
            <a:prstGeom prst="roundRect">
              <a:avLst>
                <a:gd name="adj" fmla="val 11046"/>
              </a:avLst>
            </a:prstGeom>
            <a:noFill/>
            <a:ln w="28440">
              <a:solidFill>
                <a:srgbClr val="336666"/>
              </a:solidFill>
              <a:miter/>
            </a:ln>
          </p:spPr>
          <p:style>
            <a:lnRef idx="0"/>
            <a:fillRef idx="0"/>
            <a:effectRef idx="0"/>
            <a:fontRef idx="minor"/>
          </p:style>
          <p:txBody>
            <a:bodyPr wrap="none"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000000"/>
                </a:solidFill>
                <a:effectLst/>
                <a:uFillTx/>
                <a:latin typeface="Times New Roman"/>
              </a:endParaRPr>
            </a:p>
          </p:txBody>
        </p:sp>
        <p:sp>
          <p:nvSpPr>
            <p:cNvPr id="7" name=""/>
            <p:cNvSpPr/>
            <p:nvPr/>
          </p:nvSpPr>
          <p:spPr>
            <a:xfrm>
              <a:off x="762120" y="1709640"/>
              <a:ext cx="7696080" cy="0"/>
            </a:xfrm>
            <a:prstGeom prst="line">
              <a:avLst/>
            </a:prstGeom>
            <a:ln w="38160">
              <a:solidFill>
                <a:srgbClr val="336666"/>
              </a:solidFill>
              <a:miter/>
            </a:ln>
          </p:spPr>
          <p:style>
            <a:lnRef idx="0"/>
            <a:fillRef idx="0"/>
            <a:effectRef idx="0"/>
            <a:fontRef idx="minor"/>
          </p:style>
          <p:txBody>
            <a:bodyPr lIns="90000" rIns="90000" tIns="-46800" bIns="-46800" anchor="t">
              <a:noAutofit/>
            </a:bodyPr>
            <a:p>
              <a:endParaRPr b="0" lang="en-IN" sz="2400" strike="noStrike" u="none">
                <a:solidFill>
                  <a:srgbClr val="000000"/>
                </a:solidFill>
                <a:effectLst/>
                <a:uFillTx/>
                <a:latin typeface="Times New Roman"/>
              </a:endParaRPr>
            </a:p>
          </p:txBody>
        </p:sp>
      </p:gr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p:bg>
      <p:bgPr>
        <a:solidFill>
          <a:srgbClr val="ffffff"/>
        </a:solidFill>
      </p:bgPr>
    </p:bg>
    <p:spTree>
      <p:nvGrpSpPr>
        <p:cNvPr id="1" name=""/>
        <p:cNvGrpSpPr/>
        <p:nvPr/>
      </p:nvGrpSpPr>
      <p:grpSpPr>
        <a:xfrm>
          <a:off x="0" y="0"/>
          <a:ext cx="0" cy="0"/>
          <a:chOff x="0" y="0"/>
          <a:chExt cx="0" cy="0"/>
        </a:xfrm>
      </p:grpSpPr>
      <p:sp>
        <p:nvSpPr>
          <p:cNvPr id="8" name="PlaceHolder 1"/>
          <p:cNvSpPr>
            <a:spLocks noGrp="1"/>
          </p:cNvSpPr>
          <p:nvPr>
            <p:ph type="title"/>
          </p:nvPr>
        </p:nvSpPr>
        <p:spPr>
          <a:xfrm>
            <a:off x="762120" y="533160"/>
            <a:ext cx="7696080" cy="1143000"/>
          </a:xfrm>
          <a:prstGeom prst="rect">
            <a:avLst/>
          </a:prstGeom>
          <a:noFill/>
          <a:ln w="0">
            <a:noFill/>
          </a:ln>
        </p:spPr>
        <p:txBody>
          <a:bodyPr lIns="90000" rIns="90000" tIns="46800" bIns="46800" anchor="b">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300" strike="noStrike" u="none">
                <a:solidFill>
                  <a:srgbClr val="336666"/>
                </a:solidFill>
                <a:effectLst/>
                <a:uFillTx/>
                <a:latin typeface="Arial Black"/>
              </a:rPr>
              <a:t>Click to edit the title text format</a:t>
            </a:r>
            <a:endParaRPr b="0" lang="en-IN" sz="3300" strike="noStrike" u="none">
              <a:solidFill>
                <a:srgbClr val="336666"/>
              </a:solidFill>
              <a:effectLst/>
              <a:uFillTx/>
              <a:latin typeface="Arial Black"/>
            </a:endParaRPr>
          </a:p>
        </p:txBody>
      </p:sp>
      <p:sp>
        <p:nvSpPr>
          <p:cNvPr id="9" name="PlaceHolder 2"/>
          <p:cNvSpPr>
            <a:spLocks noGrp="1"/>
          </p:cNvSpPr>
          <p:nvPr>
            <p:ph type="body"/>
          </p:nvPr>
        </p:nvSpPr>
        <p:spPr>
          <a:xfrm>
            <a:off x="762120" y="1905120"/>
            <a:ext cx="7696080" cy="4038480"/>
          </a:xfrm>
          <a:prstGeom prst="rect">
            <a:avLst/>
          </a:prstGeom>
          <a:noFill/>
          <a:ln w="0">
            <a:noFill/>
          </a:ln>
        </p:spPr>
        <p:txBody>
          <a:bodyPr lIns="90000" rIns="90000" tIns="46800" bIns="46800" anchor="t">
            <a:normAutofit/>
          </a:bodyPr>
          <a:p>
            <a:pPr marL="343080" indent="-343080">
              <a:spcBef>
                <a:spcPts val="774"/>
              </a:spcBef>
              <a:buClr>
                <a:srgbClr val="cccc99"/>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100" strike="noStrike" u="none">
                <a:solidFill>
                  <a:srgbClr val="000000"/>
                </a:solidFill>
                <a:effectLst/>
                <a:uFillTx/>
                <a:latin typeface="Arial"/>
              </a:rPr>
              <a:t>Click to edit the outline text format</a:t>
            </a:r>
            <a:endParaRPr b="0" lang="en-IN" sz="3100" strike="noStrike" u="none">
              <a:solidFill>
                <a:srgbClr val="000000"/>
              </a:solidFill>
              <a:effectLst/>
              <a:uFillTx/>
              <a:latin typeface="Arial"/>
            </a:endParaRPr>
          </a:p>
          <a:p>
            <a:pPr lvl="1" marL="743040" indent="-285840">
              <a:spcBef>
                <a:spcPts val="774"/>
              </a:spcBef>
              <a:buClr>
                <a:srgbClr val="97cdcc"/>
              </a:buClr>
              <a:buSzPct val="150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100" strike="noStrike" u="none">
                <a:solidFill>
                  <a:srgbClr val="000000"/>
                </a:solidFill>
                <a:effectLst/>
                <a:uFillTx/>
                <a:latin typeface="Arial"/>
              </a:rPr>
              <a:t>Second Outline Level</a:t>
            </a:r>
            <a:endParaRPr b="0" lang="en-IN" sz="3100" strike="noStrike" u="none">
              <a:solidFill>
                <a:srgbClr val="000000"/>
              </a:solidFill>
              <a:effectLst/>
              <a:uFillTx/>
              <a:latin typeface="Arial"/>
            </a:endParaRPr>
          </a:p>
          <a:p>
            <a:pPr lvl="2" marL="1143000" indent="-228600">
              <a:spcBef>
                <a:spcPts val="774"/>
              </a:spcBef>
              <a:buClr>
                <a:srgbClr val="000000"/>
              </a:buClr>
              <a:buSzPct val="150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100" strike="noStrike" u="none">
                <a:solidFill>
                  <a:srgbClr val="000000"/>
                </a:solidFill>
                <a:effectLst/>
                <a:uFillTx/>
                <a:latin typeface="Arial"/>
              </a:rPr>
              <a:t>Third Outline Level</a:t>
            </a:r>
            <a:endParaRPr b="0" lang="en-IN" sz="3100" strike="noStrike" u="none">
              <a:solidFill>
                <a:srgbClr val="000000"/>
              </a:solidFill>
              <a:effectLst/>
              <a:uFillTx/>
              <a:latin typeface="Arial"/>
            </a:endParaRPr>
          </a:p>
          <a:p>
            <a:pPr lvl="3" marL="1600200" indent="-228600">
              <a:spcBef>
                <a:spcPts val="774"/>
              </a:spcBef>
              <a:buClr>
                <a:srgbClr val="336666"/>
              </a:buClr>
              <a:buSzPct val="150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100" strike="noStrike" u="none">
                <a:solidFill>
                  <a:srgbClr val="000000"/>
                </a:solidFill>
                <a:effectLst/>
                <a:uFillTx/>
                <a:latin typeface="Arial"/>
              </a:rPr>
              <a:t>Fourth Outline Level</a:t>
            </a:r>
            <a:endParaRPr b="0" lang="en-IN" sz="3100" strike="noStrike" u="none">
              <a:solidFill>
                <a:srgbClr val="000000"/>
              </a:solidFill>
              <a:effectLst/>
              <a:uFillTx/>
              <a:latin typeface="Arial"/>
            </a:endParaRPr>
          </a:p>
          <a:p>
            <a:pPr lvl="4" marL="2057400" indent="-228600">
              <a:spcBef>
                <a:spcPts val="774"/>
              </a:spcBef>
              <a:buClr>
                <a:srgbClr val="336666"/>
              </a:buClr>
              <a:buSzPct val="150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100" strike="noStrike" u="none">
                <a:solidFill>
                  <a:srgbClr val="000000"/>
                </a:solidFill>
                <a:effectLst/>
                <a:uFillTx/>
                <a:latin typeface="Arial"/>
              </a:rPr>
              <a:t>Fifth Outline Level</a:t>
            </a:r>
            <a:endParaRPr b="0" lang="en-IN" sz="3100" strike="noStrike" u="none">
              <a:solidFill>
                <a:srgbClr val="000000"/>
              </a:solidFill>
              <a:effectLst/>
              <a:uFillTx/>
              <a:latin typeface="Arial"/>
            </a:endParaRPr>
          </a:p>
          <a:p>
            <a:pPr lvl="5" marL="2057400" indent="-228600">
              <a:spcBef>
                <a:spcPts val="774"/>
              </a:spcBef>
              <a:buClr>
                <a:srgbClr val="000000"/>
              </a:buClr>
              <a:buSzPct val="150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100" strike="noStrike" u="none">
                <a:solidFill>
                  <a:srgbClr val="000000"/>
                </a:solidFill>
                <a:effectLst/>
                <a:uFillTx/>
                <a:latin typeface="Arial"/>
              </a:rPr>
              <a:t>Sixth Outline Level</a:t>
            </a:r>
            <a:endParaRPr b="0" lang="en-IN" sz="3100" strike="noStrike" u="none">
              <a:solidFill>
                <a:srgbClr val="000000"/>
              </a:solidFill>
              <a:effectLst/>
              <a:uFillTx/>
              <a:latin typeface="Arial"/>
            </a:endParaRPr>
          </a:p>
          <a:p>
            <a:pPr lvl="6" marL="2057400" indent="-228600">
              <a:spcBef>
                <a:spcPts val="774"/>
              </a:spcBef>
              <a:buClr>
                <a:srgbClr val="000000"/>
              </a:buClr>
              <a:buSzPct val="150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100" strike="noStrike" u="none">
                <a:solidFill>
                  <a:srgbClr val="000000"/>
                </a:solidFill>
                <a:effectLst/>
                <a:uFillTx/>
                <a:latin typeface="Arial"/>
              </a:rPr>
              <a:t>Seventh Outline Level</a:t>
            </a:r>
            <a:endParaRPr b="0" lang="en-IN" sz="3100" strike="noStrike" u="none">
              <a:solidFill>
                <a:srgbClr val="000000"/>
              </a:solidFill>
              <a:effectLst/>
              <a:uFillTx/>
              <a:latin typeface="Arial"/>
            </a:endParaRPr>
          </a:p>
        </p:txBody>
      </p:sp>
      <p:sp>
        <p:nvSpPr>
          <p:cNvPr id="10" name="PlaceHolder 3"/>
          <p:cNvSpPr>
            <a:spLocks noGrp="1"/>
          </p:cNvSpPr>
          <p:nvPr>
            <p:ph type="dt" idx="4"/>
          </p:nvPr>
        </p:nvSpPr>
        <p:spPr>
          <a:xfrm>
            <a:off x="761760" y="6391440"/>
            <a:ext cx="2057400" cy="457200"/>
          </a:xfrm>
          <a:prstGeom prst="rect">
            <a:avLst/>
          </a:prstGeom>
          <a:noFill/>
          <a:ln w="0">
            <a:noFill/>
          </a:ln>
        </p:spPr>
        <p:txBody>
          <a:bodyPr lIns="90000" rIns="90000" tIns="46800" bIns="46800" anchor="t">
            <a:noAutofit/>
          </a:bodyPr>
          <a:lstStyle>
            <a:lvl1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IN" sz="1400" strike="noStrike" u="none">
                <a:solidFill>
                  <a:srgbClr val="000000"/>
                </a:solidFill>
                <a:effectLst/>
                <a:uFillTx/>
                <a:latin typeface="Arial"/>
              </a:defRPr>
            </a:lvl1pPr>
          </a:lstStyle>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000000"/>
                </a:solidFill>
                <a:effectLst/>
                <a:uFillTx/>
                <a:latin typeface="Arial"/>
              </a:rPr>
              <a:t>&lt;date/time&gt;</a:t>
            </a:r>
            <a:endParaRPr b="0" lang="en-IN" sz="1400" strike="noStrike" u="none">
              <a:solidFill>
                <a:srgbClr val="000000"/>
              </a:solidFill>
              <a:effectLst/>
              <a:uFillTx/>
              <a:latin typeface="Times New Roman"/>
            </a:endParaRPr>
          </a:p>
        </p:txBody>
      </p:sp>
      <p:sp>
        <p:nvSpPr>
          <p:cNvPr id="11" name="PlaceHolder 4"/>
          <p:cNvSpPr>
            <a:spLocks noGrp="1"/>
          </p:cNvSpPr>
          <p:nvPr>
            <p:ph type="ftr" idx="5"/>
          </p:nvPr>
        </p:nvSpPr>
        <p:spPr>
          <a:xfrm>
            <a:off x="3352680" y="6404040"/>
            <a:ext cx="2895840" cy="457200"/>
          </a:xfrm>
          <a:prstGeom prst="rect">
            <a:avLst/>
          </a:prstGeom>
          <a:noFill/>
          <a:ln w="0">
            <a:noFill/>
          </a:ln>
        </p:spPr>
        <p:txBody>
          <a:bodyPr lIns="90000" rIns="90000" tIns="46800" bIns="46800" anchor="t">
            <a:noAutofit/>
          </a:bodyPr>
          <a:lstStyle>
            <a:lvl1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IN" sz="1400" strike="noStrike" u="none">
                <a:solidFill>
                  <a:srgbClr val="000000"/>
                </a:solidFill>
                <a:effectLst/>
                <a:uFillTx/>
                <a:latin typeface="Arial"/>
              </a:defRPr>
            </a:lvl1pPr>
          </a:lstStyle>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000000"/>
                </a:solidFill>
                <a:effectLst/>
                <a:uFillTx/>
                <a:latin typeface="Arial"/>
              </a:rPr>
              <a:t>&lt;footer&gt;</a:t>
            </a:r>
            <a:endParaRPr b="0" lang="en-IN" sz="1400" strike="noStrike" u="none">
              <a:solidFill>
                <a:srgbClr val="000000"/>
              </a:solidFill>
              <a:effectLst/>
              <a:uFillTx/>
              <a:latin typeface="Times New Roman"/>
            </a:endParaRPr>
          </a:p>
        </p:txBody>
      </p:sp>
      <p:sp>
        <p:nvSpPr>
          <p:cNvPr id="12" name="PlaceHolder 5"/>
          <p:cNvSpPr>
            <a:spLocks noGrp="1"/>
          </p:cNvSpPr>
          <p:nvPr>
            <p:ph type="sldNum" idx="6"/>
          </p:nvPr>
        </p:nvSpPr>
        <p:spPr>
          <a:xfrm>
            <a:off x="6857640" y="6400800"/>
            <a:ext cx="1600200" cy="457200"/>
          </a:xfrm>
          <a:prstGeom prst="rect">
            <a:avLst/>
          </a:prstGeom>
          <a:noFill/>
          <a:ln w="0">
            <a:noFill/>
          </a:ln>
        </p:spPr>
        <p:txBody>
          <a:bodyPr lIns="90000" rIns="90000" tIns="46800" bIns="46800" anchor="t">
            <a:noAutofit/>
          </a:bodyPr>
          <a:lstStyle>
            <a:lvl1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IN" sz="1400" strike="noStrike" u="none">
                <a:solidFill>
                  <a:srgbClr val="000000"/>
                </a:solidFill>
                <a:effectLst/>
                <a:uFillTx/>
                <a:latin typeface="Arial"/>
              </a:defRPr>
            </a:lvl1pPr>
          </a:lstStyle>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7A6686F2-2AAA-4B52-970C-0CF30570BAD6}" type="slidenum">
              <a:rPr b="0" lang="en-IN" sz="1400" strike="noStrike" u="none">
                <a:solidFill>
                  <a:srgbClr val="000000"/>
                </a:solidFill>
                <a:effectLst/>
                <a:uFillTx/>
                <a:latin typeface="Arial"/>
              </a:rPr>
              <a:t>&lt;number&gt;</a:t>
            </a:fld>
            <a:endParaRPr b="0" lang="en-IN" sz="1400" strike="noStrike" u="none">
              <a:solidFill>
                <a:srgbClr val="000000"/>
              </a:solidFill>
              <a:effectLst/>
              <a:uFillTx/>
              <a:latin typeface="Times New Roman"/>
            </a:endParaRPr>
          </a:p>
        </p:txBody>
      </p:sp>
      <p:grpSp>
        <p:nvGrpSpPr>
          <p:cNvPr id="13" name=""/>
          <p:cNvGrpSpPr/>
          <p:nvPr/>
        </p:nvGrpSpPr>
        <p:grpSpPr>
          <a:xfrm>
            <a:off x="168120" y="228600"/>
            <a:ext cx="8823600" cy="6095880"/>
            <a:chOff x="168120" y="228600"/>
            <a:chExt cx="8823600" cy="6095880"/>
          </a:xfrm>
        </p:grpSpPr>
        <p:sp>
          <p:nvSpPr>
            <p:cNvPr id="6" name=""/>
            <p:cNvSpPr/>
            <p:nvPr/>
          </p:nvSpPr>
          <p:spPr>
            <a:xfrm>
              <a:off x="168120" y="228600"/>
              <a:ext cx="8823600" cy="6095880"/>
            </a:xfrm>
            <a:prstGeom prst="roundRect">
              <a:avLst>
                <a:gd name="adj" fmla="val 11046"/>
              </a:avLst>
            </a:prstGeom>
            <a:noFill/>
            <a:ln w="28440">
              <a:solidFill>
                <a:srgbClr val="336666"/>
              </a:solidFill>
              <a:miter/>
            </a:ln>
          </p:spPr>
          <p:style>
            <a:lnRef idx="0"/>
            <a:fillRef idx="0"/>
            <a:effectRef idx="0"/>
            <a:fontRef idx="minor"/>
          </p:style>
          <p:txBody>
            <a:bodyPr wrap="none"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000000"/>
                </a:solidFill>
                <a:effectLst/>
                <a:uFillTx/>
                <a:latin typeface="Times New Roman"/>
              </a:endParaRPr>
            </a:p>
          </p:txBody>
        </p:sp>
        <p:sp>
          <p:nvSpPr>
            <p:cNvPr id="14" name=""/>
            <p:cNvSpPr/>
            <p:nvPr/>
          </p:nvSpPr>
          <p:spPr>
            <a:xfrm>
              <a:off x="762120" y="1709640"/>
              <a:ext cx="7696080" cy="0"/>
            </a:xfrm>
            <a:prstGeom prst="line">
              <a:avLst/>
            </a:prstGeom>
            <a:ln w="38160">
              <a:solidFill>
                <a:srgbClr val="336666"/>
              </a:solidFill>
              <a:miter/>
            </a:ln>
          </p:spPr>
          <p:style>
            <a:lnRef idx="0"/>
            <a:fillRef idx="0"/>
            <a:effectRef idx="0"/>
            <a:fontRef idx="minor"/>
          </p:style>
          <p:txBody>
            <a:bodyPr lIns="90000" rIns="90000" tIns="-46800" bIns="-46800" anchor="t">
              <a:noAutofit/>
            </a:bodyPr>
            <a:p>
              <a:endParaRPr b="0" lang="en-IN" sz="2400" strike="noStrike" u="none">
                <a:solidFill>
                  <a:srgbClr val="000000"/>
                </a:solidFill>
                <a:effectLst/>
                <a:uFillTx/>
                <a:latin typeface="Times New Roman"/>
              </a:endParaRPr>
            </a:p>
          </p:txBody>
        </p:sp>
      </p:gr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p:bg>
      <p:bgPr>
        <a:solidFill>
          <a:srgbClr val="ffffff"/>
        </a:solidFill>
      </p:bgPr>
    </p:bg>
    <p:spTree>
      <p:nvGrpSpPr>
        <p:cNvPr id="1" name=""/>
        <p:cNvGrpSpPr/>
        <p:nvPr/>
      </p:nvGrpSpPr>
      <p:grpSpPr>
        <a:xfrm>
          <a:off x="0" y="0"/>
          <a:ext cx="0" cy="0"/>
          <a:chOff x="0" y="0"/>
          <a:chExt cx="0" cy="0"/>
        </a:xfrm>
      </p:grpSpPr>
      <p:sp>
        <p:nvSpPr>
          <p:cNvPr id="15" name="PlaceHolder 1"/>
          <p:cNvSpPr>
            <a:spLocks noGrp="1"/>
          </p:cNvSpPr>
          <p:nvPr>
            <p:ph type="title"/>
          </p:nvPr>
        </p:nvSpPr>
        <p:spPr>
          <a:xfrm>
            <a:off x="762120" y="533160"/>
            <a:ext cx="7696080" cy="1143000"/>
          </a:xfrm>
          <a:prstGeom prst="rect">
            <a:avLst/>
          </a:prstGeom>
          <a:noFill/>
          <a:ln w="0">
            <a:noFill/>
          </a:ln>
        </p:spPr>
        <p:txBody>
          <a:bodyPr lIns="90000" rIns="90000" tIns="46800" bIns="46800" anchor="b">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300" strike="noStrike" u="none">
                <a:solidFill>
                  <a:srgbClr val="336666"/>
                </a:solidFill>
                <a:effectLst/>
                <a:uFillTx/>
                <a:latin typeface="Arial Black"/>
              </a:rPr>
              <a:t>Click to edit the title text format</a:t>
            </a:r>
            <a:endParaRPr b="0" lang="en-IN" sz="3300" strike="noStrike" u="none">
              <a:solidFill>
                <a:srgbClr val="336666"/>
              </a:solidFill>
              <a:effectLst/>
              <a:uFillTx/>
              <a:latin typeface="Arial Black"/>
            </a:endParaRPr>
          </a:p>
        </p:txBody>
      </p:sp>
      <p:sp>
        <p:nvSpPr>
          <p:cNvPr id="16" name="PlaceHolder 2"/>
          <p:cNvSpPr>
            <a:spLocks noGrp="1"/>
          </p:cNvSpPr>
          <p:nvPr>
            <p:ph type="body"/>
          </p:nvPr>
        </p:nvSpPr>
        <p:spPr>
          <a:xfrm>
            <a:off x="762120" y="1905120"/>
            <a:ext cx="7696080" cy="4038480"/>
          </a:xfrm>
          <a:prstGeom prst="rect">
            <a:avLst/>
          </a:prstGeom>
          <a:noFill/>
          <a:ln w="0">
            <a:noFill/>
          </a:ln>
        </p:spPr>
        <p:txBody>
          <a:bodyPr lIns="90000" rIns="90000" tIns="46800" bIns="46800" anchor="t">
            <a:normAutofit/>
          </a:bodyPr>
          <a:p>
            <a:pPr marL="343080" indent="-343080">
              <a:spcBef>
                <a:spcPts val="774"/>
              </a:spcBef>
              <a:buClr>
                <a:srgbClr val="cccc99"/>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100" strike="noStrike" u="none">
                <a:solidFill>
                  <a:srgbClr val="000000"/>
                </a:solidFill>
                <a:effectLst/>
                <a:uFillTx/>
                <a:latin typeface="Arial"/>
              </a:rPr>
              <a:t>Click to edit the outline text format</a:t>
            </a:r>
            <a:endParaRPr b="0" lang="en-IN" sz="3100" strike="noStrike" u="none">
              <a:solidFill>
                <a:srgbClr val="000000"/>
              </a:solidFill>
              <a:effectLst/>
              <a:uFillTx/>
              <a:latin typeface="Arial"/>
            </a:endParaRPr>
          </a:p>
          <a:p>
            <a:pPr lvl="1" marL="743040" indent="-285840">
              <a:spcBef>
                <a:spcPts val="774"/>
              </a:spcBef>
              <a:buClr>
                <a:srgbClr val="97cdcc"/>
              </a:buClr>
              <a:buSzPct val="150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100" strike="noStrike" u="none">
                <a:solidFill>
                  <a:srgbClr val="000000"/>
                </a:solidFill>
                <a:effectLst/>
                <a:uFillTx/>
                <a:latin typeface="Arial"/>
              </a:rPr>
              <a:t>Second Outline Level</a:t>
            </a:r>
            <a:endParaRPr b="0" lang="en-IN" sz="3100" strike="noStrike" u="none">
              <a:solidFill>
                <a:srgbClr val="000000"/>
              </a:solidFill>
              <a:effectLst/>
              <a:uFillTx/>
              <a:latin typeface="Arial"/>
            </a:endParaRPr>
          </a:p>
          <a:p>
            <a:pPr lvl="2" marL="1143000" indent="-228600">
              <a:spcBef>
                <a:spcPts val="774"/>
              </a:spcBef>
              <a:buClr>
                <a:srgbClr val="000000"/>
              </a:buClr>
              <a:buSzPct val="150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100" strike="noStrike" u="none">
                <a:solidFill>
                  <a:srgbClr val="000000"/>
                </a:solidFill>
                <a:effectLst/>
                <a:uFillTx/>
                <a:latin typeface="Arial"/>
              </a:rPr>
              <a:t>Third Outline Level</a:t>
            </a:r>
            <a:endParaRPr b="0" lang="en-IN" sz="3100" strike="noStrike" u="none">
              <a:solidFill>
                <a:srgbClr val="000000"/>
              </a:solidFill>
              <a:effectLst/>
              <a:uFillTx/>
              <a:latin typeface="Arial"/>
            </a:endParaRPr>
          </a:p>
          <a:p>
            <a:pPr lvl="3" marL="1600200" indent="-228600">
              <a:spcBef>
                <a:spcPts val="774"/>
              </a:spcBef>
              <a:buClr>
                <a:srgbClr val="336666"/>
              </a:buClr>
              <a:buSzPct val="150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100" strike="noStrike" u="none">
                <a:solidFill>
                  <a:srgbClr val="000000"/>
                </a:solidFill>
                <a:effectLst/>
                <a:uFillTx/>
                <a:latin typeface="Arial"/>
              </a:rPr>
              <a:t>Fourth Outline Level</a:t>
            </a:r>
            <a:endParaRPr b="0" lang="en-IN" sz="3100" strike="noStrike" u="none">
              <a:solidFill>
                <a:srgbClr val="000000"/>
              </a:solidFill>
              <a:effectLst/>
              <a:uFillTx/>
              <a:latin typeface="Arial"/>
            </a:endParaRPr>
          </a:p>
          <a:p>
            <a:pPr lvl="4" marL="2057400" indent="-228600">
              <a:spcBef>
                <a:spcPts val="774"/>
              </a:spcBef>
              <a:buClr>
                <a:srgbClr val="336666"/>
              </a:buClr>
              <a:buSzPct val="150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100" strike="noStrike" u="none">
                <a:solidFill>
                  <a:srgbClr val="000000"/>
                </a:solidFill>
                <a:effectLst/>
                <a:uFillTx/>
                <a:latin typeface="Arial"/>
              </a:rPr>
              <a:t>Fifth Outline Level</a:t>
            </a:r>
            <a:endParaRPr b="0" lang="en-IN" sz="3100" strike="noStrike" u="none">
              <a:solidFill>
                <a:srgbClr val="000000"/>
              </a:solidFill>
              <a:effectLst/>
              <a:uFillTx/>
              <a:latin typeface="Arial"/>
            </a:endParaRPr>
          </a:p>
          <a:p>
            <a:pPr lvl="5" marL="2057400" indent="-228600">
              <a:spcBef>
                <a:spcPts val="774"/>
              </a:spcBef>
              <a:buClr>
                <a:srgbClr val="000000"/>
              </a:buClr>
              <a:buSzPct val="150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100" strike="noStrike" u="none">
                <a:solidFill>
                  <a:srgbClr val="000000"/>
                </a:solidFill>
                <a:effectLst/>
                <a:uFillTx/>
                <a:latin typeface="Arial"/>
              </a:rPr>
              <a:t>Sixth Outline Level</a:t>
            </a:r>
            <a:endParaRPr b="0" lang="en-IN" sz="3100" strike="noStrike" u="none">
              <a:solidFill>
                <a:srgbClr val="000000"/>
              </a:solidFill>
              <a:effectLst/>
              <a:uFillTx/>
              <a:latin typeface="Arial"/>
            </a:endParaRPr>
          </a:p>
          <a:p>
            <a:pPr lvl="6" marL="2057400" indent="-228600">
              <a:spcBef>
                <a:spcPts val="774"/>
              </a:spcBef>
              <a:buClr>
                <a:srgbClr val="000000"/>
              </a:buClr>
              <a:buSzPct val="150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100" strike="noStrike" u="none">
                <a:solidFill>
                  <a:srgbClr val="000000"/>
                </a:solidFill>
                <a:effectLst/>
                <a:uFillTx/>
                <a:latin typeface="Arial"/>
              </a:rPr>
              <a:t>Seventh Outline Level</a:t>
            </a:r>
            <a:endParaRPr b="0" lang="en-IN" sz="3100" strike="noStrike" u="none">
              <a:solidFill>
                <a:srgbClr val="000000"/>
              </a:solidFill>
              <a:effectLst/>
              <a:uFillTx/>
              <a:latin typeface="Arial"/>
            </a:endParaRPr>
          </a:p>
        </p:txBody>
      </p:sp>
      <p:sp>
        <p:nvSpPr>
          <p:cNvPr id="17" name="PlaceHolder 3"/>
          <p:cNvSpPr>
            <a:spLocks noGrp="1"/>
          </p:cNvSpPr>
          <p:nvPr>
            <p:ph type="dt" idx="7"/>
          </p:nvPr>
        </p:nvSpPr>
        <p:spPr>
          <a:xfrm>
            <a:off x="761760" y="6391440"/>
            <a:ext cx="2057400" cy="457200"/>
          </a:xfrm>
          <a:prstGeom prst="rect">
            <a:avLst/>
          </a:prstGeom>
          <a:noFill/>
          <a:ln w="0">
            <a:noFill/>
          </a:ln>
        </p:spPr>
        <p:txBody>
          <a:bodyPr lIns="90000" rIns="90000" tIns="46800" bIns="46800" anchor="t">
            <a:noAutofit/>
          </a:bodyPr>
          <a:lstStyle>
            <a:lvl1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IN" sz="1400" strike="noStrike" u="none">
                <a:solidFill>
                  <a:srgbClr val="000000"/>
                </a:solidFill>
                <a:effectLst/>
                <a:uFillTx/>
                <a:latin typeface="Arial"/>
              </a:defRPr>
            </a:lvl1pPr>
          </a:lstStyle>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000000"/>
                </a:solidFill>
                <a:effectLst/>
                <a:uFillTx/>
                <a:latin typeface="Arial"/>
              </a:rPr>
              <a:t>&lt;date/time&gt;</a:t>
            </a:r>
            <a:endParaRPr b="0" lang="en-IN" sz="1400" strike="noStrike" u="none">
              <a:solidFill>
                <a:srgbClr val="000000"/>
              </a:solidFill>
              <a:effectLst/>
              <a:uFillTx/>
              <a:latin typeface="Times New Roman"/>
            </a:endParaRPr>
          </a:p>
        </p:txBody>
      </p:sp>
      <p:sp>
        <p:nvSpPr>
          <p:cNvPr id="18" name="PlaceHolder 4"/>
          <p:cNvSpPr>
            <a:spLocks noGrp="1"/>
          </p:cNvSpPr>
          <p:nvPr>
            <p:ph type="ftr" idx="8"/>
          </p:nvPr>
        </p:nvSpPr>
        <p:spPr>
          <a:xfrm>
            <a:off x="3352680" y="6404040"/>
            <a:ext cx="2895840" cy="457200"/>
          </a:xfrm>
          <a:prstGeom prst="rect">
            <a:avLst/>
          </a:prstGeom>
          <a:noFill/>
          <a:ln w="0">
            <a:noFill/>
          </a:ln>
        </p:spPr>
        <p:txBody>
          <a:bodyPr lIns="90000" rIns="90000" tIns="46800" bIns="46800" anchor="t">
            <a:noAutofit/>
          </a:bodyPr>
          <a:lstStyle>
            <a:lvl1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IN" sz="1400" strike="noStrike" u="none">
                <a:solidFill>
                  <a:srgbClr val="000000"/>
                </a:solidFill>
                <a:effectLst/>
                <a:uFillTx/>
                <a:latin typeface="Arial"/>
              </a:defRPr>
            </a:lvl1pPr>
          </a:lstStyle>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000000"/>
                </a:solidFill>
                <a:effectLst/>
                <a:uFillTx/>
                <a:latin typeface="Arial"/>
              </a:rPr>
              <a:t>&lt;footer&gt;</a:t>
            </a:r>
            <a:endParaRPr b="0" lang="en-IN" sz="1400" strike="noStrike" u="none">
              <a:solidFill>
                <a:srgbClr val="000000"/>
              </a:solidFill>
              <a:effectLst/>
              <a:uFillTx/>
              <a:latin typeface="Times New Roman"/>
            </a:endParaRPr>
          </a:p>
        </p:txBody>
      </p:sp>
      <p:sp>
        <p:nvSpPr>
          <p:cNvPr id="19" name="PlaceHolder 5"/>
          <p:cNvSpPr>
            <a:spLocks noGrp="1"/>
          </p:cNvSpPr>
          <p:nvPr>
            <p:ph type="sldNum" idx="9"/>
          </p:nvPr>
        </p:nvSpPr>
        <p:spPr>
          <a:xfrm>
            <a:off x="6857640" y="6400800"/>
            <a:ext cx="1600200" cy="457200"/>
          </a:xfrm>
          <a:prstGeom prst="rect">
            <a:avLst/>
          </a:prstGeom>
          <a:noFill/>
          <a:ln w="0">
            <a:noFill/>
          </a:ln>
        </p:spPr>
        <p:txBody>
          <a:bodyPr lIns="90000" rIns="90000" tIns="46800" bIns="46800" anchor="t">
            <a:noAutofit/>
          </a:bodyPr>
          <a:lstStyle>
            <a:lvl1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IN" sz="1400" strike="noStrike" u="none">
                <a:solidFill>
                  <a:srgbClr val="000000"/>
                </a:solidFill>
                <a:effectLst/>
                <a:uFillTx/>
                <a:latin typeface="Arial"/>
              </a:defRPr>
            </a:lvl1pPr>
          </a:lstStyle>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628F7C6C-0B69-4070-86B1-87EB74E4F874}" type="slidenum">
              <a:rPr b="0" lang="en-IN" sz="1400" strike="noStrike" u="none">
                <a:solidFill>
                  <a:srgbClr val="000000"/>
                </a:solidFill>
                <a:effectLst/>
                <a:uFillTx/>
                <a:latin typeface="Arial"/>
              </a:rPr>
              <a:t>&lt;number&gt;</a:t>
            </a:fld>
            <a:endParaRPr b="0" lang="en-IN" sz="1400" strike="noStrike" u="none">
              <a:solidFill>
                <a:srgbClr val="000000"/>
              </a:solidFill>
              <a:effectLst/>
              <a:uFillTx/>
              <a:latin typeface="Times New Roman"/>
            </a:endParaRPr>
          </a:p>
        </p:txBody>
      </p:sp>
      <p:grpSp>
        <p:nvGrpSpPr>
          <p:cNvPr id="20" name=""/>
          <p:cNvGrpSpPr/>
          <p:nvPr/>
        </p:nvGrpSpPr>
        <p:grpSpPr>
          <a:xfrm>
            <a:off x="168120" y="228600"/>
            <a:ext cx="8823600" cy="6095880"/>
            <a:chOff x="168120" y="228600"/>
            <a:chExt cx="8823600" cy="6095880"/>
          </a:xfrm>
        </p:grpSpPr>
        <p:sp>
          <p:nvSpPr>
            <p:cNvPr id="6" name=""/>
            <p:cNvSpPr/>
            <p:nvPr/>
          </p:nvSpPr>
          <p:spPr>
            <a:xfrm>
              <a:off x="168120" y="228600"/>
              <a:ext cx="8823600" cy="6095880"/>
            </a:xfrm>
            <a:prstGeom prst="roundRect">
              <a:avLst>
                <a:gd name="adj" fmla="val 11046"/>
              </a:avLst>
            </a:prstGeom>
            <a:noFill/>
            <a:ln w="28440">
              <a:solidFill>
                <a:srgbClr val="336666"/>
              </a:solidFill>
              <a:miter/>
            </a:ln>
          </p:spPr>
          <p:style>
            <a:lnRef idx="0"/>
            <a:fillRef idx="0"/>
            <a:effectRef idx="0"/>
            <a:fontRef idx="minor"/>
          </p:style>
          <p:txBody>
            <a:bodyPr wrap="none"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000000"/>
                </a:solidFill>
                <a:effectLst/>
                <a:uFillTx/>
                <a:latin typeface="Times New Roman"/>
              </a:endParaRPr>
            </a:p>
          </p:txBody>
        </p:sp>
        <p:sp>
          <p:nvSpPr>
            <p:cNvPr id="21" name=""/>
            <p:cNvSpPr/>
            <p:nvPr/>
          </p:nvSpPr>
          <p:spPr>
            <a:xfrm>
              <a:off x="762120" y="1709640"/>
              <a:ext cx="7696080" cy="0"/>
            </a:xfrm>
            <a:prstGeom prst="line">
              <a:avLst/>
            </a:prstGeom>
            <a:ln w="38160">
              <a:solidFill>
                <a:srgbClr val="336666"/>
              </a:solidFill>
              <a:miter/>
            </a:ln>
          </p:spPr>
          <p:style>
            <a:lnRef idx="0"/>
            <a:fillRef idx="0"/>
            <a:effectRef idx="0"/>
            <a:fontRef idx="minor"/>
          </p:style>
          <p:txBody>
            <a:bodyPr lIns="90000" rIns="90000" tIns="-46800" bIns="-46800" anchor="t">
              <a:noAutofit/>
            </a:bodyPr>
            <a:p>
              <a:endParaRPr b="0" lang="en-IN" sz="2400" strike="noStrike" u="none">
                <a:solidFill>
                  <a:srgbClr val="000000"/>
                </a:solidFill>
                <a:effectLst/>
                <a:uFillTx/>
                <a:latin typeface="Times New Roman"/>
              </a:endParaRPr>
            </a:p>
          </p:txBody>
        </p:sp>
      </p:gr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bl" preserve="1">
  <p:cSld name="Default">
    <p:bg>
      <p:bgPr>
        <a:solidFill>
          <a:srgbClr val="ffffff"/>
        </a:solidFill>
      </p:bgPr>
    </p:bg>
    <p:spTree>
      <p:nvGrpSpPr>
        <p:cNvPr id="1" name=""/>
        <p:cNvGrpSpPr/>
        <p:nvPr/>
      </p:nvGrpSpPr>
      <p:grpSpPr>
        <a:xfrm>
          <a:off x="0" y="0"/>
          <a:ext cx="0" cy="0"/>
          <a:chOff x="0" y="0"/>
          <a:chExt cx="0" cy="0"/>
        </a:xfrm>
      </p:grpSpPr>
      <p:sp>
        <p:nvSpPr>
          <p:cNvPr id="22" name="PlaceHolder 1"/>
          <p:cNvSpPr>
            <a:spLocks noGrp="1"/>
          </p:cNvSpPr>
          <p:nvPr>
            <p:ph type="title"/>
          </p:nvPr>
        </p:nvSpPr>
        <p:spPr>
          <a:xfrm>
            <a:off x="762120" y="533160"/>
            <a:ext cx="7696080" cy="1143000"/>
          </a:xfrm>
          <a:prstGeom prst="rect">
            <a:avLst/>
          </a:prstGeom>
          <a:noFill/>
          <a:ln w="0">
            <a:noFill/>
          </a:ln>
        </p:spPr>
        <p:txBody>
          <a:bodyPr lIns="90000" rIns="90000" tIns="46800" bIns="46800" anchor="b">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300" strike="noStrike" u="none">
                <a:solidFill>
                  <a:srgbClr val="336666"/>
                </a:solidFill>
                <a:effectLst/>
                <a:uFillTx/>
                <a:latin typeface="Arial Black"/>
              </a:rPr>
              <a:t>Click to edit the title text format</a:t>
            </a:r>
            <a:endParaRPr b="0" lang="en-IN" sz="3300" strike="noStrike" u="none">
              <a:solidFill>
                <a:srgbClr val="336666"/>
              </a:solidFill>
              <a:effectLst/>
              <a:uFillTx/>
              <a:latin typeface="Arial Black"/>
            </a:endParaRPr>
          </a:p>
        </p:txBody>
      </p:sp>
      <p:sp>
        <p:nvSpPr>
          <p:cNvPr id="23" name="PlaceHolder 2"/>
          <p:cNvSpPr>
            <a:spLocks noGrp="1"/>
          </p:cNvSpPr>
          <p:nvPr>
            <p:ph type="body"/>
          </p:nvPr>
        </p:nvSpPr>
        <p:spPr>
          <a:xfrm>
            <a:off x="762120" y="1905120"/>
            <a:ext cx="7696080" cy="4038480"/>
          </a:xfrm>
          <a:prstGeom prst="rect">
            <a:avLst/>
          </a:prstGeom>
          <a:noFill/>
          <a:ln w="0">
            <a:noFill/>
          </a:ln>
        </p:spPr>
        <p:txBody>
          <a:bodyPr lIns="90000" rIns="90000" tIns="46800" bIns="46800" anchor="t">
            <a:normAutofit/>
          </a:bodyPr>
          <a:p>
            <a:pPr marL="343080" indent="-343080">
              <a:spcBef>
                <a:spcPts val="774"/>
              </a:spcBef>
              <a:buClr>
                <a:srgbClr val="cccc99"/>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100" strike="noStrike" u="none">
                <a:solidFill>
                  <a:srgbClr val="000000"/>
                </a:solidFill>
                <a:effectLst/>
                <a:uFillTx/>
                <a:latin typeface="Arial"/>
              </a:rPr>
              <a:t>Click to edit the outline text format</a:t>
            </a:r>
            <a:endParaRPr b="0" lang="en-IN" sz="3100" strike="noStrike" u="none">
              <a:solidFill>
                <a:srgbClr val="000000"/>
              </a:solidFill>
              <a:effectLst/>
              <a:uFillTx/>
              <a:latin typeface="Arial"/>
            </a:endParaRPr>
          </a:p>
          <a:p>
            <a:pPr lvl="1" marL="743040" indent="-285840">
              <a:spcBef>
                <a:spcPts val="774"/>
              </a:spcBef>
              <a:buClr>
                <a:srgbClr val="97cdcc"/>
              </a:buClr>
              <a:buSzPct val="150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100" strike="noStrike" u="none">
                <a:solidFill>
                  <a:srgbClr val="000000"/>
                </a:solidFill>
                <a:effectLst/>
                <a:uFillTx/>
                <a:latin typeface="Arial"/>
              </a:rPr>
              <a:t>Second Outline Level</a:t>
            </a:r>
            <a:endParaRPr b="0" lang="en-IN" sz="3100" strike="noStrike" u="none">
              <a:solidFill>
                <a:srgbClr val="000000"/>
              </a:solidFill>
              <a:effectLst/>
              <a:uFillTx/>
              <a:latin typeface="Arial"/>
            </a:endParaRPr>
          </a:p>
          <a:p>
            <a:pPr lvl="2" marL="1143000" indent="-228600">
              <a:spcBef>
                <a:spcPts val="774"/>
              </a:spcBef>
              <a:buClr>
                <a:srgbClr val="000000"/>
              </a:buClr>
              <a:buSzPct val="150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100" strike="noStrike" u="none">
                <a:solidFill>
                  <a:srgbClr val="000000"/>
                </a:solidFill>
                <a:effectLst/>
                <a:uFillTx/>
                <a:latin typeface="Arial"/>
              </a:rPr>
              <a:t>Third Outline Level</a:t>
            </a:r>
            <a:endParaRPr b="0" lang="en-IN" sz="3100" strike="noStrike" u="none">
              <a:solidFill>
                <a:srgbClr val="000000"/>
              </a:solidFill>
              <a:effectLst/>
              <a:uFillTx/>
              <a:latin typeface="Arial"/>
            </a:endParaRPr>
          </a:p>
          <a:p>
            <a:pPr lvl="3" marL="1600200" indent="-228600">
              <a:spcBef>
                <a:spcPts val="774"/>
              </a:spcBef>
              <a:buClr>
                <a:srgbClr val="336666"/>
              </a:buClr>
              <a:buSzPct val="150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100" strike="noStrike" u="none">
                <a:solidFill>
                  <a:srgbClr val="000000"/>
                </a:solidFill>
                <a:effectLst/>
                <a:uFillTx/>
                <a:latin typeface="Arial"/>
              </a:rPr>
              <a:t>Fourth Outline Level</a:t>
            </a:r>
            <a:endParaRPr b="0" lang="en-IN" sz="3100" strike="noStrike" u="none">
              <a:solidFill>
                <a:srgbClr val="000000"/>
              </a:solidFill>
              <a:effectLst/>
              <a:uFillTx/>
              <a:latin typeface="Arial"/>
            </a:endParaRPr>
          </a:p>
          <a:p>
            <a:pPr lvl="4" marL="2057400" indent="-228600">
              <a:spcBef>
                <a:spcPts val="774"/>
              </a:spcBef>
              <a:buClr>
                <a:srgbClr val="336666"/>
              </a:buClr>
              <a:buSzPct val="150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100" strike="noStrike" u="none">
                <a:solidFill>
                  <a:srgbClr val="000000"/>
                </a:solidFill>
                <a:effectLst/>
                <a:uFillTx/>
                <a:latin typeface="Arial"/>
              </a:rPr>
              <a:t>Fifth Outline Level</a:t>
            </a:r>
            <a:endParaRPr b="0" lang="en-IN" sz="3100" strike="noStrike" u="none">
              <a:solidFill>
                <a:srgbClr val="000000"/>
              </a:solidFill>
              <a:effectLst/>
              <a:uFillTx/>
              <a:latin typeface="Arial"/>
            </a:endParaRPr>
          </a:p>
          <a:p>
            <a:pPr lvl="5" marL="2057400" indent="-228600">
              <a:spcBef>
                <a:spcPts val="774"/>
              </a:spcBef>
              <a:buClr>
                <a:srgbClr val="000000"/>
              </a:buClr>
              <a:buSzPct val="150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100" strike="noStrike" u="none">
                <a:solidFill>
                  <a:srgbClr val="000000"/>
                </a:solidFill>
                <a:effectLst/>
                <a:uFillTx/>
                <a:latin typeface="Arial"/>
              </a:rPr>
              <a:t>Sixth Outline Level</a:t>
            </a:r>
            <a:endParaRPr b="0" lang="en-IN" sz="3100" strike="noStrike" u="none">
              <a:solidFill>
                <a:srgbClr val="000000"/>
              </a:solidFill>
              <a:effectLst/>
              <a:uFillTx/>
              <a:latin typeface="Arial"/>
            </a:endParaRPr>
          </a:p>
          <a:p>
            <a:pPr lvl="6" marL="2057400" indent="-228600">
              <a:spcBef>
                <a:spcPts val="774"/>
              </a:spcBef>
              <a:buClr>
                <a:srgbClr val="000000"/>
              </a:buClr>
              <a:buSzPct val="150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100" strike="noStrike" u="none">
                <a:solidFill>
                  <a:srgbClr val="000000"/>
                </a:solidFill>
                <a:effectLst/>
                <a:uFillTx/>
                <a:latin typeface="Arial"/>
              </a:rPr>
              <a:t>Seventh Outline Level</a:t>
            </a:r>
            <a:endParaRPr b="0" lang="en-IN" sz="3100" strike="noStrike" u="none">
              <a:solidFill>
                <a:srgbClr val="000000"/>
              </a:solidFill>
              <a:effectLst/>
              <a:uFillTx/>
              <a:latin typeface="Arial"/>
            </a:endParaRPr>
          </a:p>
        </p:txBody>
      </p:sp>
      <p:sp>
        <p:nvSpPr>
          <p:cNvPr id="24" name="PlaceHolder 3"/>
          <p:cNvSpPr>
            <a:spLocks noGrp="1"/>
          </p:cNvSpPr>
          <p:nvPr>
            <p:ph type="dt" idx="10"/>
          </p:nvPr>
        </p:nvSpPr>
        <p:spPr>
          <a:xfrm>
            <a:off x="761760" y="6391440"/>
            <a:ext cx="2057400" cy="457200"/>
          </a:xfrm>
          <a:prstGeom prst="rect">
            <a:avLst/>
          </a:prstGeom>
          <a:noFill/>
          <a:ln w="0">
            <a:noFill/>
          </a:ln>
        </p:spPr>
        <p:txBody>
          <a:bodyPr lIns="90000" rIns="90000" tIns="46800" bIns="46800" anchor="t">
            <a:noAutofit/>
          </a:bodyPr>
          <a:lstStyle>
            <a:lvl1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IN" sz="1400" strike="noStrike" u="none">
                <a:solidFill>
                  <a:srgbClr val="000000"/>
                </a:solidFill>
                <a:effectLst/>
                <a:uFillTx/>
                <a:latin typeface="Arial"/>
              </a:defRPr>
            </a:lvl1pPr>
          </a:lstStyle>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000000"/>
                </a:solidFill>
                <a:effectLst/>
                <a:uFillTx/>
                <a:latin typeface="Arial"/>
              </a:rPr>
              <a:t>&lt;date/time&gt;</a:t>
            </a:r>
            <a:endParaRPr b="0" lang="en-IN" sz="1400" strike="noStrike" u="none">
              <a:solidFill>
                <a:srgbClr val="000000"/>
              </a:solidFill>
              <a:effectLst/>
              <a:uFillTx/>
              <a:latin typeface="Times New Roman"/>
            </a:endParaRPr>
          </a:p>
        </p:txBody>
      </p:sp>
      <p:sp>
        <p:nvSpPr>
          <p:cNvPr id="25" name="PlaceHolder 4"/>
          <p:cNvSpPr>
            <a:spLocks noGrp="1"/>
          </p:cNvSpPr>
          <p:nvPr>
            <p:ph type="ftr" idx="11"/>
          </p:nvPr>
        </p:nvSpPr>
        <p:spPr>
          <a:xfrm>
            <a:off x="3352680" y="6404040"/>
            <a:ext cx="2895840" cy="457200"/>
          </a:xfrm>
          <a:prstGeom prst="rect">
            <a:avLst/>
          </a:prstGeom>
          <a:noFill/>
          <a:ln w="0">
            <a:noFill/>
          </a:ln>
        </p:spPr>
        <p:txBody>
          <a:bodyPr lIns="90000" rIns="90000" tIns="46800" bIns="46800" anchor="t">
            <a:noAutofit/>
          </a:bodyPr>
          <a:lstStyle>
            <a:lvl1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IN" sz="1400" strike="noStrike" u="none">
                <a:solidFill>
                  <a:srgbClr val="000000"/>
                </a:solidFill>
                <a:effectLst/>
                <a:uFillTx/>
                <a:latin typeface="Arial"/>
              </a:defRPr>
            </a:lvl1pPr>
          </a:lstStyle>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000000"/>
                </a:solidFill>
                <a:effectLst/>
                <a:uFillTx/>
                <a:latin typeface="Arial"/>
              </a:rPr>
              <a:t>&lt;footer&gt;</a:t>
            </a:r>
            <a:endParaRPr b="0" lang="en-IN" sz="1400" strike="noStrike" u="none">
              <a:solidFill>
                <a:srgbClr val="000000"/>
              </a:solidFill>
              <a:effectLst/>
              <a:uFillTx/>
              <a:latin typeface="Times New Roman"/>
            </a:endParaRPr>
          </a:p>
        </p:txBody>
      </p:sp>
      <p:sp>
        <p:nvSpPr>
          <p:cNvPr id="26" name="PlaceHolder 5"/>
          <p:cNvSpPr>
            <a:spLocks noGrp="1"/>
          </p:cNvSpPr>
          <p:nvPr>
            <p:ph type="sldNum" idx="12"/>
          </p:nvPr>
        </p:nvSpPr>
        <p:spPr>
          <a:xfrm>
            <a:off x="6857640" y="6400800"/>
            <a:ext cx="1600200" cy="457200"/>
          </a:xfrm>
          <a:prstGeom prst="rect">
            <a:avLst/>
          </a:prstGeom>
          <a:noFill/>
          <a:ln w="0">
            <a:noFill/>
          </a:ln>
        </p:spPr>
        <p:txBody>
          <a:bodyPr lIns="90000" rIns="90000" tIns="46800" bIns="46800" anchor="t">
            <a:noAutofit/>
          </a:bodyPr>
          <a:lstStyle>
            <a:lvl1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IN" sz="1400" strike="noStrike" u="none">
                <a:solidFill>
                  <a:srgbClr val="000000"/>
                </a:solidFill>
                <a:effectLst/>
                <a:uFillTx/>
                <a:latin typeface="Arial"/>
              </a:defRPr>
            </a:lvl1pPr>
          </a:lstStyle>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CB28A017-1AE5-49EE-9162-49A5E260EBBA}" type="slidenum">
              <a:rPr b="0" lang="en-IN" sz="1400" strike="noStrike" u="none">
                <a:solidFill>
                  <a:srgbClr val="000000"/>
                </a:solidFill>
                <a:effectLst/>
                <a:uFillTx/>
                <a:latin typeface="Arial"/>
              </a:rPr>
              <a:t>&lt;number&gt;</a:t>
            </a:fld>
            <a:endParaRPr b="0" lang="en-IN" sz="1400" strike="noStrike" u="none">
              <a:solidFill>
                <a:srgbClr val="000000"/>
              </a:solidFill>
              <a:effectLst/>
              <a:uFillTx/>
              <a:latin typeface="Times New Roman"/>
            </a:endParaRPr>
          </a:p>
        </p:txBody>
      </p:sp>
      <p:grpSp>
        <p:nvGrpSpPr>
          <p:cNvPr id="27" name=""/>
          <p:cNvGrpSpPr/>
          <p:nvPr/>
        </p:nvGrpSpPr>
        <p:grpSpPr>
          <a:xfrm>
            <a:off x="168120" y="228600"/>
            <a:ext cx="8823600" cy="6095880"/>
            <a:chOff x="168120" y="228600"/>
            <a:chExt cx="8823600" cy="6095880"/>
          </a:xfrm>
        </p:grpSpPr>
        <p:sp>
          <p:nvSpPr>
            <p:cNvPr id="6" name=""/>
            <p:cNvSpPr/>
            <p:nvPr/>
          </p:nvSpPr>
          <p:spPr>
            <a:xfrm>
              <a:off x="168120" y="228600"/>
              <a:ext cx="8823600" cy="6095880"/>
            </a:xfrm>
            <a:prstGeom prst="roundRect">
              <a:avLst>
                <a:gd name="adj" fmla="val 11046"/>
              </a:avLst>
            </a:prstGeom>
            <a:noFill/>
            <a:ln w="28440">
              <a:solidFill>
                <a:srgbClr val="336666"/>
              </a:solidFill>
              <a:miter/>
            </a:ln>
          </p:spPr>
          <p:style>
            <a:lnRef idx="0"/>
            <a:fillRef idx="0"/>
            <a:effectRef idx="0"/>
            <a:fontRef idx="minor"/>
          </p:style>
          <p:txBody>
            <a:bodyPr wrap="none"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000000"/>
                </a:solidFill>
                <a:effectLst/>
                <a:uFillTx/>
                <a:latin typeface="Times New Roman"/>
              </a:endParaRPr>
            </a:p>
          </p:txBody>
        </p:sp>
        <p:sp>
          <p:nvSpPr>
            <p:cNvPr id="28" name=""/>
            <p:cNvSpPr/>
            <p:nvPr/>
          </p:nvSpPr>
          <p:spPr>
            <a:xfrm>
              <a:off x="762120" y="1709640"/>
              <a:ext cx="7696080" cy="0"/>
            </a:xfrm>
            <a:prstGeom prst="line">
              <a:avLst/>
            </a:prstGeom>
            <a:ln w="38160">
              <a:solidFill>
                <a:srgbClr val="336666"/>
              </a:solidFill>
              <a:miter/>
            </a:ln>
          </p:spPr>
          <p:style>
            <a:lnRef idx="0"/>
            <a:fillRef idx="0"/>
            <a:effectRef idx="0"/>
            <a:fontRef idx="minor"/>
          </p:style>
          <p:txBody>
            <a:bodyPr lIns="90000" rIns="90000" tIns="-46800" bIns="-46800" anchor="t">
              <a:noAutofit/>
            </a:bodyPr>
            <a:p>
              <a:endParaRPr b="0" lang="en-IN" sz="2400" strike="noStrike" u="none">
                <a:solidFill>
                  <a:srgbClr val="000000"/>
                </a:solidFill>
                <a:effectLst/>
                <a:uFillTx/>
                <a:latin typeface="Times New Roman"/>
              </a:endParaRPr>
            </a:p>
          </p:txBody>
        </p:sp>
      </p:gr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2">
    <p:bg>
      <p:bgPr>
        <a:blipFill rotWithShape="0">
          <a:blip r:embed="rId2"/>
          <a:stretch/>
        </a:blipFill>
      </p:bgPr>
    </p:bg>
    <p:spTree>
      <p:nvGrpSpPr>
        <p:cNvPr id="1" name=""/>
        <p:cNvGrpSpPr/>
        <p:nvPr/>
      </p:nvGrpSpPr>
      <p:grpSpPr>
        <a:xfrm>
          <a:off x="0" y="0"/>
          <a:ext cx="0" cy="0"/>
          <a:chOff x="0" y="0"/>
          <a:chExt cx="0" cy="0"/>
        </a:xfrm>
      </p:grpSpPr>
      <p:sp>
        <p:nvSpPr>
          <p:cNvPr id="29"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000000"/>
                </a:solidFill>
                <a:effectLst/>
                <a:uFillTx/>
                <a:latin typeface="Arial"/>
              </a:rPr>
              <a:t>Click to edit the title text format</a:t>
            </a:r>
            <a:endParaRPr b="0" lang="en-IN" sz="4400" strike="noStrike" u="none">
              <a:solidFill>
                <a:srgbClr val="000000"/>
              </a:solidFill>
              <a:effectLst/>
              <a:uFillTx/>
              <a:latin typeface="Arial"/>
            </a:endParaRPr>
          </a:p>
        </p:txBody>
      </p:sp>
      <p:sp>
        <p:nvSpPr>
          <p:cNvPr id="30" name="PlaceHolder 2"/>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343080" indent="-34308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Arial"/>
              </a:rPr>
              <a:t>Click to edit the outline text format</a:t>
            </a:r>
            <a:endParaRPr b="0" lang="en-IN" sz="3200" strike="noStrike" u="none">
              <a:solidFill>
                <a:srgbClr val="000000"/>
              </a:solidFill>
              <a:effectLst/>
              <a:uFillTx/>
              <a:latin typeface="Arial"/>
            </a:endParaRPr>
          </a:p>
          <a:p>
            <a:pPr lvl="1" marL="743040" indent="-285840">
              <a:spcBef>
                <a:spcPts val="7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000000"/>
                </a:solidFill>
                <a:effectLst/>
                <a:uFillTx/>
                <a:latin typeface="Arial"/>
              </a:rPr>
              <a:t>Second Outline Level</a:t>
            </a:r>
            <a:endParaRPr b="0" lang="en-IN" sz="2800" strike="noStrike" u="none">
              <a:solidFill>
                <a:srgbClr val="000000"/>
              </a:solidFill>
              <a:effectLst/>
              <a:uFillTx/>
              <a:latin typeface="Arial"/>
            </a:endParaRPr>
          </a:p>
          <a:p>
            <a:pPr lvl="2" marL="1143000" indent="-228600">
              <a:spcBef>
                <a:spcPts val="601"/>
              </a:spcBef>
              <a:buClr>
                <a:srgbClr val="000000"/>
              </a:buClr>
              <a:buFont typeface="Arial"/>
              <a:buChar char="•"/>
              <a:tabLst>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Arial"/>
              </a:rPr>
              <a:t>Third Outline Level</a:t>
            </a:r>
            <a:endParaRPr b="0" lang="en-IN" sz="2400" strike="noStrike" u="none">
              <a:solidFill>
                <a:srgbClr val="000000"/>
              </a:solidFill>
              <a:effectLst/>
              <a:uFillTx/>
              <a:latin typeface="Arial"/>
            </a:endParaRPr>
          </a:p>
          <a:p>
            <a:pPr lvl="3" marL="1600200" indent="-228600">
              <a:spcBef>
                <a:spcPts val="499"/>
              </a:spcBef>
              <a:buClr>
                <a:srgbClr val="000000"/>
              </a:buClr>
              <a:buFont typeface="Arial"/>
              <a:buChar char="–"/>
              <a:tabLst>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Arial"/>
              </a:rPr>
              <a:t>Fourth Outline Level</a:t>
            </a:r>
            <a:endParaRPr b="0" lang="en-IN" sz="2000" strike="noStrike" u="none">
              <a:solidFill>
                <a:srgbClr val="000000"/>
              </a:solidFill>
              <a:effectLst/>
              <a:uFillTx/>
              <a:latin typeface="Arial"/>
            </a:endParaRPr>
          </a:p>
          <a:p>
            <a:pPr lvl="4" marL="2057400" indent="-228600">
              <a:spcBef>
                <a:spcPts val="499"/>
              </a:spcBef>
              <a:buClr>
                <a:srgbClr val="000000"/>
              </a:buClr>
              <a:buFont typeface="Arial"/>
              <a:buChar char="»"/>
              <a:tabLst>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Arial"/>
              </a:rPr>
              <a:t>Fifth Outline Level</a:t>
            </a:r>
            <a:endParaRPr b="0" lang="en-IN" sz="2000" strike="noStrike" u="none">
              <a:solidFill>
                <a:srgbClr val="000000"/>
              </a:solidFill>
              <a:effectLst/>
              <a:uFillTx/>
              <a:latin typeface="Arial"/>
            </a:endParaRPr>
          </a:p>
          <a:p>
            <a:pPr lvl="5" marL="2057400" indent="-228600">
              <a:spcBef>
                <a:spcPts val="4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Arial"/>
              </a:rPr>
              <a:t>Sixth Outline Level</a:t>
            </a:r>
            <a:endParaRPr b="0" lang="en-IN" sz="2000" strike="noStrike" u="none">
              <a:solidFill>
                <a:srgbClr val="000000"/>
              </a:solidFill>
              <a:effectLst/>
              <a:uFillTx/>
              <a:latin typeface="Arial"/>
            </a:endParaRPr>
          </a:p>
          <a:p>
            <a:pPr lvl="6" marL="2057400" indent="-228600">
              <a:spcBef>
                <a:spcPts val="4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Arial"/>
              </a:rPr>
              <a:t>Seventh Outline Level</a:t>
            </a:r>
            <a:endParaRPr b="0" lang="en-IN" sz="2000" strike="noStrike" u="none">
              <a:solidFill>
                <a:srgbClr val="000000"/>
              </a:solidFill>
              <a:effectLst/>
              <a:uFillTx/>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Lst>
</p:sldMaster>
</file>

<file path=ppt/slides/_rels/slide1.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5.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6.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3.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9.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2.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2.xml.rels><?xml version="1.0" encoding="UTF-8"?>
<Relationships xmlns="http://schemas.openxmlformats.org/package/2006/relationships"><Relationship Id="rId1" Type="http://schemas.openxmlformats.org/officeDocument/2006/relationships/image" Target="../media/image4.jpeg"/><Relationship Id="rId2" Type="http://schemas.openxmlformats.org/officeDocument/2006/relationships/slideLayout" Target="../slideLayouts/slideLayout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5.xml.rels><?xml version="1.0" encoding="UTF-8"?>
<Relationships xmlns="http://schemas.openxmlformats.org/package/2006/relationships"><Relationship Id="rId1" Type="http://schemas.openxmlformats.org/officeDocument/2006/relationships/image" Target="../media/image5.jpeg"/><Relationship Id="rId2" Type="http://schemas.openxmlformats.org/officeDocument/2006/relationships/slideLayout" Target="../slideLayouts/slideLayout2.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8.xml.rels><?xml version="1.0" encoding="UTF-8"?>
<Relationships xmlns="http://schemas.openxmlformats.org/package/2006/relationships"><Relationship Id="rId1" Type="http://schemas.openxmlformats.org/officeDocument/2006/relationships/image" Target="../media/image6.jpeg"/><Relationship Id="rId2" Type="http://schemas.openxmlformats.org/officeDocument/2006/relationships/slideLayout" Target="../slideLayouts/slideLayout2.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1.xml.rels><?xml version="1.0" encoding="UTF-8"?>
<Relationships xmlns="http://schemas.openxmlformats.org/package/2006/relationships"><Relationship Id="rId1" Type="http://schemas.openxmlformats.org/officeDocument/2006/relationships/image" Target="../media/image7.jpeg"/><Relationship Id="rId2" Type="http://schemas.openxmlformats.org/officeDocument/2006/relationships/slideLayout" Target="../slideLayouts/slideLayout2.xml"/>
</Relationships>
</file>

<file path=ppt/slides/_rels/slide22.xml.rels><?xml version="1.0" encoding="UTF-8"?>
<Relationships xmlns="http://schemas.openxmlformats.org/package/2006/relationships"><Relationship Id="rId1" Type="http://schemas.openxmlformats.org/officeDocument/2006/relationships/image" Target="../media/image8.jpeg"/><Relationship Id="rId2" Type="http://schemas.openxmlformats.org/officeDocument/2006/relationships/slideLayout" Target="../slideLayouts/slideLayout2.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5.xml.rels><?xml version="1.0" encoding="UTF-8"?>
<Relationships xmlns="http://schemas.openxmlformats.org/package/2006/relationships"><Relationship Id="rId1" Type="http://schemas.openxmlformats.org/officeDocument/2006/relationships/image" Target="../media/image9.jpeg"/><Relationship Id="rId2" Type="http://schemas.openxmlformats.org/officeDocument/2006/relationships/slideLayout" Target="../slideLayouts/slideLayout2.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8.xml.rels><?xml version="1.0" encoding="UTF-8"?>
<Relationships xmlns="http://schemas.openxmlformats.org/package/2006/relationships"><Relationship Id="rId1" Type="http://schemas.openxmlformats.org/officeDocument/2006/relationships/image" Target="../media/image10.jpeg"/><Relationship Id="rId2" Type="http://schemas.openxmlformats.org/officeDocument/2006/relationships/slideLayout" Target="../slideLayouts/slideLayout2.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4.xml.rels><?xml version="1.0" encoding="UTF-8"?>
<Relationships xmlns="http://schemas.openxmlformats.org/package/2006/relationships"><Relationship Id="rId1" Type="http://schemas.openxmlformats.org/officeDocument/2006/relationships/hyperlink" Target="http://www.ga.wa.gov/PCA/Manual.htm" TargetMode="External"/><Relationship Id="rId2" Type="http://schemas.openxmlformats.org/officeDocument/2006/relationships/hyperlink" Target="http://www.ga.wa.gov/PCA/Manual.htm" TargetMode="External"/><Relationship Id="rId3" Type="http://schemas.openxmlformats.org/officeDocument/2006/relationships/slideLayout" Target="../slideLayouts/slideLayout1.xml"/>
</Relationships>
</file>

<file path=ppt/slides/_rels/slide3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7.xml.rels><?xml version="1.0" encoding="UTF-8"?>
<Relationships xmlns="http://schemas.openxmlformats.org/package/2006/relationships"><Relationship Id="rId1" Type="http://schemas.openxmlformats.org/officeDocument/2006/relationships/hyperlink" Target="http://www.ga.wa.gov/eas/doc-form.htm" TargetMode="External"/><Relationship Id="rId2" Type="http://schemas.openxmlformats.org/officeDocument/2006/relationships/slideLayout" Target="../slideLayouts/slideLayout1.xml"/>
</Relationships>
</file>

<file path=ppt/slides/_rels/slide3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0.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50.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5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52.xml.rels><?xml version="1.0" encoding="UTF-8"?>
<Relationships xmlns="http://schemas.openxmlformats.org/package/2006/relationships"><Relationship Id="rId1"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31" name=""/>
          <p:cNvSpPr/>
          <p:nvPr/>
        </p:nvSpPr>
        <p:spPr>
          <a:xfrm>
            <a:off x="1219320" y="609480"/>
            <a:ext cx="7534080" cy="82548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800" strike="noStrike" u="none">
                <a:solidFill>
                  <a:srgbClr val="000000"/>
                </a:solidFill>
                <a:effectLst/>
                <a:uFillTx/>
                <a:latin typeface="Tahoma"/>
              </a:rPr>
              <a:t>Small Works Contracting</a:t>
            </a:r>
            <a:endParaRPr b="0" lang="en-IN" sz="4800" strike="noStrike" u="none">
              <a:solidFill>
                <a:srgbClr val="000000"/>
              </a:solidFill>
              <a:effectLst/>
              <a:uFillTx/>
              <a:latin typeface="Times New Roman"/>
            </a:endParaRPr>
          </a:p>
        </p:txBody>
      </p:sp>
      <p:sp>
        <p:nvSpPr>
          <p:cNvPr id="32" name=""/>
          <p:cNvSpPr/>
          <p:nvPr/>
        </p:nvSpPr>
        <p:spPr>
          <a:xfrm>
            <a:off x="1981080" y="1828800"/>
            <a:ext cx="6248520" cy="4489920"/>
          </a:xfrm>
          <a:prstGeom prst="rect">
            <a:avLst/>
          </a:prstGeom>
          <a:noFill/>
          <a:ln w="0">
            <a:noFill/>
          </a:ln>
        </p:spPr>
        <p:style>
          <a:lnRef idx="0"/>
          <a:fillRef idx="0"/>
          <a:effectRef idx="0"/>
          <a:fontRef idx="minor"/>
        </p:style>
        <p:txBody>
          <a:bodyPr lIns="90000" rIns="90000" tIns="46800" bIns="46800" anchor="t">
            <a:spAutoFit/>
          </a:bodyPr>
          <a:p>
            <a:pPr marL="177840" indent="-177840">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Times New Roman"/>
            </a:endParaRPr>
          </a:p>
          <a:p>
            <a:pPr marL="177840" indent="-177840">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000000"/>
                </a:solidFill>
                <a:effectLst/>
                <a:uFillTx/>
                <a:latin typeface="Arial"/>
              </a:rPr>
              <a:t>Mission </a:t>
            </a:r>
            <a:endParaRPr b="0" lang="en-IN" sz="1800" strike="noStrike" u="none">
              <a:solidFill>
                <a:srgbClr val="000000"/>
              </a:solidFill>
              <a:effectLst/>
              <a:uFillTx/>
              <a:latin typeface="Times New Roman"/>
            </a:endParaRPr>
          </a:p>
          <a:p>
            <a:pPr marL="177840" indent="-177840">
              <a:lnSpc>
                <a:spcPct val="100000"/>
              </a:lnSpc>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000000"/>
                </a:solidFill>
                <a:effectLst/>
                <a:uFillTx/>
                <a:latin typeface="Arial"/>
              </a:rPr>
              <a:t> GA helps its customers succeed</a:t>
            </a:r>
            <a:endParaRPr b="0" lang="en-IN" sz="1800" strike="noStrike" u="none">
              <a:solidFill>
                <a:srgbClr val="000000"/>
              </a:solidFill>
              <a:effectLst/>
              <a:uFillTx/>
              <a:latin typeface="Times New Roman"/>
            </a:endParaRPr>
          </a:p>
          <a:p>
            <a:pPr marL="177840" indent="-177840">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Times New Roman"/>
            </a:endParaRPr>
          </a:p>
          <a:p>
            <a:pPr marL="177840" indent="-177840">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000000"/>
                </a:solidFill>
                <a:effectLst/>
                <a:uFillTx/>
                <a:latin typeface="Arial"/>
              </a:rPr>
              <a:t>Vision </a:t>
            </a:r>
            <a:endParaRPr b="0" lang="en-IN" sz="1800" strike="noStrike" u="none">
              <a:solidFill>
                <a:srgbClr val="000000"/>
              </a:solidFill>
              <a:effectLst/>
              <a:uFillTx/>
              <a:latin typeface="Times New Roman"/>
            </a:endParaRPr>
          </a:p>
          <a:p>
            <a:pPr marL="177840" indent="-177840">
              <a:lnSpc>
                <a:spcPct val="100000"/>
              </a:lnSpc>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000000"/>
                </a:solidFill>
                <a:effectLst/>
                <a:uFillTx/>
                <a:latin typeface="Arial"/>
              </a:rPr>
              <a:t>Customers seek and value our services and expertise</a:t>
            </a:r>
            <a:endParaRPr b="0" lang="en-IN" sz="1800" strike="noStrike" u="none">
              <a:solidFill>
                <a:srgbClr val="000000"/>
              </a:solidFill>
              <a:effectLst/>
              <a:uFillTx/>
              <a:latin typeface="Times New Roman"/>
            </a:endParaRPr>
          </a:p>
          <a:p>
            <a:pPr marL="177840" indent="-177840">
              <a:lnSpc>
                <a:spcPct val="100000"/>
              </a:lnSpc>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000000"/>
                </a:solidFill>
                <a:effectLst/>
                <a:uFillTx/>
                <a:latin typeface="Arial"/>
              </a:rPr>
              <a:t>Others recognize our innovation and efficiency.</a:t>
            </a:r>
            <a:endParaRPr b="0" lang="en-IN" sz="1800" strike="noStrike" u="none">
              <a:solidFill>
                <a:srgbClr val="000000"/>
              </a:solidFill>
              <a:effectLst/>
              <a:uFillTx/>
              <a:latin typeface="Times New Roman"/>
            </a:endParaRPr>
          </a:p>
          <a:p>
            <a:pPr marL="177840" indent="-177840">
              <a:lnSpc>
                <a:spcPct val="100000"/>
              </a:lnSpc>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000000"/>
                </a:solidFill>
                <a:effectLst/>
                <a:uFillTx/>
                <a:latin typeface="Arial"/>
              </a:rPr>
              <a:t>People want to work here.</a:t>
            </a:r>
            <a:endParaRPr b="0" lang="en-IN" sz="1800" strike="noStrike" u="none">
              <a:solidFill>
                <a:srgbClr val="000000"/>
              </a:solidFill>
              <a:effectLst/>
              <a:uFillTx/>
              <a:latin typeface="Times New Roman"/>
            </a:endParaRPr>
          </a:p>
          <a:p>
            <a:pPr marL="177840" indent="-177840">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Times New Roman"/>
            </a:endParaRPr>
          </a:p>
          <a:p>
            <a:pPr marL="177840" indent="-177840">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Times New Roman"/>
            </a:endParaRPr>
          </a:p>
          <a:p>
            <a:pPr marL="177840" indent="-177840">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Times New Roman"/>
            </a:endParaRPr>
          </a:p>
          <a:p>
            <a:pPr marL="177840" indent="-177840">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000000"/>
                </a:solidFill>
                <a:effectLst/>
                <a:uFillTx/>
                <a:latin typeface="Arial"/>
              </a:rPr>
              <a:t>John Lynch and Roland Orr</a:t>
            </a:r>
            <a:endParaRPr b="0" lang="en-IN" sz="2000" strike="noStrike" u="none">
              <a:solidFill>
                <a:srgbClr val="000000"/>
              </a:solidFill>
              <a:effectLst/>
              <a:uFillTx/>
              <a:latin typeface="Times New Roman"/>
            </a:endParaRPr>
          </a:p>
          <a:p>
            <a:pPr marL="177840" indent="-177840">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Arial"/>
              </a:rPr>
              <a:t>State of Washington</a:t>
            </a:r>
            <a:endParaRPr b="0" lang="en-IN" sz="2000" strike="noStrike" u="none">
              <a:solidFill>
                <a:srgbClr val="000000"/>
              </a:solidFill>
              <a:effectLst/>
              <a:uFillTx/>
              <a:latin typeface="Times New Roman"/>
            </a:endParaRPr>
          </a:p>
          <a:p>
            <a:pPr marL="177840" indent="-177840">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Arial"/>
              </a:rPr>
              <a:t>Division of Engineering and Architectural Services</a:t>
            </a:r>
            <a:endParaRPr b="0" lang="en-IN" sz="2000" strike="noStrike" u="none">
              <a:solidFill>
                <a:srgbClr val="000000"/>
              </a:solidFill>
              <a:effectLst/>
              <a:uFillTx/>
              <a:latin typeface="Times New Roman"/>
            </a:endParaRPr>
          </a:p>
          <a:p>
            <a:pPr marL="177840" indent="-177840">
              <a:lnSpc>
                <a:spcPct val="100000"/>
              </a:lnSpc>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00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3" name="PlaceHolder 1"/>
          <p:cNvSpPr>
            <a:spLocks noGrp="1"/>
          </p:cNvSpPr>
          <p:nvPr>
            <p:ph type="title"/>
          </p:nvPr>
        </p:nvSpPr>
        <p:spPr>
          <a:xfrm>
            <a:off x="762120" y="533160"/>
            <a:ext cx="7696080" cy="1143000"/>
          </a:xfrm>
          <a:prstGeom prst="rect">
            <a:avLst/>
          </a:prstGeom>
          <a:noFill/>
          <a:ln w="0">
            <a:noFill/>
          </a:ln>
        </p:spPr>
        <p:txBody>
          <a:bodyPr lIns="90000" rIns="90000" tIns="46800" bIns="46800" anchor="b">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500" strike="noStrike" u="none">
                <a:solidFill>
                  <a:srgbClr val="336666"/>
                </a:solidFill>
                <a:effectLst/>
                <a:uFillTx/>
                <a:latin typeface="Arial Black"/>
              </a:rPr>
              <a:t>Division of Engineering and Architectural Services</a:t>
            </a:r>
            <a:endParaRPr b="0" lang="en-IN" sz="2500" strike="noStrike" u="none">
              <a:solidFill>
                <a:srgbClr val="336666"/>
              </a:solidFill>
              <a:effectLst/>
              <a:uFillTx/>
              <a:latin typeface="Arial Black"/>
            </a:endParaRPr>
          </a:p>
        </p:txBody>
      </p:sp>
      <p:sp>
        <p:nvSpPr>
          <p:cNvPr id="34" name="PlaceHolder 2"/>
          <p:cNvSpPr>
            <a:spLocks noGrp="1"/>
          </p:cNvSpPr>
          <p:nvPr>
            <p:ph/>
          </p:nvPr>
        </p:nvSpPr>
        <p:spPr>
          <a:xfrm>
            <a:off x="762120" y="1905120"/>
            <a:ext cx="7696080" cy="4038480"/>
          </a:xfrm>
          <a:prstGeom prst="rect">
            <a:avLst/>
          </a:prstGeom>
          <a:noFill/>
          <a:ln w="0">
            <a:noFill/>
          </a:ln>
        </p:spPr>
        <p:txBody>
          <a:bodyPr lIns="90000" rIns="90000" tIns="46800" bIns="46800" anchor="t">
            <a:normAutofit/>
          </a:bodyPr>
          <a:p>
            <a:pPr marL="343080" indent="-343080">
              <a:spcBef>
                <a:spcPts val="550"/>
              </a:spcBef>
              <a:buClr>
                <a:srgbClr val="cccc99"/>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200" strike="noStrike" u="none">
                <a:solidFill>
                  <a:srgbClr val="000000"/>
                </a:solidFill>
                <a:effectLst/>
                <a:uFillTx/>
                <a:latin typeface="Arial"/>
              </a:rPr>
              <a:t>Design and Construction Project Management</a:t>
            </a:r>
            <a:endParaRPr b="0" lang="en-IN" sz="2200" strike="noStrike" u="none">
              <a:solidFill>
                <a:srgbClr val="000000"/>
              </a:solidFill>
              <a:effectLst/>
              <a:uFillTx/>
              <a:latin typeface="Arial"/>
            </a:endParaRPr>
          </a:p>
          <a:p>
            <a:pPr marL="343080" indent="-343080">
              <a:spcBef>
                <a:spcPts val="550"/>
              </a:spcBef>
              <a:buClr>
                <a:srgbClr val="cccc99"/>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200" strike="noStrike" u="none">
                <a:solidFill>
                  <a:srgbClr val="000000"/>
                </a:solidFill>
                <a:effectLst/>
                <a:uFillTx/>
                <a:latin typeface="Arial"/>
              </a:rPr>
              <a:t>Energy Performance Contracting</a:t>
            </a:r>
            <a:endParaRPr b="0" lang="en-IN" sz="2200" strike="noStrike" u="none">
              <a:solidFill>
                <a:srgbClr val="000000"/>
              </a:solidFill>
              <a:effectLst/>
              <a:uFillTx/>
              <a:latin typeface="Arial"/>
            </a:endParaRPr>
          </a:p>
          <a:p>
            <a:pPr marL="343080" indent="-343080">
              <a:spcBef>
                <a:spcPts val="550"/>
              </a:spcBef>
              <a:buClr>
                <a:srgbClr val="cccc99"/>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200" strike="noStrike" u="none">
                <a:solidFill>
                  <a:srgbClr val="000000"/>
                </a:solidFill>
                <a:effectLst/>
                <a:uFillTx/>
                <a:latin typeface="Arial"/>
              </a:rPr>
              <a:t>We serve a number of major state agencies</a:t>
            </a:r>
            <a:endParaRPr b="0" lang="en-IN" sz="2200" strike="noStrike" u="none">
              <a:solidFill>
                <a:srgbClr val="000000"/>
              </a:solidFill>
              <a:effectLst/>
              <a:uFillTx/>
              <a:latin typeface="Arial"/>
            </a:endParaRPr>
          </a:p>
          <a:p>
            <a:pPr lvl="1" marL="743040" indent="-285840">
              <a:spcBef>
                <a:spcPts val="499"/>
              </a:spcBef>
              <a:buClr>
                <a:srgbClr val="97cdcc"/>
              </a:buClr>
              <a:buSzPct val="150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Arial"/>
              </a:rPr>
              <a:t>Community Colleges - 33 campuses</a:t>
            </a:r>
            <a:endParaRPr b="0" lang="en-IN" sz="2000" strike="noStrike" u="none">
              <a:solidFill>
                <a:srgbClr val="000000"/>
              </a:solidFill>
              <a:effectLst/>
              <a:uFillTx/>
              <a:latin typeface="Arial"/>
            </a:endParaRPr>
          </a:p>
          <a:p>
            <a:pPr lvl="1" marL="743040" indent="-285840">
              <a:spcBef>
                <a:spcPts val="499"/>
              </a:spcBef>
              <a:buClr>
                <a:srgbClr val="97cdcc"/>
              </a:buClr>
              <a:buSzPct val="150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Arial"/>
              </a:rPr>
              <a:t>Department of Corrections</a:t>
            </a:r>
            <a:endParaRPr b="0" lang="en-IN" sz="2000" strike="noStrike" u="none">
              <a:solidFill>
                <a:srgbClr val="000000"/>
              </a:solidFill>
              <a:effectLst/>
              <a:uFillTx/>
              <a:latin typeface="Arial"/>
            </a:endParaRPr>
          </a:p>
          <a:p>
            <a:pPr lvl="1" marL="743040" indent="-285840">
              <a:spcBef>
                <a:spcPts val="499"/>
              </a:spcBef>
              <a:buClr>
                <a:srgbClr val="97cdcc"/>
              </a:buClr>
              <a:buSzPct val="150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Arial"/>
              </a:rPr>
              <a:t>Department of Social and Health Services</a:t>
            </a:r>
            <a:endParaRPr b="0" lang="en-IN" sz="2000" strike="noStrike" u="none">
              <a:solidFill>
                <a:srgbClr val="000000"/>
              </a:solidFill>
              <a:effectLst/>
              <a:uFillTx/>
              <a:latin typeface="Arial"/>
            </a:endParaRPr>
          </a:p>
          <a:p>
            <a:pPr lvl="1" marL="743040" indent="-285840">
              <a:spcBef>
                <a:spcPts val="499"/>
              </a:spcBef>
              <a:buClr>
                <a:srgbClr val="97cdcc"/>
              </a:buClr>
              <a:buSzPct val="150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Arial"/>
              </a:rPr>
              <a:t>Department of Veterans Affairs</a:t>
            </a:r>
            <a:endParaRPr b="0" lang="en-IN" sz="2000" strike="noStrike" u="none">
              <a:solidFill>
                <a:srgbClr val="000000"/>
              </a:solidFill>
              <a:effectLst/>
              <a:uFillTx/>
              <a:latin typeface="Arial"/>
            </a:endParaRPr>
          </a:p>
          <a:p>
            <a:pPr lvl="1" marL="743040" indent="-285840">
              <a:spcBef>
                <a:spcPts val="499"/>
              </a:spcBef>
              <a:buClr>
                <a:srgbClr val="97cdcc"/>
              </a:buClr>
              <a:buSzPct val="150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Arial"/>
              </a:rPr>
              <a:t>Washington State Patrol</a:t>
            </a:r>
            <a:endParaRPr b="0" lang="en-IN" sz="2000" strike="noStrike" u="none">
              <a:solidFill>
                <a:srgbClr val="000000"/>
              </a:solidFill>
              <a:effectLst/>
              <a:uFillTx/>
              <a:latin typeface="Arial"/>
            </a:endParaRPr>
          </a:p>
          <a:p>
            <a:pPr lvl="1" marL="743040" indent="-285840">
              <a:spcBef>
                <a:spcPts val="499"/>
              </a:spcBef>
              <a:buClr>
                <a:srgbClr val="97cdcc"/>
              </a:buClr>
              <a:buSzPct val="150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Arial"/>
              </a:rPr>
              <a:t>Department of General Administration</a:t>
            </a:r>
            <a:endParaRPr b="0" lang="en-IN" sz="2000" strike="noStrike" u="none">
              <a:solidFill>
                <a:srgbClr val="000000"/>
              </a:solidFill>
              <a:effectLst/>
              <a:uFillTx/>
              <a:latin typeface="Arial"/>
            </a:endParaRPr>
          </a:p>
          <a:p>
            <a:pPr lvl="1" marL="743040" indent="-285840">
              <a:spcBef>
                <a:spcPts val="499"/>
              </a:spcBef>
              <a:buClr>
                <a:srgbClr val="97cdcc"/>
              </a:buClr>
              <a:buSzPct val="150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Arial"/>
              </a:rPr>
              <a:t>Approximately 20 additional small agencies</a:t>
            </a:r>
            <a:endParaRPr b="0" lang="en-IN"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5" name="PlaceHolder 1"/>
          <p:cNvSpPr>
            <a:spLocks noGrp="1"/>
          </p:cNvSpPr>
          <p:nvPr>
            <p:ph type="title"/>
          </p:nvPr>
        </p:nvSpPr>
        <p:spPr>
          <a:xfrm>
            <a:off x="762120" y="533160"/>
            <a:ext cx="7696080" cy="990360"/>
          </a:xfrm>
          <a:prstGeom prst="rect">
            <a:avLst/>
          </a:prstGeom>
          <a:noFill/>
          <a:ln w="0">
            <a:noFill/>
          </a:ln>
        </p:spPr>
        <p:txBody>
          <a:bodyPr lIns="90000" rIns="90000" tIns="46800" bIns="46800" anchor="b">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336666"/>
                </a:solidFill>
                <a:effectLst/>
                <a:uFillTx/>
                <a:latin typeface="Arial Black"/>
              </a:rPr>
              <a:t>Objectives for Today</a:t>
            </a:r>
            <a:endParaRPr b="0" lang="en-IN" sz="3200" strike="noStrike" u="none">
              <a:solidFill>
                <a:srgbClr val="336666"/>
              </a:solidFill>
              <a:effectLst/>
              <a:uFillTx/>
              <a:latin typeface="Arial Black"/>
            </a:endParaRPr>
          </a:p>
        </p:txBody>
      </p:sp>
      <p:sp>
        <p:nvSpPr>
          <p:cNvPr id="36" name="PlaceHolder 2"/>
          <p:cNvSpPr>
            <a:spLocks noGrp="1"/>
          </p:cNvSpPr>
          <p:nvPr>
            <p:ph/>
          </p:nvPr>
        </p:nvSpPr>
        <p:spPr>
          <a:xfrm>
            <a:off x="762120" y="1905120"/>
            <a:ext cx="7696080" cy="4038480"/>
          </a:xfrm>
          <a:prstGeom prst="rect">
            <a:avLst/>
          </a:prstGeom>
          <a:noFill/>
          <a:ln w="0">
            <a:noFill/>
          </a:ln>
        </p:spPr>
        <p:txBody>
          <a:bodyPr lIns="90000" rIns="90000" tIns="46800" bIns="46800" anchor="t">
            <a:normAutofit/>
          </a:bodyPr>
          <a:p>
            <a:pPr marL="343080" indent="-343080">
              <a:spcBef>
                <a:spcPts val="675"/>
              </a:spcBef>
              <a:buClr>
                <a:srgbClr val="cccc99"/>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700" strike="noStrike" u="none">
                <a:solidFill>
                  <a:srgbClr val="000000"/>
                </a:solidFill>
                <a:effectLst/>
                <a:uFillTx/>
                <a:latin typeface="Arial"/>
              </a:rPr>
              <a:t>Demonstrate examples showing when to follow a public works procurement process vs. a purchasing process</a:t>
            </a:r>
            <a:endParaRPr b="0" lang="en-IN" sz="2700" strike="noStrike" u="none">
              <a:solidFill>
                <a:srgbClr val="000000"/>
              </a:solidFill>
              <a:effectLst/>
              <a:uFillTx/>
              <a:latin typeface="Arial"/>
            </a:endParaRPr>
          </a:p>
          <a:p>
            <a:pPr marL="343080" indent="-343080">
              <a:spcBef>
                <a:spcPts val="675"/>
              </a:spcBef>
              <a:buClr>
                <a:srgbClr val="cccc99"/>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700" strike="noStrike" u="none">
                <a:solidFill>
                  <a:srgbClr val="000000"/>
                </a:solidFill>
                <a:effectLst/>
                <a:uFillTx/>
                <a:latin typeface="Arial"/>
              </a:rPr>
              <a:t>Outline the general differences in the public works process depending on the size and nature of the project</a:t>
            </a:r>
            <a:endParaRPr b="0" lang="en-IN" sz="2700" strike="noStrike" u="none">
              <a:solidFill>
                <a:srgbClr val="000000"/>
              </a:solidFill>
              <a:effectLst/>
              <a:uFillTx/>
              <a:latin typeface="Arial"/>
            </a:endParaRPr>
          </a:p>
          <a:p>
            <a:pPr marL="343080" indent="-343080">
              <a:spcBef>
                <a:spcPts val="675"/>
              </a:spcBef>
              <a:buClr>
                <a:srgbClr val="cccc99"/>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700" strike="noStrike" u="none">
                <a:solidFill>
                  <a:srgbClr val="000000"/>
                </a:solidFill>
                <a:effectLst/>
                <a:uFillTx/>
                <a:latin typeface="Arial"/>
              </a:rPr>
              <a:t>Discuss the “Limited Public Works” process used by the Department of General Administration for small public works projects  </a:t>
            </a:r>
            <a:endParaRPr b="0" lang="en-IN" sz="27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7" name="PlaceHolder 1"/>
          <p:cNvSpPr>
            <a:spLocks noGrp="1"/>
          </p:cNvSpPr>
          <p:nvPr>
            <p:ph type="title"/>
          </p:nvPr>
        </p:nvSpPr>
        <p:spPr>
          <a:xfrm>
            <a:off x="762120" y="533520"/>
            <a:ext cx="7696080" cy="838080"/>
          </a:xfrm>
          <a:prstGeom prst="rect">
            <a:avLst/>
          </a:prstGeom>
          <a:noFill/>
          <a:ln w="0">
            <a:noFill/>
          </a:ln>
        </p:spPr>
        <p:txBody>
          <a:bodyPr lIns="90000" rIns="90000" tIns="46800" bIns="46800" anchor="b">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336666"/>
                </a:solidFill>
                <a:effectLst/>
                <a:uFillTx/>
                <a:latin typeface="Arial Black"/>
              </a:rPr>
              <a:t>Characteristics of Public Works</a:t>
            </a:r>
            <a:endParaRPr b="0" lang="en-IN" sz="3200" strike="noStrike" u="none">
              <a:solidFill>
                <a:srgbClr val="336666"/>
              </a:solidFill>
              <a:effectLst/>
              <a:uFillTx/>
              <a:latin typeface="Arial Black"/>
            </a:endParaRPr>
          </a:p>
        </p:txBody>
      </p:sp>
      <p:sp>
        <p:nvSpPr>
          <p:cNvPr id="38" name="PlaceHolder 2"/>
          <p:cNvSpPr>
            <a:spLocks noGrp="1"/>
          </p:cNvSpPr>
          <p:nvPr>
            <p:ph/>
          </p:nvPr>
        </p:nvSpPr>
        <p:spPr>
          <a:xfrm>
            <a:off x="762120" y="1905120"/>
            <a:ext cx="7696080" cy="4038480"/>
          </a:xfrm>
          <a:prstGeom prst="rect">
            <a:avLst/>
          </a:prstGeom>
          <a:noFill/>
          <a:ln w="0">
            <a:noFill/>
          </a:ln>
        </p:spPr>
        <p:txBody>
          <a:bodyPr lIns="90000" rIns="90000" tIns="46800" bIns="46800" anchor="t">
            <a:normAutofit/>
          </a:bodyPr>
          <a:p>
            <a:pPr marL="343080" indent="-343080">
              <a:spcBef>
                <a:spcPts val="675"/>
              </a:spcBef>
              <a:buClr>
                <a:srgbClr val="cccc99"/>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700" strike="noStrike" u="none">
                <a:solidFill>
                  <a:srgbClr val="000000"/>
                </a:solidFill>
                <a:effectLst/>
                <a:uFillTx/>
                <a:latin typeface="Arial"/>
              </a:rPr>
              <a:t>Work is performed on public property</a:t>
            </a:r>
            <a:endParaRPr b="0" lang="en-IN" sz="2700" strike="noStrike" u="none">
              <a:solidFill>
                <a:srgbClr val="000000"/>
              </a:solidFill>
              <a:effectLst/>
              <a:uFillTx/>
              <a:latin typeface="Arial"/>
            </a:endParaRPr>
          </a:p>
          <a:p>
            <a:pPr marL="343080" indent="-343080">
              <a:spcBef>
                <a:spcPts val="675"/>
              </a:spcBef>
              <a:buClr>
                <a:srgbClr val="cccc99"/>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700" strike="noStrike" u="none">
                <a:solidFill>
                  <a:srgbClr val="000000"/>
                </a:solidFill>
                <a:effectLst/>
                <a:uFillTx/>
                <a:latin typeface="Arial"/>
              </a:rPr>
              <a:t>Work is more than “ordinary maintenance”</a:t>
            </a:r>
            <a:endParaRPr b="0" lang="en-IN" sz="2700" strike="noStrike" u="none">
              <a:solidFill>
                <a:srgbClr val="000000"/>
              </a:solidFill>
              <a:effectLst/>
              <a:uFillTx/>
              <a:latin typeface="Arial"/>
            </a:endParaRPr>
          </a:p>
          <a:p>
            <a:pPr marL="343080" indent="-343080">
              <a:spcBef>
                <a:spcPts val="675"/>
              </a:spcBef>
              <a:buClr>
                <a:srgbClr val="cccc99"/>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700" strike="noStrike" u="none">
                <a:solidFill>
                  <a:srgbClr val="000000"/>
                </a:solidFill>
                <a:effectLst/>
                <a:uFillTx/>
                <a:latin typeface="Arial"/>
              </a:rPr>
              <a:t>Work tends to require a building permit</a:t>
            </a:r>
            <a:endParaRPr b="0" lang="en-IN" sz="2700" strike="noStrike" u="none">
              <a:solidFill>
                <a:srgbClr val="000000"/>
              </a:solidFill>
              <a:effectLst/>
              <a:uFillTx/>
              <a:latin typeface="Arial"/>
            </a:endParaRPr>
          </a:p>
          <a:p>
            <a:pPr marL="343080" indent="-343080">
              <a:spcBef>
                <a:spcPts val="675"/>
              </a:spcBef>
              <a:buClr>
                <a:srgbClr val="cccc99"/>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700" strike="noStrike" u="none">
                <a:solidFill>
                  <a:srgbClr val="000000"/>
                </a:solidFill>
                <a:effectLst/>
                <a:uFillTx/>
                <a:latin typeface="Arial"/>
              </a:rPr>
              <a:t>Cost of labor is a significant portion of the total cost of the work</a:t>
            </a:r>
            <a:endParaRPr b="0" lang="en-IN" sz="2700" strike="noStrike" u="none">
              <a:solidFill>
                <a:srgbClr val="000000"/>
              </a:solidFill>
              <a:effectLst/>
              <a:uFillTx/>
              <a:latin typeface="Arial"/>
            </a:endParaRPr>
          </a:p>
          <a:p>
            <a:pPr marL="343080" indent="-343080">
              <a:spcBef>
                <a:spcPts val="675"/>
              </a:spcBef>
              <a:buClr>
                <a:srgbClr val="cccc99"/>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700" strike="noStrike" u="none">
                <a:solidFill>
                  <a:srgbClr val="000000"/>
                </a:solidFill>
                <a:effectLst/>
                <a:uFillTx/>
                <a:latin typeface="Arial"/>
              </a:rPr>
              <a:t>The level of the project cost and the source of project funding are </a:t>
            </a:r>
            <a:r>
              <a:rPr b="0" lang="en-IN" sz="2700" strike="noStrike" u="sng">
                <a:solidFill>
                  <a:srgbClr val="000000"/>
                </a:solidFill>
                <a:effectLst/>
                <a:uFillTx/>
                <a:latin typeface="Arial"/>
              </a:rPr>
              <a:t>not</a:t>
            </a:r>
            <a:r>
              <a:rPr b="0" lang="en-IN" sz="2700" strike="noStrike" u="none">
                <a:solidFill>
                  <a:srgbClr val="000000"/>
                </a:solidFill>
                <a:effectLst/>
                <a:uFillTx/>
                <a:latin typeface="Arial"/>
              </a:rPr>
              <a:t> factors that determine public works</a:t>
            </a:r>
            <a:endParaRPr b="0" lang="en-IN" sz="2700" strike="noStrike" u="none">
              <a:solidFill>
                <a:srgbClr val="000000"/>
              </a:solidFill>
              <a:effectLst/>
              <a:uFillTx/>
              <a:latin typeface="Arial"/>
            </a:endParaRPr>
          </a:p>
          <a:p>
            <a:pPr lvl="1" marL="743040" indent="-285840">
              <a:spcBef>
                <a:spcPts val="64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600" strike="noStrike" u="none">
              <a:solidFill>
                <a:srgbClr val="000000"/>
              </a:solidFill>
              <a:effectLst/>
              <a:uFillTx/>
              <a:latin typeface="Arial"/>
            </a:endParaRPr>
          </a:p>
          <a:p>
            <a:pPr lvl="1" marL="743040" indent="0">
              <a:spcBef>
                <a:spcPts val="64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6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9" name="PlaceHolder 1"/>
          <p:cNvSpPr>
            <a:spLocks noGrp="1"/>
          </p:cNvSpPr>
          <p:nvPr>
            <p:ph type="title"/>
          </p:nvPr>
        </p:nvSpPr>
        <p:spPr>
          <a:xfrm>
            <a:off x="762120" y="533520"/>
            <a:ext cx="7696080" cy="838080"/>
          </a:xfrm>
          <a:prstGeom prst="rect">
            <a:avLst/>
          </a:prstGeom>
          <a:noFill/>
          <a:ln w="0">
            <a:noFill/>
          </a:ln>
        </p:spPr>
        <p:txBody>
          <a:bodyPr lIns="90000" rIns="90000" tIns="46800" bIns="46800" anchor="b">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336666"/>
                </a:solidFill>
                <a:effectLst/>
                <a:uFillTx/>
                <a:latin typeface="Arial Black"/>
              </a:rPr>
              <a:t>State Statute References</a:t>
            </a:r>
            <a:endParaRPr b="0" lang="en-IN" sz="3200" strike="noStrike" u="none">
              <a:solidFill>
                <a:srgbClr val="336666"/>
              </a:solidFill>
              <a:effectLst/>
              <a:uFillTx/>
              <a:latin typeface="Arial Black"/>
            </a:endParaRPr>
          </a:p>
        </p:txBody>
      </p:sp>
      <p:sp>
        <p:nvSpPr>
          <p:cNvPr id="40" name="PlaceHolder 2"/>
          <p:cNvSpPr>
            <a:spLocks noGrp="1"/>
          </p:cNvSpPr>
          <p:nvPr>
            <p:ph/>
          </p:nvPr>
        </p:nvSpPr>
        <p:spPr>
          <a:xfrm>
            <a:off x="456840" y="1676160"/>
            <a:ext cx="8178840" cy="4381560"/>
          </a:xfrm>
          <a:prstGeom prst="rect">
            <a:avLst/>
          </a:prstGeom>
          <a:noFill/>
          <a:ln w="0">
            <a:noFill/>
          </a:ln>
        </p:spPr>
        <p:txBody>
          <a:bodyPr lIns="90000" rIns="90000" tIns="46800" bIns="46800" anchor="t">
            <a:normAutofit fontScale="92500" lnSpcReduction="9999"/>
          </a:bodyPr>
          <a:p>
            <a:pPr marL="343080" indent="-343080">
              <a:spcBef>
                <a:spcPts val="550"/>
              </a:spcBef>
              <a:buClr>
                <a:srgbClr val="cccc99"/>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200" strike="noStrike" u="none">
                <a:solidFill>
                  <a:srgbClr val="000000"/>
                </a:solidFill>
                <a:effectLst/>
                <a:uFillTx/>
                <a:latin typeface="Arial"/>
              </a:rPr>
              <a:t>RCW 39.04</a:t>
            </a:r>
            <a:r>
              <a:rPr b="0" lang="en-IN" sz="2200" strike="noStrike" u="none">
                <a:solidFill>
                  <a:srgbClr val="000000"/>
                </a:solidFill>
                <a:effectLst/>
                <a:uFillTx/>
                <a:latin typeface="Arial"/>
              </a:rPr>
              <a:t>	</a:t>
            </a:r>
            <a:r>
              <a:rPr b="0" lang="en-IN" sz="2200" strike="noStrike" u="none">
                <a:solidFill>
                  <a:srgbClr val="000000"/>
                </a:solidFill>
                <a:effectLst/>
                <a:uFillTx/>
                <a:latin typeface="Arial"/>
              </a:rPr>
              <a:t>	</a:t>
            </a:r>
            <a:r>
              <a:rPr b="0" lang="en-IN" sz="2200" strike="noStrike" u="none">
                <a:solidFill>
                  <a:srgbClr val="000000"/>
                </a:solidFill>
                <a:effectLst/>
                <a:uFillTx/>
                <a:latin typeface="Arial"/>
              </a:rPr>
              <a:t>Public Works</a:t>
            </a:r>
            <a:endParaRPr b="0" lang="en-IN" sz="2200" strike="noStrike" u="none">
              <a:solidFill>
                <a:srgbClr val="000000"/>
              </a:solidFill>
              <a:effectLst/>
              <a:uFillTx/>
              <a:latin typeface="Arial"/>
            </a:endParaRPr>
          </a:p>
          <a:p>
            <a:pPr marL="343080" indent="-343080">
              <a:spcBef>
                <a:spcPts val="550"/>
              </a:spcBef>
              <a:buClr>
                <a:srgbClr val="cccc99"/>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200" strike="noStrike" u="none">
                <a:solidFill>
                  <a:srgbClr val="000000"/>
                </a:solidFill>
                <a:effectLst/>
                <a:uFillTx/>
                <a:latin typeface="Arial"/>
              </a:rPr>
              <a:t>RCW 39.06</a:t>
            </a:r>
            <a:r>
              <a:rPr b="0" lang="en-IN" sz="2200" strike="noStrike" u="none">
                <a:solidFill>
                  <a:srgbClr val="000000"/>
                </a:solidFill>
                <a:effectLst/>
                <a:uFillTx/>
                <a:latin typeface="Arial"/>
              </a:rPr>
              <a:t>	</a:t>
            </a:r>
            <a:r>
              <a:rPr b="0" lang="en-IN" sz="2200" strike="noStrike" u="none">
                <a:solidFill>
                  <a:srgbClr val="000000"/>
                </a:solidFill>
                <a:effectLst/>
                <a:uFillTx/>
                <a:latin typeface="Arial"/>
              </a:rPr>
              <a:t>	</a:t>
            </a:r>
            <a:r>
              <a:rPr b="0" lang="en-IN" sz="2200" strike="noStrike" u="none">
                <a:solidFill>
                  <a:srgbClr val="000000"/>
                </a:solidFill>
                <a:effectLst/>
                <a:uFillTx/>
                <a:latin typeface="Arial"/>
              </a:rPr>
              <a:t>Licensed Contractors Required</a:t>
            </a:r>
            <a:endParaRPr b="0" lang="en-IN" sz="2200" strike="noStrike" u="none">
              <a:solidFill>
                <a:srgbClr val="000000"/>
              </a:solidFill>
              <a:effectLst/>
              <a:uFillTx/>
              <a:latin typeface="Arial"/>
            </a:endParaRPr>
          </a:p>
          <a:p>
            <a:pPr marL="343080" indent="-343080">
              <a:spcBef>
                <a:spcPts val="550"/>
              </a:spcBef>
              <a:buClr>
                <a:srgbClr val="cccc99"/>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200" strike="noStrike" u="none">
                <a:solidFill>
                  <a:srgbClr val="000000"/>
                </a:solidFill>
                <a:effectLst/>
                <a:uFillTx/>
                <a:latin typeface="Arial"/>
              </a:rPr>
              <a:t>RCW 39.10</a:t>
            </a:r>
            <a:r>
              <a:rPr b="0" lang="en-IN" sz="2200" strike="noStrike" u="none">
                <a:solidFill>
                  <a:srgbClr val="000000"/>
                </a:solidFill>
                <a:effectLst/>
                <a:uFillTx/>
                <a:latin typeface="Arial"/>
              </a:rPr>
              <a:t>	</a:t>
            </a:r>
            <a:r>
              <a:rPr b="0" lang="en-IN" sz="2200" strike="noStrike" u="none">
                <a:solidFill>
                  <a:srgbClr val="000000"/>
                </a:solidFill>
                <a:effectLst/>
                <a:uFillTx/>
                <a:latin typeface="Arial"/>
              </a:rPr>
              <a:t>	</a:t>
            </a:r>
            <a:r>
              <a:rPr b="0" lang="en-IN" sz="2200" strike="noStrike" u="none">
                <a:solidFill>
                  <a:srgbClr val="000000"/>
                </a:solidFill>
                <a:effectLst/>
                <a:uFillTx/>
                <a:latin typeface="Arial"/>
              </a:rPr>
              <a:t>Alternative Public Works</a:t>
            </a:r>
            <a:endParaRPr b="0" lang="en-IN" sz="2200" strike="noStrike" u="none">
              <a:solidFill>
                <a:srgbClr val="000000"/>
              </a:solidFill>
              <a:effectLst/>
              <a:uFillTx/>
              <a:latin typeface="Arial"/>
            </a:endParaRPr>
          </a:p>
          <a:p>
            <a:pPr marL="343080" indent="-343080">
              <a:spcBef>
                <a:spcPts val="550"/>
              </a:spcBef>
              <a:buClr>
                <a:srgbClr val="cccc99"/>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200" strike="noStrike" u="none">
                <a:solidFill>
                  <a:srgbClr val="000000"/>
                </a:solidFill>
                <a:effectLst/>
                <a:uFillTx/>
                <a:latin typeface="Arial"/>
              </a:rPr>
              <a:t>RCW 39.12</a:t>
            </a:r>
            <a:r>
              <a:rPr b="0" lang="en-IN" sz="2200" strike="noStrike" u="none">
                <a:solidFill>
                  <a:srgbClr val="000000"/>
                </a:solidFill>
                <a:effectLst/>
                <a:uFillTx/>
                <a:latin typeface="Arial"/>
              </a:rPr>
              <a:t>	</a:t>
            </a:r>
            <a:r>
              <a:rPr b="0" lang="en-IN" sz="2200" strike="noStrike" u="none">
                <a:solidFill>
                  <a:srgbClr val="000000"/>
                </a:solidFill>
                <a:effectLst/>
                <a:uFillTx/>
                <a:latin typeface="Arial"/>
              </a:rPr>
              <a:t>	</a:t>
            </a:r>
            <a:r>
              <a:rPr b="0" lang="en-IN" sz="2200" strike="noStrike" u="none">
                <a:solidFill>
                  <a:srgbClr val="000000"/>
                </a:solidFill>
                <a:effectLst/>
                <a:uFillTx/>
                <a:latin typeface="Arial"/>
              </a:rPr>
              <a:t>Prevailing Wages</a:t>
            </a:r>
            <a:endParaRPr b="0" lang="en-IN" sz="2200" strike="noStrike" u="none">
              <a:solidFill>
                <a:srgbClr val="000000"/>
              </a:solidFill>
              <a:effectLst/>
              <a:uFillTx/>
              <a:latin typeface="Arial"/>
            </a:endParaRPr>
          </a:p>
          <a:p>
            <a:pPr marL="343080" indent="-343080">
              <a:spcBef>
                <a:spcPts val="550"/>
              </a:spcBef>
              <a:buClr>
                <a:srgbClr val="cccc99"/>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200" strike="noStrike" u="none">
                <a:solidFill>
                  <a:srgbClr val="000000"/>
                </a:solidFill>
                <a:effectLst/>
                <a:uFillTx/>
                <a:latin typeface="Arial"/>
              </a:rPr>
              <a:t>RCW 39.80</a:t>
            </a:r>
            <a:r>
              <a:rPr b="0" lang="en-IN" sz="2200" strike="noStrike" u="none">
                <a:solidFill>
                  <a:srgbClr val="000000"/>
                </a:solidFill>
                <a:effectLst/>
                <a:uFillTx/>
                <a:latin typeface="Arial"/>
              </a:rPr>
              <a:t>	</a:t>
            </a:r>
            <a:r>
              <a:rPr b="0" lang="en-IN" sz="2200" strike="noStrike" u="none">
                <a:solidFill>
                  <a:srgbClr val="000000"/>
                </a:solidFill>
                <a:effectLst/>
                <a:uFillTx/>
                <a:latin typeface="Arial"/>
              </a:rPr>
              <a:t>	</a:t>
            </a:r>
            <a:r>
              <a:rPr b="0" lang="en-IN" sz="2200" strike="noStrike" u="none">
                <a:solidFill>
                  <a:srgbClr val="000000"/>
                </a:solidFill>
                <a:effectLst/>
                <a:uFillTx/>
                <a:latin typeface="Arial"/>
              </a:rPr>
              <a:t>Architect/Engineering Contracts</a:t>
            </a:r>
            <a:endParaRPr b="0" lang="en-IN" sz="2200" strike="noStrike" u="none">
              <a:solidFill>
                <a:srgbClr val="000000"/>
              </a:solidFill>
              <a:effectLst/>
              <a:uFillTx/>
              <a:latin typeface="Arial"/>
            </a:endParaRPr>
          </a:p>
          <a:p>
            <a:pPr marL="343080" indent="-343080">
              <a:spcBef>
                <a:spcPts val="550"/>
              </a:spcBef>
              <a:buClr>
                <a:srgbClr val="cccc99"/>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200" strike="noStrike" u="none">
                <a:solidFill>
                  <a:srgbClr val="000000"/>
                </a:solidFill>
                <a:effectLst/>
                <a:uFillTx/>
                <a:latin typeface="Arial"/>
              </a:rPr>
              <a:t>RCW 43.19</a:t>
            </a:r>
            <a:r>
              <a:rPr b="0" lang="en-IN" sz="2200" strike="noStrike" u="none">
                <a:solidFill>
                  <a:srgbClr val="000000"/>
                </a:solidFill>
                <a:effectLst/>
                <a:uFillTx/>
                <a:latin typeface="Arial"/>
              </a:rPr>
              <a:t>	</a:t>
            </a:r>
            <a:r>
              <a:rPr b="0" lang="en-IN" sz="2200" strike="noStrike" u="none">
                <a:solidFill>
                  <a:srgbClr val="000000"/>
                </a:solidFill>
                <a:effectLst/>
                <a:uFillTx/>
                <a:latin typeface="Arial"/>
              </a:rPr>
              <a:t>	</a:t>
            </a:r>
            <a:r>
              <a:rPr b="0" lang="en-IN" sz="2200" strike="noStrike" u="none">
                <a:solidFill>
                  <a:srgbClr val="000000"/>
                </a:solidFill>
                <a:effectLst/>
                <a:uFillTx/>
                <a:latin typeface="Arial"/>
              </a:rPr>
              <a:t>General Administration</a:t>
            </a:r>
            <a:endParaRPr b="0" lang="en-IN" sz="2200" strike="noStrike" u="none">
              <a:solidFill>
                <a:srgbClr val="000000"/>
              </a:solidFill>
              <a:effectLst/>
              <a:uFillTx/>
              <a:latin typeface="Arial"/>
            </a:endParaRPr>
          </a:p>
          <a:p>
            <a:pPr marL="343080" indent="-343080">
              <a:spcBef>
                <a:spcPts val="550"/>
              </a:spcBef>
              <a:buClr>
                <a:srgbClr val="cccc99"/>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200" strike="noStrike" u="none">
                <a:solidFill>
                  <a:srgbClr val="000000"/>
                </a:solidFill>
                <a:effectLst/>
                <a:uFillTx/>
                <a:latin typeface="Arial"/>
              </a:rPr>
              <a:t>RCW 60.28</a:t>
            </a:r>
            <a:r>
              <a:rPr b="0" lang="en-IN" sz="2200" strike="noStrike" u="none">
                <a:solidFill>
                  <a:srgbClr val="000000"/>
                </a:solidFill>
                <a:effectLst/>
                <a:uFillTx/>
                <a:latin typeface="Arial"/>
              </a:rPr>
              <a:t>	</a:t>
            </a:r>
            <a:r>
              <a:rPr b="0" lang="en-IN" sz="2200" strike="noStrike" u="none">
                <a:solidFill>
                  <a:srgbClr val="000000"/>
                </a:solidFill>
                <a:effectLst/>
                <a:uFillTx/>
                <a:latin typeface="Arial"/>
              </a:rPr>
              <a:t>	</a:t>
            </a:r>
            <a:r>
              <a:rPr b="0" lang="en-IN" sz="2200" strike="noStrike" u="none">
                <a:solidFill>
                  <a:srgbClr val="000000"/>
                </a:solidFill>
                <a:effectLst/>
                <a:uFillTx/>
                <a:latin typeface="Arial"/>
              </a:rPr>
              <a:t>Liens for labor, taxes, etc.</a:t>
            </a:r>
            <a:endParaRPr b="0" lang="en-IN" sz="2200" strike="noStrike" u="none">
              <a:solidFill>
                <a:srgbClr val="000000"/>
              </a:solidFill>
              <a:effectLst/>
              <a:uFillTx/>
              <a:latin typeface="Arial"/>
            </a:endParaRPr>
          </a:p>
          <a:p>
            <a:pPr marL="343080" indent="-343080">
              <a:spcBef>
                <a:spcPts val="550"/>
              </a:spcBef>
              <a:buClr>
                <a:srgbClr val="cccc99"/>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200" strike="noStrike" u="none">
                <a:solidFill>
                  <a:srgbClr val="000000"/>
                </a:solidFill>
                <a:effectLst/>
                <a:uFillTx/>
                <a:latin typeface="Arial"/>
              </a:rPr>
              <a:t>RCW 39.34</a:t>
            </a:r>
            <a:r>
              <a:rPr b="0" lang="en-IN" sz="2200" strike="noStrike" u="none">
                <a:solidFill>
                  <a:srgbClr val="000000"/>
                </a:solidFill>
                <a:effectLst/>
                <a:uFillTx/>
                <a:latin typeface="Arial"/>
              </a:rPr>
              <a:t>	</a:t>
            </a:r>
            <a:r>
              <a:rPr b="0" lang="en-IN" sz="2200" strike="noStrike" u="none">
                <a:solidFill>
                  <a:srgbClr val="000000"/>
                </a:solidFill>
                <a:effectLst/>
                <a:uFillTx/>
                <a:latin typeface="Arial"/>
              </a:rPr>
              <a:t>	</a:t>
            </a:r>
            <a:r>
              <a:rPr b="0" lang="en-IN" sz="2200" strike="noStrike" u="none">
                <a:solidFill>
                  <a:srgbClr val="000000"/>
                </a:solidFill>
                <a:effectLst/>
                <a:uFillTx/>
                <a:latin typeface="Arial"/>
              </a:rPr>
              <a:t>Inter-local Cooperation Act</a:t>
            </a:r>
            <a:endParaRPr b="0" lang="en-IN" sz="2200" strike="noStrike" u="none">
              <a:solidFill>
                <a:srgbClr val="000000"/>
              </a:solidFill>
              <a:effectLst/>
              <a:uFillTx/>
              <a:latin typeface="Arial"/>
            </a:endParaRPr>
          </a:p>
          <a:p>
            <a:pPr marL="343080" indent="-343080">
              <a:spcBef>
                <a:spcPts val="550"/>
              </a:spcBef>
              <a:buClr>
                <a:srgbClr val="cccc99"/>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200" strike="noStrike" u="none">
                <a:solidFill>
                  <a:srgbClr val="000000"/>
                </a:solidFill>
                <a:effectLst/>
                <a:uFillTx/>
                <a:latin typeface="Arial"/>
              </a:rPr>
              <a:t>RCW 28A</a:t>
            </a:r>
            <a:r>
              <a:rPr b="0" lang="en-IN" sz="2200" strike="noStrike" u="none">
                <a:solidFill>
                  <a:srgbClr val="000000"/>
                </a:solidFill>
                <a:effectLst/>
                <a:uFillTx/>
                <a:latin typeface="Arial"/>
              </a:rPr>
              <a:t>	</a:t>
            </a:r>
            <a:r>
              <a:rPr b="0" lang="en-IN" sz="2200" strike="noStrike" u="none">
                <a:solidFill>
                  <a:srgbClr val="000000"/>
                </a:solidFill>
                <a:effectLst/>
                <a:uFillTx/>
                <a:latin typeface="Arial"/>
              </a:rPr>
              <a:t>	</a:t>
            </a:r>
            <a:r>
              <a:rPr b="0" lang="en-IN" sz="2200" strike="noStrike" u="none">
                <a:solidFill>
                  <a:srgbClr val="000000"/>
                </a:solidFill>
                <a:effectLst/>
                <a:uFillTx/>
                <a:latin typeface="Arial"/>
              </a:rPr>
              <a:t>School Districts</a:t>
            </a:r>
            <a:endParaRPr b="0" lang="en-IN" sz="2200" strike="noStrike" u="none">
              <a:solidFill>
                <a:srgbClr val="000000"/>
              </a:solidFill>
              <a:effectLst/>
              <a:uFillTx/>
              <a:latin typeface="Arial"/>
            </a:endParaRPr>
          </a:p>
          <a:p>
            <a:pPr marL="343080" indent="-343080">
              <a:spcBef>
                <a:spcPts val="550"/>
              </a:spcBef>
              <a:buClr>
                <a:srgbClr val="cccc99"/>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200" strike="noStrike" u="none">
                <a:solidFill>
                  <a:srgbClr val="000000"/>
                </a:solidFill>
                <a:effectLst/>
                <a:uFillTx/>
                <a:latin typeface="Arial"/>
              </a:rPr>
              <a:t>RCW 35</a:t>
            </a:r>
            <a:r>
              <a:rPr b="0" lang="en-IN" sz="2200" strike="noStrike" u="none">
                <a:solidFill>
                  <a:srgbClr val="000000"/>
                </a:solidFill>
                <a:effectLst/>
                <a:uFillTx/>
                <a:latin typeface="Arial"/>
              </a:rPr>
              <a:t>	</a:t>
            </a:r>
            <a:r>
              <a:rPr b="0" lang="en-IN" sz="2200" strike="noStrike" u="none">
                <a:solidFill>
                  <a:srgbClr val="000000"/>
                </a:solidFill>
                <a:effectLst/>
                <a:uFillTx/>
                <a:latin typeface="Arial"/>
              </a:rPr>
              <a:t>	</a:t>
            </a:r>
            <a:r>
              <a:rPr b="0" lang="en-IN" sz="2200" strike="noStrike" u="none">
                <a:solidFill>
                  <a:srgbClr val="000000"/>
                </a:solidFill>
                <a:effectLst/>
                <a:uFillTx/>
                <a:latin typeface="Arial"/>
              </a:rPr>
              <a:t>Counties</a:t>
            </a:r>
            <a:endParaRPr b="0" lang="en-IN" sz="2200" strike="noStrike" u="none">
              <a:solidFill>
                <a:srgbClr val="000000"/>
              </a:solidFill>
              <a:effectLst/>
              <a:uFillTx/>
              <a:latin typeface="Arial"/>
            </a:endParaRPr>
          </a:p>
          <a:p>
            <a:pPr marL="343080" indent="-343080">
              <a:spcBef>
                <a:spcPts val="550"/>
              </a:spcBef>
              <a:buClr>
                <a:srgbClr val="cccc99"/>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200" strike="noStrike" u="none">
                <a:solidFill>
                  <a:srgbClr val="000000"/>
                </a:solidFill>
                <a:effectLst/>
                <a:uFillTx/>
                <a:latin typeface="Arial"/>
              </a:rPr>
              <a:t>RCW 36</a:t>
            </a:r>
            <a:r>
              <a:rPr b="0" lang="en-IN" sz="2200" strike="noStrike" u="none">
                <a:solidFill>
                  <a:srgbClr val="000000"/>
                </a:solidFill>
                <a:effectLst/>
                <a:uFillTx/>
                <a:latin typeface="Arial"/>
              </a:rPr>
              <a:t>	</a:t>
            </a:r>
            <a:r>
              <a:rPr b="0" lang="en-IN" sz="2200" strike="noStrike" u="none">
                <a:solidFill>
                  <a:srgbClr val="000000"/>
                </a:solidFill>
                <a:effectLst/>
                <a:uFillTx/>
                <a:latin typeface="Arial"/>
              </a:rPr>
              <a:t>	</a:t>
            </a:r>
            <a:r>
              <a:rPr b="0" lang="en-IN" sz="2200" strike="noStrike" u="none">
                <a:solidFill>
                  <a:srgbClr val="000000"/>
                </a:solidFill>
                <a:effectLst/>
                <a:uFillTx/>
                <a:latin typeface="Arial"/>
              </a:rPr>
              <a:t>Cities</a:t>
            </a:r>
            <a:endParaRPr b="0" lang="en-IN" sz="2200" strike="noStrike" u="none">
              <a:solidFill>
                <a:srgbClr val="000000"/>
              </a:solidFill>
              <a:effectLst/>
              <a:uFillTx/>
              <a:latin typeface="Arial"/>
            </a:endParaRPr>
          </a:p>
          <a:p>
            <a:pPr marL="343080" indent="0">
              <a:spcBef>
                <a:spcPts val="550"/>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2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41" name="" descr=""/>
          <p:cNvPicPr/>
          <p:nvPr/>
        </p:nvPicPr>
        <p:blipFill>
          <a:blip r:embed="rId1"/>
          <a:srcRect l="0" t="9333" r="0" b="0"/>
          <a:stretch/>
        </p:blipFill>
        <p:spPr>
          <a:xfrm>
            <a:off x="1828800" y="1981080"/>
            <a:ext cx="5715000" cy="3886200"/>
          </a:xfrm>
          <a:prstGeom prst="rect">
            <a:avLst/>
          </a:prstGeom>
          <a:noFill/>
          <a:ln w="0">
            <a:noFill/>
          </a:ln>
        </p:spPr>
      </p:pic>
      <p:sp>
        <p:nvSpPr>
          <p:cNvPr id="42" name="PlaceHolder 1"/>
          <p:cNvSpPr>
            <a:spLocks noGrp="1"/>
          </p:cNvSpPr>
          <p:nvPr>
            <p:ph type="title"/>
          </p:nvPr>
        </p:nvSpPr>
        <p:spPr>
          <a:xfrm>
            <a:off x="762120" y="533160"/>
            <a:ext cx="7696080" cy="1143000"/>
          </a:xfrm>
          <a:prstGeom prst="rect">
            <a:avLst/>
          </a:prstGeom>
          <a:noFill/>
          <a:ln w="0">
            <a:noFill/>
          </a:ln>
        </p:spPr>
        <p:txBody>
          <a:bodyPr lIns="90000" rIns="90000" tIns="46800" bIns="46800" anchor="b">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900" strike="noStrike" u="none">
                <a:solidFill>
                  <a:srgbClr val="336666"/>
                </a:solidFill>
                <a:effectLst/>
                <a:uFillTx/>
                <a:latin typeface="Arial Black"/>
              </a:rPr>
              <a:t>Example Project #1</a:t>
            </a:r>
            <a:endParaRPr b="0" lang="en-IN" sz="2900" strike="noStrike" u="none">
              <a:solidFill>
                <a:srgbClr val="336666"/>
              </a:solidFill>
              <a:effectLst/>
              <a:uFillTx/>
              <a:latin typeface="Arial Black"/>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3" name="PlaceHolder 1"/>
          <p:cNvSpPr>
            <a:spLocks noGrp="1"/>
          </p:cNvSpPr>
          <p:nvPr>
            <p:ph type="title"/>
          </p:nvPr>
        </p:nvSpPr>
        <p:spPr>
          <a:xfrm>
            <a:off x="762120" y="533520"/>
            <a:ext cx="7696080" cy="838080"/>
          </a:xfrm>
          <a:prstGeom prst="rect">
            <a:avLst/>
          </a:prstGeom>
          <a:noFill/>
          <a:ln w="0">
            <a:noFill/>
          </a:ln>
        </p:spPr>
        <p:txBody>
          <a:bodyPr lIns="90000" rIns="90000" tIns="46800" bIns="46800" anchor="b">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336666"/>
                </a:solidFill>
                <a:effectLst/>
                <a:uFillTx/>
                <a:latin typeface="Arial Black"/>
              </a:rPr>
              <a:t>Example Projects</a:t>
            </a:r>
            <a:endParaRPr b="0" lang="en-IN" sz="3200" strike="noStrike" u="none">
              <a:solidFill>
                <a:srgbClr val="336666"/>
              </a:solidFill>
              <a:effectLst/>
              <a:uFillTx/>
              <a:latin typeface="Arial Black"/>
            </a:endParaRPr>
          </a:p>
        </p:txBody>
      </p:sp>
      <p:sp>
        <p:nvSpPr>
          <p:cNvPr id="44" name="PlaceHolder 2"/>
          <p:cNvSpPr>
            <a:spLocks noGrp="1"/>
          </p:cNvSpPr>
          <p:nvPr>
            <p:ph/>
          </p:nvPr>
        </p:nvSpPr>
        <p:spPr>
          <a:xfrm>
            <a:off x="762120" y="1905120"/>
            <a:ext cx="7696080" cy="4038480"/>
          </a:xfrm>
          <a:prstGeom prst="rect">
            <a:avLst/>
          </a:prstGeom>
          <a:noFill/>
          <a:ln w="0">
            <a:noFill/>
          </a:ln>
        </p:spPr>
        <p:txBody>
          <a:bodyPr lIns="90000" rIns="90000" tIns="46800" bIns="46800" anchor="t">
            <a:normAutofit/>
          </a:bodyPr>
          <a:p>
            <a:pPr lvl="1" marL="743040" indent="-285840">
              <a:spcBef>
                <a:spcPts val="55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200" strike="noStrike" u="none">
                <a:solidFill>
                  <a:srgbClr val="000000"/>
                </a:solidFill>
                <a:effectLst/>
                <a:uFillTx/>
                <a:latin typeface="Arial"/>
              </a:rPr>
              <a:t>Number 1</a:t>
            </a:r>
            <a:endParaRPr b="0" lang="en-IN" sz="2200" strike="noStrike" u="none">
              <a:solidFill>
                <a:srgbClr val="000000"/>
              </a:solidFill>
              <a:effectLst/>
              <a:uFillTx/>
              <a:latin typeface="Arial"/>
            </a:endParaRPr>
          </a:p>
          <a:p>
            <a:pPr lvl="1" marL="743040" indent="-285840">
              <a:spcBef>
                <a:spcPts val="55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200" strike="noStrike" u="none">
                <a:solidFill>
                  <a:srgbClr val="000000"/>
                </a:solidFill>
                <a:effectLst/>
                <a:uFillTx/>
                <a:latin typeface="Arial"/>
              </a:rPr>
              <a:t>Convert an existing classroom into four individual private offices. Build framed walls, provide new lighting &amp; receptacles, modify existing HVAC, modify fire alarm system, and carpet etc.</a:t>
            </a:r>
            <a:endParaRPr b="0" lang="en-IN" sz="2200" strike="noStrike" u="none">
              <a:solidFill>
                <a:srgbClr val="000000"/>
              </a:solidFill>
              <a:effectLst/>
              <a:uFillTx/>
              <a:latin typeface="Arial"/>
            </a:endParaRPr>
          </a:p>
          <a:p>
            <a:pPr lvl="1" marL="743040" indent="-285840">
              <a:spcBef>
                <a:spcPts val="55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200" strike="noStrike" u="none">
              <a:solidFill>
                <a:srgbClr val="000000"/>
              </a:solidFill>
              <a:effectLst/>
              <a:uFillTx/>
              <a:latin typeface="Arial"/>
            </a:endParaRPr>
          </a:p>
          <a:p>
            <a:pPr lvl="1" marL="743040" indent="-285840">
              <a:spcBef>
                <a:spcPts val="55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200" strike="noStrike" u="none">
                <a:solidFill>
                  <a:srgbClr val="000000"/>
                </a:solidFill>
                <a:effectLst/>
                <a:uFillTx/>
                <a:latin typeface="Arial"/>
              </a:rPr>
              <a:t>Which procurement process should be used?</a:t>
            </a:r>
            <a:endParaRPr b="0" lang="en-IN" sz="2200" strike="noStrike" u="none">
              <a:solidFill>
                <a:srgbClr val="000000"/>
              </a:solidFill>
              <a:effectLst/>
              <a:uFillTx/>
              <a:latin typeface="Arial"/>
            </a:endParaRPr>
          </a:p>
          <a:p>
            <a:pPr lvl="1" marL="743040" indent="-285840">
              <a:spcBef>
                <a:spcPts val="55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200" strike="noStrike" u="none">
              <a:solidFill>
                <a:srgbClr val="000000"/>
              </a:solidFill>
              <a:effectLst/>
              <a:uFillTx/>
              <a:latin typeface="Arial"/>
            </a:endParaRPr>
          </a:p>
          <a:p>
            <a:pPr lvl="1" marL="743040" indent="-285840">
              <a:lnSpc>
                <a:spcPct val="100000"/>
              </a:lnSpc>
              <a:spcBef>
                <a:spcPts val="55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200" strike="noStrike" u="none">
                <a:solidFill>
                  <a:srgbClr val="000000"/>
                </a:solidFill>
                <a:effectLst/>
                <a:uFillTx/>
                <a:latin typeface="Wingdings"/>
                <a:ea typeface="Wingdings"/>
              </a:rPr>
              <a:t></a:t>
            </a:r>
            <a:r>
              <a:rPr b="0" lang="en-IN" sz="2200" strike="noStrike" u="none">
                <a:solidFill>
                  <a:srgbClr val="000000"/>
                </a:solidFill>
                <a:effectLst/>
                <a:uFillTx/>
                <a:latin typeface="Arial"/>
              </a:rPr>
              <a:t>	</a:t>
            </a:r>
            <a:r>
              <a:rPr b="0" lang="en-IN" sz="2200" strike="noStrike" u="none">
                <a:solidFill>
                  <a:srgbClr val="000000"/>
                </a:solidFill>
                <a:effectLst/>
                <a:uFillTx/>
                <a:latin typeface="Arial"/>
              </a:rPr>
              <a:t>	</a:t>
            </a:r>
            <a:r>
              <a:rPr b="0" lang="en-IN" sz="2200" strike="noStrike" u="none">
                <a:solidFill>
                  <a:srgbClr val="000000"/>
                </a:solidFill>
                <a:effectLst/>
                <a:uFillTx/>
                <a:latin typeface="Arial"/>
              </a:rPr>
              <a:t>Public Works process</a:t>
            </a:r>
            <a:endParaRPr b="0" lang="en-IN" sz="2200" strike="noStrike" u="none">
              <a:solidFill>
                <a:srgbClr val="000000"/>
              </a:solidFill>
              <a:effectLst/>
              <a:uFillTx/>
              <a:latin typeface="Arial"/>
            </a:endParaRPr>
          </a:p>
          <a:p>
            <a:pPr lvl="1" marL="743040" indent="-285840">
              <a:lnSpc>
                <a:spcPct val="100000"/>
              </a:lnSpc>
              <a:spcBef>
                <a:spcPts val="55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200" strike="noStrike" u="none">
                <a:solidFill>
                  <a:srgbClr val="000000"/>
                </a:solidFill>
                <a:effectLst/>
                <a:uFillTx/>
                <a:latin typeface="Wingdings"/>
                <a:ea typeface="Wingdings"/>
              </a:rPr>
              <a:t></a:t>
            </a:r>
            <a:r>
              <a:rPr b="0" lang="en-IN" sz="2200" strike="noStrike" u="none">
                <a:solidFill>
                  <a:srgbClr val="000000"/>
                </a:solidFill>
                <a:effectLst/>
                <a:uFillTx/>
                <a:latin typeface="Arial"/>
              </a:rPr>
              <a:t>	</a:t>
            </a:r>
            <a:r>
              <a:rPr b="0" lang="en-IN" sz="2200" strike="noStrike" u="none">
                <a:solidFill>
                  <a:srgbClr val="000000"/>
                </a:solidFill>
                <a:effectLst/>
                <a:uFillTx/>
                <a:latin typeface="Arial"/>
              </a:rPr>
              <a:t>	</a:t>
            </a:r>
            <a:r>
              <a:rPr b="0" lang="en-IN" sz="2200" strike="noStrike" u="none">
                <a:solidFill>
                  <a:srgbClr val="000000"/>
                </a:solidFill>
                <a:effectLst/>
                <a:uFillTx/>
                <a:latin typeface="Arial"/>
              </a:rPr>
              <a:t>Purchasing process </a:t>
            </a:r>
            <a:endParaRPr b="0" lang="en-IN" sz="22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5" name="PlaceHolder 1"/>
          <p:cNvSpPr>
            <a:spLocks noGrp="1"/>
          </p:cNvSpPr>
          <p:nvPr>
            <p:ph type="title"/>
          </p:nvPr>
        </p:nvSpPr>
        <p:spPr>
          <a:xfrm>
            <a:off x="762120" y="533520"/>
            <a:ext cx="7696080" cy="761760"/>
          </a:xfrm>
          <a:prstGeom prst="rect">
            <a:avLst/>
          </a:prstGeom>
          <a:noFill/>
          <a:ln w="0">
            <a:noFill/>
          </a:ln>
        </p:spPr>
        <p:txBody>
          <a:bodyPr lIns="90000" rIns="90000" tIns="46800" bIns="46800" anchor="b">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336666"/>
                </a:solidFill>
                <a:effectLst/>
                <a:uFillTx/>
                <a:latin typeface="Arial Black"/>
              </a:rPr>
              <a:t>Example Projects</a:t>
            </a:r>
            <a:endParaRPr b="0" lang="en-IN" sz="3200" strike="noStrike" u="none">
              <a:solidFill>
                <a:srgbClr val="336666"/>
              </a:solidFill>
              <a:effectLst/>
              <a:uFillTx/>
              <a:latin typeface="Arial Black"/>
            </a:endParaRPr>
          </a:p>
        </p:txBody>
      </p:sp>
      <p:sp>
        <p:nvSpPr>
          <p:cNvPr id="46" name="PlaceHolder 2"/>
          <p:cNvSpPr>
            <a:spLocks noGrp="1"/>
          </p:cNvSpPr>
          <p:nvPr>
            <p:ph/>
          </p:nvPr>
        </p:nvSpPr>
        <p:spPr>
          <a:xfrm>
            <a:off x="456840" y="1885680"/>
            <a:ext cx="8178840" cy="4514760"/>
          </a:xfrm>
          <a:prstGeom prst="rect">
            <a:avLst/>
          </a:prstGeom>
          <a:noFill/>
          <a:ln w="0">
            <a:noFill/>
          </a:ln>
        </p:spPr>
        <p:txBody>
          <a:bodyPr lIns="90000" rIns="90000" tIns="46800" bIns="46800" anchor="t">
            <a:normAutofit/>
          </a:bodyPr>
          <a:p>
            <a:pPr lvl="1" marL="743040" indent="-285840">
              <a:spcBef>
                <a:spcPts val="55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200" strike="noStrike" u="none">
                <a:solidFill>
                  <a:srgbClr val="000000"/>
                </a:solidFill>
                <a:effectLst/>
                <a:uFillTx/>
                <a:latin typeface="Arial"/>
              </a:rPr>
              <a:t>Number 1</a:t>
            </a:r>
            <a:endParaRPr b="0" lang="en-IN" sz="2200" strike="noStrike" u="none">
              <a:solidFill>
                <a:srgbClr val="000000"/>
              </a:solidFill>
              <a:effectLst/>
              <a:uFillTx/>
              <a:latin typeface="Arial"/>
            </a:endParaRPr>
          </a:p>
          <a:p>
            <a:pPr lvl="1" marL="743040" indent="-285840">
              <a:spcBef>
                <a:spcPts val="55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200" strike="noStrike" u="none">
                <a:solidFill>
                  <a:srgbClr val="000000"/>
                </a:solidFill>
                <a:effectLst/>
                <a:uFillTx/>
                <a:latin typeface="Arial"/>
              </a:rPr>
              <a:t>Convert an existing classroom into four individual private offices. Build framed walls, provide new lighting &amp; receptacles, modify existing HVAC, modify fire alarm system, and carpet etc.</a:t>
            </a:r>
            <a:endParaRPr b="0" lang="en-IN" sz="2200" strike="noStrike" u="none">
              <a:solidFill>
                <a:srgbClr val="000000"/>
              </a:solidFill>
              <a:effectLst/>
              <a:uFillTx/>
              <a:latin typeface="Arial"/>
            </a:endParaRPr>
          </a:p>
          <a:p>
            <a:pPr lvl="1" marL="743040" indent="-285840">
              <a:spcBef>
                <a:spcPts val="55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200" strike="noStrike" u="none">
              <a:solidFill>
                <a:srgbClr val="000000"/>
              </a:solidFill>
              <a:effectLst/>
              <a:uFillTx/>
              <a:latin typeface="Arial"/>
            </a:endParaRPr>
          </a:p>
          <a:p>
            <a:pPr lvl="1" marL="743040" indent="-285840">
              <a:spcBef>
                <a:spcPts val="55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200" strike="noStrike" u="none">
                <a:solidFill>
                  <a:srgbClr val="000000"/>
                </a:solidFill>
                <a:effectLst/>
                <a:uFillTx/>
                <a:latin typeface="Arial"/>
              </a:rPr>
              <a:t>Which procurement process should be used?</a:t>
            </a:r>
            <a:endParaRPr b="0" lang="en-IN" sz="2200" strike="noStrike" u="none">
              <a:solidFill>
                <a:srgbClr val="000000"/>
              </a:solidFill>
              <a:effectLst/>
              <a:uFillTx/>
              <a:latin typeface="Arial"/>
            </a:endParaRPr>
          </a:p>
          <a:p>
            <a:pPr lvl="1" marL="743040" indent="-285840">
              <a:spcBef>
                <a:spcPts val="55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200" strike="noStrike" u="none">
              <a:solidFill>
                <a:srgbClr val="000000"/>
              </a:solidFill>
              <a:effectLst/>
              <a:uFillTx/>
              <a:latin typeface="Arial"/>
            </a:endParaRPr>
          </a:p>
          <a:p>
            <a:pPr lvl="1" marL="743040" indent="-285840">
              <a:lnSpc>
                <a:spcPct val="100000"/>
              </a:lnSpc>
              <a:spcBef>
                <a:spcPts val="55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200" strike="noStrike" u="none">
                <a:solidFill>
                  <a:srgbClr val="000000"/>
                </a:solidFill>
                <a:effectLst/>
                <a:uFillTx/>
                <a:latin typeface="Wingdings"/>
                <a:ea typeface="Wingdings"/>
              </a:rPr>
              <a:t></a:t>
            </a:r>
            <a:r>
              <a:rPr b="0" lang="en-IN" sz="2200" strike="noStrike" u="none">
                <a:solidFill>
                  <a:srgbClr val="000000"/>
                </a:solidFill>
                <a:effectLst/>
                <a:uFillTx/>
                <a:latin typeface="Arial"/>
              </a:rPr>
              <a:t>	</a:t>
            </a:r>
            <a:r>
              <a:rPr b="0" lang="en-IN" sz="2200" strike="noStrike" u="none">
                <a:solidFill>
                  <a:srgbClr val="000000"/>
                </a:solidFill>
                <a:effectLst/>
                <a:uFillTx/>
                <a:latin typeface="Arial"/>
              </a:rPr>
              <a:t>	</a:t>
            </a:r>
            <a:r>
              <a:rPr b="0" lang="en-IN" sz="2200" strike="noStrike" u="none">
                <a:solidFill>
                  <a:srgbClr val="000000"/>
                </a:solidFill>
                <a:effectLst/>
                <a:uFillTx/>
                <a:latin typeface="Arial"/>
              </a:rPr>
              <a:t>Public Works process</a:t>
            </a:r>
            <a:endParaRPr b="0" lang="en-IN" sz="2200" strike="noStrike" u="none">
              <a:solidFill>
                <a:srgbClr val="000000"/>
              </a:solidFill>
              <a:effectLst/>
              <a:uFillTx/>
              <a:latin typeface="Arial"/>
            </a:endParaRPr>
          </a:p>
          <a:p>
            <a:pPr lvl="1" marL="743040" indent="-285840">
              <a:lnSpc>
                <a:spcPct val="100000"/>
              </a:lnSpc>
              <a:spcBef>
                <a:spcPts val="55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200" strike="noStrike" u="none">
                <a:solidFill>
                  <a:srgbClr val="000000"/>
                </a:solidFill>
                <a:effectLst/>
                <a:uFillTx/>
                <a:latin typeface="Wingdings"/>
                <a:ea typeface="Wingdings"/>
              </a:rPr>
              <a:t></a:t>
            </a:r>
            <a:r>
              <a:rPr b="0" lang="en-IN" sz="2200" strike="noStrike" u="none">
                <a:solidFill>
                  <a:srgbClr val="000000"/>
                </a:solidFill>
                <a:effectLst/>
                <a:uFillTx/>
                <a:latin typeface="Arial"/>
              </a:rPr>
              <a:t>	</a:t>
            </a:r>
            <a:r>
              <a:rPr b="0" lang="en-IN" sz="2200" strike="noStrike" u="none">
                <a:solidFill>
                  <a:srgbClr val="000000"/>
                </a:solidFill>
                <a:effectLst/>
                <a:uFillTx/>
                <a:latin typeface="Arial"/>
              </a:rPr>
              <a:t>	</a:t>
            </a:r>
            <a:r>
              <a:rPr b="0" lang="en-IN" sz="2200" strike="noStrike" u="none">
                <a:solidFill>
                  <a:srgbClr val="000000"/>
                </a:solidFill>
                <a:effectLst/>
                <a:uFillTx/>
                <a:latin typeface="Arial"/>
              </a:rPr>
              <a:t>Purchasing process </a:t>
            </a:r>
            <a:endParaRPr b="0" lang="en-IN" sz="2200" strike="noStrike" u="none">
              <a:solidFill>
                <a:srgbClr val="000000"/>
              </a:solidFill>
              <a:effectLst/>
              <a:uFillTx/>
              <a:latin typeface="Arial"/>
            </a:endParaRPr>
          </a:p>
          <a:p>
            <a:pPr marL="343080" indent="-343080">
              <a:spcBef>
                <a:spcPts val="55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2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7" name="PlaceHolder 1"/>
          <p:cNvSpPr>
            <a:spLocks noGrp="1"/>
          </p:cNvSpPr>
          <p:nvPr>
            <p:ph type="title"/>
          </p:nvPr>
        </p:nvSpPr>
        <p:spPr>
          <a:xfrm>
            <a:off x="762120" y="533160"/>
            <a:ext cx="7696080" cy="1143000"/>
          </a:xfrm>
          <a:prstGeom prst="rect">
            <a:avLst/>
          </a:prstGeom>
          <a:noFill/>
          <a:ln w="0">
            <a:noFill/>
          </a:ln>
        </p:spPr>
        <p:txBody>
          <a:bodyPr lIns="90000" rIns="90000" tIns="46800" bIns="46800" anchor="b">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900" strike="noStrike" u="none">
                <a:solidFill>
                  <a:srgbClr val="336666"/>
                </a:solidFill>
                <a:effectLst/>
                <a:uFillTx/>
                <a:latin typeface="Arial Black"/>
              </a:rPr>
              <a:t>Example Project #2</a:t>
            </a:r>
            <a:endParaRPr b="0" lang="en-IN" sz="2900" strike="noStrike" u="none">
              <a:solidFill>
                <a:srgbClr val="336666"/>
              </a:solidFill>
              <a:effectLst/>
              <a:uFillTx/>
              <a:latin typeface="Arial Black"/>
            </a:endParaRPr>
          </a:p>
        </p:txBody>
      </p:sp>
      <p:pic>
        <p:nvPicPr>
          <p:cNvPr id="48" name="" descr=""/>
          <p:cNvPicPr/>
          <p:nvPr/>
        </p:nvPicPr>
        <p:blipFill>
          <a:blip r:embed="rId1"/>
          <a:stretch/>
        </p:blipFill>
        <p:spPr>
          <a:xfrm>
            <a:off x="1219320" y="2057400"/>
            <a:ext cx="6324480" cy="4114800"/>
          </a:xfrm>
          <a:prstGeom prst="rect">
            <a:avLst/>
          </a:prstGeom>
          <a:noFill/>
          <a:ln w="0">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9" name="PlaceHolder 1"/>
          <p:cNvSpPr>
            <a:spLocks noGrp="1"/>
          </p:cNvSpPr>
          <p:nvPr>
            <p:ph type="title"/>
          </p:nvPr>
        </p:nvSpPr>
        <p:spPr>
          <a:xfrm>
            <a:off x="762120" y="533520"/>
            <a:ext cx="7696080" cy="838080"/>
          </a:xfrm>
          <a:prstGeom prst="rect">
            <a:avLst/>
          </a:prstGeom>
          <a:noFill/>
          <a:ln w="0">
            <a:noFill/>
          </a:ln>
        </p:spPr>
        <p:txBody>
          <a:bodyPr lIns="90000" rIns="90000" tIns="46800" bIns="46800" anchor="b">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336666"/>
                </a:solidFill>
                <a:effectLst/>
                <a:uFillTx/>
                <a:latin typeface="Arial Black"/>
              </a:rPr>
              <a:t>Example Projects</a:t>
            </a:r>
            <a:endParaRPr b="0" lang="en-IN" sz="3200" strike="noStrike" u="none">
              <a:solidFill>
                <a:srgbClr val="336666"/>
              </a:solidFill>
              <a:effectLst/>
              <a:uFillTx/>
              <a:latin typeface="Arial Black"/>
            </a:endParaRPr>
          </a:p>
        </p:txBody>
      </p:sp>
      <p:sp>
        <p:nvSpPr>
          <p:cNvPr id="50" name="PlaceHolder 2"/>
          <p:cNvSpPr>
            <a:spLocks noGrp="1"/>
          </p:cNvSpPr>
          <p:nvPr>
            <p:ph/>
          </p:nvPr>
        </p:nvSpPr>
        <p:spPr>
          <a:xfrm>
            <a:off x="762120" y="1905120"/>
            <a:ext cx="7696080" cy="4038480"/>
          </a:xfrm>
          <a:prstGeom prst="rect">
            <a:avLst/>
          </a:prstGeom>
          <a:noFill/>
          <a:ln w="0">
            <a:noFill/>
          </a:ln>
        </p:spPr>
        <p:txBody>
          <a:bodyPr lIns="90000" rIns="90000" tIns="46800" bIns="46800" anchor="t">
            <a:normAutofit/>
          </a:bodyPr>
          <a:p>
            <a:pPr marL="343080" indent="-343080">
              <a:spcBef>
                <a:spcPts val="55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200" strike="noStrike" u="none">
                <a:solidFill>
                  <a:srgbClr val="000000"/>
                </a:solidFill>
                <a:effectLst/>
                <a:uFillTx/>
                <a:latin typeface="Arial"/>
              </a:rPr>
              <a:t>Number 2</a:t>
            </a:r>
            <a:endParaRPr b="0" lang="en-IN" sz="2200" strike="noStrike" u="none">
              <a:solidFill>
                <a:srgbClr val="000000"/>
              </a:solidFill>
              <a:effectLst/>
              <a:uFillTx/>
              <a:latin typeface="Arial"/>
            </a:endParaRPr>
          </a:p>
          <a:p>
            <a:pPr marL="343080" indent="-343080">
              <a:spcBef>
                <a:spcPts val="55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200" strike="noStrike" u="none">
                <a:solidFill>
                  <a:srgbClr val="000000"/>
                </a:solidFill>
                <a:effectLst/>
                <a:uFillTx/>
                <a:latin typeface="Arial"/>
              </a:rPr>
              <a:t>Replace an existing rooftop HVAC unit. The existing electrical wiring can be re-used and the existing ductwork should match with only minor modifications.</a:t>
            </a:r>
            <a:endParaRPr b="0" lang="en-IN" sz="2200" strike="noStrike" u="none">
              <a:solidFill>
                <a:srgbClr val="000000"/>
              </a:solidFill>
              <a:effectLst/>
              <a:uFillTx/>
              <a:latin typeface="Arial"/>
            </a:endParaRPr>
          </a:p>
          <a:p>
            <a:pPr marL="343080" indent="-343080">
              <a:spcBef>
                <a:spcPts val="55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200" strike="noStrike" u="none">
              <a:solidFill>
                <a:srgbClr val="000000"/>
              </a:solidFill>
              <a:effectLst/>
              <a:uFillTx/>
              <a:latin typeface="Arial"/>
            </a:endParaRPr>
          </a:p>
          <a:p>
            <a:pPr lvl="1" marL="743040" indent="-285840">
              <a:spcBef>
                <a:spcPts val="55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200" strike="noStrike" u="none">
                <a:solidFill>
                  <a:srgbClr val="000000"/>
                </a:solidFill>
                <a:effectLst/>
                <a:uFillTx/>
                <a:latin typeface="Arial"/>
              </a:rPr>
              <a:t>Which procurement process should be used?</a:t>
            </a:r>
            <a:endParaRPr b="0" lang="en-IN" sz="2200" strike="noStrike" u="none">
              <a:solidFill>
                <a:srgbClr val="000000"/>
              </a:solidFill>
              <a:effectLst/>
              <a:uFillTx/>
              <a:latin typeface="Arial"/>
            </a:endParaRPr>
          </a:p>
          <a:p>
            <a:pPr lvl="1" marL="743040" indent="-285840">
              <a:spcBef>
                <a:spcPts val="55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200" strike="noStrike" u="none">
              <a:solidFill>
                <a:srgbClr val="000000"/>
              </a:solidFill>
              <a:effectLst/>
              <a:uFillTx/>
              <a:latin typeface="Arial"/>
            </a:endParaRPr>
          </a:p>
          <a:p>
            <a:pPr lvl="1" marL="743040" indent="-285840">
              <a:lnSpc>
                <a:spcPct val="100000"/>
              </a:lnSpc>
              <a:spcBef>
                <a:spcPts val="55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200" strike="noStrike" u="none">
                <a:solidFill>
                  <a:srgbClr val="000000"/>
                </a:solidFill>
                <a:effectLst/>
                <a:uFillTx/>
                <a:latin typeface="Wingdings"/>
                <a:ea typeface="Wingdings"/>
              </a:rPr>
              <a:t></a:t>
            </a:r>
            <a:r>
              <a:rPr b="0" lang="en-IN" sz="2200" strike="noStrike" u="none">
                <a:solidFill>
                  <a:srgbClr val="000000"/>
                </a:solidFill>
                <a:effectLst/>
                <a:uFillTx/>
                <a:latin typeface="Arial"/>
              </a:rPr>
              <a:t>	</a:t>
            </a:r>
            <a:r>
              <a:rPr b="0" lang="en-IN" sz="2200" strike="noStrike" u="none">
                <a:solidFill>
                  <a:srgbClr val="000000"/>
                </a:solidFill>
                <a:effectLst/>
                <a:uFillTx/>
                <a:latin typeface="Arial"/>
              </a:rPr>
              <a:t>	</a:t>
            </a:r>
            <a:r>
              <a:rPr b="0" lang="en-IN" sz="2200" strike="noStrike" u="none">
                <a:solidFill>
                  <a:srgbClr val="000000"/>
                </a:solidFill>
                <a:effectLst/>
                <a:uFillTx/>
                <a:latin typeface="Arial"/>
              </a:rPr>
              <a:t>Public Works process</a:t>
            </a:r>
            <a:endParaRPr b="0" lang="en-IN" sz="2200" strike="noStrike" u="none">
              <a:solidFill>
                <a:srgbClr val="000000"/>
              </a:solidFill>
              <a:effectLst/>
              <a:uFillTx/>
              <a:latin typeface="Arial"/>
            </a:endParaRPr>
          </a:p>
          <a:p>
            <a:pPr lvl="1" marL="743040" indent="-285840">
              <a:lnSpc>
                <a:spcPct val="100000"/>
              </a:lnSpc>
              <a:spcBef>
                <a:spcPts val="55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200" strike="noStrike" u="none">
                <a:solidFill>
                  <a:srgbClr val="000000"/>
                </a:solidFill>
                <a:effectLst/>
                <a:uFillTx/>
                <a:latin typeface="Wingdings"/>
                <a:ea typeface="Wingdings"/>
              </a:rPr>
              <a:t></a:t>
            </a:r>
            <a:r>
              <a:rPr b="0" lang="en-IN" sz="2200" strike="noStrike" u="none">
                <a:solidFill>
                  <a:srgbClr val="000000"/>
                </a:solidFill>
                <a:effectLst/>
                <a:uFillTx/>
                <a:latin typeface="Arial"/>
              </a:rPr>
              <a:t>	</a:t>
            </a:r>
            <a:r>
              <a:rPr b="0" lang="en-IN" sz="2200" strike="noStrike" u="none">
                <a:solidFill>
                  <a:srgbClr val="000000"/>
                </a:solidFill>
                <a:effectLst/>
                <a:uFillTx/>
                <a:latin typeface="Arial"/>
              </a:rPr>
              <a:t>	</a:t>
            </a:r>
            <a:r>
              <a:rPr b="0" lang="en-IN" sz="2200" strike="noStrike" u="none">
                <a:solidFill>
                  <a:srgbClr val="000000"/>
                </a:solidFill>
                <a:effectLst/>
                <a:uFillTx/>
                <a:latin typeface="Arial"/>
              </a:rPr>
              <a:t>Purchasing process </a:t>
            </a:r>
            <a:endParaRPr b="0" lang="en-IN" sz="2200" strike="noStrike" u="none">
              <a:solidFill>
                <a:srgbClr val="000000"/>
              </a:solidFill>
              <a:effectLst/>
              <a:uFillTx/>
              <a:latin typeface="Arial"/>
            </a:endParaRPr>
          </a:p>
          <a:p>
            <a:pPr marL="343080" indent="-343080">
              <a:spcBef>
                <a:spcPts val="55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2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1" name="PlaceHolder 1"/>
          <p:cNvSpPr>
            <a:spLocks noGrp="1"/>
          </p:cNvSpPr>
          <p:nvPr>
            <p:ph type="title"/>
          </p:nvPr>
        </p:nvSpPr>
        <p:spPr>
          <a:xfrm>
            <a:off x="762120" y="533520"/>
            <a:ext cx="7696080" cy="838080"/>
          </a:xfrm>
          <a:prstGeom prst="rect">
            <a:avLst/>
          </a:prstGeom>
          <a:noFill/>
          <a:ln w="0">
            <a:noFill/>
          </a:ln>
        </p:spPr>
        <p:txBody>
          <a:bodyPr lIns="90000" rIns="90000" tIns="46800" bIns="46800" anchor="b">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336666"/>
                </a:solidFill>
                <a:effectLst/>
                <a:uFillTx/>
                <a:latin typeface="Arial Black"/>
              </a:rPr>
              <a:t>Example Projects</a:t>
            </a:r>
            <a:endParaRPr b="0" lang="en-IN" sz="3200" strike="noStrike" u="none">
              <a:solidFill>
                <a:srgbClr val="336666"/>
              </a:solidFill>
              <a:effectLst/>
              <a:uFillTx/>
              <a:latin typeface="Arial Black"/>
            </a:endParaRPr>
          </a:p>
        </p:txBody>
      </p:sp>
      <p:sp>
        <p:nvSpPr>
          <p:cNvPr id="52" name="PlaceHolder 2"/>
          <p:cNvSpPr>
            <a:spLocks noGrp="1"/>
          </p:cNvSpPr>
          <p:nvPr>
            <p:ph/>
          </p:nvPr>
        </p:nvSpPr>
        <p:spPr>
          <a:xfrm>
            <a:off x="762120" y="1905120"/>
            <a:ext cx="7696080" cy="4038480"/>
          </a:xfrm>
          <a:prstGeom prst="rect">
            <a:avLst/>
          </a:prstGeom>
          <a:noFill/>
          <a:ln w="0">
            <a:noFill/>
          </a:ln>
        </p:spPr>
        <p:txBody>
          <a:bodyPr lIns="90000" rIns="90000" tIns="46800" bIns="46800" anchor="t">
            <a:normAutofit/>
          </a:bodyPr>
          <a:p>
            <a:pPr marL="343080" indent="-343080">
              <a:spcBef>
                <a:spcPts val="55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200" strike="noStrike" u="none">
                <a:solidFill>
                  <a:srgbClr val="000000"/>
                </a:solidFill>
                <a:effectLst/>
                <a:uFillTx/>
                <a:latin typeface="Arial"/>
              </a:rPr>
              <a:t>Number 2</a:t>
            </a:r>
            <a:endParaRPr b="0" lang="en-IN" sz="2200" strike="noStrike" u="none">
              <a:solidFill>
                <a:srgbClr val="000000"/>
              </a:solidFill>
              <a:effectLst/>
              <a:uFillTx/>
              <a:latin typeface="Arial"/>
            </a:endParaRPr>
          </a:p>
          <a:p>
            <a:pPr marL="343080" indent="-343080">
              <a:spcBef>
                <a:spcPts val="55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200" strike="noStrike" u="none">
                <a:solidFill>
                  <a:srgbClr val="000000"/>
                </a:solidFill>
                <a:effectLst/>
                <a:uFillTx/>
                <a:latin typeface="Arial"/>
              </a:rPr>
              <a:t>Replace an existing rooftop HVAC unit. The existing electrical wiring can be re-used and the existing ductwork should match with only minor modifications.</a:t>
            </a:r>
            <a:endParaRPr b="0" lang="en-IN" sz="2200" strike="noStrike" u="none">
              <a:solidFill>
                <a:srgbClr val="000000"/>
              </a:solidFill>
              <a:effectLst/>
              <a:uFillTx/>
              <a:latin typeface="Arial"/>
            </a:endParaRPr>
          </a:p>
          <a:p>
            <a:pPr marL="343080" indent="-343080">
              <a:spcBef>
                <a:spcPts val="55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200" strike="noStrike" u="none">
              <a:solidFill>
                <a:srgbClr val="000000"/>
              </a:solidFill>
              <a:effectLst/>
              <a:uFillTx/>
              <a:latin typeface="Arial"/>
            </a:endParaRPr>
          </a:p>
          <a:p>
            <a:pPr lvl="1" marL="743040" indent="-285840">
              <a:spcBef>
                <a:spcPts val="55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200" strike="noStrike" u="none">
                <a:solidFill>
                  <a:srgbClr val="000000"/>
                </a:solidFill>
                <a:effectLst/>
                <a:uFillTx/>
                <a:latin typeface="Arial"/>
              </a:rPr>
              <a:t>Which procurement process should be used?</a:t>
            </a:r>
            <a:endParaRPr b="0" lang="en-IN" sz="2200" strike="noStrike" u="none">
              <a:solidFill>
                <a:srgbClr val="000000"/>
              </a:solidFill>
              <a:effectLst/>
              <a:uFillTx/>
              <a:latin typeface="Arial"/>
            </a:endParaRPr>
          </a:p>
          <a:p>
            <a:pPr lvl="1" marL="743040" indent="-285840">
              <a:spcBef>
                <a:spcPts val="55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200" strike="noStrike" u="none">
              <a:solidFill>
                <a:srgbClr val="000000"/>
              </a:solidFill>
              <a:effectLst/>
              <a:uFillTx/>
              <a:latin typeface="Arial"/>
            </a:endParaRPr>
          </a:p>
          <a:p>
            <a:pPr lvl="1" marL="743040" indent="-285840">
              <a:lnSpc>
                <a:spcPct val="100000"/>
              </a:lnSpc>
              <a:spcBef>
                <a:spcPts val="55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200" strike="noStrike" u="none">
                <a:solidFill>
                  <a:srgbClr val="000000"/>
                </a:solidFill>
                <a:effectLst/>
                <a:uFillTx/>
                <a:latin typeface="Wingdings"/>
                <a:ea typeface="Wingdings"/>
              </a:rPr>
              <a:t></a:t>
            </a:r>
            <a:r>
              <a:rPr b="0" lang="en-IN" sz="2200" strike="noStrike" u="none">
                <a:solidFill>
                  <a:srgbClr val="000000"/>
                </a:solidFill>
                <a:effectLst/>
                <a:uFillTx/>
                <a:latin typeface="Arial"/>
              </a:rPr>
              <a:t>	</a:t>
            </a:r>
            <a:r>
              <a:rPr b="0" lang="en-IN" sz="2200" strike="noStrike" u="none">
                <a:solidFill>
                  <a:srgbClr val="000000"/>
                </a:solidFill>
                <a:effectLst/>
                <a:uFillTx/>
                <a:latin typeface="Arial"/>
              </a:rPr>
              <a:t>	</a:t>
            </a:r>
            <a:r>
              <a:rPr b="0" lang="en-IN" sz="2200" strike="noStrike" u="none">
                <a:solidFill>
                  <a:srgbClr val="000000"/>
                </a:solidFill>
                <a:effectLst/>
                <a:uFillTx/>
                <a:latin typeface="Arial"/>
              </a:rPr>
              <a:t>Public Works process</a:t>
            </a:r>
            <a:endParaRPr b="0" lang="en-IN" sz="2200" strike="noStrike" u="none">
              <a:solidFill>
                <a:srgbClr val="000000"/>
              </a:solidFill>
              <a:effectLst/>
              <a:uFillTx/>
              <a:latin typeface="Arial"/>
            </a:endParaRPr>
          </a:p>
          <a:p>
            <a:pPr lvl="1" marL="743040" indent="-285840">
              <a:lnSpc>
                <a:spcPct val="100000"/>
              </a:lnSpc>
              <a:spcBef>
                <a:spcPts val="55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200" strike="noStrike" u="none">
                <a:solidFill>
                  <a:srgbClr val="000000"/>
                </a:solidFill>
                <a:effectLst/>
                <a:uFillTx/>
                <a:latin typeface="Wingdings"/>
                <a:ea typeface="Wingdings"/>
              </a:rPr>
              <a:t></a:t>
            </a:r>
            <a:r>
              <a:rPr b="0" lang="en-IN" sz="2200" strike="noStrike" u="none">
                <a:solidFill>
                  <a:srgbClr val="000000"/>
                </a:solidFill>
                <a:effectLst/>
                <a:uFillTx/>
                <a:latin typeface="Arial"/>
              </a:rPr>
              <a:t>	</a:t>
            </a:r>
            <a:r>
              <a:rPr b="0" lang="en-IN" sz="2200" strike="noStrike" u="none">
                <a:solidFill>
                  <a:srgbClr val="000000"/>
                </a:solidFill>
                <a:effectLst/>
                <a:uFillTx/>
                <a:latin typeface="Arial"/>
              </a:rPr>
              <a:t>	</a:t>
            </a:r>
            <a:r>
              <a:rPr b="0" lang="en-IN" sz="2200" strike="noStrike" u="none">
                <a:solidFill>
                  <a:srgbClr val="000000"/>
                </a:solidFill>
                <a:effectLst/>
                <a:uFillTx/>
                <a:latin typeface="Arial"/>
              </a:rPr>
              <a:t>Purchasing process </a:t>
            </a:r>
            <a:endParaRPr b="0" lang="en-IN" sz="2200" strike="noStrike" u="none">
              <a:solidFill>
                <a:srgbClr val="000000"/>
              </a:solidFill>
              <a:effectLst/>
              <a:uFillTx/>
              <a:latin typeface="Arial"/>
            </a:endParaRPr>
          </a:p>
          <a:p>
            <a:pPr marL="343080" indent="-343080">
              <a:spcBef>
                <a:spcPts val="55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2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3" name="PlaceHolder 1"/>
          <p:cNvSpPr>
            <a:spLocks noGrp="1"/>
          </p:cNvSpPr>
          <p:nvPr>
            <p:ph type="title"/>
          </p:nvPr>
        </p:nvSpPr>
        <p:spPr>
          <a:xfrm>
            <a:off x="762120" y="533160"/>
            <a:ext cx="7696080" cy="1143000"/>
          </a:xfrm>
          <a:prstGeom prst="rect">
            <a:avLst/>
          </a:prstGeom>
          <a:noFill/>
          <a:ln w="0">
            <a:noFill/>
          </a:ln>
        </p:spPr>
        <p:txBody>
          <a:bodyPr lIns="90000" rIns="90000" tIns="46800" bIns="46800" anchor="b">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900" strike="noStrike" u="none">
                <a:solidFill>
                  <a:srgbClr val="336666"/>
                </a:solidFill>
                <a:effectLst/>
                <a:uFillTx/>
                <a:latin typeface="Arial Black"/>
              </a:rPr>
              <a:t>Example Project #3</a:t>
            </a:r>
            <a:endParaRPr b="0" lang="en-IN" sz="2900" strike="noStrike" u="none">
              <a:solidFill>
                <a:srgbClr val="336666"/>
              </a:solidFill>
              <a:effectLst/>
              <a:uFillTx/>
              <a:latin typeface="Arial Black"/>
            </a:endParaRPr>
          </a:p>
        </p:txBody>
      </p:sp>
      <p:pic>
        <p:nvPicPr>
          <p:cNvPr id="54" name="" descr=""/>
          <p:cNvPicPr/>
          <p:nvPr/>
        </p:nvPicPr>
        <p:blipFill>
          <a:blip r:embed="rId1"/>
          <a:stretch/>
        </p:blipFill>
        <p:spPr>
          <a:xfrm>
            <a:off x="1371600" y="2057400"/>
            <a:ext cx="6172200" cy="4114800"/>
          </a:xfrm>
          <a:prstGeom prst="rect">
            <a:avLst/>
          </a:prstGeom>
          <a:noFill/>
          <a:ln w="0">
            <a:noFill/>
          </a:ln>
        </p:spPr>
      </p:pic>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5" name="PlaceHolder 1"/>
          <p:cNvSpPr>
            <a:spLocks noGrp="1"/>
          </p:cNvSpPr>
          <p:nvPr>
            <p:ph type="title"/>
          </p:nvPr>
        </p:nvSpPr>
        <p:spPr>
          <a:xfrm>
            <a:off x="762120" y="533520"/>
            <a:ext cx="7696080" cy="838080"/>
          </a:xfrm>
          <a:prstGeom prst="rect">
            <a:avLst/>
          </a:prstGeom>
          <a:noFill/>
          <a:ln w="0">
            <a:noFill/>
          </a:ln>
        </p:spPr>
        <p:txBody>
          <a:bodyPr lIns="90000" rIns="90000" tIns="46800" bIns="46800" anchor="b">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336666"/>
                </a:solidFill>
                <a:effectLst/>
                <a:uFillTx/>
                <a:latin typeface="Arial Black"/>
              </a:rPr>
              <a:t>Example Projects</a:t>
            </a:r>
            <a:endParaRPr b="0" lang="en-IN" sz="3200" strike="noStrike" u="none">
              <a:solidFill>
                <a:srgbClr val="336666"/>
              </a:solidFill>
              <a:effectLst/>
              <a:uFillTx/>
              <a:latin typeface="Arial Black"/>
            </a:endParaRPr>
          </a:p>
        </p:txBody>
      </p:sp>
      <p:sp>
        <p:nvSpPr>
          <p:cNvPr id="56" name="PlaceHolder 2"/>
          <p:cNvSpPr>
            <a:spLocks noGrp="1"/>
          </p:cNvSpPr>
          <p:nvPr>
            <p:ph/>
          </p:nvPr>
        </p:nvSpPr>
        <p:spPr>
          <a:xfrm>
            <a:off x="762120" y="1905120"/>
            <a:ext cx="7696080" cy="4038480"/>
          </a:xfrm>
          <a:prstGeom prst="rect">
            <a:avLst/>
          </a:prstGeom>
          <a:noFill/>
          <a:ln w="0">
            <a:noFill/>
          </a:ln>
        </p:spPr>
        <p:txBody>
          <a:bodyPr lIns="90000" rIns="90000" tIns="46800" bIns="46800" anchor="t">
            <a:normAutofit/>
          </a:bodyPr>
          <a:p>
            <a:pPr marL="343080" indent="-343080">
              <a:lnSpc>
                <a:spcPct val="90000"/>
              </a:lnSpc>
              <a:spcBef>
                <a:spcPts val="675"/>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700" strike="noStrike" u="none">
                <a:solidFill>
                  <a:srgbClr val="000000"/>
                </a:solidFill>
                <a:effectLst/>
                <a:uFillTx/>
                <a:latin typeface="Arial"/>
              </a:rPr>
              <a:t>Number 3</a:t>
            </a:r>
            <a:endParaRPr b="0" lang="en-IN" sz="2700" strike="noStrike" u="none">
              <a:solidFill>
                <a:srgbClr val="000000"/>
              </a:solidFill>
              <a:effectLst/>
              <a:uFillTx/>
              <a:latin typeface="Arial"/>
            </a:endParaRPr>
          </a:p>
          <a:p>
            <a:pPr marL="343080" indent="-343080">
              <a:lnSpc>
                <a:spcPct val="90000"/>
              </a:lnSpc>
              <a:spcBef>
                <a:spcPts val="675"/>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700" strike="noStrike" u="none">
                <a:solidFill>
                  <a:srgbClr val="000000"/>
                </a:solidFill>
                <a:effectLst/>
                <a:uFillTx/>
                <a:latin typeface="Arial"/>
              </a:rPr>
              <a:t>Replace an large existing rooftop HVAC unit. New electrical wiring may be needed and the existing ductwork will need modifications.  The new unit may be heavier.</a:t>
            </a:r>
            <a:endParaRPr b="0" lang="en-IN" sz="2700" strike="noStrike" u="none">
              <a:solidFill>
                <a:srgbClr val="000000"/>
              </a:solidFill>
              <a:effectLst/>
              <a:uFillTx/>
              <a:latin typeface="Arial"/>
            </a:endParaRPr>
          </a:p>
          <a:p>
            <a:pPr marL="343080" indent="-343080">
              <a:lnSpc>
                <a:spcPct val="90000"/>
              </a:lnSpc>
              <a:spcBef>
                <a:spcPts val="675"/>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700" strike="noStrike" u="none">
              <a:solidFill>
                <a:srgbClr val="000000"/>
              </a:solidFill>
              <a:effectLst/>
              <a:uFillTx/>
              <a:latin typeface="Arial"/>
            </a:endParaRPr>
          </a:p>
          <a:p>
            <a:pPr lvl="1" marL="743040" indent="-285840">
              <a:lnSpc>
                <a:spcPct val="90000"/>
              </a:lnSpc>
              <a:spcBef>
                <a:spcPts val="675"/>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700" strike="noStrike" u="none">
                <a:solidFill>
                  <a:srgbClr val="000000"/>
                </a:solidFill>
                <a:effectLst/>
                <a:uFillTx/>
                <a:latin typeface="Arial"/>
              </a:rPr>
              <a:t>Which procurement process should be used? </a:t>
            </a:r>
            <a:endParaRPr b="0" lang="en-IN" sz="2700" strike="noStrike" u="none">
              <a:solidFill>
                <a:srgbClr val="000000"/>
              </a:solidFill>
              <a:effectLst/>
              <a:uFillTx/>
              <a:latin typeface="Arial"/>
            </a:endParaRPr>
          </a:p>
          <a:p>
            <a:pPr lvl="1" marL="743040" indent="-285840">
              <a:lnSpc>
                <a:spcPct val="90000"/>
              </a:lnSpc>
              <a:spcBef>
                <a:spcPts val="675"/>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700" strike="noStrike" u="none">
                <a:solidFill>
                  <a:srgbClr val="000000"/>
                </a:solidFill>
                <a:effectLst/>
                <a:uFillTx/>
                <a:latin typeface="Wingdings"/>
                <a:ea typeface="Wingdings"/>
              </a:rPr>
              <a:t></a:t>
            </a:r>
            <a:r>
              <a:rPr b="0" lang="en-IN" sz="2700" strike="noStrike" u="none">
                <a:solidFill>
                  <a:srgbClr val="000000"/>
                </a:solidFill>
                <a:effectLst/>
                <a:uFillTx/>
                <a:latin typeface="Arial"/>
              </a:rPr>
              <a:t>	</a:t>
            </a:r>
            <a:r>
              <a:rPr b="0" lang="en-IN" sz="2700" strike="noStrike" u="none">
                <a:solidFill>
                  <a:srgbClr val="000000"/>
                </a:solidFill>
                <a:effectLst/>
                <a:uFillTx/>
                <a:latin typeface="Arial"/>
              </a:rPr>
              <a:t>	</a:t>
            </a:r>
            <a:r>
              <a:rPr b="0" lang="en-IN" sz="2700" strike="noStrike" u="none">
                <a:solidFill>
                  <a:srgbClr val="000000"/>
                </a:solidFill>
                <a:effectLst/>
                <a:uFillTx/>
                <a:latin typeface="Arial"/>
              </a:rPr>
              <a:t>Public Works process</a:t>
            </a:r>
            <a:endParaRPr b="0" lang="en-IN" sz="2700" strike="noStrike" u="none">
              <a:solidFill>
                <a:srgbClr val="000000"/>
              </a:solidFill>
              <a:effectLst/>
              <a:uFillTx/>
              <a:latin typeface="Arial"/>
            </a:endParaRPr>
          </a:p>
          <a:p>
            <a:pPr lvl="1" marL="743040" indent="-285840">
              <a:lnSpc>
                <a:spcPct val="90000"/>
              </a:lnSpc>
              <a:spcBef>
                <a:spcPts val="675"/>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700" strike="noStrike" u="none">
                <a:solidFill>
                  <a:srgbClr val="000000"/>
                </a:solidFill>
                <a:effectLst/>
                <a:uFillTx/>
                <a:latin typeface="Wingdings"/>
                <a:ea typeface="Wingdings"/>
              </a:rPr>
              <a:t></a:t>
            </a:r>
            <a:r>
              <a:rPr b="0" lang="en-IN" sz="2700" strike="noStrike" u="none">
                <a:solidFill>
                  <a:srgbClr val="000000"/>
                </a:solidFill>
                <a:effectLst/>
                <a:uFillTx/>
                <a:latin typeface="Arial"/>
              </a:rPr>
              <a:t>	</a:t>
            </a:r>
            <a:r>
              <a:rPr b="0" lang="en-IN" sz="2700" strike="noStrike" u="none">
                <a:solidFill>
                  <a:srgbClr val="000000"/>
                </a:solidFill>
                <a:effectLst/>
                <a:uFillTx/>
                <a:latin typeface="Arial"/>
              </a:rPr>
              <a:t>	</a:t>
            </a:r>
            <a:r>
              <a:rPr b="0" lang="en-IN" sz="2700" strike="noStrike" u="none">
                <a:solidFill>
                  <a:srgbClr val="000000"/>
                </a:solidFill>
                <a:effectLst/>
                <a:uFillTx/>
                <a:latin typeface="Arial"/>
              </a:rPr>
              <a:t>Purchasing process </a:t>
            </a:r>
            <a:endParaRPr b="0" lang="en-IN" sz="2700" strike="noStrike" u="none">
              <a:solidFill>
                <a:srgbClr val="000000"/>
              </a:solidFill>
              <a:effectLst/>
              <a:uFillTx/>
              <a:latin typeface="Arial"/>
            </a:endParaRPr>
          </a:p>
          <a:p>
            <a:pPr marL="343080" indent="-343080">
              <a:lnSpc>
                <a:spcPct val="90000"/>
              </a:lnSpc>
              <a:spcBef>
                <a:spcPts val="675"/>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7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7" name="PlaceHolder 1"/>
          <p:cNvSpPr>
            <a:spLocks noGrp="1"/>
          </p:cNvSpPr>
          <p:nvPr>
            <p:ph type="title"/>
          </p:nvPr>
        </p:nvSpPr>
        <p:spPr>
          <a:xfrm>
            <a:off x="762120" y="533520"/>
            <a:ext cx="7696080" cy="838080"/>
          </a:xfrm>
          <a:prstGeom prst="rect">
            <a:avLst/>
          </a:prstGeom>
          <a:noFill/>
          <a:ln w="0">
            <a:noFill/>
          </a:ln>
        </p:spPr>
        <p:txBody>
          <a:bodyPr lIns="90000" rIns="90000" tIns="46800" bIns="46800" anchor="b">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336666"/>
                </a:solidFill>
                <a:effectLst/>
                <a:uFillTx/>
                <a:latin typeface="Arial Black"/>
              </a:rPr>
              <a:t>Example Projects</a:t>
            </a:r>
            <a:endParaRPr b="0" lang="en-IN" sz="3200" strike="noStrike" u="none">
              <a:solidFill>
                <a:srgbClr val="336666"/>
              </a:solidFill>
              <a:effectLst/>
              <a:uFillTx/>
              <a:latin typeface="Arial Black"/>
            </a:endParaRPr>
          </a:p>
        </p:txBody>
      </p:sp>
      <p:sp>
        <p:nvSpPr>
          <p:cNvPr id="58" name="PlaceHolder 2"/>
          <p:cNvSpPr>
            <a:spLocks noGrp="1"/>
          </p:cNvSpPr>
          <p:nvPr>
            <p:ph/>
          </p:nvPr>
        </p:nvSpPr>
        <p:spPr>
          <a:xfrm>
            <a:off x="762120" y="1905120"/>
            <a:ext cx="7696080" cy="4038480"/>
          </a:xfrm>
          <a:prstGeom prst="rect">
            <a:avLst/>
          </a:prstGeom>
          <a:noFill/>
          <a:ln w="0">
            <a:noFill/>
          </a:ln>
        </p:spPr>
        <p:txBody>
          <a:bodyPr lIns="90000" rIns="90000" tIns="46800" bIns="46800" anchor="t">
            <a:normAutofit/>
          </a:bodyPr>
          <a:p>
            <a:pPr marL="343080" indent="-34308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Arial"/>
              </a:rPr>
              <a:t>Number 3</a:t>
            </a:r>
            <a:endParaRPr b="0" lang="en-IN" sz="2400" strike="noStrike" u="none">
              <a:solidFill>
                <a:srgbClr val="000000"/>
              </a:solidFill>
              <a:effectLst/>
              <a:uFillTx/>
              <a:latin typeface="Arial"/>
            </a:endParaRPr>
          </a:p>
          <a:p>
            <a:pPr marL="343080" indent="-34308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Arial"/>
              </a:rPr>
              <a:t>Replace an large existing rooftop HVAC unit. New electrical wiring may be needed and the existing ductwork will need modifications.  The new unit may be heavier.</a:t>
            </a:r>
            <a:endParaRPr b="0" lang="en-IN" sz="2400" strike="noStrike" u="none">
              <a:solidFill>
                <a:srgbClr val="000000"/>
              </a:solidFill>
              <a:effectLst/>
              <a:uFillTx/>
              <a:latin typeface="Arial"/>
            </a:endParaRPr>
          </a:p>
          <a:p>
            <a:pPr marL="343080" indent="-34308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000000"/>
              </a:solidFill>
              <a:effectLst/>
              <a:uFillTx/>
              <a:latin typeface="Arial"/>
            </a:endParaRPr>
          </a:p>
          <a:p>
            <a:pPr lvl="1" marL="743040" indent="-28584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Arial"/>
              </a:rPr>
              <a:t>Which procurement process should be used?</a:t>
            </a:r>
            <a:endParaRPr b="0" lang="en-IN" sz="2400" strike="noStrike" u="none">
              <a:solidFill>
                <a:srgbClr val="000000"/>
              </a:solidFill>
              <a:effectLst/>
              <a:uFillTx/>
              <a:latin typeface="Arial"/>
            </a:endParaRPr>
          </a:p>
          <a:p>
            <a:pPr lvl="1" marL="743040" indent="-28584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000000"/>
              </a:solidFill>
              <a:effectLst/>
              <a:uFillTx/>
              <a:latin typeface="Arial"/>
            </a:endParaRPr>
          </a:p>
          <a:p>
            <a:pPr lvl="1" marL="743040" indent="-28584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Wingdings"/>
                <a:ea typeface="Wingdings"/>
              </a:rPr>
              <a:t></a:t>
            </a:r>
            <a:r>
              <a:rPr b="0" lang="en-IN" sz="2400" strike="noStrike" u="none">
                <a:solidFill>
                  <a:srgbClr val="000000"/>
                </a:solidFill>
                <a:effectLst/>
                <a:uFillTx/>
                <a:latin typeface="Arial"/>
              </a:rPr>
              <a:t> </a:t>
            </a:r>
            <a:r>
              <a:rPr b="0" lang="en-IN" sz="2400" strike="noStrike" u="none">
                <a:solidFill>
                  <a:srgbClr val="000000"/>
                </a:solidFill>
                <a:effectLst/>
                <a:uFillTx/>
                <a:latin typeface="Arial"/>
              </a:rPr>
              <a:t>	</a:t>
            </a:r>
            <a:r>
              <a:rPr b="0" lang="en-IN" sz="2400" strike="noStrike" u="none">
                <a:solidFill>
                  <a:srgbClr val="000000"/>
                </a:solidFill>
                <a:effectLst/>
                <a:uFillTx/>
                <a:latin typeface="Arial"/>
              </a:rPr>
              <a:t>	</a:t>
            </a:r>
            <a:r>
              <a:rPr b="0" lang="en-IN" sz="2400" strike="noStrike" u="none">
                <a:solidFill>
                  <a:srgbClr val="000000"/>
                </a:solidFill>
                <a:effectLst/>
                <a:uFillTx/>
                <a:latin typeface="Arial"/>
              </a:rPr>
              <a:t>Public Works process</a:t>
            </a:r>
            <a:endParaRPr b="0" lang="en-IN" sz="2400" strike="noStrike" u="none">
              <a:solidFill>
                <a:srgbClr val="000000"/>
              </a:solidFill>
              <a:effectLst/>
              <a:uFillTx/>
              <a:latin typeface="Arial"/>
            </a:endParaRPr>
          </a:p>
          <a:p>
            <a:pPr lvl="1" marL="743040" indent="-285840">
              <a:lnSpc>
                <a:spcPct val="90000"/>
              </a:lnSpc>
              <a:spcBef>
                <a:spcPts val="675"/>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Wingdings"/>
                <a:ea typeface="Wingdings"/>
              </a:rPr>
              <a:t></a:t>
            </a:r>
            <a:r>
              <a:rPr b="0" lang="en-IN" sz="2400" strike="noStrike" u="none">
                <a:solidFill>
                  <a:srgbClr val="000000"/>
                </a:solidFill>
                <a:effectLst/>
                <a:uFillTx/>
                <a:latin typeface="Arial"/>
              </a:rPr>
              <a:t> </a:t>
            </a:r>
            <a:r>
              <a:rPr b="0" lang="en-IN" sz="2400" strike="noStrike" u="none">
                <a:solidFill>
                  <a:srgbClr val="000000"/>
                </a:solidFill>
                <a:effectLst/>
                <a:uFillTx/>
                <a:latin typeface="Arial"/>
              </a:rPr>
              <a:t>	</a:t>
            </a:r>
            <a:r>
              <a:rPr b="0" lang="en-IN" sz="2400" strike="noStrike" u="none">
                <a:solidFill>
                  <a:srgbClr val="000000"/>
                </a:solidFill>
                <a:effectLst/>
                <a:uFillTx/>
                <a:latin typeface="Arial"/>
              </a:rPr>
              <a:t>	</a:t>
            </a:r>
            <a:r>
              <a:rPr b="0" lang="en-IN" sz="2400" strike="noStrike" u="none">
                <a:solidFill>
                  <a:srgbClr val="000000"/>
                </a:solidFill>
                <a:effectLst/>
                <a:uFillTx/>
                <a:latin typeface="Arial"/>
              </a:rPr>
              <a:t>Purchasing process</a:t>
            </a:r>
            <a:r>
              <a:rPr b="0" lang="en-IN" sz="2700" strike="noStrike" u="none">
                <a:solidFill>
                  <a:srgbClr val="000000"/>
                </a:solidFill>
                <a:effectLst/>
                <a:uFillTx/>
                <a:latin typeface="Arial"/>
              </a:rPr>
              <a:t> </a:t>
            </a:r>
            <a:endParaRPr b="0" lang="en-IN" sz="2700" strike="noStrike" u="none">
              <a:solidFill>
                <a:srgbClr val="000000"/>
              </a:solidFill>
              <a:effectLst/>
              <a:uFillTx/>
              <a:latin typeface="Arial"/>
            </a:endParaRPr>
          </a:p>
          <a:p>
            <a:pPr marL="343080" indent="-343080">
              <a:lnSpc>
                <a:spcPct val="90000"/>
              </a:lnSpc>
              <a:spcBef>
                <a:spcPts val="675"/>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7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9" name="PlaceHolder 1"/>
          <p:cNvSpPr>
            <a:spLocks noGrp="1"/>
          </p:cNvSpPr>
          <p:nvPr>
            <p:ph type="title"/>
          </p:nvPr>
        </p:nvSpPr>
        <p:spPr>
          <a:xfrm>
            <a:off x="762120" y="533160"/>
            <a:ext cx="7696080" cy="1143000"/>
          </a:xfrm>
          <a:prstGeom prst="rect">
            <a:avLst/>
          </a:prstGeom>
          <a:noFill/>
          <a:ln w="0">
            <a:noFill/>
          </a:ln>
        </p:spPr>
        <p:txBody>
          <a:bodyPr lIns="90000" rIns="90000" tIns="46800" bIns="46800" anchor="b">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300" strike="noStrike" u="none">
                <a:solidFill>
                  <a:srgbClr val="336666"/>
                </a:solidFill>
                <a:effectLst/>
                <a:uFillTx/>
                <a:latin typeface="Arial Black"/>
              </a:rPr>
              <a:t>Example #4</a:t>
            </a:r>
            <a:endParaRPr b="0" lang="en-IN" sz="3300" strike="noStrike" u="none">
              <a:solidFill>
                <a:srgbClr val="336666"/>
              </a:solidFill>
              <a:effectLst/>
              <a:uFillTx/>
              <a:latin typeface="Arial Black"/>
            </a:endParaRPr>
          </a:p>
        </p:txBody>
      </p:sp>
      <p:pic>
        <p:nvPicPr>
          <p:cNvPr id="60" name="" descr=""/>
          <p:cNvPicPr/>
          <p:nvPr/>
        </p:nvPicPr>
        <p:blipFill>
          <a:blip r:embed="rId1"/>
          <a:stretch/>
        </p:blipFill>
        <p:spPr>
          <a:xfrm>
            <a:off x="2008080" y="1973160"/>
            <a:ext cx="5202360" cy="3902040"/>
          </a:xfrm>
          <a:prstGeom prst="rect">
            <a:avLst/>
          </a:prstGeom>
          <a:noFill/>
          <a:ln w="0">
            <a:noFill/>
          </a:ln>
        </p:spPr>
      </p:pic>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1" name="PlaceHolder 1"/>
          <p:cNvSpPr>
            <a:spLocks noGrp="1"/>
          </p:cNvSpPr>
          <p:nvPr>
            <p:ph type="title"/>
          </p:nvPr>
        </p:nvSpPr>
        <p:spPr>
          <a:xfrm>
            <a:off x="762120" y="533520"/>
            <a:ext cx="7696080" cy="914400"/>
          </a:xfrm>
          <a:prstGeom prst="rect">
            <a:avLst/>
          </a:prstGeom>
          <a:noFill/>
          <a:ln w="0">
            <a:noFill/>
          </a:ln>
        </p:spPr>
        <p:txBody>
          <a:bodyPr lIns="90000" rIns="90000" tIns="46800" bIns="46800" anchor="b">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336666"/>
                </a:solidFill>
                <a:effectLst/>
                <a:uFillTx/>
                <a:latin typeface="Arial Black"/>
              </a:rPr>
              <a:t>Example Projects</a:t>
            </a:r>
            <a:endParaRPr b="0" lang="en-IN" sz="3200" strike="noStrike" u="none">
              <a:solidFill>
                <a:srgbClr val="336666"/>
              </a:solidFill>
              <a:effectLst/>
              <a:uFillTx/>
              <a:latin typeface="Arial Black"/>
            </a:endParaRPr>
          </a:p>
        </p:txBody>
      </p:sp>
      <p:sp>
        <p:nvSpPr>
          <p:cNvPr id="62" name="PlaceHolder 2"/>
          <p:cNvSpPr>
            <a:spLocks noGrp="1"/>
          </p:cNvSpPr>
          <p:nvPr>
            <p:ph/>
          </p:nvPr>
        </p:nvSpPr>
        <p:spPr>
          <a:xfrm>
            <a:off x="762120" y="1905120"/>
            <a:ext cx="7696080" cy="4038480"/>
          </a:xfrm>
          <a:prstGeom prst="rect">
            <a:avLst/>
          </a:prstGeom>
          <a:noFill/>
          <a:ln w="0">
            <a:noFill/>
          </a:ln>
        </p:spPr>
        <p:txBody>
          <a:bodyPr lIns="90000" rIns="90000" tIns="46800" bIns="46800" anchor="t">
            <a:normAutofit/>
          </a:bodyPr>
          <a:p>
            <a:pPr marL="343080" indent="-343080">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Arial"/>
              </a:rPr>
              <a:t>Number 4</a:t>
            </a:r>
            <a:endParaRPr b="0" lang="en-IN" sz="2400" strike="noStrike" u="none">
              <a:solidFill>
                <a:srgbClr val="000000"/>
              </a:solidFill>
              <a:effectLst/>
              <a:uFillTx/>
              <a:latin typeface="Arial"/>
            </a:endParaRPr>
          </a:p>
          <a:p>
            <a:pPr marL="343080" indent="-343080">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Arial"/>
              </a:rPr>
              <a:t>Repaint a two story  building.</a:t>
            </a:r>
            <a:endParaRPr b="0" lang="en-IN" sz="2400" strike="noStrike" u="none">
              <a:solidFill>
                <a:srgbClr val="000000"/>
              </a:solidFill>
              <a:effectLst/>
              <a:uFillTx/>
              <a:latin typeface="Arial"/>
            </a:endParaRPr>
          </a:p>
          <a:p>
            <a:pPr marL="343080" indent="-343080">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000000"/>
              </a:solidFill>
              <a:effectLst/>
              <a:uFillTx/>
              <a:latin typeface="Arial"/>
            </a:endParaRPr>
          </a:p>
          <a:p>
            <a:pPr lvl="1" marL="743040" indent="-285840">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Arial"/>
              </a:rPr>
              <a:t>Which procurement process should be used?</a:t>
            </a:r>
            <a:endParaRPr b="0" lang="en-IN" sz="2400" strike="noStrike" u="none">
              <a:solidFill>
                <a:srgbClr val="000000"/>
              </a:solidFill>
              <a:effectLst/>
              <a:uFillTx/>
              <a:latin typeface="Arial"/>
            </a:endParaRPr>
          </a:p>
          <a:p>
            <a:pPr lvl="1" marL="743040" indent="-285840">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000000"/>
              </a:solidFill>
              <a:effectLst/>
              <a:uFillTx/>
              <a:latin typeface="Arial"/>
            </a:endParaRPr>
          </a:p>
          <a:p>
            <a:pPr lvl="1" marL="743040" indent="-285840">
              <a:lnSpc>
                <a:spcPct val="10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Wingdings"/>
                <a:ea typeface="Wingdings"/>
              </a:rPr>
              <a:t></a:t>
            </a:r>
            <a:r>
              <a:rPr b="0" lang="en-IN" sz="2400" strike="noStrike" u="none">
                <a:solidFill>
                  <a:srgbClr val="000000"/>
                </a:solidFill>
                <a:effectLst/>
                <a:uFillTx/>
                <a:latin typeface="Arial"/>
              </a:rPr>
              <a:t>	</a:t>
            </a:r>
            <a:r>
              <a:rPr b="0" lang="en-IN" sz="2400" strike="noStrike" u="none">
                <a:solidFill>
                  <a:srgbClr val="000000"/>
                </a:solidFill>
                <a:effectLst/>
                <a:uFillTx/>
                <a:latin typeface="Arial"/>
              </a:rPr>
              <a:t>	</a:t>
            </a:r>
            <a:r>
              <a:rPr b="0" lang="en-IN" sz="2400" strike="noStrike" u="none">
                <a:solidFill>
                  <a:srgbClr val="000000"/>
                </a:solidFill>
                <a:effectLst/>
                <a:uFillTx/>
                <a:latin typeface="Arial"/>
              </a:rPr>
              <a:t>Public Works process</a:t>
            </a:r>
            <a:endParaRPr b="0" lang="en-IN" sz="2400" strike="noStrike" u="none">
              <a:solidFill>
                <a:srgbClr val="000000"/>
              </a:solidFill>
              <a:effectLst/>
              <a:uFillTx/>
              <a:latin typeface="Arial"/>
            </a:endParaRPr>
          </a:p>
          <a:p>
            <a:pPr lvl="1" marL="743040" indent="-285840">
              <a:lnSpc>
                <a:spcPct val="100000"/>
              </a:lnSpc>
              <a:spcBef>
                <a:spcPts val="55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Wingdings"/>
                <a:ea typeface="Wingdings"/>
              </a:rPr>
              <a:t></a:t>
            </a:r>
            <a:r>
              <a:rPr b="0" lang="en-IN" sz="2400" strike="noStrike" u="none">
                <a:solidFill>
                  <a:srgbClr val="000000"/>
                </a:solidFill>
                <a:effectLst/>
                <a:uFillTx/>
                <a:latin typeface="Arial"/>
              </a:rPr>
              <a:t>	</a:t>
            </a:r>
            <a:r>
              <a:rPr b="0" lang="en-IN" sz="2400" strike="noStrike" u="none">
                <a:solidFill>
                  <a:srgbClr val="000000"/>
                </a:solidFill>
                <a:effectLst/>
                <a:uFillTx/>
                <a:latin typeface="Arial"/>
              </a:rPr>
              <a:t>	</a:t>
            </a:r>
            <a:r>
              <a:rPr b="0" lang="en-IN" sz="2400" strike="noStrike" u="none">
                <a:solidFill>
                  <a:srgbClr val="000000"/>
                </a:solidFill>
                <a:effectLst/>
                <a:uFillTx/>
                <a:latin typeface="Arial"/>
              </a:rPr>
              <a:t>Purchasing process</a:t>
            </a:r>
            <a:r>
              <a:rPr b="0" lang="en-IN" sz="2200" strike="noStrike" u="none">
                <a:solidFill>
                  <a:srgbClr val="000000"/>
                </a:solidFill>
                <a:effectLst/>
                <a:uFillTx/>
                <a:latin typeface="Arial"/>
              </a:rPr>
              <a:t> </a:t>
            </a:r>
            <a:endParaRPr b="0" lang="en-IN" sz="2200" strike="noStrike" u="none">
              <a:solidFill>
                <a:srgbClr val="000000"/>
              </a:solidFill>
              <a:effectLst/>
              <a:uFillTx/>
              <a:latin typeface="Arial"/>
            </a:endParaRPr>
          </a:p>
          <a:p>
            <a:pPr marL="343080" indent="-343080">
              <a:spcBef>
                <a:spcPts val="55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2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3" name="PlaceHolder 1"/>
          <p:cNvSpPr>
            <a:spLocks noGrp="1"/>
          </p:cNvSpPr>
          <p:nvPr>
            <p:ph type="title"/>
          </p:nvPr>
        </p:nvSpPr>
        <p:spPr>
          <a:xfrm>
            <a:off x="762120" y="533520"/>
            <a:ext cx="7696080" cy="914400"/>
          </a:xfrm>
          <a:prstGeom prst="rect">
            <a:avLst/>
          </a:prstGeom>
          <a:noFill/>
          <a:ln w="0">
            <a:noFill/>
          </a:ln>
        </p:spPr>
        <p:txBody>
          <a:bodyPr lIns="90000" rIns="90000" tIns="46800" bIns="46800" anchor="b">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336666"/>
                </a:solidFill>
                <a:effectLst/>
                <a:uFillTx/>
                <a:latin typeface="Arial Black"/>
              </a:rPr>
              <a:t>Example Projects</a:t>
            </a:r>
            <a:endParaRPr b="0" lang="en-IN" sz="3200" strike="noStrike" u="none">
              <a:solidFill>
                <a:srgbClr val="336666"/>
              </a:solidFill>
              <a:effectLst/>
              <a:uFillTx/>
              <a:latin typeface="Arial Black"/>
            </a:endParaRPr>
          </a:p>
        </p:txBody>
      </p:sp>
      <p:sp>
        <p:nvSpPr>
          <p:cNvPr id="64" name="PlaceHolder 2"/>
          <p:cNvSpPr>
            <a:spLocks noGrp="1"/>
          </p:cNvSpPr>
          <p:nvPr>
            <p:ph/>
          </p:nvPr>
        </p:nvSpPr>
        <p:spPr>
          <a:xfrm>
            <a:off x="762120" y="1905120"/>
            <a:ext cx="7696080" cy="4038480"/>
          </a:xfrm>
          <a:prstGeom prst="rect">
            <a:avLst/>
          </a:prstGeom>
          <a:noFill/>
          <a:ln w="0">
            <a:noFill/>
          </a:ln>
        </p:spPr>
        <p:txBody>
          <a:bodyPr lIns="90000" rIns="90000" tIns="46800" bIns="46800" anchor="t">
            <a:normAutofit/>
          </a:bodyPr>
          <a:p>
            <a:pPr marL="343080" indent="-343080">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Arial"/>
              </a:rPr>
              <a:t>Number 4</a:t>
            </a:r>
            <a:endParaRPr b="0" lang="en-IN" sz="2400" strike="noStrike" u="none">
              <a:solidFill>
                <a:srgbClr val="000000"/>
              </a:solidFill>
              <a:effectLst/>
              <a:uFillTx/>
              <a:latin typeface="Arial"/>
            </a:endParaRPr>
          </a:p>
          <a:p>
            <a:pPr marL="343080" indent="-343080">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Arial"/>
              </a:rPr>
              <a:t>Repaint a two story building.</a:t>
            </a:r>
            <a:endParaRPr b="0" lang="en-IN" sz="2400" strike="noStrike" u="none">
              <a:solidFill>
                <a:srgbClr val="000000"/>
              </a:solidFill>
              <a:effectLst/>
              <a:uFillTx/>
              <a:latin typeface="Arial"/>
            </a:endParaRPr>
          </a:p>
          <a:p>
            <a:pPr marL="343080" indent="-343080">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000000"/>
              </a:solidFill>
              <a:effectLst/>
              <a:uFillTx/>
              <a:latin typeface="Arial"/>
            </a:endParaRPr>
          </a:p>
          <a:p>
            <a:pPr lvl="1" marL="743040" indent="-285840">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Arial"/>
              </a:rPr>
              <a:t>Which procurement process should be used?</a:t>
            </a:r>
            <a:endParaRPr b="0" lang="en-IN" sz="2400" strike="noStrike" u="none">
              <a:solidFill>
                <a:srgbClr val="000000"/>
              </a:solidFill>
              <a:effectLst/>
              <a:uFillTx/>
              <a:latin typeface="Arial"/>
            </a:endParaRPr>
          </a:p>
          <a:p>
            <a:pPr lvl="1" marL="743040" indent="-285840">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000000"/>
              </a:solidFill>
              <a:effectLst/>
              <a:uFillTx/>
              <a:latin typeface="Arial"/>
            </a:endParaRPr>
          </a:p>
          <a:p>
            <a:pPr lvl="1" marL="743040" indent="-285840">
              <a:lnSpc>
                <a:spcPct val="10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Wingdings"/>
                <a:ea typeface="Wingdings"/>
              </a:rPr>
              <a:t></a:t>
            </a:r>
            <a:r>
              <a:rPr b="0" lang="en-IN" sz="2400" strike="noStrike" u="none">
                <a:solidFill>
                  <a:srgbClr val="000000"/>
                </a:solidFill>
                <a:effectLst/>
                <a:uFillTx/>
                <a:latin typeface="Arial"/>
              </a:rPr>
              <a:t>	</a:t>
            </a:r>
            <a:r>
              <a:rPr b="0" lang="en-IN" sz="2400" strike="noStrike" u="none">
                <a:solidFill>
                  <a:srgbClr val="000000"/>
                </a:solidFill>
                <a:effectLst/>
                <a:uFillTx/>
                <a:latin typeface="Arial"/>
              </a:rPr>
              <a:t>	</a:t>
            </a:r>
            <a:r>
              <a:rPr b="0" lang="en-IN" sz="2400" strike="noStrike" u="none">
                <a:solidFill>
                  <a:srgbClr val="000000"/>
                </a:solidFill>
                <a:effectLst/>
                <a:uFillTx/>
                <a:latin typeface="Arial"/>
              </a:rPr>
              <a:t>Public Works process</a:t>
            </a:r>
            <a:endParaRPr b="0" lang="en-IN" sz="2400" strike="noStrike" u="none">
              <a:solidFill>
                <a:srgbClr val="000000"/>
              </a:solidFill>
              <a:effectLst/>
              <a:uFillTx/>
              <a:latin typeface="Arial"/>
            </a:endParaRPr>
          </a:p>
          <a:p>
            <a:pPr lvl="1" marL="743040" indent="-285840">
              <a:lnSpc>
                <a:spcPct val="100000"/>
              </a:lnSpc>
              <a:spcBef>
                <a:spcPts val="55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Wingdings"/>
                <a:ea typeface="Wingdings"/>
              </a:rPr>
              <a:t></a:t>
            </a:r>
            <a:r>
              <a:rPr b="0" lang="en-IN" sz="2400" strike="noStrike" u="none">
                <a:solidFill>
                  <a:srgbClr val="000000"/>
                </a:solidFill>
                <a:effectLst/>
                <a:uFillTx/>
                <a:latin typeface="Arial"/>
              </a:rPr>
              <a:t>	</a:t>
            </a:r>
            <a:r>
              <a:rPr b="0" lang="en-IN" sz="2400" strike="noStrike" u="none">
                <a:solidFill>
                  <a:srgbClr val="000000"/>
                </a:solidFill>
                <a:effectLst/>
                <a:uFillTx/>
                <a:latin typeface="Arial"/>
              </a:rPr>
              <a:t>	</a:t>
            </a:r>
            <a:r>
              <a:rPr b="0" lang="en-IN" sz="2400" strike="noStrike" u="none">
                <a:solidFill>
                  <a:srgbClr val="000000"/>
                </a:solidFill>
                <a:effectLst/>
                <a:uFillTx/>
                <a:latin typeface="Arial"/>
              </a:rPr>
              <a:t>Purchasing process</a:t>
            </a:r>
            <a:r>
              <a:rPr b="0" lang="en-IN" sz="2200" strike="noStrike" u="none">
                <a:solidFill>
                  <a:srgbClr val="000000"/>
                </a:solidFill>
                <a:effectLst/>
                <a:uFillTx/>
                <a:latin typeface="Arial"/>
              </a:rPr>
              <a:t> </a:t>
            </a:r>
            <a:endParaRPr b="0" lang="en-IN" sz="2200" strike="noStrike" u="none">
              <a:solidFill>
                <a:srgbClr val="000000"/>
              </a:solidFill>
              <a:effectLst/>
              <a:uFillTx/>
              <a:latin typeface="Arial"/>
            </a:endParaRPr>
          </a:p>
          <a:p>
            <a:pPr marL="343080" indent="-343080">
              <a:spcBef>
                <a:spcPts val="55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2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5" name="PlaceHolder 1"/>
          <p:cNvSpPr>
            <a:spLocks noGrp="1"/>
          </p:cNvSpPr>
          <p:nvPr>
            <p:ph type="title"/>
          </p:nvPr>
        </p:nvSpPr>
        <p:spPr>
          <a:xfrm>
            <a:off x="762120" y="533160"/>
            <a:ext cx="7696080" cy="1143000"/>
          </a:xfrm>
          <a:prstGeom prst="rect">
            <a:avLst/>
          </a:prstGeom>
          <a:noFill/>
          <a:ln w="0">
            <a:noFill/>
          </a:ln>
        </p:spPr>
        <p:txBody>
          <a:bodyPr lIns="90000" rIns="90000" tIns="46800" bIns="46800" anchor="b">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300" strike="noStrike" u="none">
                <a:solidFill>
                  <a:srgbClr val="336666"/>
                </a:solidFill>
                <a:effectLst/>
                <a:uFillTx/>
                <a:latin typeface="Arial Black"/>
              </a:rPr>
              <a:t>Example #5</a:t>
            </a:r>
            <a:endParaRPr b="0" lang="en-IN" sz="3300" strike="noStrike" u="none">
              <a:solidFill>
                <a:srgbClr val="336666"/>
              </a:solidFill>
              <a:effectLst/>
              <a:uFillTx/>
              <a:latin typeface="Arial Black"/>
            </a:endParaRPr>
          </a:p>
        </p:txBody>
      </p:sp>
      <p:pic>
        <p:nvPicPr>
          <p:cNvPr id="66" name="" descr=""/>
          <p:cNvPicPr/>
          <p:nvPr/>
        </p:nvPicPr>
        <p:blipFill>
          <a:blip r:embed="rId1"/>
          <a:stretch/>
        </p:blipFill>
        <p:spPr>
          <a:xfrm>
            <a:off x="2008080" y="1973160"/>
            <a:ext cx="5202360" cy="3902040"/>
          </a:xfrm>
          <a:prstGeom prst="rect">
            <a:avLst/>
          </a:prstGeom>
          <a:noFill/>
          <a:ln w="0">
            <a:noFill/>
          </a:ln>
        </p:spPr>
      </p:pic>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7" name="PlaceHolder 1"/>
          <p:cNvSpPr>
            <a:spLocks noGrp="1"/>
          </p:cNvSpPr>
          <p:nvPr>
            <p:ph type="title"/>
          </p:nvPr>
        </p:nvSpPr>
        <p:spPr>
          <a:xfrm>
            <a:off x="762120" y="533520"/>
            <a:ext cx="7696080" cy="914400"/>
          </a:xfrm>
          <a:prstGeom prst="rect">
            <a:avLst/>
          </a:prstGeom>
          <a:noFill/>
          <a:ln w="0">
            <a:noFill/>
          </a:ln>
        </p:spPr>
        <p:txBody>
          <a:bodyPr lIns="90000" rIns="90000" tIns="46800" bIns="46800" anchor="b">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336666"/>
                </a:solidFill>
                <a:effectLst/>
                <a:uFillTx/>
                <a:latin typeface="Arial Black"/>
              </a:rPr>
              <a:t>Example Projects</a:t>
            </a:r>
            <a:endParaRPr b="0" lang="en-IN" sz="3200" strike="noStrike" u="none">
              <a:solidFill>
                <a:srgbClr val="336666"/>
              </a:solidFill>
              <a:effectLst/>
              <a:uFillTx/>
              <a:latin typeface="Arial Black"/>
            </a:endParaRPr>
          </a:p>
        </p:txBody>
      </p:sp>
      <p:sp>
        <p:nvSpPr>
          <p:cNvPr id="68" name="PlaceHolder 2"/>
          <p:cNvSpPr>
            <a:spLocks noGrp="1"/>
          </p:cNvSpPr>
          <p:nvPr>
            <p:ph/>
          </p:nvPr>
        </p:nvSpPr>
        <p:spPr>
          <a:xfrm>
            <a:off x="762120" y="1905120"/>
            <a:ext cx="7696080" cy="4038480"/>
          </a:xfrm>
          <a:prstGeom prst="rect">
            <a:avLst/>
          </a:prstGeom>
          <a:noFill/>
          <a:ln w="0">
            <a:noFill/>
          </a:ln>
        </p:spPr>
        <p:txBody>
          <a:bodyPr lIns="90000" rIns="90000" tIns="46800" bIns="46800" anchor="t">
            <a:normAutofit/>
          </a:bodyPr>
          <a:p>
            <a:pPr marL="343080" indent="-343080">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Arial"/>
              </a:rPr>
              <a:t>Number 5</a:t>
            </a:r>
            <a:endParaRPr b="0" lang="en-IN" sz="2400" strike="noStrike" u="none">
              <a:solidFill>
                <a:srgbClr val="000000"/>
              </a:solidFill>
              <a:effectLst/>
              <a:uFillTx/>
              <a:latin typeface="Arial"/>
            </a:endParaRPr>
          </a:p>
          <a:p>
            <a:pPr marL="343080" indent="-343080">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Arial"/>
              </a:rPr>
              <a:t>Provide new carpet in a 20,000 sq. foot office building.</a:t>
            </a:r>
            <a:endParaRPr b="0" lang="en-IN" sz="2400" strike="noStrike" u="none">
              <a:solidFill>
                <a:srgbClr val="000000"/>
              </a:solidFill>
              <a:effectLst/>
              <a:uFillTx/>
              <a:latin typeface="Arial"/>
            </a:endParaRPr>
          </a:p>
          <a:p>
            <a:pPr marL="343080" indent="-343080">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000000"/>
              </a:solidFill>
              <a:effectLst/>
              <a:uFillTx/>
              <a:latin typeface="Arial"/>
            </a:endParaRPr>
          </a:p>
          <a:p>
            <a:pPr lvl="1" marL="743040" indent="-285840">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Arial"/>
              </a:rPr>
              <a:t>Which procurement process should be used?</a:t>
            </a:r>
            <a:endParaRPr b="0" lang="en-IN" sz="2400" strike="noStrike" u="none">
              <a:solidFill>
                <a:srgbClr val="000000"/>
              </a:solidFill>
              <a:effectLst/>
              <a:uFillTx/>
              <a:latin typeface="Arial"/>
            </a:endParaRPr>
          </a:p>
          <a:p>
            <a:pPr lvl="1" marL="743040" indent="-285840">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000000"/>
              </a:solidFill>
              <a:effectLst/>
              <a:uFillTx/>
              <a:latin typeface="Arial"/>
            </a:endParaRPr>
          </a:p>
          <a:p>
            <a:pPr lvl="1" marL="743040" indent="-285840">
              <a:lnSpc>
                <a:spcPct val="10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Wingdings"/>
                <a:ea typeface="Wingdings"/>
              </a:rPr>
              <a:t></a:t>
            </a:r>
            <a:r>
              <a:rPr b="0" lang="en-IN" sz="2400" strike="noStrike" u="none">
                <a:solidFill>
                  <a:srgbClr val="000000"/>
                </a:solidFill>
                <a:effectLst/>
                <a:uFillTx/>
                <a:latin typeface="Arial"/>
              </a:rPr>
              <a:t>	</a:t>
            </a:r>
            <a:r>
              <a:rPr b="0" lang="en-IN" sz="2400" strike="noStrike" u="none">
                <a:solidFill>
                  <a:srgbClr val="000000"/>
                </a:solidFill>
                <a:effectLst/>
                <a:uFillTx/>
                <a:latin typeface="Arial"/>
              </a:rPr>
              <a:t>	</a:t>
            </a:r>
            <a:r>
              <a:rPr b="0" lang="en-IN" sz="2400" strike="noStrike" u="none">
                <a:solidFill>
                  <a:srgbClr val="000000"/>
                </a:solidFill>
                <a:effectLst/>
                <a:uFillTx/>
                <a:latin typeface="Arial"/>
              </a:rPr>
              <a:t>Public Works process</a:t>
            </a:r>
            <a:endParaRPr b="0" lang="en-IN" sz="2400" strike="noStrike" u="none">
              <a:solidFill>
                <a:srgbClr val="000000"/>
              </a:solidFill>
              <a:effectLst/>
              <a:uFillTx/>
              <a:latin typeface="Arial"/>
            </a:endParaRPr>
          </a:p>
          <a:p>
            <a:pPr lvl="1" marL="743040" indent="-285840">
              <a:lnSpc>
                <a:spcPct val="100000"/>
              </a:lnSpc>
              <a:spcBef>
                <a:spcPts val="55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Wingdings"/>
                <a:ea typeface="Wingdings"/>
              </a:rPr>
              <a:t></a:t>
            </a:r>
            <a:r>
              <a:rPr b="0" lang="en-IN" sz="2400" strike="noStrike" u="none">
                <a:solidFill>
                  <a:srgbClr val="000000"/>
                </a:solidFill>
                <a:effectLst/>
                <a:uFillTx/>
                <a:latin typeface="Arial"/>
              </a:rPr>
              <a:t>	</a:t>
            </a:r>
            <a:r>
              <a:rPr b="0" lang="en-IN" sz="2400" strike="noStrike" u="none">
                <a:solidFill>
                  <a:srgbClr val="000000"/>
                </a:solidFill>
                <a:effectLst/>
                <a:uFillTx/>
                <a:latin typeface="Arial"/>
              </a:rPr>
              <a:t>	</a:t>
            </a:r>
            <a:r>
              <a:rPr b="0" lang="en-IN" sz="2400" strike="noStrike" u="none">
                <a:solidFill>
                  <a:srgbClr val="000000"/>
                </a:solidFill>
                <a:effectLst/>
                <a:uFillTx/>
                <a:latin typeface="Arial"/>
              </a:rPr>
              <a:t>Purchasing process</a:t>
            </a:r>
            <a:r>
              <a:rPr b="0" lang="en-IN" sz="2200" strike="noStrike" u="none">
                <a:solidFill>
                  <a:srgbClr val="000000"/>
                </a:solidFill>
                <a:effectLst/>
                <a:uFillTx/>
                <a:latin typeface="Arial"/>
              </a:rPr>
              <a:t> </a:t>
            </a:r>
            <a:endParaRPr b="0" lang="en-IN" sz="2200" strike="noStrike" u="none">
              <a:solidFill>
                <a:srgbClr val="000000"/>
              </a:solidFill>
              <a:effectLst/>
              <a:uFillTx/>
              <a:latin typeface="Arial"/>
            </a:endParaRPr>
          </a:p>
          <a:p>
            <a:pPr marL="343080" indent="-343080">
              <a:spcBef>
                <a:spcPts val="55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2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9" name="PlaceHolder 1"/>
          <p:cNvSpPr>
            <a:spLocks noGrp="1"/>
          </p:cNvSpPr>
          <p:nvPr>
            <p:ph type="title"/>
          </p:nvPr>
        </p:nvSpPr>
        <p:spPr>
          <a:xfrm>
            <a:off x="762120" y="533520"/>
            <a:ext cx="7696080" cy="914400"/>
          </a:xfrm>
          <a:prstGeom prst="rect">
            <a:avLst/>
          </a:prstGeom>
          <a:noFill/>
          <a:ln w="0">
            <a:noFill/>
          </a:ln>
        </p:spPr>
        <p:txBody>
          <a:bodyPr lIns="90000" rIns="90000" tIns="46800" bIns="46800" anchor="b">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336666"/>
                </a:solidFill>
                <a:effectLst/>
                <a:uFillTx/>
                <a:latin typeface="Arial Black"/>
              </a:rPr>
              <a:t>Example Projects</a:t>
            </a:r>
            <a:endParaRPr b="0" lang="en-IN" sz="3200" strike="noStrike" u="none">
              <a:solidFill>
                <a:srgbClr val="336666"/>
              </a:solidFill>
              <a:effectLst/>
              <a:uFillTx/>
              <a:latin typeface="Arial Black"/>
            </a:endParaRPr>
          </a:p>
        </p:txBody>
      </p:sp>
      <p:sp>
        <p:nvSpPr>
          <p:cNvPr id="70" name="PlaceHolder 2"/>
          <p:cNvSpPr>
            <a:spLocks noGrp="1"/>
          </p:cNvSpPr>
          <p:nvPr>
            <p:ph/>
          </p:nvPr>
        </p:nvSpPr>
        <p:spPr>
          <a:xfrm>
            <a:off x="762120" y="1905120"/>
            <a:ext cx="7696080" cy="4038480"/>
          </a:xfrm>
          <a:prstGeom prst="rect">
            <a:avLst/>
          </a:prstGeom>
          <a:noFill/>
          <a:ln w="0">
            <a:noFill/>
          </a:ln>
        </p:spPr>
        <p:txBody>
          <a:bodyPr lIns="90000" rIns="90000" tIns="46800" bIns="46800" anchor="t">
            <a:normAutofit/>
          </a:bodyPr>
          <a:p>
            <a:pPr marL="343080" indent="-343080">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Arial"/>
              </a:rPr>
              <a:t>Number 5</a:t>
            </a:r>
            <a:endParaRPr b="0" lang="en-IN" sz="2400" strike="noStrike" u="none">
              <a:solidFill>
                <a:srgbClr val="000000"/>
              </a:solidFill>
              <a:effectLst/>
              <a:uFillTx/>
              <a:latin typeface="Arial"/>
            </a:endParaRPr>
          </a:p>
          <a:p>
            <a:pPr marL="343080" indent="-343080">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Arial"/>
              </a:rPr>
              <a:t>Provide new carpet in a 20,000 sq. foot office building.</a:t>
            </a:r>
            <a:endParaRPr b="0" lang="en-IN" sz="2400" strike="noStrike" u="none">
              <a:solidFill>
                <a:srgbClr val="000000"/>
              </a:solidFill>
              <a:effectLst/>
              <a:uFillTx/>
              <a:latin typeface="Arial"/>
            </a:endParaRPr>
          </a:p>
          <a:p>
            <a:pPr marL="343080" indent="-343080">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000000"/>
              </a:solidFill>
              <a:effectLst/>
              <a:uFillTx/>
              <a:latin typeface="Arial"/>
            </a:endParaRPr>
          </a:p>
          <a:p>
            <a:pPr lvl="1" marL="743040" indent="-285840">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Arial"/>
              </a:rPr>
              <a:t>Which procurement process should be used?</a:t>
            </a:r>
            <a:endParaRPr b="0" lang="en-IN" sz="2400" strike="noStrike" u="none">
              <a:solidFill>
                <a:srgbClr val="000000"/>
              </a:solidFill>
              <a:effectLst/>
              <a:uFillTx/>
              <a:latin typeface="Arial"/>
            </a:endParaRPr>
          </a:p>
          <a:p>
            <a:pPr lvl="1" marL="743040" indent="-285840">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000000"/>
              </a:solidFill>
              <a:effectLst/>
              <a:uFillTx/>
              <a:latin typeface="Arial"/>
            </a:endParaRPr>
          </a:p>
          <a:p>
            <a:pPr lvl="1" marL="743040" indent="-285840">
              <a:lnSpc>
                <a:spcPct val="10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Wingdings"/>
                <a:ea typeface="Wingdings"/>
              </a:rPr>
              <a:t></a:t>
            </a:r>
            <a:r>
              <a:rPr b="0" lang="en-IN" sz="2400" strike="noStrike" u="none">
                <a:solidFill>
                  <a:srgbClr val="000000"/>
                </a:solidFill>
                <a:effectLst/>
                <a:uFillTx/>
                <a:latin typeface="Arial"/>
              </a:rPr>
              <a:t>	</a:t>
            </a:r>
            <a:r>
              <a:rPr b="0" lang="en-IN" sz="2400" strike="noStrike" u="none">
                <a:solidFill>
                  <a:srgbClr val="000000"/>
                </a:solidFill>
                <a:effectLst/>
                <a:uFillTx/>
                <a:latin typeface="Arial"/>
              </a:rPr>
              <a:t>	</a:t>
            </a:r>
            <a:r>
              <a:rPr b="0" lang="en-IN" sz="2400" strike="noStrike" u="none">
                <a:solidFill>
                  <a:srgbClr val="000000"/>
                </a:solidFill>
                <a:effectLst/>
                <a:uFillTx/>
                <a:latin typeface="Arial"/>
              </a:rPr>
              <a:t>Public Works process</a:t>
            </a:r>
            <a:endParaRPr b="0" lang="en-IN" sz="2400" strike="noStrike" u="none">
              <a:solidFill>
                <a:srgbClr val="000000"/>
              </a:solidFill>
              <a:effectLst/>
              <a:uFillTx/>
              <a:latin typeface="Arial"/>
            </a:endParaRPr>
          </a:p>
          <a:p>
            <a:pPr lvl="1" marL="743040" indent="-285840">
              <a:lnSpc>
                <a:spcPct val="100000"/>
              </a:lnSpc>
              <a:spcBef>
                <a:spcPts val="55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Wingdings"/>
                <a:ea typeface="Wingdings"/>
              </a:rPr>
              <a:t></a:t>
            </a:r>
            <a:r>
              <a:rPr b="0" lang="en-IN" sz="2400" strike="noStrike" u="none">
                <a:solidFill>
                  <a:srgbClr val="000000"/>
                </a:solidFill>
                <a:effectLst/>
                <a:uFillTx/>
                <a:latin typeface="Arial"/>
              </a:rPr>
              <a:t>	</a:t>
            </a:r>
            <a:r>
              <a:rPr b="0" lang="en-IN" sz="2400" strike="noStrike" u="none">
                <a:solidFill>
                  <a:srgbClr val="000000"/>
                </a:solidFill>
                <a:effectLst/>
                <a:uFillTx/>
                <a:latin typeface="Arial"/>
              </a:rPr>
              <a:t>	</a:t>
            </a:r>
            <a:r>
              <a:rPr b="0" lang="en-IN" sz="2400" strike="noStrike" u="none">
                <a:solidFill>
                  <a:srgbClr val="000000"/>
                </a:solidFill>
                <a:effectLst/>
                <a:uFillTx/>
                <a:latin typeface="Arial"/>
              </a:rPr>
              <a:t>Purchasing process</a:t>
            </a:r>
            <a:r>
              <a:rPr b="0" lang="en-IN" sz="2200" strike="noStrike" u="none">
                <a:solidFill>
                  <a:srgbClr val="000000"/>
                </a:solidFill>
                <a:effectLst/>
                <a:uFillTx/>
                <a:latin typeface="Arial"/>
              </a:rPr>
              <a:t> </a:t>
            </a:r>
            <a:endParaRPr b="0" lang="en-IN" sz="2200" strike="noStrike" u="none">
              <a:solidFill>
                <a:srgbClr val="000000"/>
              </a:solidFill>
              <a:effectLst/>
              <a:uFillTx/>
              <a:latin typeface="Arial"/>
            </a:endParaRPr>
          </a:p>
          <a:p>
            <a:pPr marL="343080" indent="-343080">
              <a:spcBef>
                <a:spcPts val="55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2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1" name="PlaceHolder 1"/>
          <p:cNvSpPr>
            <a:spLocks noGrp="1"/>
          </p:cNvSpPr>
          <p:nvPr>
            <p:ph type="title"/>
          </p:nvPr>
        </p:nvSpPr>
        <p:spPr>
          <a:xfrm>
            <a:off x="762120" y="533160"/>
            <a:ext cx="7696080" cy="1143000"/>
          </a:xfrm>
          <a:prstGeom prst="rect">
            <a:avLst/>
          </a:prstGeom>
          <a:noFill/>
          <a:ln w="0">
            <a:noFill/>
          </a:ln>
        </p:spPr>
        <p:txBody>
          <a:bodyPr lIns="90000" rIns="90000" tIns="46800" bIns="46800" anchor="b">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900" strike="noStrike" u="none">
                <a:solidFill>
                  <a:srgbClr val="336666"/>
                </a:solidFill>
                <a:effectLst/>
                <a:uFillTx/>
                <a:latin typeface="Arial Black"/>
              </a:rPr>
              <a:t>Example Project #6</a:t>
            </a:r>
            <a:endParaRPr b="0" lang="en-IN" sz="2900" strike="noStrike" u="none">
              <a:solidFill>
                <a:srgbClr val="336666"/>
              </a:solidFill>
              <a:effectLst/>
              <a:uFillTx/>
              <a:latin typeface="Arial Black"/>
            </a:endParaRPr>
          </a:p>
        </p:txBody>
      </p:sp>
      <p:pic>
        <p:nvPicPr>
          <p:cNvPr id="72" name="" descr=""/>
          <p:cNvPicPr/>
          <p:nvPr/>
        </p:nvPicPr>
        <p:blipFill>
          <a:blip r:embed="rId1"/>
          <a:stretch/>
        </p:blipFill>
        <p:spPr>
          <a:xfrm>
            <a:off x="1295280" y="1981080"/>
            <a:ext cx="6629400" cy="4114800"/>
          </a:xfrm>
          <a:prstGeom prst="rect">
            <a:avLst/>
          </a:prstGeom>
          <a:noFill/>
          <a:ln w="0">
            <a:noFill/>
          </a:ln>
        </p:spPr>
      </p:pic>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3" name="PlaceHolder 1"/>
          <p:cNvSpPr>
            <a:spLocks noGrp="1"/>
          </p:cNvSpPr>
          <p:nvPr>
            <p:ph type="title"/>
          </p:nvPr>
        </p:nvSpPr>
        <p:spPr>
          <a:xfrm>
            <a:off x="762120" y="533160"/>
            <a:ext cx="7696080" cy="1143000"/>
          </a:xfrm>
          <a:prstGeom prst="rect">
            <a:avLst/>
          </a:prstGeom>
          <a:noFill/>
          <a:ln w="0">
            <a:noFill/>
          </a:ln>
        </p:spPr>
        <p:txBody>
          <a:bodyPr lIns="90000" rIns="90000" tIns="46800" bIns="46800" anchor="b">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900" strike="noStrike" u="none">
                <a:solidFill>
                  <a:srgbClr val="336666"/>
                </a:solidFill>
                <a:effectLst/>
                <a:uFillTx/>
                <a:latin typeface="Arial Black"/>
              </a:rPr>
              <a:t>Example Project #6</a:t>
            </a:r>
            <a:endParaRPr b="0" lang="en-IN" sz="2900" strike="noStrike" u="none">
              <a:solidFill>
                <a:srgbClr val="336666"/>
              </a:solidFill>
              <a:effectLst/>
              <a:uFillTx/>
              <a:latin typeface="Arial Black"/>
            </a:endParaRPr>
          </a:p>
        </p:txBody>
      </p:sp>
      <p:pic>
        <p:nvPicPr>
          <p:cNvPr id="74" name="" descr=""/>
          <p:cNvPicPr/>
          <p:nvPr/>
        </p:nvPicPr>
        <p:blipFill>
          <a:blip r:embed="rId1"/>
          <a:stretch/>
        </p:blipFill>
        <p:spPr>
          <a:xfrm>
            <a:off x="1371600" y="1981080"/>
            <a:ext cx="6477120" cy="4114800"/>
          </a:xfrm>
          <a:prstGeom prst="rect">
            <a:avLst/>
          </a:prstGeom>
          <a:noFill/>
          <a:ln w="0">
            <a:noFill/>
          </a:ln>
        </p:spPr>
      </p:pic>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5" name="PlaceHolder 1"/>
          <p:cNvSpPr>
            <a:spLocks noGrp="1"/>
          </p:cNvSpPr>
          <p:nvPr>
            <p:ph type="title"/>
          </p:nvPr>
        </p:nvSpPr>
        <p:spPr>
          <a:xfrm>
            <a:off x="762120" y="533520"/>
            <a:ext cx="7696080" cy="914400"/>
          </a:xfrm>
          <a:prstGeom prst="rect">
            <a:avLst/>
          </a:prstGeom>
          <a:noFill/>
          <a:ln w="0">
            <a:noFill/>
          </a:ln>
        </p:spPr>
        <p:txBody>
          <a:bodyPr lIns="90000" rIns="90000" tIns="46800" bIns="46800" anchor="b">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336666"/>
                </a:solidFill>
                <a:effectLst/>
                <a:uFillTx/>
                <a:latin typeface="Arial Black"/>
              </a:rPr>
              <a:t>Example Projects</a:t>
            </a:r>
            <a:endParaRPr b="0" lang="en-IN" sz="3200" strike="noStrike" u="none">
              <a:solidFill>
                <a:srgbClr val="336666"/>
              </a:solidFill>
              <a:effectLst/>
              <a:uFillTx/>
              <a:latin typeface="Arial Black"/>
            </a:endParaRPr>
          </a:p>
        </p:txBody>
      </p:sp>
      <p:sp>
        <p:nvSpPr>
          <p:cNvPr id="76" name="PlaceHolder 2"/>
          <p:cNvSpPr>
            <a:spLocks noGrp="1"/>
          </p:cNvSpPr>
          <p:nvPr>
            <p:ph/>
          </p:nvPr>
        </p:nvSpPr>
        <p:spPr>
          <a:xfrm>
            <a:off x="762120" y="1905120"/>
            <a:ext cx="7696080" cy="4038480"/>
          </a:xfrm>
          <a:prstGeom prst="rect">
            <a:avLst/>
          </a:prstGeom>
          <a:noFill/>
          <a:ln w="0">
            <a:noFill/>
          </a:ln>
        </p:spPr>
        <p:txBody>
          <a:bodyPr lIns="90000" rIns="90000" tIns="46800" bIns="46800" anchor="t">
            <a:normAutofit/>
          </a:bodyPr>
          <a:p>
            <a:pPr marL="343080" indent="-343080">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Arial"/>
              </a:rPr>
              <a:t>Number 6</a:t>
            </a:r>
            <a:endParaRPr b="0" lang="en-IN" sz="2400" strike="noStrike" u="none">
              <a:solidFill>
                <a:srgbClr val="000000"/>
              </a:solidFill>
              <a:effectLst/>
              <a:uFillTx/>
              <a:latin typeface="Arial"/>
            </a:endParaRPr>
          </a:p>
          <a:p>
            <a:pPr lvl="1" marL="743040" indent="-285840">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Arial"/>
              </a:rPr>
              <a:t>Provide a thin sealer coat and new paint striping for an asphalt parking lot.</a:t>
            </a:r>
            <a:endParaRPr b="0" lang="en-IN" sz="2400" strike="noStrike" u="none">
              <a:solidFill>
                <a:srgbClr val="000000"/>
              </a:solidFill>
              <a:effectLst/>
              <a:uFillTx/>
              <a:latin typeface="Arial"/>
            </a:endParaRPr>
          </a:p>
          <a:p>
            <a:pPr lvl="1" marL="743040" indent="-285840">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000000"/>
              </a:solidFill>
              <a:effectLst/>
              <a:uFillTx/>
              <a:latin typeface="Arial"/>
            </a:endParaRPr>
          </a:p>
          <a:p>
            <a:pPr lvl="1" marL="743040" indent="-285840">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Arial"/>
              </a:rPr>
              <a:t>Which procurement process should be used?</a:t>
            </a:r>
            <a:endParaRPr b="0" lang="en-IN" sz="2400" strike="noStrike" u="none">
              <a:solidFill>
                <a:srgbClr val="000000"/>
              </a:solidFill>
              <a:effectLst/>
              <a:uFillTx/>
              <a:latin typeface="Arial"/>
            </a:endParaRPr>
          </a:p>
          <a:p>
            <a:pPr lvl="1" marL="743040" indent="-285840">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000000"/>
              </a:solidFill>
              <a:effectLst/>
              <a:uFillTx/>
              <a:latin typeface="Arial"/>
            </a:endParaRPr>
          </a:p>
          <a:p>
            <a:pPr lvl="1" marL="743040" indent="-285840">
              <a:lnSpc>
                <a:spcPct val="10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Wingdings"/>
                <a:ea typeface="Wingdings"/>
              </a:rPr>
              <a:t></a:t>
            </a:r>
            <a:r>
              <a:rPr b="0" lang="en-IN" sz="2400" strike="noStrike" u="none">
                <a:solidFill>
                  <a:srgbClr val="000000"/>
                </a:solidFill>
                <a:effectLst/>
                <a:uFillTx/>
                <a:latin typeface="Arial"/>
              </a:rPr>
              <a:t>	</a:t>
            </a:r>
            <a:r>
              <a:rPr b="0" lang="en-IN" sz="2400" strike="noStrike" u="none">
                <a:solidFill>
                  <a:srgbClr val="000000"/>
                </a:solidFill>
                <a:effectLst/>
                <a:uFillTx/>
                <a:latin typeface="Arial"/>
              </a:rPr>
              <a:t>	</a:t>
            </a:r>
            <a:r>
              <a:rPr b="0" lang="en-IN" sz="2400" strike="noStrike" u="none">
                <a:solidFill>
                  <a:srgbClr val="000000"/>
                </a:solidFill>
                <a:effectLst/>
                <a:uFillTx/>
                <a:latin typeface="Arial"/>
              </a:rPr>
              <a:t>Public Works process</a:t>
            </a:r>
            <a:endParaRPr b="0" lang="en-IN" sz="2400" strike="noStrike" u="none">
              <a:solidFill>
                <a:srgbClr val="000000"/>
              </a:solidFill>
              <a:effectLst/>
              <a:uFillTx/>
              <a:latin typeface="Arial"/>
            </a:endParaRPr>
          </a:p>
          <a:p>
            <a:pPr lvl="1" marL="743040" indent="-285840">
              <a:lnSpc>
                <a:spcPct val="100000"/>
              </a:lnSpc>
              <a:spcBef>
                <a:spcPts val="55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Wingdings"/>
                <a:ea typeface="Wingdings"/>
              </a:rPr>
              <a:t></a:t>
            </a:r>
            <a:r>
              <a:rPr b="0" lang="en-IN" sz="2400" strike="noStrike" u="none">
                <a:solidFill>
                  <a:srgbClr val="000000"/>
                </a:solidFill>
                <a:effectLst/>
                <a:uFillTx/>
                <a:latin typeface="Arial"/>
              </a:rPr>
              <a:t>	</a:t>
            </a:r>
            <a:r>
              <a:rPr b="0" lang="en-IN" sz="2400" strike="noStrike" u="none">
                <a:solidFill>
                  <a:srgbClr val="000000"/>
                </a:solidFill>
                <a:effectLst/>
                <a:uFillTx/>
                <a:latin typeface="Arial"/>
              </a:rPr>
              <a:t>	</a:t>
            </a:r>
            <a:r>
              <a:rPr b="0" lang="en-IN" sz="2400" strike="noStrike" u="none">
                <a:solidFill>
                  <a:srgbClr val="000000"/>
                </a:solidFill>
                <a:effectLst/>
                <a:uFillTx/>
                <a:latin typeface="Arial"/>
              </a:rPr>
              <a:t>Purchasing process</a:t>
            </a:r>
            <a:r>
              <a:rPr b="0" lang="en-IN" sz="2200" strike="noStrike" u="none">
                <a:solidFill>
                  <a:srgbClr val="000000"/>
                </a:solidFill>
                <a:effectLst/>
                <a:uFillTx/>
                <a:latin typeface="Arial"/>
              </a:rPr>
              <a:t> </a:t>
            </a:r>
            <a:endParaRPr b="0" lang="en-IN" sz="2200" strike="noStrike" u="none">
              <a:solidFill>
                <a:srgbClr val="000000"/>
              </a:solidFill>
              <a:effectLst/>
              <a:uFillTx/>
              <a:latin typeface="Arial"/>
            </a:endParaRPr>
          </a:p>
          <a:p>
            <a:pPr marL="343080" indent="-343080">
              <a:spcBef>
                <a:spcPts val="55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2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7" name="PlaceHolder 1"/>
          <p:cNvSpPr>
            <a:spLocks noGrp="1"/>
          </p:cNvSpPr>
          <p:nvPr>
            <p:ph type="title"/>
          </p:nvPr>
        </p:nvSpPr>
        <p:spPr>
          <a:xfrm>
            <a:off x="762120" y="533520"/>
            <a:ext cx="7696080" cy="914400"/>
          </a:xfrm>
          <a:prstGeom prst="rect">
            <a:avLst/>
          </a:prstGeom>
          <a:noFill/>
          <a:ln w="0">
            <a:noFill/>
          </a:ln>
        </p:spPr>
        <p:txBody>
          <a:bodyPr lIns="90000" rIns="90000" tIns="46800" bIns="46800" anchor="b">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336666"/>
                </a:solidFill>
                <a:effectLst/>
                <a:uFillTx/>
                <a:latin typeface="Arial Black"/>
              </a:rPr>
              <a:t>Example Projects</a:t>
            </a:r>
            <a:endParaRPr b="0" lang="en-IN" sz="3200" strike="noStrike" u="none">
              <a:solidFill>
                <a:srgbClr val="336666"/>
              </a:solidFill>
              <a:effectLst/>
              <a:uFillTx/>
              <a:latin typeface="Arial Black"/>
            </a:endParaRPr>
          </a:p>
        </p:txBody>
      </p:sp>
      <p:sp>
        <p:nvSpPr>
          <p:cNvPr id="78" name="PlaceHolder 2"/>
          <p:cNvSpPr>
            <a:spLocks noGrp="1"/>
          </p:cNvSpPr>
          <p:nvPr>
            <p:ph/>
          </p:nvPr>
        </p:nvSpPr>
        <p:spPr>
          <a:xfrm>
            <a:off x="762120" y="1905120"/>
            <a:ext cx="7696080" cy="4038480"/>
          </a:xfrm>
          <a:prstGeom prst="rect">
            <a:avLst/>
          </a:prstGeom>
          <a:noFill/>
          <a:ln w="0">
            <a:noFill/>
          </a:ln>
        </p:spPr>
        <p:txBody>
          <a:bodyPr lIns="90000" rIns="90000" tIns="46800" bIns="46800" anchor="t">
            <a:normAutofit/>
          </a:bodyPr>
          <a:p>
            <a:pPr marL="343080" indent="-343080">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Arial"/>
              </a:rPr>
              <a:t>Number 6</a:t>
            </a:r>
            <a:endParaRPr b="0" lang="en-IN" sz="2400" strike="noStrike" u="none">
              <a:solidFill>
                <a:srgbClr val="000000"/>
              </a:solidFill>
              <a:effectLst/>
              <a:uFillTx/>
              <a:latin typeface="Arial"/>
            </a:endParaRPr>
          </a:p>
          <a:p>
            <a:pPr lvl="1" marL="743040" indent="-285840">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Arial"/>
              </a:rPr>
              <a:t>Provide a thin sealer coat for an asphalt parking lot.</a:t>
            </a:r>
            <a:endParaRPr b="0" lang="en-IN" sz="2400" strike="noStrike" u="none">
              <a:solidFill>
                <a:srgbClr val="000000"/>
              </a:solidFill>
              <a:effectLst/>
              <a:uFillTx/>
              <a:latin typeface="Arial"/>
            </a:endParaRPr>
          </a:p>
          <a:p>
            <a:pPr lvl="1" marL="743040" indent="-285840">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000000"/>
              </a:solidFill>
              <a:effectLst/>
              <a:uFillTx/>
              <a:latin typeface="Arial"/>
            </a:endParaRPr>
          </a:p>
          <a:p>
            <a:pPr lvl="1" marL="743040" indent="-285840">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Arial"/>
              </a:rPr>
              <a:t>Which procurement process should be used?</a:t>
            </a:r>
            <a:endParaRPr b="0" lang="en-IN" sz="2400" strike="noStrike" u="none">
              <a:solidFill>
                <a:srgbClr val="000000"/>
              </a:solidFill>
              <a:effectLst/>
              <a:uFillTx/>
              <a:latin typeface="Arial"/>
            </a:endParaRPr>
          </a:p>
          <a:p>
            <a:pPr lvl="1" marL="743040" indent="-285840">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000000"/>
              </a:solidFill>
              <a:effectLst/>
              <a:uFillTx/>
              <a:latin typeface="Arial"/>
            </a:endParaRPr>
          </a:p>
          <a:p>
            <a:pPr lvl="1" marL="743040" indent="-285840">
              <a:lnSpc>
                <a:spcPct val="10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Wingdings"/>
                <a:ea typeface="Wingdings"/>
              </a:rPr>
              <a:t></a:t>
            </a:r>
            <a:r>
              <a:rPr b="0" lang="en-IN" sz="2400" strike="noStrike" u="none">
                <a:solidFill>
                  <a:srgbClr val="000000"/>
                </a:solidFill>
                <a:effectLst/>
                <a:uFillTx/>
                <a:latin typeface="Arial"/>
              </a:rPr>
              <a:t>	</a:t>
            </a:r>
            <a:r>
              <a:rPr b="0" lang="en-IN" sz="2400" strike="noStrike" u="none">
                <a:solidFill>
                  <a:srgbClr val="000000"/>
                </a:solidFill>
                <a:effectLst/>
                <a:uFillTx/>
                <a:latin typeface="Arial"/>
              </a:rPr>
              <a:t>	</a:t>
            </a:r>
            <a:r>
              <a:rPr b="0" lang="en-IN" sz="2400" strike="noStrike" u="none">
                <a:solidFill>
                  <a:srgbClr val="000000"/>
                </a:solidFill>
                <a:effectLst/>
                <a:uFillTx/>
                <a:latin typeface="Arial"/>
              </a:rPr>
              <a:t>Public Works process</a:t>
            </a:r>
            <a:endParaRPr b="0" lang="en-IN" sz="2400" strike="noStrike" u="none">
              <a:solidFill>
                <a:srgbClr val="000000"/>
              </a:solidFill>
              <a:effectLst/>
              <a:uFillTx/>
              <a:latin typeface="Arial"/>
            </a:endParaRPr>
          </a:p>
          <a:p>
            <a:pPr lvl="1" marL="743040" indent="-285840">
              <a:lnSpc>
                <a:spcPct val="100000"/>
              </a:lnSpc>
              <a:spcBef>
                <a:spcPts val="55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Wingdings"/>
                <a:ea typeface="Wingdings"/>
              </a:rPr>
              <a:t></a:t>
            </a:r>
            <a:r>
              <a:rPr b="0" lang="en-IN" sz="2400" strike="noStrike" u="none">
                <a:solidFill>
                  <a:srgbClr val="000000"/>
                </a:solidFill>
                <a:effectLst/>
                <a:uFillTx/>
                <a:latin typeface="Arial"/>
              </a:rPr>
              <a:t>	</a:t>
            </a:r>
            <a:r>
              <a:rPr b="0" lang="en-IN" sz="2400" strike="noStrike" u="none">
                <a:solidFill>
                  <a:srgbClr val="000000"/>
                </a:solidFill>
                <a:effectLst/>
                <a:uFillTx/>
                <a:latin typeface="Arial"/>
              </a:rPr>
              <a:t>	</a:t>
            </a:r>
            <a:r>
              <a:rPr b="0" lang="en-IN" sz="2400" strike="noStrike" u="none">
                <a:solidFill>
                  <a:srgbClr val="000000"/>
                </a:solidFill>
                <a:effectLst/>
                <a:uFillTx/>
                <a:latin typeface="Arial"/>
              </a:rPr>
              <a:t>Purchasing process</a:t>
            </a:r>
            <a:r>
              <a:rPr b="0" lang="en-IN" sz="2200" strike="noStrike" u="none">
                <a:solidFill>
                  <a:srgbClr val="000000"/>
                </a:solidFill>
                <a:effectLst/>
                <a:uFillTx/>
                <a:latin typeface="Arial"/>
              </a:rPr>
              <a:t> </a:t>
            </a:r>
            <a:endParaRPr b="0" lang="en-IN" sz="2200" strike="noStrike" u="none">
              <a:solidFill>
                <a:srgbClr val="000000"/>
              </a:solidFill>
              <a:effectLst/>
              <a:uFillTx/>
              <a:latin typeface="Arial"/>
            </a:endParaRPr>
          </a:p>
          <a:p>
            <a:pPr marL="343080" indent="-343080">
              <a:spcBef>
                <a:spcPts val="55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2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9" name="PlaceHolder 1"/>
          <p:cNvSpPr>
            <a:spLocks noGrp="1"/>
          </p:cNvSpPr>
          <p:nvPr>
            <p:ph type="title"/>
          </p:nvPr>
        </p:nvSpPr>
        <p:spPr>
          <a:xfrm>
            <a:off x="762120" y="533160"/>
            <a:ext cx="7696080" cy="1143000"/>
          </a:xfrm>
          <a:prstGeom prst="rect">
            <a:avLst/>
          </a:prstGeom>
          <a:noFill/>
          <a:ln w="0">
            <a:noFill/>
          </a:ln>
        </p:spPr>
        <p:txBody>
          <a:bodyPr lIns="90000" rIns="90000" tIns="46800" bIns="46800" anchor="b">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900" strike="noStrike" u="none">
                <a:solidFill>
                  <a:srgbClr val="336666"/>
                </a:solidFill>
                <a:effectLst/>
                <a:uFillTx/>
                <a:latin typeface="Arial Black"/>
              </a:rPr>
              <a:t>Example Project #7</a:t>
            </a:r>
            <a:endParaRPr b="0" lang="en-IN" sz="2900" strike="noStrike" u="none">
              <a:solidFill>
                <a:srgbClr val="336666"/>
              </a:solidFill>
              <a:effectLst/>
              <a:uFillTx/>
              <a:latin typeface="Arial Black"/>
            </a:endParaRPr>
          </a:p>
        </p:txBody>
      </p:sp>
      <p:pic>
        <p:nvPicPr>
          <p:cNvPr id="80" name="" descr=""/>
          <p:cNvPicPr/>
          <p:nvPr/>
        </p:nvPicPr>
        <p:blipFill>
          <a:blip r:embed="rId1"/>
          <a:stretch/>
        </p:blipFill>
        <p:spPr>
          <a:xfrm>
            <a:off x="1447920" y="1981080"/>
            <a:ext cx="6324480" cy="4038840"/>
          </a:xfrm>
          <a:prstGeom prst="rect">
            <a:avLst/>
          </a:prstGeom>
          <a:noFill/>
          <a:ln w="0">
            <a:noFill/>
          </a:ln>
        </p:spPr>
      </p:pic>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1" name="PlaceHolder 1"/>
          <p:cNvSpPr>
            <a:spLocks noGrp="1"/>
          </p:cNvSpPr>
          <p:nvPr>
            <p:ph type="title"/>
          </p:nvPr>
        </p:nvSpPr>
        <p:spPr>
          <a:xfrm>
            <a:off x="762120" y="533160"/>
            <a:ext cx="7696080" cy="990360"/>
          </a:xfrm>
          <a:prstGeom prst="rect">
            <a:avLst/>
          </a:prstGeom>
          <a:noFill/>
          <a:ln w="0">
            <a:noFill/>
          </a:ln>
        </p:spPr>
        <p:txBody>
          <a:bodyPr lIns="90000" rIns="90000" tIns="46800" bIns="46800" anchor="b">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336666"/>
                </a:solidFill>
                <a:effectLst/>
                <a:uFillTx/>
                <a:latin typeface="Arial Black"/>
              </a:rPr>
              <a:t>Example Projects</a:t>
            </a:r>
            <a:endParaRPr b="0" lang="en-IN" sz="3200" strike="noStrike" u="none">
              <a:solidFill>
                <a:srgbClr val="336666"/>
              </a:solidFill>
              <a:effectLst/>
              <a:uFillTx/>
              <a:latin typeface="Arial Black"/>
            </a:endParaRPr>
          </a:p>
        </p:txBody>
      </p:sp>
      <p:sp>
        <p:nvSpPr>
          <p:cNvPr id="82" name="PlaceHolder 2"/>
          <p:cNvSpPr>
            <a:spLocks noGrp="1"/>
          </p:cNvSpPr>
          <p:nvPr>
            <p:ph/>
          </p:nvPr>
        </p:nvSpPr>
        <p:spPr>
          <a:xfrm>
            <a:off x="762120" y="1905120"/>
            <a:ext cx="7696080" cy="4038480"/>
          </a:xfrm>
          <a:prstGeom prst="rect">
            <a:avLst/>
          </a:prstGeom>
          <a:noFill/>
          <a:ln w="0">
            <a:noFill/>
          </a:ln>
        </p:spPr>
        <p:txBody>
          <a:bodyPr lIns="90000" rIns="90000" tIns="46800" bIns="46800" anchor="t">
            <a:normAutofit/>
          </a:bodyPr>
          <a:p>
            <a:pPr marL="343080" indent="-343080">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Arial"/>
              </a:rPr>
              <a:t>Number 7</a:t>
            </a:r>
            <a:endParaRPr b="0" lang="en-IN" sz="2400" strike="noStrike" u="none">
              <a:solidFill>
                <a:srgbClr val="000000"/>
              </a:solidFill>
              <a:effectLst/>
              <a:uFillTx/>
              <a:latin typeface="Arial"/>
            </a:endParaRPr>
          </a:p>
          <a:p>
            <a:pPr lvl="1" marL="743040" indent="-285840">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Arial"/>
              </a:rPr>
              <a:t>Provide new asphalt paving for a parking lot.</a:t>
            </a:r>
            <a:endParaRPr b="0" lang="en-IN" sz="2400" strike="noStrike" u="none">
              <a:solidFill>
                <a:srgbClr val="000000"/>
              </a:solidFill>
              <a:effectLst/>
              <a:uFillTx/>
              <a:latin typeface="Arial"/>
            </a:endParaRPr>
          </a:p>
          <a:p>
            <a:pPr lvl="1" marL="743040" indent="-285840">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000000"/>
              </a:solidFill>
              <a:effectLst/>
              <a:uFillTx/>
              <a:latin typeface="Arial"/>
            </a:endParaRPr>
          </a:p>
          <a:p>
            <a:pPr lvl="1" marL="743040" indent="-285840">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Arial"/>
              </a:rPr>
              <a:t>Which procurement process should be used?</a:t>
            </a:r>
            <a:endParaRPr b="0" lang="en-IN" sz="2400" strike="noStrike" u="none">
              <a:solidFill>
                <a:srgbClr val="000000"/>
              </a:solidFill>
              <a:effectLst/>
              <a:uFillTx/>
              <a:latin typeface="Arial"/>
            </a:endParaRPr>
          </a:p>
          <a:p>
            <a:pPr lvl="1" marL="743040" indent="-285840">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000000"/>
              </a:solidFill>
              <a:effectLst/>
              <a:uFillTx/>
              <a:latin typeface="Arial"/>
            </a:endParaRPr>
          </a:p>
          <a:p>
            <a:pPr lvl="1" marL="743040" indent="-285840">
              <a:lnSpc>
                <a:spcPct val="10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Wingdings"/>
                <a:ea typeface="Wingdings"/>
              </a:rPr>
              <a:t></a:t>
            </a:r>
            <a:r>
              <a:rPr b="0" lang="en-IN" sz="2400" strike="noStrike" u="none">
                <a:solidFill>
                  <a:srgbClr val="000000"/>
                </a:solidFill>
                <a:effectLst/>
                <a:uFillTx/>
                <a:latin typeface="Arial"/>
              </a:rPr>
              <a:t>	</a:t>
            </a:r>
            <a:r>
              <a:rPr b="0" lang="en-IN" sz="2400" strike="noStrike" u="none">
                <a:solidFill>
                  <a:srgbClr val="000000"/>
                </a:solidFill>
                <a:effectLst/>
                <a:uFillTx/>
                <a:latin typeface="Arial"/>
              </a:rPr>
              <a:t>	</a:t>
            </a:r>
            <a:r>
              <a:rPr b="0" lang="en-IN" sz="2400" strike="noStrike" u="none">
                <a:solidFill>
                  <a:srgbClr val="000000"/>
                </a:solidFill>
                <a:effectLst/>
                <a:uFillTx/>
                <a:latin typeface="Arial"/>
              </a:rPr>
              <a:t>Public Works process</a:t>
            </a:r>
            <a:endParaRPr b="0" lang="en-IN" sz="2400" strike="noStrike" u="none">
              <a:solidFill>
                <a:srgbClr val="000000"/>
              </a:solidFill>
              <a:effectLst/>
              <a:uFillTx/>
              <a:latin typeface="Arial"/>
            </a:endParaRPr>
          </a:p>
          <a:p>
            <a:pPr lvl="1" marL="743040" indent="-285840">
              <a:lnSpc>
                <a:spcPct val="100000"/>
              </a:lnSpc>
              <a:spcBef>
                <a:spcPts val="55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Wingdings"/>
                <a:ea typeface="Wingdings"/>
              </a:rPr>
              <a:t></a:t>
            </a:r>
            <a:r>
              <a:rPr b="0" lang="en-IN" sz="2400" strike="noStrike" u="none">
                <a:solidFill>
                  <a:srgbClr val="000000"/>
                </a:solidFill>
                <a:effectLst/>
                <a:uFillTx/>
                <a:latin typeface="Arial"/>
              </a:rPr>
              <a:t>	</a:t>
            </a:r>
            <a:r>
              <a:rPr b="0" lang="en-IN" sz="2400" strike="noStrike" u="none">
                <a:solidFill>
                  <a:srgbClr val="000000"/>
                </a:solidFill>
                <a:effectLst/>
                <a:uFillTx/>
                <a:latin typeface="Arial"/>
              </a:rPr>
              <a:t>	</a:t>
            </a:r>
            <a:r>
              <a:rPr b="0" lang="en-IN" sz="2400" strike="noStrike" u="none">
                <a:solidFill>
                  <a:srgbClr val="000000"/>
                </a:solidFill>
                <a:effectLst/>
                <a:uFillTx/>
                <a:latin typeface="Arial"/>
              </a:rPr>
              <a:t>Purchasing process</a:t>
            </a:r>
            <a:r>
              <a:rPr b="0" lang="en-IN" sz="2200" strike="noStrike" u="none">
                <a:solidFill>
                  <a:srgbClr val="000000"/>
                </a:solidFill>
                <a:effectLst/>
                <a:uFillTx/>
                <a:latin typeface="Arial"/>
              </a:rPr>
              <a:t> </a:t>
            </a:r>
            <a:endParaRPr b="0" lang="en-IN" sz="2200" strike="noStrike" u="none">
              <a:solidFill>
                <a:srgbClr val="000000"/>
              </a:solidFill>
              <a:effectLst/>
              <a:uFillTx/>
              <a:latin typeface="Arial"/>
            </a:endParaRPr>
          </a:p>
          <a:p>
            <a:pPr marL="343080" indent="-343080">
              <a:spcBef>
                <a:spcPts val="55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2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3" name="PlaceHolder 1"/>
          <p:cNvSpPr>
            <a:spLocks noGrp="1"/>
          </p:cNvSpPr>
          <p:nvPr>
            <p:ph type="title"/>
          </p:nvPr>
        </p:nvSpPr>
        <p:spPr>
          <a:xfrm>
            <a:off x="762120" y="533520"/>
            <a:ext cx="7696080" cy="914400"/>
          </a:xfrm>
          <a:prstGeom prst="rect">
            <a:avLst/>
          </a:prstGeom>
          <a:noFill/>
          <a:ln w="0">
            <a:noFill/>
          </a:ln>
        </p:spPr>
        <p:txBody>
          <a:bodyPr lIns="90000" rIns="90000" tIns="46800" bIns="46800" anchor="b">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336666"/>
                </a:solidFill>
                <a:effectLst/>
                <a:uFillTx/>
                <a:latin typeface="Arial Black"/>
              </a:rPr>
              <a:t>Example Projects</a:t>
            </a:r>
            <a:endParaRPr b="0" lang="en-IN" sz="3200" strike="noStrike" u="none">
              <a:solidFill>
                <a:srgbClr val="336666"/>
              </a:solidFill>
              <a:effectLst/>
              <a:uFillTx/>
              <a:latin typeface="Arial Black"/>
            </a:endParaRPr>
          </a:p>
        </p:txBody>
      </p:sp>
      <p:sp>
        <p:nvSpPr>
          <p:cNvPr id="84" name="PlaceHolder 2"/>
          <p:cNvSpPr>
            <a:spLocks noGrp="1"/>
          </p:cNvSpPr>
          <p:nvPr>
            <p:ph/>
          </p:nvPr>
        </p:nvSpPr>
        <p:spPr>
          <a:xfrm>
            <a:off x="762120" y="1905120"/>
            <a:ext cx="7696080" cy="4038480"/>
          </a:xfrm>
          <a:prstGeom prst="rect">
            <a:avLst/>
          </a:prstGeom>
          <a:noFill/>
          <a:ln w="0">
            <a:noFill/>
          </a:ln>
        </p:spPr>
        <p:txBody>
          <a:bodyPr lIns="90000" rIns="90000" tIns="46800" bIns="46800" anchor="t">
            <a:normAutofit/>
          </a:bodyPr>
          <a:p>
            <a:pPr marL="343080" indent="-343080">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Arial"/>
              </a:rPr>
              <a:t>Number 7</a:t>
            </a:r>
            <a:endParaRPr b="0" lang="en-IN" sz="2400" strike="noStrike" u="none">
              <a:solidFill>
                <a:srgbClr val="000000"/>
              </a:solidFill>
              <a:effectLst/>
              <a:uFillTx/>
              <a:latin typeface="Arial"/>
            </a:endParaRPr>
          </a:p>
          <a:p>
            <a:pPr lvl="1" marL="743040" indent="-285840">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Arial"/>
              </a:rPr>
              <a:t>Provide new asphalt paving for a parking lot.</a:t>
            </a:r>
            <a:endParaRPr b="0" lang="en-IN" sz="2400" strike="noStrike" u="none">
              <a:solidFill>
                <a:srgbClr val="000000"/>
              </a:solidFill>
              <a:effectLst/>
              <a:uFillTx/>
              <a:latin typeface="Arial"/>
            </a:endParaRPr>
          </a:p>
          <a:p>
            <a:pPr lvl="1" marL="743040" indent="-285840">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000000"/>
              </a:solidFill>
              <a:effectLst/>
              <a:uFillTx/>
              <a:latin typeface="Arial"/>
            </a:endParaRPr>
          </a:p>
          <a:p>
            <a:pPr lvl="1" marL="743040" indent="-285840">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Arial"/>
              </a:rPr>
              <a:t>Which procurement process should be used?</a:t>
            </a:r>
            <a:endParaRPr b="0" lang="en-IN" sz="2400" strike="noStrike" u="none">
              <a:solidFill>
                <a:srgbClr val="000000"/>
              </a:solidFill>
              <a:effectLst/>
              <a:uFillTx/>
              <a:latin typeface="Arial"/>
            </a:endParaRPr>
          </a:p>
          <a:p>
            <a:pPr lvl="1" marL="743040" indent="-285840">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000000"/>
              </a:solidFill>
              <a:effectLst/>
              <a:uFillTx/>
              <a:latin typeface="Arial"/>
            </a:endParaRPr>
          </a:p>
          <a:p>
            <a:pPr lvl="1" marL="743040" indent="-285840">
              <a:lnSpc>
                <a:spcPct val="10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Wingdings"/>
                <a:ea typeface="Wingdings"/>
              </a:rPr>
              <a:t></a:t>
            </a:r>
            <a:r>
              <a:rPr b="0" lang="en-IN" sz="2400" strike="noStrike" u="none">
                <a:solidFill>
                  <a:srgbClr val="000000"/>
                </a:solidFill>
                <a:effectLst/>
                <a:uFillTx/>
                <a:latin typeface="Arial"/>
              </a:rPr>
              <a:t>	</a:t>
            </a:r>
            <a:r>
              <a:rPr b="0" lang="en-IN" sz="2400" strike="noStrike" u="none">
                <a:solidFill>
                  <a:srgbClr val="000000"/>
                </a:solidFill>
                <a:effectLst/>
                <a:uFillTx/>
                <a:latin typeface="Arial"/>
              </a:rPr>
              <a:t>	</a:t>
            </a:r>
            <a:r>
              <a:rPr b="0" lang="en-IN" sz="2400" strike="noStrike" u="none">
                <a:solidFill>
                  <a:srgbClr val="000000"/>
                </a:solidFill>
                <a:effectLst/>
                <a:uFillTx/>
                <a:latin typeface="Arial"/>
              </a:rPr>
              <a:t>Public Works process</a:t>
            </a:r>
            <a:endParaRPr b="0" lang="en-IN" sz="2400" strike="noStrike" u="none">
              <a:solidFill>
                <a:srgbClr val="000000"/>
              </a:solidFill>
              <a:effectLst/>
              <a:uFillTx/>
              <a:latin typeface="Arial"/>
            </a:endParaRPr>
          </a:p>
          <a:p>
            <a:pPr lvl="1" marL="743040" indent="-285840">
              <a:lnSpc>
                <a:spcPct val="100000"/>
              </a:lnSpc>
              <a:spcBef>
                <a:spcPts val="55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Wingdings"/>
                <a:ea typeface="Wingdings"/>
              </a:rPr>
              <a:t></a:t>
            </a:r>
            <a:r>
              <a:rPr b="0" lang="en-IN" sz="2400" strike="noStrike" u="none">
                <a:solidFill>
                  <a:srgbClr val="000000"/>
                </a:solidFill>
                <a:effectLst/>
                <a:uFillTx/>
                <a:latin typeface="Arial"/>
              </a:rPr>
              <a:t>	</a:t>
            </a:r>
            <a:r>
              <a:rPr b="0" lang="en-IN" sz="2400" strike="noStrike" u="none">
                <a:solidFill>
                  <a:srgbClr val="000000"/>
                </a:solidFill>
                <a:effectLst/>
                <a:uFillTx/>
                <a:latin typeface="Arial"/>
              </a:rPr>
              <a:t>	</a:t>
            </a:r>
            <a:r>
              <a:rPr b="0" lang="en-IN" sz="2400" strike="noStrike" u="none">
                <a:solidFill>
                  <a:srgbClr val="000000"/>
                </a:solidFill>
                <a:effectLst/>
                <a:uFillTx/>
                <a:latin typeface="Arial"/>
              </a:rPr>
              <a:t>Purchasing process</a:t>
            </a:r>
            <a:r>
              <a:rPr b="0" lang="en-IN" sz="2200" strike="noStrike" u="none">
                <a:solidFill>
                  <a:srgbClr val="000000"/>
                </a:solidFill>
                <a:effectLst/>
                <a:uFillTx/>
                <a:latin typeface="Arial"/>
              </a:rPr>
              <a:t> </a:t>
            </a:r>
            <a:endParaRPr b="0" lang="en-IN" sz="2200" strike="noStrike" u="none">
              <a:solidFill>
                <a:srgbClr val="000000"/>
              </a:solidFill>
              <a:effectLst/>
              <a:uFillTx/>
              <a:latin typeface="Arial"/>
            </a:endParaRPr>
          </a:p>
          <a:p>
            <a:pPr marL="343080" indent="-343080">
              <a:spcBef>
                <a:spcPts val="55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2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5" name="PlaceHolder 1"/>
          <p:cNvSpPr>
            <a:spLocks noGrp="1"/>
          </p:cNvSpPr>
          <p:nvPr>
            <p:ph type="title"/>
          </p:nvPr>
        </p:nvSpPr>
        <p:spPr>
          <a:xfrm>
            <a:off x="762120" y="533160"/>
            <a:ext cx="7696080" cy="1143000"/>
          </a:xfrm>
          <a:prstGeom prst="rect">
            <a:avLst/>
          </a:prstGeom>
          <a:noFill/>
          <a:ln w="0">
            <a:noFill/>
          </a:ln>
        </p:spPr>
        <p:txBody>
          <a:bodyPr lIns="90000" rIns="90000" tIns="46800" bIns="46800" anchor="b">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300" strike="noStrike" u="none">
                <a:solidFill>
                  <a:srgbClr val="336666"/>
                </a:solidFill>
                <a:effectLst/>
                <a:uFillTx/>
                <a:latin typeface="Arial Black"/>
              </a:rPr>
              <a:t>Example #8</a:t>
            </a:r>
            <a:endParaRPr b="0" lang="en-IN" sz="3300" strike="noStrike" u="none">
              <a:solidFill>
                <a:srgbClr val="336666"/>
              </a:solidFill>
              <a:effectLst/>
              <a:uFillTx/>
              <a:latin typeface="Arial Black"/>
            </a:endParaRPr>
          </a:p>
        </p:txBody>
      </p:sp>
      <p:pic>
        <p:nvPicPr>
          <p:cNvPr id="86" name="" descr=""/>
          <p:cNvPicPr/>
          <p:nvPr/>
        </p:nvPicPr>
        <p:blipFill>
          <a:blip r:embed="rId1"/>
          <a:stretch/>
        </p:blipFill>
        <p:spPr>
          <a:xfrm>
            <a:off x="2008080" y="1973160"/>
            <a:ext cx="5202360" cy="3902040"/>
          </a:xfrm>
          <a:prstGeom prst="rect">
            <a:avLst/>
          </a:prstGeom>
          <a:noFill/>
          <a:ln w="0">
            <a:noFill/>
          </a:ln>
        </p:spPr>
      </p:pic>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7" name="PlaceHolder 1"/>
          <p:cNvSpPr>
            <a:spLocks noGrp="1"/>
          </p:cNvSpPr>
          <p:nvPr>
            <p:ph type="title"/>
          </p:nvPr>
        </p:nvSpPr>
        <p:spPr>
          <a:xfrm>
            <a:off x="762120" y="533520"/>
            <a:ext cx="7696080" cy="761760"/>
          </a:xfrm>
          <a:prstGeom prst="rect">
            <a:avLst/>
          </a:prstGeom>
          <a:noFill/>
          <a:ln w="0">
            <a:noFill/>
          </a:ln>
        </p:spPr>
        <p:txBody>
          <a:bodyPr lIns="90000" rIns="90000" tIns="46800" bIns="46800" anchor="b">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336666"/>
                </a:solidFill>
                <a:effectLst/>
                <a:uFillTx/>
                <a:latin typeface="Arial Black"/>
              </a:rPr>
              <a:t>Example Projects</a:t>
            </a:r>
            <a:endParaRPr b="0" lang="en-IN" sz="3200" strike="noStrike" u="none">
              <a:solidFill>
                <a:srgbClr val="336666"/>
              </a:solidFill>
              <a:effectLst/>
              <a:uFillTx/>
              <a:latin typeface="Arial Black"/>
            </a:endParaRPr>
          </a:p>
        </p:txBody>
      </p:sp>
      <p:sp>
        <p:nvSpPr>
          <p:cNvPr id="88" name="PlaceHolder 2"/>
          <p:cNvSpPr>
            <a:spLocks noGrp="1"/>
          </p:cNvSpPr>
          <p:nvPr>
            <p:ph/>
          </p:nvPr>
        </p:nvSpPr>
        <p:spPr>
          <a:xfrm>
            <a:off x="762120" y="1905120"/>
            <a:ext cx="7696080" cy="4038480"/>
          </a:xfrm>
          <a:prstGeom prst="rect">
            <a:avLst/>
          </a:prstGeom>
          <a:noFill/>
          <a:ln w="0">
            <a:noFill/>
          </a:ln>
        </p:spPr>
        <p:txBody>
          <a:bodyPr lIns="90000" rIns="90000" tIns="46800" bIns="46800" anchor="t">
            <a:normAutofit/>
          </a:bodyPr>
          <a:p>
            <a:pPr marL="343080" indent="-343080">
              <a:lnSpc>
                <a:spcPct val="90000"/>
              </a:lnSpc>
              <a:spcBef>
                <a:spcPts val="64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600" strike="noStrike" u="none">
                <a:solidFill>
                  <a:srgbClr val="000000"/>
                </a:solidFill>
                <a:effectLst/>
                <a:uFillTx/>
                <a:latin typeface="Arial"/>
              </a:rPr>
              <a:t>Number 8</a:t>
            </a:r>
            <a:endParaRPr b="0" lang="en-IN" sz="2600" strike="noStrike" u="none">
              <a:solidFill>
                <a:srgbClr val="000000"/>
              </a:solidFill>
              <a:effectLst/>
              <a:uFillTx/>
              <a:latin typeface="Arial"/>
            </a:endParaRPr>
          </a:p>
          <a:p>
            <a:pPr lvl="1" marL="743040" indent="-285840">
              <a:lnSpc>
                <a:spcPct val="90000"/>
              </a:lnSpc>
              <a:spcBef>
                <a:spcPts val="64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600" strike="noStrike" u="none">
                <a:solidFill>
                  <a:srgbClr val="000000"/>
                </a:solidFill>
                <a:effectLst/>
                <a:uFillTx/>
                <a:latin typeface="Arial"/>
              </a:rPr>
              <a:t>A civic organization has offered build a commemorative memorial with landscaping at a state facility campus.</a:t>
            </a:r>
            <a:endParaRPr b="0" lang="en-IN" sz="2600" strike="noStrike" u="none">
              <a:solidFill>
                <a:srgbClr val="000000"/>
              </a:solidFill>
              <a:effectLst/>
              <a:uFillTx/>
              <a:latin typeface="Arial"/>
            </a:endParaRPr>
          </a:p>
          <a:p>
            <a:pPr lvl="1" marL="743040" indent="-285840">
              <a:lnSpc>
                <a:spcPct val="90000"/>
              </a:lnSpc>
              <a:spcBef>
                <a:spcPts val="64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600" strike="noStrike" u="none">
              <a:solidFill>
                <a:srgbClr val="000000"/>
              </a:solidFill>
              <a:effectLst/>
              <a:uFillTx/>
              <a:latin typeface="Arial"/>
            </a:endParaRPr>
          </a:p>
          <a:p>
            <a:pPr lvl="1" marL="743040" indent="-285840">
              <a:lnSpc>
                <a:spcPct val="90000"/>
              </a:lnSpc>
              <a:spcBef>
                <a:spcPts val="64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600" strike="noStrike" u="none">
                <a:solidFill>
                  <a:srgbClr val="000000"/>
                </a:solidFill>
                <a:effectLst/>
                <a:uFillTx/>
                <a:latin typeface="Arial"/>
              </a:rPr>
              <a:t>Which procurement process should be used?</a:t>
            </a:r>
            <a:endParaRPr b="0" lang="en-IN" sz="2600" strike="noStrike" u="none">
              <a:solidFill>
                <a:srgbClr val="000000"/>
              </a:solidFill>
              <a:effectLst/>
              <a:uFillTx/>
              <a:latin typeface="Arial"/>
            </a:endParaRPr>
          </a:p>
          <a:p>
            <a:pPr lvl="1" marL="743040" indent="-285840">
              <a:lnSpc>
                <a:spcPct val="90000"/>
              </a:lnSpc>
              <a:spcBef>
                <a:spcPts val="64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600" strike="noStrike" u="none">
                <a:solidFill>
                  <a:srgbClr val="000000"/>
                </a:solidFill>
                <a:effectLst/>
                <a:uFillTx/>
                <a:latin typeface="Wingdings"/>
                <a:ea typeface="Wingdings"/>
              </a:rPr>
              <a:t></a:t>
            </a:r>
            <a:r>
              <a:rPr b="0" lang="en-IN" sz="2600" strike="noStrike" u="none">
                <a:solidFill>
                  <a:srgbClr val="000000"/>
                </a:solidFill>
                <a:effectLst/>
                <a:uFillTx/>
                <a:latin typeface="Arial"/>
              </a:rPr>
              <a:t>	</a:t>
            </a:r>
            <a:r>
              <a:rPr b="0" lang="en-IN" sz="2600" strike="noStrike" u="none">
                <a:solidFill>
                  <a:srgbClr val="000000"/>
                </a:solidFill>
                <a:effectLst/>
                <a:uFillTx/>
                <a:latin typeface="Arial"/>
              </a:rPr>
              <a:t>	</a:t>
            </a:r>
            <a:r>
              <a:rPr b="0" lang="en-IN" sz="2600" strike="noStrike" u="none">
                <a:solidFill>
                  <a:srgbClr val="000000"/>
                </a:solidFill>
                <a:effectLst/>
                <a:uFillTx/>
                <a:latin typeface="Arial"/>
              </a:rPr>
              <a:t>Public Works process</a:t>
            </a:r>
            <a:endParaRPr b="0" lang="en-IN" sz="2600" strike="noStrike" u="none">
              <a:solidFill>
                <a:srgbClr val="000000"/>
              </a:solidFill>
              <a:effectLst/>
              <a:uFillTx/>
              <a:latin typeface="Arial"/>
            </a:endParaRPr>
          </a:p>
          <a:p>
            <a:pPr lvl="1" marL="743040" indent="-285840">
              <a:lnSpc>
                <a:spcPct val="90000"/>
              </a:lnSpc>
              <a:spcBef>
                <a:spcPts val="64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600" strike="noStrike" u="none">
                <a:solidFill>
                  <a:srgbClr val="000000"/>
                </a:solidFill>
                <a:effectLst/>
                <a:uFillTx/>
                <a:latin typeface="Wingdings"/>
                <a:ea typeface="Wingdings"/>
              </a:rPr>
              <a:t></a:t>
            </a:r>
            <a:r>
              <a:rPr b="0" lang="en-IN" sz="2600" strike="noStrike" u="none">
                <a:solidFill>
                  <a:srgbClr val="000000"/>
                </a:solidFill>
                <a:effectLst/>
                <a:uFillTx/>
                <a:latin typeface="Arial"/>
              </a:rPr>
              <a:t>	</a:t>
            </a:r>
            <a:r>
              <a:rPr b="0" lang="en-IN" sz="2600" strike="noStrike" u="none">
                <a:solidFill>
                  <a:srgbClr val="000000"/>
                </a:solidFill>
                <a:effectLst/>
                <a:uFillTx/>
                <a:latin typeface="Arial"/>
              </a:rPr>
              <a:t>	</a:t>
            </a:r>
            <a:r>
              <a:rPr b="0" lang="en-IN" sz="2600" strike="noStrike" u="none">
                <a:solidFill>
                  <a:srgbClr val="000000"/>
                </a:solidFill>
                <a:effectLst/>
                <a:uFillTx/>
                <a:latin typeface="Arial"/>
              </a:rPr>
              <a:t>Purchasing process</a:t>
            </a:r>
            <a:endParaRPr b="0" lang="en-IN" sz="2600" strike="noStrike" u="none">
              <a:solidFill>
                <a:srgbClr val="000000"/>
              </a:solidFill>
              <a:effectLst/>
              <a:uFillTx/>
              <a:latin typeface="Arial"/>
            </a:endParaRPr>
          </a:p>
          <a:p>
            <a:pPr lvl="1" marL="743040" indent="-285840">
              <a:lnSpc>
                <a:spcPct val="90000"/>
              </a:lnSpc>
              <a:spcBef>
                <a:spcPts val="64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600" strike="noStrike" u="none">
                <a:solidFill>
                  <a:srgbClr val="000000"/>
                </a:solidFill>
                <a:effectLst/>
                <a:uFillTx/>
                <a:latin typeface="Wingdings"/>
                <a:ea typeface="Wingdings"/>
              </a:rPr>
              <a:t></a:t>
            </a:r>
            <a:r>
              <a:rPr b="0" lang="en-IN" sz="2600" strike="noStrike" u="none">
                <a:solidFill>
                  <a:srgbClr val="000000"/>
                </a:solidFill>
                <a:effectLst/>
                <a:uFillTx/>
                <a:latin typeface="Arial"/>
              </a:rPr>
              <a:t>	</a:t>
            </a:r>
            <a:r>
              <a:rPr b="0" lang="en-IN" sz="2600" strike="noStrike" u="none">
                <a:solidFill>
                  <a:srgbClr val="000000"/>
                </a:solidFill>
                <a:effectLst/>
                <a:uFillTx/>
                <a:latin typeface="Arial"/>
              </a:rPr>
              <a:t>	</a:t>
            </a:r>
            <a:r>
              <a:rPr b="0" lang="en-IN" sz="2600" strike="noStrike" u="none">
                <a:solidFill>
                  <a:srgbClr val="000000"/>
                </a:solidFill>
                <a:effectLst/>
                <a:uFillTx/>
                <a:latin typeface="Arial"/>
              </a:rPr>
              <a:t>Neither </a:t>
            </a:r>
            <a:endParaRPr b="0" lang="en-IN" sz="2600" strike="noStrike" u="none">
              <a:solidFill>
                <a:srgbClr val="000000"/>
              </a:solidFill>
              <a:effectLst/>
              <a:uFillTx/>
              <a:latin typeface="Arial"/>
            </a:endParaRPr>
          </a:p>
          <a:p>
            <a:pPr marL="343080" indent="-343080">
              <a:lnSpc>
                <a:spcPct val="90000"/>
              </a:lnSpc>
              <a:spcBef>
                <a:spcPts val="774"/>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1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9" name="PlaceHolder 1"/>
          <p:cNvSpPr>
            <a:spLocks noGrp="1"/>
          </p:cNvSpPr>
          <p:nvPr>
            <p:ph type="title"/>
          </p:nvPr>
        </p:nvSpPr>
        <p:spPr>
          <a:xfrm>
            <a:off x="762120" y="533520"/>
            <a:ext cx="7696080" cy="838080"/>
          </a:xfrm>
          <a:prstGeom prst="rect">
            <a:avLst/>
          </a:prstGeom>
          <a:noFill/>
          <a:ln w="0">
            <a:noFill/>
          </a:ln>
        </p:spPr>
        <p:txBody>
          <a:bodyPr lIns="90000" rIns="90000" tIns="46800" bIns="46800" anchor="b">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336666"/>
                </a:solidFill>
                <a:effectLst/>
                <a:uFillTx/>
                <a:latin typeface="Arial Black"/>
              </a:rPr>
              <a:t>Example Projects</a:t>
            </a:r>
            <a:endParaRPr b="0" lang="en-IN" sz="3200" strike="noStrike" u="none">
              <a:solidFill>
                <a:srgbClr val="336666"/>
              </a:solidFill>
              <a:effectLst/>
              <a:uFillTx/>
              <a:latin typeface="Arial Black"/>
            </a:endParaRPr>
          </a:p>
        </p:txBody>
      </p:sp>
      <p:sp>
        <p:nvSpPr>
          <p:cNvPr id="90" name="PlaceHolder 2"/>
          <p:cNvSpPr>
            <a:spLocks noGrp="1"/>
          </p:cNvSpPr>
          <p:nvPr>
            <p:ph/>
          </p:nvPr>
        </p:nvSpPr>
        <p:spPr>
          <a:xfrm>
            <a:off x="762120" y="1905120"/>
            <a:ext cx="7696080" cy="4038480"/>
          </a:xfrm>
          <a:prstGeom prst="rect">
            <a:avLst/>
          </a:prstGeom>
          <a:noFill/>
          <a:ln w="0">
            <a:noFill/>
          </a:ln>
        </p:spPr>
        <p:txBody>
          <a:bodyPr lIns="90000" rIns="90000" tIns="46800" bIns="46800" anchor="t">
            <a:normAutofit/>
          </a:bodyPr>
          <a:p>
            <a:pPr marL="343080" indent="-343080">
              <a:lnSpc>
                <a:spcPct val="90000"/>
              </a:lnSpc>
              <a:spcBef>
                <a:spcPts val="64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600" strike="noStrike" u="none">
                <a:solidFill>
                  <a:srgbClr val="000000"/>
                </a:solidFill>
                <a:effectLst/>
                <a:uFillTx/>
                <a:latin typeface="Arial"/>
              </a:rPr>
              <a:t>Number 8</a:t>
            </a:r>
            <a:endParaRPr b="0" lang="en-IN" sz="2600" strike="noStrike" u="none">
              <a:solidFill>
                <a:srgbClr val="000000"/>
              </a:solidFill>
              <a:effectLst/>
              <a:uFillTx/>
              <a:latin typeface="Arial"/>
            </a:endParaRPr>
          </a:p>
          <a:p>
            <a:pPr lvl="1" marL="743040" indent="-285840">
              <a:lnSpc>
                <a:spcPct val="90000"/>
              </a:lnSpc>
              <a:spcBef>
                <a:spcPts val="64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600" strike="noStrike" u="none">
                <a:solidFill>
                  <a:srgbClr val="000000"/>
                </a:solidFill>
                <a:effectLst/>
                <a:uFillTx/>
                <a:latin typeface="Arial"/>
              </a:rPr>
              <a:t>A civic organization has offered build a commemorative memorial with landscaping at a state facility campus.</a:t>
            </a:r>
            <a:endParaRPr b="0" lang="en-IN" sz="2600" strike="noStrike" u="none">
              <a:solidFill>
                <a:srgbClr val="000000"/>
              </a:solidFill>
              <a:effectLst/>
              <a:uFillTx/>
              <a:latin typeface="Arial"/>
            </a:endParaRPr>
          </a:p>
          <a:p>
            <a:pPr lvl="1" marL="743040" indent="-285840">
              <a:lnSpc>
                <a:spcPct val="90000"/>
              </a:lnSpc>
              <a:spcBef>
                <a:spcPts val="64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600" strike="noStrike" u="none">
              <a:solidFill>
                <a:srgbClr val="000000"/>
              </a:solidFill>
              <a:effectLst/>
              <a:uFillTx/>
              <a:latin typeface="Arial"/>
            </a:endParaRPr>
          </a:p>
          <a:p>
            <a:pPr lvl="1" marL="743040" indent="-285840">
              <a:lnSpc>
                <a:spcPct val="90000"/>
              </a:lnSpc>
              <a:spcBef>
                <a:spcPts val="64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600" strike="noStrike" u="none">
                <a:solidFill>
                  <a:srgbClr val="000000"/>
                </a:solidFill>
                <a:effectLst/>
                <a:uFillTx/>
                <a:latin typeface="Arial"/>
              </a:rPr>
              <a:t>Which procurement process should be used?</a:t>
            </a:r>
            <a:endParaRPr b="0" lang="en-IN" sz="2600" strike="noStrike" u="none">
              <a:solidFill>
                <a:srgbClr val="000000"/>
              </a:solidFill>
              <a:effectLst/>
              <a:uFillTx/>
              <a:latin typeface="Arial"/>
            </a:endParaRPr>
          </a:p>
          <a:p>
            <a:pPr lvl="1" marL="743040" indent="-285840">
              <a:lnSpc>
                <a:spcPct val="90000"/>
              </a:lnSpc>
              <a:spcBef>
                <a:spcPts val="64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600" strike="noStrike" u="none">
                <a:solidFill>
                  <a:srgbClr val="000000"/>
                </a:solidFill>
                <a:effectLst/>
                <a:uFillTx/>
                <a:latin typeface="Wingdings"/>
                <a:ea typeface="Wingdings"/>
              </a:rPr>
              <a:t></a:t>
            </a:r>
            <a:r>
              <a:rPr b="0" lang="en-IN" sz="2600" strike="noStrike" u="none">
                <a:solidFill>
                  <a:srgbClr val="000000"/>
                </a:solidFill>
                <a:effectLst/>
                <a:uFillTx/>
                <a:latin typeface="Arial"/>
              </a:rPr>
              <a:t>	</a:t>
            </a:r>
            <a:r>
              <a:rPr b="0" lang="en-IN" sz="2600" strike="noStrike" u="none">
                <a:solidFill>
                  <a:srgbClr val="000000"/>
                </a:solidFill>
                <a:effectLst/>
                <a:uFillTx/>
                <a:latin typeface="Arial"/>
              </a:rPr>
              <a:t>	</a:t>
            </a:r>
            <a:r>
              <a:rPr b="0" lang="en-IN" sz="2600" strike="noStrike" u="none">
                <a:solidFill>
                  <a:srgbClr val="000000"/>
                </a:solidFill>
                <a:effectLst/>
                <a:uFillTx/>
                <a:latin typeface="Arial"/>
              </a:rPr>
              <a:t>Public Works process</a:t>
            </a:r>
            <a:endParaRPr b="0" lang="en-IN" sz="2600" strike="noStrike" u="none">
              <a:solidFill>
                <a:srgbClr val="000000"/>
              </a:solidFill>
              <a:effectLst/>
              <a:uFillTx/>
              <a:latin typeface="Arial"/>
            </a:endParaRPr>
          </a:p>
          <a:p>
            <a:pPr lvl="1" marL="743040" indent="-285840">
              <a:lnSpc>
                <a:spcPct val="90000"/>
              </a:lnSpc>
              <a:spcBef>
                <a:spcPts val="64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600" strike="noStrike" u="none">
                <a:solidFill>
                  <a:srgbClr val="000000"/>
                </a:solidFill>
                <a:effectLst/>
                <a:uFillTx/>
                <a:latin typeface="Wingdings"/>
                <a:ea typeface="Wingdings"/>
              </a:rPr>
              <a:t></a:t>
            </a:r>
            <a:r>
              <a:rPr b="0" lang="en-IN" sz="2600" strike="noStrike" u="none">
                <a:solidFill>
                  <a:srgbClr val="000000"/>
                </a:solidFill>
                <a:effectLst/>
                <a:uFillTx/>
                <a:latin typeface="Arial"/>
              </a:rPr>
              <a:t>	</a:t>
            </a:r>
            <a:r>
              <a:rPr b="0" lang="en-IN" sz="2600" strike="noStrike" u="none">
                <a:solidFill>
                  <a:srgbClr val="000000"/>
                </a:solidFill>
                <a:effectLst/>
                <a:uFillTx/>
                <a:latin typeface="Arial"/>
              </a:rPr>
              <a:t>	</a:t>
            </a:r>
            <a:r>
              <a:rPr b="0" lang="en-IN" sz="2600" strike="noStrike" u="none">
                <a:solidFill>
                  <a:srgbClr val="000000"/>
                </a:solidFill>
                <a:effectLst/>
                <a:uFillTx/>
                <a:latin typeface="Arial"/>
              </a:rPr>
              <a:t>Purchasing process</a:t>
            </a:r>
            <a:endParaRPr b="0" lang="en-IN" sz="2600" strike="noStrike" u="none">
              <a:solidFill>
                <a:srgbClr val="000000"/>
              </a:solidFill>
              <a:effectLst/>
              <a:uFillTx/>
              <a:latin typeface="Arial"/>
            </a:endParaRPr>
          </a:p>
          <a:p>
            <a:pPr lvl="1" marL="743040" indent="-285840">
              <a:lnSpc>
                <a:spcPct val="90000"/>
              </a:lnSpc>
              <a:spcBef>
                <a:spcPts val="64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600" strike="noStrike" u="none">
                <a:solidFill>
                  <a:srgbClr val="000000"/>
                </a:solidFill>
                <a:effectLst/>
                <a:uFillTx/>
                <a:latin typeface="Wingdings"/>
                <a:ea typeface="Wingdings"/>
              </a:rPr>
              <a:t></a:t>
            </a:r>
            <a:r>
              <a:rPr b="0" lang="en-IN" sz="2600" strike="noStrike" u="none">
                <a:solidFill>
                  <a:srgbClr val="000000"/>
                </a:solidFill>
                <a:effectLst/>
                <a:uFillTx/>
                <a:latin typeface="Arial"/>
              </a:rPr>
              <a:t>	</a:t>
            </a:r>
            <a:r>
              <a:rPr b="0" lang="en-IN" sz="2600" strike="noStrike" u="none">
                <a:solidFill>
                  <a:srgbClr val="000000"/>
                </a:solidFill>
                <a:effectLst/>
                <a:uFillTx/>
                <a:latin typeface="Arial"/>
              </a:rPr>
              <a:t>	</a:t>
            </a:r>
            <a:r>
              <a:rPr b="0" lang="en-IN" sz="2600" strike="noStrike" u="none">
                <a:solidFill>
                  <a:srgbClr val="000000"/>
                </a:solidFill>
                <a:effectLst/>
                <a:uFillTx/>
                <a:latin typeface="Arial"/>
              </a:rPr>
              <a:t>Neither </a:t>
            </a:r>
            <a:endParaRPr b="0" lang="en-IN" sz="2600" strike="noStrike" u="none">
              <a:solidFill>
                <a:srgbClr val="000000"/>
              </a:solidFill>
              <a:effectLst/>
              <a:uFillTx/>
              <a:latin typeface="Arial"/>
            </a:endParaRPr>
          </a:p>
          <a:p>
            <a:pPr marL="343080" indent="-343080">
              <a:lnSpc>
                <a:spcPct val="90000"/>
              </a:lnSpc>
              <a:spcBef>
                <a:spcPts val="774"/>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1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1" name="PlaceHolder 1"/>
          <p:cNvSpPr>
            <a:spLocks noGrp="1"/>
          </p:cNvSpPr>
          <p:nvPr>
            <p:ph type="title"/>
          </p:nvPr>
        </p:nvSpPr>
        <p:spPr>
          <a:xfrm>
            <a:off x="762120" y="533520"/>
            <a:ext cx="7696080" cy="914400"/>
          </a:xfrm>
          <a:prstGeom prst="rect">
            <a:avLst/>
          </a:prstGeom>
          <a:noFill/>
          <a:ln w="0">
            <a:noFill/>
          </a:ln>
        </p:spPr>
        <p:txBody>
          <a:bodyPr lIns="90000" rIns="90000" tIns="46800" bIns="46800" anchor="b">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336666"/>
                </a:solidFill>
                <a:effectLst/>
                <a:uFillTx/>
                <a:latin typeface="Arial Black"/>
              </a:rPr>
              <a:t>Example Projects</a:t>
            </a:r>
            <a:endParaRPr b="0" lang="en-IN" sz="3200" strike="noStrike" u="none">
              <a:solidFill>
                <a:srgbClr val="336666"/>
              </a:solidFill>
              <a:effectLst/>
              <a:uFillTx/>
              <a:latin typeface="Arial Black"/>
            </a:endParaRPr>
          </a:p>
        </p:txBody>
      </p:sp>
      <p:sp>
        <p:nvSpPr>
          <p:cNvPr id="92" name="PlaceHolder 2"/>
          <p:cNvSpPr>
            <a:spLocks noGrp="1"/>
          </p:cNvSpPr>
          <p:nvPr>
            <p:ph/>
          </p:nvPr>
        </p:nvSpPr>
        <p:spPr>
          <a:xfrm>
            <a:off x="762120" y="1905120"/>
            <a:ext cx="7696080" cy="4038480"/>
          </a:xfrm>
          <a:prstGeom prst="rect">
            <a:avLst/>
          </a:prstGeom>
          <a:noFill/>
          <a:ln w="0">
            <a:noFill/>
          </a:ln>
        </p:spPr>
        <p:txBody>
          <a:bodyPr lIns="90000" rIns="90000" tIns="46800" bIns="46800" anchor="t">
            <a:normAutofit/>
          </a:bodyPr>
          <a:p>
            <a:pPr marL="343080" indent="-343080">
              <a:spcBef>
                <a:spcPts val="774"/>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100" strike="noStrike" u="none">
                <a:solidFill>
                  <a:srgbClr val="000000"/>
                </a:solidFill>
                <a:effectLst/>
                <a:uFillTx/>
                <a:latin typeface="Arial"/>
              </a:rPr>
              <a:t>RCW 39.04.010 Definitions</a:t>
            </a:r>
            <a:endParaRPr b="0" lang="en-IN" sz="3100" strike="noStrike" u="none">
              <a:solidFill>
                <a:srgbClr val="000000"/>
              </a:solidFill>
              <a:effectLst/>
              <a:uFillTx/>
              <a:latin typeface="Arial"/>
            </a:endParaRPr>
          </a:p>
          <a:p>
            <a:pPr marL="343080" indent="-343080">
              <a:spcBef>
                <a:spcPts val="774"/>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100" strike="noStrike" u="none">
              <a:solidFill>
                <a:srgbClr val="000000"/>
              </a:solidFill>
              <a:effectLst/>
              <a:uFillTx/>
              <a:latin typeface="Arial"/>
            </a:endParaRPr>
          </a:p>
          <a:p>
            <a:pPr marL="343080" indent="-343080">
              <a:spcBef>
                <a:spcPts val="774"/>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100" strike="noStrike" u="none">
                <a:solidFill>
                  <a:srgbClr val="000000"/>
                </a:solidFill>
                <a:effectLst/>
                <a:uFillTx/>
                <a:latin typeface="Arial"/>
              </a:rPr>
              <a:t>The term public work shall include all work, construction, alteration, repair, or improvement other than ordinary maintenance, executed at the cost of the state or of any municipality, …...</a:t>
            </a:r>
            <a:endParaRPr b="0" lang="en-IN" sz="31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3" name="PlaceHolder 1"/>
          <p:cNvSpPr>
            <a:spLocks noGrp="1"/>
          </p:cNvSpPr>
          <p:nvPr>
            <p:ph type="title"/>
          </p:nvPr>
        </p:nvSpPr>
        <p:spPr>
          <a:xfrm>
            <a:off x="762120" y="533160"/>
            <a:ext cx="7696080" cy="1143000"/>
          </a:xfrm>
          <a:prstGeom prst="rect">
            <a:avLst/>
          </a:prstGeom>
          <a:noFill/>
          <a:ln w="0">
            <a:noFill/>
          </a:ln>
        </p:spPr>
        <p:txBody>
          <a:bodyPr lIns="90000" rIns="90000" tIns="46800" bIns="46800" anchor="b">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300" strike="noStrike" u="none">
                <a:solidFill>
                  <a:srgbClr val="336666"/>
                </a:solidFill>
                <a:effectLst/>
                <a:uFillTx/>
                <a:latin typeface="Arial Black"/>
              </a:rPr>
              <a:t>The Ideal World</a:t>
            </a:r>
            <a:endParaRPr b="0" lang="en-IN" sz="3300" strike="noStrike" u="none">
              <a:solidFill>
                <a:srgbClr val="336666"/>
              </a:solidFill>
              <a:effectLst/>
              <a:uFillTx/>
              <a:latin typeface="Arial Black"/>
            </a:endParaRPr>
          </a:p>
        </p:txBody>
      </p:sp>
      <p:graphicFrame>
        <p:nvGraphicFramePr>
          <p:cNvPr id="94" name=""/>
          <p:cNvGraphicFramePr/>
          <p:nvPr/>
        </p:nvGraphicFramePr>
        <p:xfrm>
          <a:off x="762120" y="1905120"/>
          <a:ext cx="7695000" cy="4036320"/>
        </p:xfrm>
        <a:graphic>
          <a:graphicData uri="http://schemas.openxmlformats.org/drawingml/2006/table">
            <a:tbl>
              <a:tblPr/>
              <a:tblGrid>
                <a:gridCol w="3846960"/>
                <a:gridCol w="3848040"/>
              </a:tblGrid>
              <a:tr h="4036320">
                <a:tc>
                  <a: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000000"/>
                          </a:solidFill>
                          <a:effectLst/>
                          <a:uFillTx/>
                          <a:latin typeface="Arial"/>
                          <a:ea typeface="Arial"/>
                        </a:rPr>
                        <a:t>Purchasing Process</a:t>
                      </a:r>
                      <a:endParaRPr b="0" lang="en-IN" sz="4400" strike="noStrike" u="none">
                        <a:solidFill>
                          <a:srgbClr val="000000"/>
                        </a:solidFill>
                        <a:effectLst/>
                        <a:uFillTx/>
                        <a:latin typeface="Times New Roman"/>
                      </a:endParaRPr>
                    </a:p>
                  </a:txBody>
                  <a:tcPr anchor="ctr" marL="90000" marR="90000">
                    <a:lnL w="5760">
                      <a:solidFill>
                        <a:srgbClr val="000000"/>
                      </a:solidFill>
                      <a:prstDash val="solid"/>
                    </a:lnL>
                    <a:lnR w="5760">
                      <a:solidFill>
                        <a:srgbClr val="000000"/>
                      </a:solidFill>
                      <a:prstDash val="solid"/>
                    </a:lnR>
                    <a:lnT w="5760">
                      <a:solidFill>
                        <a:srgbClr val="000000"/>
                      </a:solidFill>
                      <a:prstDash val="solid"/>
                    </a:lnT>
                    <a:lnB w="5760">
                      <a:solidFill>
                        <a:srgbClr val="000000"/>
                      </a:solidFill>
                      <a:prstDash val="solid"/>
                    </a:lnB>
                    <a:noFill/>
                  </a:tcPr>
                </a:tc>
                <a:tc>
                  <a: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000000"/>
                          </a:solidFill>
                          <a:effectLst/>
                          <a:uFillTx/>
                          <a:latin typeface="Arial"/>
                          <a:ea typeface="Arial"/>
                        </a:rPr>
                        <a:t>Public Works Process</a:t>
                      </a:r>
                      <a:endParaRPr b="0" lang="en-IN" sz="4400" strike="noStrike" u="none">
                        <a:solidFill>
                          <a:srgbClr val="000000"/>
                        </a:solidFill>
                        <a:effectLst/>
                        <a:uFillTx/>
                        <a:latin typeface="Times New Roman"/>
                      </a:endParaRPr>
                    </a:p>
                  </a:txBody>
                  <a:tcPr anchor="ctr" marL="90000" marR="90000">
                    <a:lnL w="5760">
                      <a:solidFill>
                        <a:srgbClr val="000000"/>
                      </a:solidFill>
                      <a:prstDash val="solid"/>
                    </a:lnL>
                    <a:lnR w="5760">
                      <a:solidFill>
                        <a:srgbClr val="000000"/>
                      </a:solidFill>
                      <a:prstDash val="solid"/>
                    </a:lnR>
                    <a:lnT w="5760">
                      <a:solidFill>
                        <a:srgbClr val="000000"/>
                      </a:solidFill>
                      <a:prstDash val="solid"/>
                    </a:lnT>
                    <a:lnB w="5760">
                      <a:solidFill>
                        <a:srgbClr val="000000"/>
                      </a:solidFill>
                      <a:prstDash val="solid"/>
                    </a:lnB>
                    <a:noFill/>
                  </a:tcPr>
                </a:tc>
              </a:tr>
            </a:tbl>
          </a:graphicData>
        </a:graphic>
      </p:graphicFrame>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5" name="PlaceHolder 1"/>
          <p:cNvSpPr>
            <a:spLocks noGrp="1"/>
          </p:cNvSpPr>
          <p:nvPr>
            <p:ph type="title"/>
          </p:nvPr>
        </p:nvSpPr>
        <p:spPr>
          <a:xfrm>
            <a:off x="762120" y="533160"/>
            <a:ext cx="7696080" cy="1143000"/>
          </a:xfrm>
          <a:prstGeom prst="rect">
            <a:avLst/>
          </a:prstGeom>
          <a:noFill/>
          <a:ln w="0">
            <a:noFill/>
          </a:ln>
        </p:spPr>
        <p:txBody>
          <a:bodyPr lIns="90000" rIns="90000" tIns="46800" bIns="46800" anchor="b">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300" strike="noStrike" u="none">
                <a:solidFill>
                  <a:srgbClr val="336666"/>
                </a:solidFill>
                <a:effectLst/>
                <a:uFillTx/>
                <a:latin typeface="Arial Black"/>
              </a:rPr>
              <a:t>The Real World</a:t>
            </a:r>
            <a:endParaRPr b="0" lang="en-IN" sz="3300" strike="noStrike" u="none">
              <a:solidFill>
                <a:srgbClr val="336666"/>
              </a:solidFill>
              <a:effectLst/>
              <a:uFillTx/>
              <a:latin typeface="Arial Black"/>
            </a:endParaRPr>
          </a:p>
        </p:txBody>
      </p:sp>
      <p:graphicFrame>
        <p:nvGraphicFramePr>
          <p:cNvPr id="96" name=""/>
          <p:cNvGraphicFramePr/>
          <p:nvPr/>
        </p:nvGraphicFramePr>
        <p:xfrm>
          <a:off x="762120" y="1905120"/>
          <a:ext cx="7695360" cy="4036320"/>
        </p:xfrm>
        <a:graphic>
          <a:graphicData uri="http://schemas.openxmlformats.org/drawingml/2006/table">
            <a:tbl>
              <a:tblPr/>
              <a:tblGrid>
                <a:gridCol w="2564640"/>
                <a:gridCol w="2565720"/>
                <a:gridCol w="2565000"/>
              </a:tblGrid>
              <a:tr h="4036320">
                <a:tc>
                  <a: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600" strike="noStrike" u="none">
                          <a:solidFill>
                            <a:srgbClr val="000000"/>
                          </a:solidFill>
                          <a:effectLst/>
                          <a:uFillTx/>
                          <a:latin typeface="Arial"/>
                          <a:ea typeface="Arial"/>
                        </a:rPr>
                        <a:t>Purchasing Process</a:t>
                      </a:r>
                      <a:endParaRPr b="0" lang="en-IN" sz="3600" strike="noStrike" u="none">
                        <a:solidFill>
                          <a:srgbClr val="000000"/>
                        </a:solidFill>
                        <a:effectLst/>
                        <a:uFillTx/>
                        <a:latin typeface="Times New Roman"/>
                      </a:endParaRPr>
                    </a:p>
                  </a:txBody>
                  <a:tcPr anchor="ctr" marL="90000" marR="90000">
                    <a:lnL w="5760">
                      <a:solidFill>
                        <a:srgbClr val="000000"/>
                      </a:solidFill>
                      <a:prstDash val="solid"/>
                    </a:lnL>
                    <a:lnR w="5760">
                      <a:solidFill>
                        <a:srgbClr val="000000"/>
                      </a:solidFill>
                      <a:prstDash val="solid"/>
                    </a:lnR>
                    <a:lnT w="5760">
                      <a:solidFill>
                        <a:srgbClr val="000000"/>
                      </a:solidFill>
                      <a:prstDash val="solid"/>
                    </a:lnT>
                    <a:lnB w="5760">
                      <a:solidFill>
                        <a:srgbClr val="000000"/>
                      </a:solidFill>
                      <a:prstDash val="solid"/>
                    </a:lnB>
                    <a:noFill/>
                  </a:tcPr>
                </a:tc>
                <a:tc>
                  <a: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600" strike="noStrike" u="none">
                          <a:solidFill>
                            <a:srgbClr val="000000"/>
                          </a:solidFill>
                          <a:effectLst/>
                          <a:uFillTx/>
                          <a:latin typeface="Arial"/>
                          <a:ea typeface="Arial"/>
                        </a:rPr>
                        <a:t>Gray Area</a:t>
                      </a:r>
                      <a:endParaRPr b="0" lang="en-IN" sz="3600" strike="noStrike" u="none">
                        <a:solidFill>
                          <a:srgbClr val="000000"/>
                        </a:solidFill>
                        <a:effectLst/>
                        <a:uFillTx/>
                        <a:latin typeface="Times New Roman"/>
                      </a:endParaRPr>
                    </a:p>
                  </a:txBody>
                  <a:tcPr anchor="ctr" marL="90000" marR="90000">
                    <a:lnL w="5760">
                      <a:solidFill>
                        <a:srgbClr val="000000"/>
                      </a:solidFill>
                      <a:prstDash val="solid"/>
                    </a:lnL>
                    <a:lnR w="5760">
                      <a:solidFill>
                        <a:srgbClr val="000000"/>
                      </a:solidFill>
                      <a:prstDash val="solid"/>
                    </a:lnR>
                    <a:lnT w="5760">
                      <a:solidFill>
                        <a:srgbClr val="000000"/>
                      </a:solidFill>
                      <a:prstDash val="solid"/>
                    </a:lnT>
                    <a:lnB w="5760">
                      <a:solidFill>
                        <a:srgbClr val="000000"/>
                      </a:solidFill>
                      <a:prstDash val="solid"/>
                    </a:lnB>
                    <a:noFill/>
                  </a:tcPr>
                </a:tc>
                <a:tc>
                  <a: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600" strike="noStrike" u="none">
                          <a:solidFill>
                            <a:srgbClr val="000000"/>
                          </a:solidFill>
                          <a:effectLst/>
                          <a:uFillTx/>
                          <a:latin typeface="Arial"/>
                          <a:ea typeface="Arial"/>
                        </a:rPr>
                        <a:t>Public Works Process</a:t>
                      </a:r>
                      <a:endParaRPr b="0" lang="en-IN" sz="3600" strike="noStrike" u="none">
                        <a:solidFill>
                          <a:srgbClr val="000000"/>
                        </a:solidFill>
                        <a:effectLst/>
                        <a:uFillTx/>
                        <a:latin typeface="Times New Roman"/>
                      </a:endParaRPr>
                    </a:p>
                  </a:txBody>
                  <a:tcPr anchor="ctr" marL="90000" marR="90000">
                    <a:lnL w="5760">
                      <a:solidFill>
                        <a:srgbClr val="000000"/>
                      </a:solidFill>
                      <a:prstDash val="solid"/>
                    </a:lnL>
                    <a:lnR w="5760">
                      <a:solidFill>
                        <a:srgbClr val="000000"/>
                      </a:solidFill>
                      <a:prstDash val="solid"/>
                    </a:lnR>
                    <a:lnT w="5760">
                      <a:solidFill>
                        <a:srgbClr val="000000"/>
                      </a:solidFill>
                      <a:prstDash val="solid"/>
                    </a:lnT>
                    <a:lnB w="5760">
                      <a:solidFill>
                        <a:srgbClr val="000000"/>
                      </a:solidFill>
                      <a:prstDash val="solid"/>
                    </a:lnB>
                    <a:noFill/>
                  </a:tcPr>
                </a:tc>
              </a:tr>
            </a:tbl>
          </a:graphicData>
        </a:graphic>
      </p:graphicFrame>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7" name="PlaceHolder 1"/>
          <p:cNvSpPr>
            <a:spLocks noGrp="1"/>
          </p:cNvSpPr>
          <p:nvPr>
            <p:ph type="title"/>
          </p:nvPr>
        </p:nvSpPr>
        <p:spPr>
          <a:xfrm>
            <a:off x="762120" y="533160"/>
            <a:ext cx="7696080" cy="1143000"/>
          </a:xfrm>
          <a:prstGeom prst="rect">
            <a:avLst/>
          </a:prstGeom>
          <a:noFill/>
          <a:ln w="0">
            <a:noFill/>
          </a:ln>
        </p:spPr>
        <p:txBody>
          <a:bodyPr lIns="90000" rIns="90000" tIns="46800" bIns="46800" anchor="b">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300" strike="noStrike" u="none">
                <a:solidFill>
                  <a:srgbClr val="336666"/>
                </a:solidFill>
                <a:effectLst/>
                <a:uFillTx/>
                <a:latin typeface="Arial Black"/>
              </a:rPr>
              <a:t>Purchasing Process</a:t>
            </a:r>
            <a:endParaRPr b="0" lang="en-IN" sz="3300" strike="noStrike" u="none">
              <a:solidFill>
                <a:srgbClr val="336666"/>
              </a:solidFill>
              <a:effectLst/>
              <a:uFillTx/>
              <a:latin typeface="Arial Black"/>
            </a:endParaRPr>
          </a:p>
        </p:txBody>
      </p:sp>
      <p:sp>
        <p:nvSpPr>
          <p:cNvPr id="98" name="PlaceHolder 2"/>
          <p:cNvSpPr>
            <a:spLocks noGrp="1"/>
          </p:cNvSpPr>
          <p:nvPr>
            <p:ph/>
          </p:nvPr>
        </p:nvSpPr>
        <p:spPr>
          <a:xfrm>
            <a:off x="762120" y="1905120"/>
            <a:ext cx="7696080" cy="4038480"/>
          </a:xfrm>
          <a:prstGeom prst="rect">
            <a:avLst/>
          </a:prstGeom>
          <a:noFill/>
          <a:ln w="0">
            <a:noFill/>
          </a:ln>
        </p:spPr>
        <p:txBody>
          <a:bodyPr lIns="90000" rIns="90000" tIns="46800" bIns="46800" anchor="t">
            <a:normAutofit/>
          </a:bodyPr>
          <a:p>
            <a:pPr marL="343080" indent="-343080">
              <a:spcBef>
                <a:spcPts val="774"/>
              </a:spcBef>
              <a:buClr>
                <a:srgbClr val="cccc99"/>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100" strike="noStrike" u="none">
                <a:solidFill>
                  <a:srgbClr val="000000"/>
                </a:solidFill>
                <a:effectLst/>
                <a:uFillTx/>
                <a:latin typeface="Arial"/>
              </a:rPr>
              <a:t>State agencies typically have delegated purchasing authority up to $10,000</a:t>
            </a:r>
            <a:endParaRPr b="0" lang="en-IN" sz="3100" strike="noStrike" u="none">
              <a:solidFill>
                <a:srgbClr val="000000"/>
              </a:solidFill>
              <a:effectLst/>
              <a:uFillTx/>
              <a:latin typeface="Arial"/>
            </a:endParaRPr>
          </a:p>
          <a:p>
            <a:pPr marL="343080" indent="-343080">
              <a:spcBef>
                <a:spcPts val="774"/>
              </a:spcBef>
              <a:buClr>
                <a:srgbClr val="cccc99"/>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100" strike="noStrike" u="none">
                <a:solidFill>
                  <a:srgbClr val="000000"/>
                </a:solidFill>
                <a:effectLst/>
                <a:uFillTx/>
                <a:latin typeface="Arial"/>
              </a:rPr>
              <a:t>Higher Ed has independent authority</a:t>
            </a:r>
            <a:endParaRPr b="0" lang="en-IN" sz="3100" strike="noStrike" u="none">
              <a:solidFill>
                <a:srgbClr val="000000"/>
              </a:solidFill>
              <a:effectLst/>
              <a:uFillTx/>
              <a:latin typeface="Arial"/>
            </a:endParaRPr>
          </a:p>
          <a:p>
            <a:pPr marL="343080" indent="-343080">
              <a:spcBef>
                <a:spcPts val="774"/>
              </a:spcBef>
              <a:buClr>
                <a:srgbClr val="cccc99"/>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100" strike="noStrike" u="none">
                <a:solidFill>
                  <a:srgbClr val="000000"/>
                </a:solidFill>
                <a:effectLst/>
                <a:uFillTx/>
                <a:latin typeface="Arial"/>
              </a:rPr>
              <a:t>Refer to the Washington Purchasing Manual:</a:t>
            </a:r>
            <a:endParaRPr b="0" lang="en-IN" sz="3100" strike="noStrike" u="none">
              <a:solidFill>
                <a:srgbClr val="000000"/>
              </a:solidFill>
              <a:effectLst/>
              <a:uFillTx/>
              <a:latin typeface="Arial"/>
            </a:endParaRPr>
          </a:p>
          <a:p>
            <a:pPr lvl="1" marL="743040" indent="-285840">
              <a:spcBef>
                <a:spcPts val="649"/>
              </a:spcBef>
              <a:buClr>
                <a:srgbClr val="97cdcc"/>
              </a:buClr>
              <a:buSzPct val="150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600" strike="noStrike" u="sng">
                <a:solidFill>
                  <a:srgbClr val="99cc00"/>
                </a:solidFill>
                <a:effectLst/>
                <a:uFillTx/>
                <a:latin typeface="Arial"/>
                <a:hlinkClick r:id="rId1"/>
              </a:rPr>
              <a:t>http://www.ga.wa.gov/PCA/</a:t>
            </a:r>
            <a:r>
              <a:rPr b="0" lang="en-US" sz="2600" strike="noStrike" u="sng">
                <a:solidFill>
                  <a:srgbClr val="99cc00"/>
                </a:solidFill>
                <a:effectLst/>
                <a:uFillTx/>
                <a:latin typeface="Arial"/>
                <a:hlinkClick r:id="rId2"/>
              </a:rPr>
              <a:t>Manual.htm</a:t>
            </a:r>
            <a:endParaRPr b="0" lang="en-IN" sz="26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9" name="PlaceHolder 1"/>
          <p:cNvSpPr>
            <a:spLocks noGrp="1"/>
          </p:cNvSpPr>
          <p:nvPr>
            <p:ph type="title"/>
          </p:nvPr>
        </p:nvSpPr>
        <p:spPr>
          <a:xfrm>
            <a:off x="762120" y="533160"/>
            <a:ext cx="7696080" cy="1143000"/>
          </a:xfrm>
          <a:prstGeom prst="rect">
            <a:avLst/>
          </a:prstGeom>
          <a:noFill/>
          <a:ln w="0">
            <a:noFill/>
          </a:ln>
        </p:spPr>
        <p:txBody>
          <a:bodyPr lIns="90000" rIns="90000" tIns="46800" bIns="46800" anchor="b">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300" strike="noStrike" u="none">
                <a:solidFill>
                  <a:srgbClr val="336666"/>
                </a:solidFill>
                <a:effectLst/>
                <a:uFillTx/>
                <a:latin typeface="Arial Black"/>
              </a:rPr>
              <a:t>Public Works Process</a:t>
            </a:r>
            <a:endParaRPr b="0" lang="en-IN" sz="3300" strike="noStrike" u="none">
              <a:solidFill>
                <a:srgbClr val="336666"/>
              </a:solidFill>
              <a:effectLst/>
              <a:uFillTx/>
              <a:latin typeface="Arial Black"/>
            </a:endParaRPr>
          </a:p>
        </p:txBody>
      </p:sp>
      <p:sp>
        <p:nvSpPr>
          <p:cNvPr id="100" name="PlaceHolder 2"/>
          <p:cNvSpPr>
            <a:spLocks noGrp="1"/>
          </p:cNvSpPr>
          <p:nvPr>
            <p:ph/>
          </p:nvPr>
        </p:nvSpPr>
        <p:spPr>
          <a:xfrm>
            <a:off x="762120" y="1905120"/>
            <a:ext cx="7696080" cy="4038480"/>
          </a:xfrm>
          <a:prstGeom prst="rect">
            <a:avLst/>
          </a:prstGeom>
          <a:noFill/>
          <a:ln w="0">
            <a:noFill/>
          </a:ln>
        </p:spPr>
        <p:txBody>
          <a:bodyPr lIns="90000" rIns="90000" tIns="46800" bIns="46800" anchor="t">
            <a:normAutofit/>
          </a:bodyPr>
          <a:p>
            <a:pPr marL="343080" indent="-343080">
              <a:spcBef>
                <a:spcPts val="774"/>
              </a:spcBef>
              <a:buClr>
                <a:srgbClr val="cccc99"/>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100" strike="noStrike" u="none">
                <a:solidFill>
                  <a:srgbClr val="000000"/>
                </a:solidFill>
                <a:effectLst/>
                <a:uFillTx/>
                <a:latin typeface="Arial"/>
              </a:rPr>
              <a:t>Limited Public Works</a:t>
            </a:r>
            <a:endParaRPr b="0" lang="en-IN" sz="3100" strike="noStrike" u="none">
              <a:solidFill>
                <a:srgbClr val="000000"/>
              </a:solidFill>
              <a:effectLst/>
              <a:uFillTx/>
              <a:latin typeface="Arial"/>
            </a:endParaRPr>
          </a:p>
          <a:p>
            <a:pPr marL="343080" indent="-343080">
              <a:spcBef>
                <a:spcPts val="774"/>
              </a:spcBef>
              <a:buClr>
                <a:srgbClr val="cccc99"/>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100" strike="noStrike" u="none">
                <a:solidFill>
                  <a:srgbClr val="000000"/>
                </a:solidFill>
                <a:effectLst/>
                <a:uFillTx/>
                <a:latin typeface="Arial"/>
              </a:rPr>
              <a:t>Small Works Roster</a:t>
            </a:r>
            <a:endParaRPr b="0" lang="en-IN" sz="3100" strike="noStrike" u="none">
              <a:solidFill>
                <a:srgbClr val="000000"/>
              </a:solidFill>
              <a:effectLst/>
              <a:uFillTx/>
              <a:latin typeface="Arial"/>
            </a:endParaRPr>
          </a:p>
          <a:p>
            <a:pPr marL="343080" indent="-343080">
              <a:spcBef>
                <a:spcPts val="774"/>
              </a:spcBef>
              <a:buClr>
                <a:srgbClr val="cccc99"/>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100" strike="noStrike" u="none">
                <a:solidFill>
                  <a:srgbClr val="000000"/>
                </a:solidFill>
                <a:effectLst/>
                <a:uFillTx/>
                <a:latin typeface="Arial"/>
              </a:rPr>
              <a:t>Job Order Contracts</a:t>
            </a:r>
            <a:endParaRPr b="0" lang="en-IN" sz="3100" strike="noStrike" u="none">
              <a:solidFill>
                <a:srgbClr val="000000"/>
              </a:solidFill>
              <a:effectLst/>
              <a:uFillTx/>
              <a:latin typeface="Arial"/>
            </a:endParaRPr>
          </a:p>
          <a:p>
            <a:pPr marL="343080" indent="-343080">
              <a:spcBef>
                <a:spcPts val="774"/>
              </a:spcBef>
              <a:buClr>
                <a:srgbClr val="cccc99"/>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100" strike="noStrike" u="none">
                <a:solidFill>
                  <a:srgbClr val="000000"/>
                </a:solidFill>
                <a:effectLst/>
                <a:uFillTx/>
                <a:latin typeface="Arial"/>
              </a:rPr>
              <a:t>Advertised Projects</a:t>
            </a:r>
            <a:endParaRPr b="0" lang="en-IN" sz="3100" strike="noStrike" u="none">
              <a:solidFill>
                <a:srgbClr val="000000"/>
              </a:solidFill>
              <a:effectLst/>
              <a:uFillTx/>
              <a:latin typeface="Arial"/>
            </a:endParaRPr>
          </a:p>
          <a:p>
            <a:pPr marL="343080" indent="-343080">
              <a:spcBef>
                <a:spcPts val="774"/>
              </a:spcBef>
              <a:buClr>
                <a:srgbClr val="cccc99"/>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100" strike="noStrike" u="none">
                <a:solidFill>
                  <a:srgbClr val="000000"/>
                </a:solidFill>
                <a:effectLst/>
                <a:uFillTx/>
                <a:latin typeface="Arial"/>
              </a:rPr>
              <a:t>Other Alternative Processes for &gt;$10 M</a:t>
            </a:r>
            <a:endParaRPr b="0" lang="en-IN" sz="3100" strike="noStrike" u="none">
              <a:solidFill>
                <a:srgbClr val="000000"/>
              </a:solidFill>
              <a:effectLst/>
              <a:uFillTx/>
              <a:latin typeface="Arial"/>
            </a:endParaRPr>
          </a:p>
          <a:p>
            <a:pPr lvl="1" marL="743040" indent="-285840">
              <a:spcBef>
                <a:spcPts val="649"/>
              </a:spcBef>
              <a:buClr>
                <a:srgbClr val="97cdcc"/>
              </a:buClr>
              <a:buSzPct val="150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600" strike="noStrike" u="none">
                <a:solidFill>
                  <a:srgbClr val="000000"/>
                </a:solidFill>
                <a:effectLst/>
                <a:uFillTx/>
                <a:latin typeface="Arial"/>
              </a:rPr>
              <a:t>General Contractor/ Construction Manger</a:t>
            </a:r>
            <a:endParaRPr b="0" lang="en-IN" sz="2600" strike="noStrike" u="none">
              <a:solidFill>
                <a:srgbClr val="000000"/>
              </a:solidFill>
              <a:effectLst/>
              <a:uFillTx/>
              <a:latin typeface="Arial"/>
            </a:endParaRPr>
          </a:p>
          <a:p>
            <a:pPr lvl="1" marL="743040" indent="-285840">
              <a:spcBef>
                <a:spcPts val="649"/>
              </a:spcBef>
              <a:buClr>
                <a:srgbClr val="97cdcc"/>
              </a:buClr>
              <a:buSzPct val="150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600" strike="noStrike" u="none">
                <a:solidFill>
                  <a:srgbClr val="000000"/>
                </a:solidFill>
                <a:effectLst/>
                <a:uFillTx/>
                <a:latin typeface="Arial"/>
              </a:rPr>
              <a:t>Design - Build</a:t>
            </a:r>
            <a:endParaRPr b="0" lang="en-IN" sz="26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1" name="PlaceHolder 1"/>
          <p:cNvSpPr>
            <a:spLocks noGrp="1"/>
          </p:cNvSpPr>
          <p:nvPr>
            <p:ph type="title"/>
          </p:nvPr>
        </p:nvSpPr>
        <p:spPr>
          <a:xfrm>
            <a:off x="762120" y="533160"/>
            <a:ext cx="7696080" cy="990360"/>
          </a:xfrm>
          <a:prstGeom prst="rect">
            <a:avLst/>
          </a:prstGeom>
          <a:noFill/>
          <a:ln w="0">
            <a:noFill/>
          </a:ln>
        </p:spPr>
        <p:txBody>
          <a:bodyPr lIns="90000" rIns="90000" tIns="46800" bIns="46800" anchor="b">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336666"/>
                </a:solidFill>
                <a:effectLst/>
                <a:uFillTx/>
                <a:latin typeface="Arial Black"/>
              </a:rPr>
              <a:t>Small Works Roster</a:t>
            </a:r>
            <a:endParaRPr b="0" lang="en-IN" sz="3200" strike="noStrike" u="none">
              <a:solidFill>
                <a:srgbClr val="336666"/>
              </a:solidFill>
              <a:effectLst/>
              <a:uFillTx/>
              <a:latin typeface="Arial Black"/>
            </a:endParaRPr>
          </a:p>
        </p:txBody>
      </p:sp>
      <p:sp>
        <p:nvSpPr>
          <p:cNvPr id="102" name="PlaceHolder 2"/>
          <p:cNvSpPr>
            <a:spLocks noGrp="1"/>
          </p:cNvSpPr>
          <p:nvPr>
            <p:ph/>
          </p:nvPr>
        </p:nvSpPr>
        <p:spPr>
          <a:xfrm>
            <a:off x="762120" y="1905120"/>
            <a:ext cx="7696080" cy="4038480"/>
          </a:xfrm>
          <a:prstGeom prst="rect">
            <a:avLst/>
          </a:prstGeom>
          <a:noFill/>
          <a:ln w="0">
            <a:noFill/>
          </a:ln>
        </p:spPr>
        <p:txBody>
          <a:bodyPr lIns="90000" rIns="90000" tIns="46800" bIns="46800" anchor="t">
            <a:normAutofit/>
          </a:bodyPr>
          <a:p>
            <a:pPr marL="343080" indent="-34308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Arial"/>
              </a:rPr>
              <a:t>RCW 39.04.155</a:t>
            </a:r>
            <a:endParaRPr b="0" lang="en-IN" sz="2400" strike="noStrike" u="none">
              <a:solidFill>
                <a:srgbClr val="000000"/>
              </a:solidFill>
              <a:effectLst/>
              <a:uFillTx/>
              <a:latin typeface="Arial"/>
            </a:endParaRPr>
          </a:p>
          <a:p>
            <a:pPr marL="343080" indent="-34308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000000"/>
              </a:solidFill>
              <a:effectLst/>
              <a:uFillTx/>
              <a:latin typeface="Arial"/>
            </a:endParaRPr>
          </a:p>
          <a:p>
            <a:pPr marL="343080" indent="-34308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Arial"/>
              </a:rPr>
              <a:t>Small Works Roster - - Procedure for securing quotations:</a:t>
            </a:r>
            <a:endParaRPr b="0" lang="en-IN" sz="2400" strike="noStrike" u="none">
              <a:solidFill>
                <a:srgbClr val="000000"/>
              </a:solidFill>
              <a:effectLst/>
              <a:uFillTx/>
              <a:latin typeface="Arial"/>
            </a:endParaRPr>
          </a:p>
          <a:p>
            <a:pPr marL="343080" indent="-34308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000000"/>
              </a:solidFill>
              <a:effectLst/>
              <a:uFillTx/>
              <a:latin typeface="Arial"/>
            </a:endParaRPr>
          </a:p>
          <a:p>
            <a:pPr marL="343080" indent="-34308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Arial"/>
              </a:rPr>
              <a:t>Construction, repair, or alteration projects estimated to cost less than two hundred thousand dollars are exempt from the requirement that the contracts be awarded after advertisement and competitive bid as defined by RCW 39.04.010.</a:t>
            </a:r>
            <a:endParaRPr b="0" lang="en-IN"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3" name="PlaceHolder 1"/>
          <p:cNvSpPr>
            <a:spLocks noGrp="1"/>
          </p:cNvSpPr>
          <p:nvPr>
            <p:ph type="title"/>
          </p:nvPr>
        </p:nvSpPr>
        <p:spPr>
          <a:xfrm>
            <a:off x="762120" y="533160"/>
            <a:ext cx="7696080" cy="1143000"/>
          </a:xfrm>
          <a:prstGeom prst="rect">
            <a:avLst/>
          </a:prstGeom>
          <a:noFill/>
          <a:ln w="0">
            <a:noFill/>
          </a:ln>
        </p:spPr>
        <p:txBody>
          <a:bodyPr lIns="90000" rIns="90000" tIns="46800" bIns="46800" anchor="b">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336666"/>
                </a:solidFill>
                <a:effectLst/>
                <a:uFillTx/>
                <a:latin typeface="Arial Black"/>
              </a:rPr>
              <a:t>Limited Public Works</a:t>
            </a:r>
            <a:endParaRPr b="0" lang="en-IN" sz="3200" strike="noStrike" u="none">
              <a:solidFill>
                <a:srgbClr val="336666"/>
              </a:solidFill>
              <a:effectLst/>
              <a:uFillTx/>
              <a:latin typeface="Arial Black"/>
            </a:endParaRPr>
          </a:p>
        </p:txBody>
      </p:sp>
      <p:sp>
        <p:nvSpPr>
          <p:cNvPr id="104" name="PlaceHolder 2"/>
          <p:cNvSpPr>
            <a:spLocks noGrp="1"/>
          </p:cNvSpPr>
          <p:nvPr>
            <p:ph/>
          </p:nvPr>
        </p:nvSpPr>
        <p:spPr>
          <a:xfrm>
            <a:off x="762120" y="1905120"/>
            <a:ext cx="7696080" cy="4038480"/>
          </a:xfrm>
          <a:prstGeom prst="rect">
            <a:avLst/>
          </a:prstGeom>
          <a:noFill/>
          <a:ln w="0">
            <a:noFill/>
          </a:ln>
        </p:spPr>
        <p:txBody>
          <a:bodyPr lIns="90000" rIns="90000" tIns="46800" bIns="46800" anchor="t">
            <a:normAutofit/>
          </a:bodyPr>
          <a:p>
            <a:pPr marL="343080" indent="-343080">
              <a:spcBef>
                <a:spcPts val="774"/>
              </a:spcBef>
              <a:buClr>
                <a:srgbClr val="cccc99"/>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100" strike="noStrike" u="none">
                <a:solidFill>
                  <a:srgbClr val="000000"/>
                </a:solidFill>
                <a:effectLst/>
                <a:uFillTx/>
                <a:latin typeface="Arial"/>
              </a:rPr>
              <a:t>A Manual describing the Limited Public Works Process is available on line:</a:t>
            </a:r>
            <a:endParaRPr b="0" lang="en-IN" sz="3100" strike="noStrike" u="none">
              <a:solidFill>
                <a:srgbClr val="000000"/>
              </a:solidFill>
              <a:effectLst/>
              <a:uFillTx/>
              <a:latin typeface="Arial"/>
            </a:endParaRPr>
          </a:p>
          <a:p>
            <a:pPr lvl="1" marL="743040" indent="-285840">
              <a:spcBef>
                <a:spcPts val="649"/>
              </a:spcBef>
              <a:buClr>
                <a:srgbClr val="97cdcc"/>
              </a:buClr>
              <a:buSzPct val="150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600" strike="noStrike" u="sng">
                <a:solidFill>
                  <a:srgbClr val="99cc00"/>
                </a:solidFill>
                <a:effectLst/>
                <a:uFillTx/>
                <a:latin typeface="Arial"/>
                <a:hlinkClick r:id="rId1"/>
              </a:rPr>
              <a:t>http://www.ga.wa.gov/eas/doc-form.htm</a:t>
            </a:r>
            <a:endParaRPr b="0" lang="en-IN" sz="2600" strike="noStrike" u="none">
              <a:solidFill>
                <a:srgbClr val="000000"/>
              </a:solidFill>
              <a:effectLst/>
              <a:uFillTx/>
              <a:latin typeface="Arial"/>
            </a:endParaRPr>
          </a:p>
          <a:p>
            <a:pPr lvl="1" marL="743040" indent="0">
              <a:spcBef>
                <a:spcPts val="64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600" strike="noStrike" u="none">
              <a:solidFill>
                <a:srgbClr val="000000"/>
              </a:solidFill>
              <a:effectLst/>
              <a:uFillTx/>
              <a:latin typeface="Arial"/>
            </a:endParaRPr>
          </a:p>
          <a:p>
            <a:pPr marL="343080" indent="-343080">
              <a:spcBef>
                <a:spcPts val="774"/>
              </a:spcBef>
              <a:buClr>
                <a:srgbClr val="cccc99"/>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100" strike="noStrike" u="none">
                <a:solidFill>
                  <a:srgbClr val="000000"/>
                </a:solidFill>
                <a:effectLst/>
                <a:uFillTx/>
                <a:latin typeface="Arial"/>
              </a:rPr>
              <a:t>Forms referenced in the manual are available at the same site.</a:t>
            </a:r>
            <a:endParaRPr b="0" lang="en-IN" sz="31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5" name="PlaceHolder 1"/>
          <p:cNvSpPr>
            <a:spLocks noGrp="1"/>
          </p:cNvSpPr>
          <p:nvPr>
            <p:ph type="title"/>
          </p:nvPr>
        </p:nvSpPr>
        <p:spPr>
          <a:xfrm>
            <a:off x="762120" y="533520"/>
            <a:ext cx="7696080" cy="914400"/>
          </a:xfrm>
          <a:prstGeom prst="rect">
            <a:avLst/>
          </a:prstGeom>
          <a:noFill/>
          <a:ln w="0">
            <a:noFill/>
          </a:ln>
        </p:spPr>
        <p:txBody>
          <a:bodyPr lIns="90000" rIns="90000" tIns="46800" bIns="46800" anchor="b">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336666"/>
                </a:solidFill>
                <a:effectLst/>
                <a:uFillTx/>
                <a:latin typeface="Arial Black"/>
              </a:rPr>
              <a:t>Limited Public Works</a:t>
            </a:r>
            <a:endParaRPr b="0" lang="en-IN" sz="3200" strike="noStrike" u="none">
              <a:solidFill>
                <a:srgbClr val="336666"/>
              </a:solidFill>
              <a:effectLst/>
              <a:uFillTx/>
              <a:latin typeface="Arial Black"/>
            </a:endParaRPr>
          </a:p>
        </p:txBody>
      </p:sp>
      <p:sp>
        <p:nvSpPr>
          <p:cNvPr id="106" name="PlaceHolder 2"/>
          <p:cNvSpPr>
            <a:spLocks noGrp="1"/>
          </p:cNvSpPr>
          <p:nvPr>
            <p:ph/>
          </p:nvPr>
        </p:nvSpPr>
        <p:spPr>
          <a:xfrm>
            <a:off x="762120" y="1905120"/>
            <a:ext cx="7696080" cy="4038480"/>
          </a:xfrm>
          <a:prstGeom prst="rect">
            <a:avLst/>
          </a:prstGeom>
          <a:noFill/>
          <a:ln w="0">
            <a:noFill/>
          </a:ln>
        </p:spPr>
        <p:txBody>
          <a:bodyPr lIns="90000" rIns="90000" tIns="46800" bIns="46800" anchor="t">
            <a:normAutofit/>
          </a:bodyPr>
          <a:p>
            <a:pPr marL="343080" indent="-343080">
              <a:lnSpc>
                <a:spcPct val="90000"/>
              </a:lnSpc>
              <a:spcBef>
                <a:spcPts val="675"/>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700" strike="noStrike" u="none">
                <a:solidFill>
                  <a:srgbClr val="000000"/>
                </a:solidFill>
                <a:effectLst/>
                <a:uFillTx/>
                <a:latin typeface="Arial"/>
              </a:rPr>
              <a:t>Limited Public Works is a process used for projects less than $35,000. RCW 39.04.155 allows us to solicit contractors through the Small Works Roster without a public advertisement since the cost is less than $35,000.</a:t>
            </a:r>
            <a:endParaRPr b="0" lang="en-IN" sz="27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7" name="PlaceHolder 1"/>
          <p:cNvSpPr>
            <a:spLocks noGrp="1"/>
          </p:cNvSpPr>
          <p:nvPr>
            <p:ph type="title"/>
          </p:nvPr>
        </p:nvSpPr>
        <p:spPr>
          <a:xfrm>
            <a:off x="762120" y="533520"/>
            <a:ext cx="7696080" cy="914400"/>
          </a:xfrm>
          <a:prstGeom prst="rect">
            <a:avLst/>
          </a:prstGeom>
          <a:noFill/>
          <a:ln w="0">
            <a:noFill/>
          </a:ln>
        </p:spPr>
        <p:txBody>
          <a:bodyPr lIns="90000" rIns="90000" tIns="46800" bIns="46800" anchor="b">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336666"/>
                </a:solidFill>
                <a:effectLst/>
                <a:uFillTx/>
                <a:latin typeface="Arial Black"/>
              </a:rPr>
              <a:t>Limited Public Works</a:t>
            </a:r>
            <a:endParaRPr b="0" lang="en-IN" sz="3200" strike="noStrike" u="none">
              <a:solidFill>
                <a:srgbClr val="336666"/>
              </a:solidFill>
              <a:effectLst/>
              <a:uFillTx/>
              <a:latin typeface="Arial Black"/>
            </a:endParaRPr>
          </a:p>
        </p:txBody>
      </p:sp>
      <p:sp>
        <p:nvSpPr>
          <p:cNvPr id="108" name="PlaceHolder 2"/>
          <p:cNvSpPr>
            <a:spLocks noGrp="1"/>
          </p:cNvSpPr>
          <p:nvPr>
            <p:ph/>
          </p:nvPr>
        </p:nvSpPr>
        <p:spPr>
          <a:xfrm>
            <a:off x="762120" y="1905120"/>
            <a:ext cx="7696080" cy="4038480"/>
          </a:xfrm>
          <a:prstGeom prst="rect">
            <a:avLst/>
          </a:prstGeom>
          <a:noFill/>
          <a:ln w="0">
            <a:noFill/>
          </a:ln>
        </p:spPr>
        <p:txBody>
          <a:bodyPr lIns="90000" rIns="90000" tIns="46800" bIns="46800" anchor="t">
            <a:normAutofit/>
          </a:bodyPr>
          <a:p>
            <a:pPr marL="343080" indent="-343080">
              <a:lnSpc>
                <a:spcPct val="90000"/>
              </a:lnSpc>
              <a:spcBef>
                <a:spcPts val="675"/>
              </a:spcBef>
              <a:buClr>
                <a:srgbClr val="cccc99"/>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700" strike="noStrike" u="none">
                <a:solidFill>
                  <a:srgbClr val="000000"/>
                </a:solidFill>
                <a:effectLst/>
                <a:uFillTx/>
                <a:latin typeface="Arial"/>
              </a:rPr>
              <a:t>Architect/Engineer Contract Services</a:t>
            </a:r>
            <a:endParaRPr b="0" lang="en-IN" sz="2700" strike="noStrike" u="none">
              <a:solidFill>
                <a:srgbClr val="000000"/>
              </a:solidFill>
              <a:effectLst/>
              <a:uFillTx/>
              <a:latin typeface="Arial"/>
            </a:endParaRPr>
          </a:p>
          <a:p>
            <a:pPr lvl="1" marL="743040" indent="-285840">
              <a:lnSpc>
                <a:spcPct val="90000"/>
              </a:lnSpc>
              <a:spcBef>
                <a:spcPts val="550"/>
              </a:spcBef>
              <a:buClr>
                <a:srgbClr val="97cdcc"/>
              </a:buClr>
              <a:buSzPct val="150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200" strike="noStrike" u="none">
                <a:solidFill>
                  <a:srgbClr val="000000"/>
                </a:solidFill>
                <a:effectLst/>
                <a:uFillTx/>
                <a:latin typeface="Arial"/>
              </a:rPr>
              <a:t>A/E is selected based on qualifications per RCW 39.80</a:t>
            </a:r>
            <a:endParaRPr b="0" lang="en-IN" sz="2200" strike="noStrike" u="none">
              <a:solidFill>
                <a:srgbClr val="000000"/>
              </a:solidFill>
              <a:effectLst/>
              <a:uFillTx/>
              <a:latin typeface="Arial"/>
            </a:endParaRPr>
          </a:p>
          <a:p>
            <a:pPr lvl="1" marL="743040" indent="-285840">
              <a:lnSpc>
                <a:spcPct val="90000"/>
              </a:lnSpc>
              <a:spcBef>
                <a:spcPts val="550"/>
              </a:spcBef>
              <a:buClr>
                <a:srgbClr val="97cdcc"/>
              </a:buClr>
              <a:buSzPct val="150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200" strike="noStrike" u="none">
                <a:solidFill>
                  <a:srgbClr val="000000"/>
                </a:solidFill>
                <a:effectLst/>
                <a:uFillTx/>
                <a:latin typeface="Arial"/>
              </a:rPr>
              <a:t>E&amp;AS maintains on-call A/E contracts that are available for state agencies to use</a:t>
            </a:r>
            <a:endParaRPr b="0" lang="en-IN" sz="2200" strike="noStrike" u="none">
              <a:solidFill>
                <a:srgbClr val="000000"/>
              </a:solidFill>
              <a:effectLst/>
              <a:uFillTx/>
              <a:latin typeface="Arial"/>
            </a:endParaRPr>
          </a:p>
          <a:p>
            <a:pPr marL="343080" indent="-343080">
              <a:spcBef>
                <a:spcPts val="675"/>
              </a:spcBef>
              <a:buClr>
                <a:srgbClr val="cccc99"/>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700" strike="noStrike" u="none">
                <a:solidFill>
                  <a:srgbClr val="000000"/>
                </a:solidFill>
                <a:effectLst/>
                <a:uFillTx/>
                <a:latin typeface="Arial"/>
              </a:rPr>
              <a:t>Some LPW projects will not require an A/E contract for the design </a:t>
            </a:r>
            <a:endParaRPr b="0" lang="en-IN" sz="27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9" name="PlaceHolder 1"/>
          <p:cNvSpPr>
            <a:spLocks noGrp="1"/>
          </p:cNvSpPr>
          <p:nvPr>
            <p:ph type="title"/>
          </p:nvPr>
        </p:nvSpPr>
        <p:spPr>
          <a:xfrm>
            <a:off x="762120" y="533160"/>
            <a:ext cx="7696080" cy="990360"/>
          </a:xfrm>
          <a:prstGeom prst="rect">
            <a:avLst/>
          </a:prstGeom>
          <a:noFill/>
          <a:ln w="0">
            <a:noFill/>
          </a:ln>
        </p:spPr>
        <p:txBody>
          <a:bodyPr lIns="90000" rIns="90000" tIns="46800" bIns="46800" anchor="b">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336666"/>
                </a:solidFill>
                <a:effectLst/>
                <a:uFillTx/>
                <a:latin typeface="Arial Black"/>
              </a:rPr>
              <a:t>Limited Public Works</a:t>
            </a:r>
            <a:r>
              <a:rPr b="0" lang="en-IN" sz="3300" strike="noStrike" u="none">
                <a:solidFill>
                  <a:srgbClr val="336666"/>
                </a:solidFill>
                <a:effectLst/>
                <a:uFillTx/>
                <a:latin typeface="Arial Black"/>
              </a:rPr>
              <a:t> </a:t>
            </a:r>
            <a:endParaRPr b="0" lang="en-IN" sz="3300" strike="noStrike" u="none">
              <a:solidFill>
                <a:srgbClr val="336666"/>
              </a:solidFill>
              <a:effectLst/>
              <a:uFillTx/>
              <a:latin typeface="Arial Black"/>
            </a:endParaRPr>
          </a:p>
        </p:txBody>
      </p:sp>
      <p:sp>
        <p:nvSpPr>
          <p:cNvPr id="110" name="PlaceHolder 2"/>
          <p:cNvSpPr>
            <a:spLocks noGrp="1"/>
          </p:cNvSpPr>
          <p:nvPr>
            <p:ph/>
          </p:nvPr>
        </p:nvSpPr>
        <p:spPr>
          <a:xfrm>
            <a:off x="762120" y="1905120"/>
            <a:ext cx="7696080" cy="4038480"/>
          </a:xfrm>
          <a:prstGeom prst="rect">
            <a:avLst/>
          </a:prstGeom>
          <a:noFill/>
          <a:ln w="0">
            <a:noFill/>
          </a:ln>
        </p:spPr>
        <p:txBody>
          <a:bodyPr lIns="90000" rIns="90000" tIns="46800" bIns="46800" anchor="t">
            <a:normAutofit/>
          </a:bodyPr>
          <a:p>
            <a:pPr marL="343080" indent="-343080">
              <a:spcBef>
                <a:spcPts val="675"/>
              </a:spcBef>
              <a:buClr>
                <a:srgbClr val="cccc99"/>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700" strike="noStrike" u="none">
                <a:solidFill>
                  <a:srgbClr val="000000"/>
                </a:solidFill>
                <a:effectLst/>
                <a:uFillTx/>
                <a:latin typeface="Arial"/>
              </a:rPr>
              <a:t>Assemble Bid Package Including:</a:t>
            </a:r>
            <a:endParaRPr b="0" lang="en-IN" sz="2700" strike="noStrike" u="none">
              <a:solidFill>
                <a:srgbClr val="000000"/>
              </a:solidFill>
              <a:effectLst/>
              <a:uFillTx/>
              <a:latin typeface="Arial"/>
            </a:endParaRPr>
          </a:p>
          <a:p>
            <a:pPr lvl="2" marL="1143000" indent="-228600">
              <a:spcBef>
                <a:spcPts val="550"/>
              </a:spcBef>
              <a:buClr>
                <a:srgbClr val="000000"/>
              </a:buClr>
              <a:buSzPct val="150000"/>
              <a:buFont typeface="Arial"/>
              <a:buChar char="•"/>
              <a:tabLst>
                <a:tab algn="l" pos="1828800"/>
                <a:tab algn="l" pos="2743200"/>
                <a:tab algn="l" pos="3657600"/>
                <a:tab algn="l" pos="4572000"/>
                <a:tab algn="l" pos="5486400"/>
                <a:tab algn="l" pos="6400800"/>
                <a:tab algn="l" pos="7315200"/>
                <a:tab algn="l" pos="8229600"/>
                <a:tab algn="l" pos="9144000"/>
                <a:tab algn="l" pos="10058400"/>
              </a:tabLst>
            </a:pPr>
            <a:r>
              <a:rPr b="0" lang="en-IN" sz="2200" strike="noStrike" u="none">
                <a:solidFill>
                  <a:srgbClr val="000000"/>
                </a:solidFill>
                <a:effectLst/>
                <a:uFillTx/>
                <a:latin typeface="Arial"/>
              </a:rPr>
              <a:t>Cover Sheet w/project number, title and location</a:t>
            </a:r>
            <a:endParaRPr b="0" lang="en-IN" sz="2200" strike="noStrike" u="none">
              <a:solidFill>
                <a:srgbClr val="000000"/>
              </a:solidFill>
              <a:effectLst/>
              <a:uFillTx/>
              <a:latin typeface="Arial"/>
            </a:endParaRPr>
          </a:p>
          <a:p>
            <a:pPr lvl="2" marL="1143000" indent="-228600">
              <a:spcBef>
                <a:spcPts val="550"/>
              </a:spcBef>
              <a:buClr>
                <a:srgbClr val="000000"/>
              </a:buClr>
              <a:buSzPct val="150000"/>
              <a:buFont typeface="Arial"/>
              <a:buChar char="•"/>
              <a:tabLst>
                <a:tab algn="l" pos="1828800"/>
                <a:tab algn="l" pos="2743200"/>
                <a:tab algn="l" pos="3657600"/>
                <a:tab algn="l" pos="4572000"/>
                <a:tab algn="l" pos="5486400"/>
                <a:tab algn="l" pos="6400800"/>
                <a:tab algn="l" pos="7315200"/>
                <a:tab algn="l" pos="8229600"/>
                <a:tab algn="l" pos="9144000"/>
                <a:tab algn="l" pos="10058400"/>
              </a:tabLst>
            </a:pPr>
            <a:r>
              <a:rPr b="0" lang="en-IN" sz="2200" strike="noStrike" u="none">
                <a:solidFill>
                  <a:srgbClr val="000000"/>
                </a:solidFill>
                <a:effectLst/>
                <a:uFillTx/>
                <a:latin typeface="Arial"/>
              </a:rPr>
              <a:t>Table of Contents</a:t>
            </a:r>
            <a:endParaRPr b="0" lang="en-IN" sz="2200" strike="noStrike" u="none">
              <a:solidFill>
                <a:srgbClr val="000000"/>
              </a:solidFill>
              <a:effectLst/>
              <a:uFillTx/>
              <a:latin typeface="Arial"/>
            </a:endParaRPr>
          </a:p>
          <a:p>
            <a:pPr lvl="2" marL="1143000" indent="-228600">
              <a:spcBef>
                <a:spcPts val="550"/>
              </a:spcBef>
              <a:buClr>
                <a:srgbClr val="000000"/>
              </a:buClr>
              <a:buSzPct val="150000"/>
              <a:buFont typeface="Arial"/>
              <a:buChar char="•"/>
              <a:tabLst>
                <a:tab algn="l" pos="1828800"/>
                <a:tab algn="l" pos="2743200"/>
                <a:tab algn="l" pos="3657600"/>
                <a:tab algn="l" pos="4572000"/>
                <a:tab algn="l" pos="5486400"/>
                <a:tab algn="l" pos="6400800"/>
                <a:tab algn="l" pos="7315200"/>
                <a:tab algn="l" pos="8229600"/>
                <a:tab algn="l" pos="9144000"/>
                <a:tab algn="l" pos="10058400"/>
              </a:tabLst>
            </a:pPr>
            <a:r>
              <a:rPr b="0" lang="en-IN" sz="2200" strike="noStrike" u="none">
                <a:solidFill>
                  <a:srgbClr val="000000"/>
                </a:solidFill>
                <a:effectLst/>
                <a:uFillTx/>
                <a:latin typeface="Arial"/>
              </a:rPr>
              <a:t>Request for Bids</a:t>
            </a:r>
            <a:endParaRPr b="0" lang="en-IN" sz="2200" strike="noStrike" u="none">
              <a:solidFill>
                <a:srgbClr val="000000"/>
              </a:solidFill>
              <a:effectLst/>
              <a:uFillTx/>
              <a:latin typeface="Arial"/>
            </a:endParaRPr>
          </a:p>
          <a:p>
            <a:pPr lvl="2" marL="1143000" indent="-228600">
              <a:spcBef>
                <a:spcPts val="550"/>
              </a:spcBef>
              <a:buClr>
                <a:srgbClr val="000000"/>
              </a:buClr>
              <a:buSzPct val="150000"/>
              <a:buFont typeface="Arial"/>
              <a:buChar char="•"/>
              <a:tabLst>
                <a:tab algn="l" pos="1828800"/>
                <a:tab algn="l" pos="2743200"/>
                <a:tab algn="l" pos="3657600"/>
                <a:tab algn="l" pos="4572000"/>
                <a:tab algn="l" pos="5486400"/>
                <a:tab algn="l" pos="6400800"/>
                <a:tab algn="l" pos="7315200"/>
                <a:tab algn="l" pos="8229600"/>
                <a:tab algn="l" pos="9144000"/>
                <a:tab algn="l" pos="10058400"/>
              </a:tabLst>
            </a:pPr>
            <a:r>
              <a:rPr b="0" lang="en-IN" sz="2200" strike="noStrike" u="none">
                <a:solidFill>
                  <a:srgbClr val="000000"/>
                </a:solidFill>
                <a:effectLst/>
                <a:uFillTx/>
                <a:latin typeface="Arial"/>
              </a:rPr>
              <a:t>General Conditions (May be referenced in the specification if available for Contractor review)</a:t>
            </a:r>
            <a:endParaRPr b="0" lang="en-IN" sz="2200" strike="noStrike" u="none">
              <a:solidFill>
                <a:srgbClr val="000000"/>
              </a:solidFill>
              <a:effectLst/>
              <a:uFillTx/>
              <a:latin typeface="Arial"/>
            </a:endParaRPr>
          </a:p>
          <a:p>
            <a:pPr lvl="2" marL="1143000" indent="-228600">
              <a:spcBef>
                <a:spcPts val="550"/>
              </a:spcBef>
              <a:buClr>
                <a:srgbClr val="000000"/>
              </a:buClr>
              <a:buSzPct val="150000"/>
              <a:buFont typeface="Arial"/>
              <a:buChar char="•"/>
              <a:tabLst>
                <a:tab algn="l" pos="1828800"/>
                <a:tab algn="l" pos="2743200"/>
                <a:tab algn="l" pos="3657600"/>
                <a:tab algn="l" pos="4572000"/>
                <a:tab algn="l" pos="5486400"/>
                <a:tab algn="l" pos="6400800"/>
                <a:tab algn="l" pos="7315200"/>
                <a:tab algn="l" pos="8229600"/>
                <a:tab algn="l" pos="9144000"/>
                <a:tab algn="l" pos="10058400"/>
              </a:tabLst>
            </a:pPr>
            <a:r>
              <a:rPr b="0" lang="en-IN" sz="2200" strike="noStrike" u="none">
                <a:solidFill>
                  <a:srgbClr val="000000"/>
                </a:solidFill>
                <a:effectLst/>
                <a:uFillTx/>
                <a:latin typeface="Arial"/>
              </a:rPr>
              <a:t>Bid Proposal Form</a:t>
            </a:r>
            <a:endParaRPr b="0" lang="en-IN" sz="2200" strike="noStrike" u="none">
              <a:solidFill>
                <a:srgbClr val="000000"/>
              </a:solidFill>
              <a:effectLst/>
              <a:uFillTx/>
              <a:latin typeface="Arial"/>
            </a:endParaRPr>
          </a:p>
          <a:p>
            <a:pPr lvl="2" marL="1143000" indent="-228600">
              <a:spcBef>
                <a:spcPts val="550"/>
              </a:spcBef>
              <a:buClr>
                <a:srgbClr val="000000"/>
              </a:buClr>
              <a:buSzPct val="150000"/>
              <a:buFont typeface="Arial"/>
              <a:buChar char="•"/>
              <a:tabLst>
                <a:tab algn="l" pos="1828800"/>
                <a:tab algn="l" pos="2743200"/>
                <a:tab algn="l" pos="3657600"/>
                <a:tab algn="l" pos="4572000"/>
                <a:tab algn="l" pos="5486400"/>
                <a:tab algn="l" pos="6400800"/>
                <a:tab algn="l" pos="7315200"/>
                <a:tab algn="l" pos="8229600"/>
                <a:tab algn="l" pos="9144000"/>
                <a:tab algn="l" pos="10058400"/>
              </a:tabLst>
            </a:pPr>
            <a:r>
              <a:rPr b="0" lang="en-IN" sz="2200" strike="noStrike" u="none">
                <a:solidFill>
                  <a:srgbClr val="000000"/>
                </a:solidFill>
                <a:effectLst/>
                <a:uFillTx/>
                <a:latin typeface="Arial"/>
              </a:rPr>
              <a:t>Technical Specification w/ Detailed Project Scope of Work</a:t>
            </a:r>
            <a:endParaRPr b="0" lang="en-IN" sz="2200" strike="noStrike" u="none">
              <a:solidFill>
                <a:srgbClr val="000000"/>
              </a:solidFill>
              <a:effectLst/>
              <a:uFillTx/>
              <a:latin typeface="Arial"/>
            </a:endParaRPr>
          </a:p>
          <a:p>
            <a:pPr lvl="2" marL="1143000" indent="-228600">
              <a:spcBef>
                <a:spcPts val="550"/>
              </a:spcBef>
              <a:buClr>
                <a:srgbClr val="000000"/>
              </a:buClr>
              <a:buSzPct val="150000"/>
              <a:buFont typeface="Arial"/>
              <a:buChar char="•"/>
              <a:tabLst>
                <a:tab algn="l" pos="1828800"/>
                <a:tab algn="l" pos="2743200"/>
                <a:tab algn="l" pos="3657600"/>
                <a:tab algn="l" pos="4572000"/>
                <a:tab algn="l" pos="5486400"/>
                <a:tab algn="l" pos="6400800"/>
                <a:tab algn="l" pos="7315200"/>
                <a:tab algn="l" pos="8229600"/>
                <a:tab algn="l" pos="9144000"/>
                <a:tab algn="l" pos="10058400"/>
              </a:tabLst>
            </a:pPr>
            <a:r>
              <a:rPr b="0" lang="en-IN" sz="2200" strike="noStrike" u="none">
                <a:solidFill>
                  <a:srgbClr val="000000"/>
                </a:solidFill>
                <a:effectLst/>
                <a:uFillTx/>
                <a:latin typeface="Arial"/>
              </a:rPr>
              <a:t>Applicable Drawings</a:t>
            </a:r>
            <a:endParaRPr b="0" lang="en-IN" sz="22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1" name="PlaceHolder 1"/>
          <p:cNvSpPr>
            <a:spLocks noGrp="1"/>
          </p:cNvSpPr>
          <p:nvPr>
            <p:ph type="title"/>
          </p:nvPr>
        </p:nvSpPr>
        <p:spPr>
          <a:xfrm>
            <a:off x="762120" y="533160"/>
            <a:ext cx="7696080" cy="990360"/>
          </a:xfrm>
          <a:prstGeom prst="rect">
            <a:avLst/>
          </a:prstGeom>
          <a:noFill/>
          <a:ln w="0">
            <a:noFill/>
          </a:ln>
        </p:spPr>
        <p:txBody>
          <a:bodyPr lIns="90000" rIns="90000" tIns="46800" bIns="46800" anchor="b">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336666"/>
                </a:solidFill>
                <a:effectLst/>
                <a:uFillTx/>
                <a:latin typeface="Arial Black"/>
              </a:rPr>
              <a:t>Limited Public Works</a:t>
            </a:r>
            <a:endParaRPr b="0" lang="en-IN" sz="3200" strike="noStrike" u="none">
              <a:solidFill>
                <a:srgbClr val="336666"/>
              </a:solidFill>
              <a:effectLst/>
              <a:uFillTx/>
              <a:latin typeface="Arial Black"/>
            </a:endParaRPr>
          </a:p>
        </p:txBody>
      </p:sp>
      <p:sp>
        <p:nvSpPr>
          <p:cNvPr id="112" name="PlaceHolder 2"/>
          <p:cNvSpPr>
            <a:spLocks noGrp="1"/>
          </p:cNvSpPr>
          <p:nvPr>
            <p:ph/>
          </p:nvPr>
        </p:nvSpPr>
        <p:spPr>
          <a:xfrm>
            <a:off x="762120" y="1905120"/>
            <a:ext cx="7696080" cy="4038480"/>
          </a:xfrm>
          <a:prstGeom prst="rect">
            <a:avLst/>
          </a:prstGeom>
          <a:noFill/>
          <a:ln w="0">
            <a:noFill/>
          </a:ln>
        </p:spPr>
        <p:txBody>
          <a:bodyPr lIns="90000" rIns="90000" tIns="46800" bIns="46800" anchor="t">
            <a:normAutofit/>
          </a:bodyPr>
          <a:p>
            <a:pPr marL="343080" indent="-343080">
              <a:spcBef>
                <a:spcPts val="700"/>
              </a:spcBef>
              <a:buClr>
                <a:srgbClr val="cccc99"/>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000000"/>
                </a:solidFill>
                <a:effectLst/>
                <a:uFillTx/>
                <a:latin typeface="Arial"/>
              </a:rPr>
              <a:t>Compile a list of capable, licensed, contractors utilizing the Small Works Roster</a:t>
            </a:r>
            <a:endParaRPr b="0" lang="en-IN" sz="2800" strike="noStrike" u="none">
              <a:solidFill>
                <a:srgbClr val="000000"/>
              </a:solidFill>
              <a:effectLst/>
              <a:uFillTx/>
              <a:latin typeface="Arial"/>
            </a:endParaRPr>
          </a:p>
          <a:p>
            <a:pPr lvl="1" marL="743040" indent="-285840">
              <a:spcBef>
                <a:spcPts val="649"/>
              </a:spcBef>
              <a:buClr>
                <a:srgbClr val="97cdcc"/>
              </a:buClr>
              <a:buSzPct val="150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600" strike="noStrike" u="none">
                <a:solidFill>
                  <a:srgbClr val="000000"/>
                </a:solidFill>
                <a:effectLst/>
                <a:uFillTx/>
                <a:latin typeface="Arial"/>
              </a:rPr>
              <a:t>Notify contractors located within your region with the applicable specialty</a:t>
            </a:r>
            <a:endParaRPr b="0" lang="en-IN" sz="2600" strike="noStrike" u="none">
              <a:solidFill>
                <a:srgbClr val="000000"/>
              </a:solidFill>
              <a:effectLst/>
              <a:uFillTx/>
              <a:latin typeface="Arial"/>
            </a:endParaRPr>
          </a:p>
          <a:p>
            <a:pPr lvl="1" marL="743040" indent="-285840">
              <a:spcBef>
                <a:spcPts val="649"/>
              </a:spcBef>
              <a:buClr>
                <a:srgbClr val="97cdcc"/>
              </a:buClr>
              <a:buSzPct val="150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600" strike="noStrike" u="none">
                <a:solidFill>
                  <a:srgbClr val="000000"/>
                </a:solidFill>
                <a:effectLst/>
                <a:uFillTx/>
                <a:latin typeface="Arial"/>
              </a:rPr>
              <a:t>Consider MBE and WBE contractors</a:t>
            </a:r>
            <a:endParaRPr b="0" lang="en-IN" sz="2600" strike="noStrike" u="none">
              <a:solidFill>
                <a:srgbClr val="000000"/>
              </a:solidFill>
              <a:effectLst/>
              <a:uFillTx/>
              <a:latin typeface="Arial"/>
            </a:endParaRPr>
          </a:p>
          <a:p>
            <a:pPr marL="343080" indent="-343080">
              <a:spcBef>
                <a:spcPts val="700"/>
              </a:spcBef>
              <a:buClr>
                <a:srgbClr val="cccc99"/>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000000"/>
                </a:solidFill>
                <a:effectLst/>
                <a:uFillTx/>
                <a:latin typeface="Arial"/>
              </a:rPr>
              <a:t>Send Bid Packages to interested contractors with notice of pre-bid meeting time and date</a:t>
            </a:r>
            <a:endParaRPr b="0" lang="en-IN" sz="2800" strike="noStrike" u="none">
              <a:solidFill>
                <a:srgbClr val="000000"/>
              </a:solidFill>
              <a:effectLst/>
              <a:uFillTx/>
              <a:latin typeface="Arial"/>
            </a:endParaRPr>
          </a:p>
          <a:p>
            <a:pPr marL="343080" indent="-343080">
              <a:spcBef>
                <a:spcPts val="700"/>
              </a:spcBef>
              <a:buClr>
                <a:srgbClr val="cccc99"/>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000000"/>
                </a:solidFill>
                <a:effectLst/>
                <a:uFillTx/>
                <a:latin typeface="Arial"/>
              </a:rPr>
              <a:t>Hold a Pre-Bid meeting</a:t>
            </a:r>
            <a:endParaRPr b="0" lang="en-IN" sz="2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3" name="PlaceHolder 1"/>
          <p:cNvSpPr>
            <a:spLocks noGrp="1"/>
          </p:cNvSpPr>
          <p:nvPr>
            <p:ph type="title"/>
          </p:nvPr>
        </p:nvSpPr>
        <p:spPr>
          <a:xfrm>
            <a:off x="762120" y="533160"/>
            <a:ext cx="7696080" cy="990360"/>
          </a:xfrm>
          <a:prstGeom prst="rect">
            <a:avLst/>
          </a:prstGeom>
          <a:noFill/>
          <a:ln w="0">
            <a:noFill/>
          </a:ln>
        </p:spPr>
        <p:txBody>
          <a:bodyPr lIns="90000" rIns="90000" tIns="46800" bIns="46800" anchor="b">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336666"/>
                </a:solidFill>
                <a:effectLst/>
                <a:uFillTx/>
                <a:latin typeface="Arial Black"/>
              </a:rPr>
              <a:t>Limited Public Works</a:t>
            </a:r>
            <a:endParaRPr b="0" lang="en-IN" sz="3200" strike="noStrike" u="none">
              <a:solidFill>
                <a:srgbClr val="336666"/>
              </a:solidFill>
              <a:effectLst/>
              <a:uFillTx/>
              <a:latin typeface="Arial Black"/>
            </a:endParaRPr>
          </a:p>
        </p:txBody>
      </p:sp>
      <p:sp>
        <p:nvSpPr>
          <p:cNvPr id="114" name="PlaceHolder 2"/>
          <p:cNvSpPr>
            <a:spLocks noGrp="1"/>
          </p:cNvSpPr>
          <p:nvPr>
            <p:ph/>
          </p:nvPr>
        </p:nvSpPr>
        <p:spPr>
          <a:xfrm>
            <a:off x="762120" y="1905120"/>
            <a:ext cx="7696080" cy="4038480"/>
          </a:xfrm>
          <a:prstGeom prst="rect">
            <a:avLst/>
          </a:prstGeom>
          <a:noFill/>
          <a:ln w="0">
            <a:noFill/>
          </a:ln>
        </p:spPr>
        <p:txBody>
          <a:bodyPr lIns="90000" rIns="90000" tIns="46800" bIns="46800" anchor="t">
            <a:normAutofit/>
          </a:bodyPr>
          <a:p>
            <a:pPr marL="343080" indent="-343080">
              <a:spcBef>
                <a:spcPts val="774"/>
              </a:spcBef>
              <a:buClr>
                <a:srgbClr val="cccc99"/>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100" strike="noStrike" u="none">
                <a:solidFill>
                  <a:srgbClr val="000000"/>
                </a:solidFill>
                <a:effectLst/>
                <a:uFillTx/>
                <a:latin typeface="Arial"/>
              </a:rPr>
              <a:t>Compile contractors Q&amp;A into an addendum to the contract documents</a:t>
            </a:r>
            <a:endParaRPr b="0" lang="en-IN" sz="3100" strike="noStrike" u="none">
              <a:solidFill>
                <a:srgbClr val="000000"/>
              </a:solidFill>
              <a:effectLst/>
              <a:uFillTx/>
              <a:latin typeface="Arial"/>
            </a:endParaRPr>
          </a:p>
          <a:p>
            <a:pPr marL="343080" indent="-343080">
              <a:spcBef>
                <a:spcPts val="774"/>
              </a:spcBef>
              <a:buClr>
                <a:srgbClr val="cccc99"/>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100" strike="noStrike" u="none">
                <a:solidFill>
                  <a:srgbClr val="000000"/>
                </a:solidFill>
                <a:effectLst/>
                <a:uFillTx/>
                <a:latin typeface="Arial"/>
              </a:rPr>
              <a:t>Distribute the addendum to all contractors who received a bid package</a:t>
            </a:r>
            <a:endParaRPr b="0" lang="en-IN" sz="3100" strike="noStrike" u="none">
              <a:solidFill>
                <a:srgbClr val="000000"/>
              </a:solidFill>
              <a:effectLst/>
              <a:uFillTx/>
              <a:latin typeface="Arial"/>
            </a:endParaRPr>
          </a:p>
          <a:p>
            <a:pPr marL="343080" indent="-343080">
              <a:spcBef>
                <a:spcPts val="774"/>
              </a:spcBef>
              <a:buClr>
                <a:srgbClr val="cccc99"/>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100" strike="noStrike" u="none">
                <a:solidFill>
                  <a:srgbClr val="000000"/>
                </a:solidFill>
                <a:effectLst/>
                <a:uFillTx/>
                <a:latin typeface="Arial"/>
              </a:rPr>
              <a:t>Receive and open bids</a:t>
            </a:r>
            <a:endParaRPr b="0" lang="en-IN" sz="3100" strike="noStrike" u="none">
              <a:solidFill>
                <a:srgbClr val="000000"/>
              </a:solidFill>
              <a:effectLst/>
              <a:uFillTx/>
              <a:latin typeface="Arial"/>
            </a:endParaRPr>
          </a:p>
          <a:p>
            <a:pPr lvl="1" marL="743040" indent="-285840">
              <a:spcBef>
                <a:spcPts val="550"/>
              </a:spcBef>
              <a:buClr>
                <a:srgbClr val="97cdcc"/>
              </a:buClr>
              <a:buSzPct val="150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200" strike="noStrike" u="none">
                <a:solidFill>
                  <a:srgbClr val="000000"/>
                </a:solidFill>
                <a:effectLst/>
                <a:uFillTx/>
                <a:latin typeface="Arial"/>
              </a:rPr>
              <a:t>Record date, time, and initials on bid envelopes</a:t>
            </a:r>
            <a:endParaRPr b="0" lang="en-IN" sz="2200" strike="noStrike" u="none">
              <a:solidFill>
                <a:srgbClr val="000000"/>
              </a:solidFill>
              <a:effectLst/>
              <a:uFillTx/>
              <a:latin typeface="Arial"/>
            </a:endParaRPr>
          </a:p>
          <a:p>
            <a:pPr lvl="1" marL="743040" indent="-285840">
              <a:spcBef>
                <a:spcPts val="550"/>
              </a:spcBef>
              <a:buClr>
                <a:srgbClr val="97cdcc"/>
              </a:buClr>
              <a:buSzPct val="150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200" strike="noStrike" u="none">
                <a:solidFill>
                  <a:srgbClr val="000000"/>
                </a:solidFill>
                <a:effectLst/>
                <a:uFillTx/>
                <a:latin typeface="Arial"/>
              </a:rPr>
              <a:t>Open bids with at least two staff</a:t>
            </a:r>
            <a:endParaRPr b="0" lang="en-IN" sz="2200" strike="noStrike" u="none">
              <a:solidFill>
                <a:srgbClr val="000000"/>
              </a:solidFill>
              <a:effectLst/>
              <a:uFillTx/>
              <a:latin typeface="Arial"/>
            </a:endParaRPr>
          </a:p>
          <a:p>
            <a:pPr lvl="1" marL="743040" indent="-285840">
              <a:spcBef>
                <a:spcPts val="550"/>
              </a:spcBef>
              <a:buClr>
                <a:srgbClr val="97cdcc"/>
              </a:buClr>
              <a:buSzPct val="150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200" strike="noStrike" u="none">
                <a:solidFill>
                  <a:srgbClr val="000000"/>
                </a:solidFill>
                <a:effectLst/>
                <a:uFillTx/>
                <a:latin typeface="Arial"/>
              </a:rPr>
              <a:t>Record bids on bid summary sheet</a:t>
            </a:r>
            <a:endParaRPr b="0" lang="en-IN" sz="22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5" name="PlaceHolder 1"/>
          <p:cNvSpPr>
            <a:spLocks noGrp="1"/>
          </p:cNvSpPr>
          <p:nvPr>
            <p:ph type="title"/>
          </p:nvPr>
        </p:nvSpPr>
        <p:spPr>
          <a:xfrm>
            <a:off x="762120" y="533520"/>
            <a:ext cx="7696080" cy="914400"/>
          </a:xfrm>
          <a:prstGeom prst="rect">
            <a:avLst/>
          </a:prstGeom>
          <a:noFill/>
          <a:ln w="0">
            <a:noFill/>
          </a:ln>
        </p:spPr>
        <p:txBody>
          <a:bodyPr lIns="90000" rIns="90000" tIns="46800" bIns="46800" anchor="b">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336666"/>
                </a:solidFill>
                <a:effectLst/>
                <a:uFillTx/>
                <a:latin typeface="Arial Black"/>
              </a:rPr>
              <a:t>Limited Public Works</a:t>
            </a:r>
            <a:endParaRPr b="0" lang="en-IN" sz="3200" strike="noStrike" u="none">
              <a:solidFill>
                <a:srgbClr val="336666"/>
              </a:solidFill>
              <a:effectLst/>
              <a:uFillTx/>
              <a:latin typeface="Arial Black"/>
            </a:endParaRPr>
          </a:p>
        </p:txBody>
      </p:sp>
      <p:sp>
        <p:nvSpPr>
          <p:cNvPr id="116" name="PlaceHolder 2"/>
          <p:cNvSpPr>
            <a:spLocks noGrp="1"/>
          </p:cNvSpPr>
          <p:nvPr>
            <p:ph/>
          </p:nvPr>
        </p:nvSpPr>
        <p:spPr>
          <a:xfrm>
            <a:off x="456840" y="1676160"/>
            <a:ext cx="8178840" cy="4381560"/>
          </a:xfrm>
          <a:prstGeom prst="rect">
            <a:avLst/>
          </a:prstGeom>
          <a:noFill/>
          <a:ln w="0">
            <a:noFill/>
          </a:ln>
        </p:spPr>
        <p:txBody>
          <a:bodyPr lIns="90000" rIns="90000" tIns="46800" bIns="46800" anchor="t">
            <a:normAutofit/>
          </a:bodyPr>
          <a:p>
            <a:pPr marL="343080" indent="-343080">
              <a:spcBef>
                <a:spcPts val="675"/>
              </a:spcBef>
              <a:buClr>
                <a:srgbClr val="cccc99"/>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700" strike="noStrike" u="none">
                <a:solidFill>
                  <a:srgbClr val="000000"/>
                </a:solidFill>
                <a:effectLst/>
                <a:uFillTx/>
                <a:latin typeface="Arial"/>
              </a:rPr>
              <a:t>Notify all bidders of the bid results</a:t>
            </a:r>
            <a:endParaRPr b="0" lang="en-IN" sz="2700" strike="noStrike" u="none">
              <a:solidFill>
                <a:srgbClr val="000000"/>
              </a:solidFill>
              <a:effectLst/>
              <a:uFillTx/>
              <a:latin typeface="Arial"/>
            </a:endParaRPr>
          </a:p>
          <a:p>
            <a:pPr marL="343080" indent="-343080">
              <a:spcBef>
                <a:spcPts val="675"/>
              </a:spcBef>
              <a:buClr>
                <a:srgbClr val="cccc99"/>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700" strike="noStrike" u="none">
                <a:solidFill>
                  <a:srgbClr val="000000"/>
                </a:solidFill>
                <a:effectLst/>
                <a:uFillTx/>
                <a:latin typeface="Arial"/>
              </a:rPr>
              <a:t>Prepare LPW Contract</a:t>
            </a:r>
            <a:endParaRPr b="0" lang="en-IN" sz="2700" strike="noStrike" u="none">
              <a:solidFill>
                <a:srgbClr val="000000"/>
              </a:solidFill>
              <a:effectLst/>
              <a:uFillTx/>
              <a:latin typeface="Arial"/>
            </a:endParaRPr>
          </a:p>
          <a:p>
            <a:pPr lvl="2" marL="1143000" indent="-228600">
              <a:spcBef>
                <a:spcPts val="550"/>
              </a:spcBef>
              <a:buClr>
                <a:srgbClr val="000000"/>
              </a:buClr>
              <a:buSzPct val="150000"/>
              <a:buFont typeface="Arial"/>
              <a:buChar char="•"/>
              <a:tabLst>
                <a:tab algn="l" pos="1828800"/>
                <a:tab algn="l" pos="2743200"/>
                <a:tab algn="l" pos="3657600"/>
                <a:tab algn="l" pos="4572000"/>
                <a:tab algn="l" pos="5486400"/>
                <a:tab algn="l" pos="6400800"/>
                <a:tab algn="l" pos="7315200"/>
                <a:tab algn="l" pos="8229600"/>
                <a:tab algn="l" pos="9144000"/>
                <a:tab algn="l" pos="10058400"/>
              </a:tabLst>
            </a:pPr>
            <a:r>
              <a:rPr b="0" lang="en-US" sz="2200" strike="noStrike" u="none">
                <a:solidFill>
                  <a:srgbClr val="000000"/>
                </a:solidFill>
                <a:effectLst/>
                <a:uFillTx/>
                <a:latin typeface="Arial"/>
              </a:rPr>
              <a:t>Check Contractor is licensed (call L &amp; I Contractor Registration (360) 902-5202)</a:t>
            </a:r>
            <a:endParaRPr b="0" lang="en-IN" sz="2200" strike="noStrike" u="none">
              <a:solidFill>
                <a:srgbClr val="000000"/>
              </a:solidFill>
              <a:effectLst/>
              <a:uFillTx/>
              <a:latin typeface="Arial"/>
            </a:endParaRPr>
          </a:p>
          <a:p>
            <a:pPr lvl="2" marL="1143000" indent="-228600">
              <a:spcBef>
                <a:spcPts val="550"/>
              </a:spcBef>
              <a:buClr>
                <a:srgbClr val="000000"/>
              </a:buClr>
              <a:buSzPct val="150000"/>
              <a:buFont typeface="Arial"/>
              <a:buChar char="•"/>
              <a:tabLst>
                <a:tab algn="l" pos="1828800"/>
                <a:tab algn="l" pos="2743200"/>
                <a:tab algn="l" pos="3657600"/>
                <a:tab algn="l" pos="4572000"/>
                <a:tab algn="l" pos="5486400"/>
                <a:tab algn="l" pos="6400800"/>
                <a:tab algn="l" pos="7315200"/>
                <a:tab algn="l" pos="8229600"/>
                <a:tab algn="l" pos="9144000"/>
                <a:tab algn="l" pos="10058400"/>
              </a:tabLst>
            </a:pPr>
            <a:r>
              <a:rPr b="0" lang="en-US" sz="2200" strike="noStrike" u="none">
                <a:solidFill>
                  <a:srgbClr val="000000"/>
                </a:solidFill>
                <a:effectLst/>
                <a:uFillTx/>
                <a:latin typeface="Arial"/>
              </a:rPr>
              <a:t>Contract w/Bond Waiver/Bond Form/Insurance Certificate and/or Retainage Bond Form </a:t>
            </a:r>
            <a:endParaRPr b="0" lang="en-IN" sz="2200" strike="noStrike" u="none">
              <a:solidFill>
                <a:srgbClr val="000000"/>
              </a:solidFill>
              <a:effectLst/>
              <a:uFillTx/>
              <a:latin typeface="Arial"/>
            </a:endParaRPr>
          </a:p>
          <a:p>
            <a:pPr lvl="2" marL="1143000" indent="-228600">
              <a:spcBef>
                <a:spcPts val="550"/>
              </a:spcBef>
              <a:buClr>
                <a:srgbClr val="000000"/>
              </a:buClr>
              <a:buSzPct val="150000"/>
              <a:buFont typeface="Arial"/>
              <a:buChar char="•"/>
              <a:tabLst>
                <a:tab algn="l" pos="1828800"/>
                <a:tab algn="l" pos="2743200"/>
                <a:tab algn="l" pos="3657600"/>
                <a:tab algn="l" pos="4572000"/>
                <a:tab algn="l" pos="5486400"/>
                <a:tab algn="l" pos="6400800"/>
                <a:tab algn="l" pos="7315200"/>
                <a:tab algn="l" pos="8229600"/>
                <a:tab algn="l" pos="9144000"/>
                <a:tab algn="l" pos="10058400"/>
              </a:tabLst>
            </a:pPr>
            <a:r>
              <a:rPr b="0" lang="en-US" sz="2200" strike="noStrike" u="none">
                <a:solidFill>
                  <a:srgbClr val="000000"/>
                </a:solidFill>
                <a:effectLst/>
                <a:uFillTx/>
                <a:latin typeface="Arial"/>
              </a:rPr>
              <a:t>Letter of Transmittal</a:t>
            </a:r>
            <a:endParaRPr b="0" lang="en-IN" sz="2200" strike="noStrike" u="none">
              <a:solidFill>
                <a:srgbClr val="000000"/>
              </a:solidFill>
              <a:effectLst/>
              <a:uFillTx/>
              <a:latin typeface="Arial"/>
            </a:endParaRPr>
          </a:p>
          <a:p>
            <a:pPr lvl="2" marL="1143000" indent="-228600">
              <a:spcBef>
                <a:spcPts val="550"/>
              </a:spcBef>
              <a:buClr>
                <a:srgbClr val="000000"/>
              </a:buClr>
              <a:buSzPct val="150000"/>
              <a:buFont typeface="Arial"/>
              <a:buChar char="•"/>
              <a:tabLst>
                <a:tab algn="l" pos="1828800"/>
                <a:tab algn="l" pos="2743200"/>
                <a:tab algn="l" pos="3657600"/>
                <a:tab algn="l" pos="4572000"/>
                <a:tab algn="l" pos="5486400"/>
                <a:tab algn="l" pos="6400800"/>
                <a:tab algn="l" pos="7315200"/>
                <a:tab algn="l" pos="8229600"/>
                <a:tab algn="l" pos="9144000"/>
                <a:tab algn="l" pos="10058400"/>
              </a:tabLst>
            </a:pPr>
            <a:r>
              <a:rPr b="0" lang="en-US" sz="2200" strike="noStrike" u="none">
                <a:solidFill>
                  <a:srgbClr val="000000"/>
                </a:solidFill>
                <a:effectLst/>
                <a:uFillTx/>
                <a:latin typeface="Arial"/>
              </a:rPr>
              <a:t>Retainage Investment Form</a:t>
            </a:r>
            <a:endParaRPr b="0" lang="en-IN" sz="2200" strike="noStrike" u="none">
              <a:solidFill>
                <a:srgbClr val="000000"/>
              </a:solidFill>
              <a:effectLst/>
              <a:uFillTx/>
              <a:latin typeface="Arial"/>
            </a:endParaRPr>
          </a:p>
          <a:p>
            <a:pPr lvl="2" marL="1143000" indent="-228600">
              <a:spcBef>
                <a:spcPts val="550"/>
              </a:spcBef>
              <a:buClr>
                <a:srgbClr val="000000"/>
              </a:buClr>
              <a:buSzPct val="150000"/>
              <a:buFont typeface="Arial"/>
              <a:buChar char="•"/>
              <a:tabLst>
                <a:tab algn="l" pos="1828800"/>
                <a:tab algn="l" pos="2743200"/>
                <a:tab algn="l" pos="3657600"/>
                <a:tab algn="l" pos="4572000"/>
                <a:tab algn="l" pos="5486400"/>
                <a:tab algn="l" pos="6400800"/>
                <a:tab algn="l" pos="7315200"/>
                <a:tab algn="l" pos="8229600"/>
                <a:tab algn="l" pos="9144000"/>
                <a:tab algn="l" pos="10058400"/>
              </a:tabLst>
            </a:pPr>
            <a:r>
              <a:rPr b="0" lang="en-US" sz="2200" strike="noStrike" u="none">
                <a:solidFill>
                  <a:srgbClr val="000000"/>
                </a:solidFill>
                <a:effectLst/>
                <a:uFillTx/>
                <a:latin typeface="Arial"/>
              </a:rPr>
              <a:t>Transmittal to Insurance Agent attach Certificate of Ins. Form, Insurance Req., and Bond Form</a:t>
            </a:r>
            <a:endParaRPr b="0" lang="en-IN" sz="22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7" name="PlaceHolder 1"/>
          <p:cNvSpPr>
            <a:spLocks noGrp="1"/>
          </p:cNvSpPr>
          <p:nvPr>
            <p:ph type="title"/>
          </p:nvPr>
        </p:nvSpPr>
        <p:spPr>
          <a:xfrm>
            <a:off x="762120" y="533520"/>
            <a:ext cx="7696080" cy="914400"/>
          </a:xfrm>
          <a:prstGeom prst="rect">
            <a:avLst/>
          </a:prstGeom>
          <a:noFill/>
          <a:ln w="0">
            <a:noFill/>
          </a:ln>
        </p:spPr>
        <p:txBody>
          <a:bodyPr lIns="90000" rIns="90000" tIns="46800" bIns="46800" anchor="b">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336666"/>
                </a:solidFill>
                <a:effectLst/>
                <a:uFillTx/>
                <a:latin typeface="Arial Black"/>
              </a:rPr>
              <a:t>Limited Public Works</a:t>
            </a:r>
            <a:endParaRPr b="0" lang="en-IN" sz="3200" strike="noStrike" u="none">
              <a:solidFill>
                <a:srgbClr val="336666"/>
              </a:solidFill>
              <a:effectLst/>
              <a:uFillTx/>
              <a:latin typeface="Arial Black"/>
            </a:endParaRPr>
          </a:p>
        </p:txBody>
      </p:sp>
      <p:sp>
        <p:nvSpPr>
          <p:cNvPr id="118" name="PlaceHolder 2"/>
          <p:cNvSpPr>
            <a:spLocks noGrp="1"/>
          </p:cNvSpPr>
          <p:nvPr>
            <p:ph/>
          </p:nvPr>
        </p:nvSpPr>
        <p:spPr>
          <a:xfrm>
            <a:off x="762120" y="1905120"/>
            <a:ext cx="7696080" cy="4038480"/>
          </a:xfrm>
          <a:prstGeom prst="rect">
            <a:avLst/>
          </a:prstGeom>
          <a:noFill/>
          <a:ln w="0">
            <a:noFill/>
          </a:ln>
        </p:spPr>
        <p:txBody>
          <a:bodyPr lIns="90000" rIns="90000" tIns="46800" bIns="46800" anchor="t">
            <a:normAutofit/>
          </a:bodyPr>
          <a:p>
            <a:pPr marL="343080" indent="-343080">
              <a:spcBef>
                <a:spcPts val="675"/>
              </a:spcBef>
              <a:buClr>
                <a:srgbClr val="cccc99"/>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700" strike="noStrike" u="none">
                <a:solidFill>
                  <a:srgbClr val="000000"/>
                </a:solidFill>
                <a:effectLst/>
                <a:uFillTx/>
                <a:latin typeface="Arial"/>
              </a:rPr>
              <a:t>Send contract to contractor</a:t>
            </a:r>
            <a:endParaRPr b="0" lang="en-IN" sz="2700" strike="noStrike" u="none">
              <a:solidFill>
                <a:srgbClr val="000000"/>
              </a:solidFill>
              <a:effectLst/>
              <a:uFillTx/>
              <a:latin typeface="Arial"/>
            </a:endParaRPr>
          </a:p>
          <a:p>
            <a:pPr marL="343080" indent="-343080">
              <a:spcBef>
                <a:spcPts val="675"/>
              </a:spcBef>
              <a:buClr>
                <a:srgbClr val="cccc99"/>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700" strike="noStrike" u="none">
                <a:solidFill>
                  <a:srgbClr val="000000"/>
                </a:solidFill>
                <a:effectLst/>
                <a:uFillTx/>
                <a:latin typeface="Arial"/>
              </a:rPr>
              <a:t>Receive contract back from contractor</a:t>
            </a:r>
            <a:endParaRPr b="0" lang="en-IN" sz="2700" strike="noStrike" u="none">
              <a:solidFill>
                <a:srgbClr val="000000"/>
              </a:solidFill>
              <a:effectLst/>
              <a:uFillTx/>
              <a:latin typeface="Arial"/>
            </a:endParaRPr>
          </a:p>
          <a:p>
            <a:pPr marL="343080" indent="-343080">
              <a:spcBef>
                <a:spcPts val="675"/>
              </a:spcBef>
              <a:buClr>
                <a:srgbClr val="cccc99"/>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700" strike="noStrike" u="none">
                <a:solidFill>
                  <a:srgbClr val="000000"/>
                </a:solidFill>
                <a:effectLst/>
                <a:uFillTx/>
                <a:latin typeface="Arial"/>
              </a:rPr>
              <a:t>Verify that contract requirements have been met</a:t>
            </a:r>
            <a:endParaRPr b="0" lang="en-IN" sz="2700" strike="noStrike" u="none">
              <a:solidFill>
                <a:srgbClr val="000000"/>
              </a:solidFill>
              <a:effectLst/>
              <a:uFillTx/>
              <a:latin typeface="Arial"/>
            </a:endParaRPr>
          </a:p>
          <a:p>
            <a:pPr lvl="2" marL="1143000" indent="-228600">
              <a:spcBef>
                <a:spcPts val="550"/>
              </a:spcBef>
              <a:buClr>
                <a:srgbClr val="000000"/>
              </a:buClr>
              <a:buSzPct val="150000"/>
              <a:buFont typeface="Arial"/>
              <a:buChar char="•"/>
              <a:tabLst>
                <a:tab algn="l" pos="1828800"/>
                <a:tab algn="l" pos="2743200"/>
                <a:tab algn="l" pos="3657600"/>
                <a:tab algn="l" pos="4572000"/>
                <a:tab algn="l" pos="5486400"/>
                <a:tab algn="l" pos="6400800"/>
                <a:tab algn="l" pos="7315200"/>
                <a:tab algn="l" pos="8229600"/>
                <a:tab algn="l" pos="9144000"/>
                <a:tab algn="l" pos="10058400"/>
              </a:tabLst>
            </a:pPr>
            <a:r>
              <a:rPr b="0" lang="en-IN" sz="2200" strike="noStrike" u="none">
                <a:solidFill>
                  <a:srgbClr val="000000"/>
                </a:solidFill>
                <a:effectLst/>
                <a:uFillTx/>
                <a:latin typeface="Arial"/>
              </a:rPr>
              <a:t>No changes to document have been made by contractor</a:t>
            </a:r>
            <a:endParaRPr b="0" lang="en-IN" sz="2200" strike="noStrike" u="none">
              <a:solidFill>
                <a:srgbClr val="000000"/>
              </a:solidFill>
              <a:effectLst/>
              <a:uFillTx/>
              <a:latin typeface="Arial"/>
            </a:endParaRPr>
          </a:p>
          <a:p>
            <a:pPr lvl="2" marL="1143000" indent="-228600">
              <a:spcBef>
                <a:spcPts val="550"/>
              </a:spcBef>
              <a:buClr>
                <a:srgbClr val="000000"/>
              </a:buClr>
              <a:buSzPct val="150000"/>
              <a:buFont typeface="Arial"/>
              <a:buChar char="•"/>
              <a:tabLst>
                <a:tab algn="l" pos="1828800"/>
                <a:tab algn="l" pos="2743200"/>
                <a:tab algn="l" pos="3657600"/>
                <a:tab algn="l" pos="4572000"/>
                <a:tab algn="l" pos="5486400"/>
                <a:tab algn="l" pos="6400800"/>
                <a:tab algn="l" pos="7315200"/>
                <a:tab algn="l" pos="8229600"/>
                <a:tab algn="l" pos="9144000"/>
                <a:tab algn="l" pos="10058400"/>
              </a:tabLst>
            </a:pPr>
            <a:r>
              <a:rPr b="0" lang="en-IN" sz="2200" strike="noStrike" u="none">
                <a:solidFill>
                  <a:srgbClr val="000000"/>
                </a:solidFill>
                <a:effectLst/>
                <a:uFillTx/>
                <a:latin typeface="Arial"/>
              </a:rPr>
              <a:t>Contract is signed</a:t>
            </a:r>
            <a:endParaRPr b="0" lang="en-IN" sz="2200" strike="noStrike" u="none">
              <a:solidFill>
                <a:srgbClr val="000000"/>
              </a:solidFill>
              <a:effectLst/>
              <a:uFillTx/>
              <a:latin typeface="Arial"/>
            </a:endParaRPr>
          </a:p>
          <a:p>
            <a:pPr lvl="2" marL="1143000" indent="-228600">
              <a:spcBef>
                <a:spcPts val="550"/>
              </a:spcBef>
              <a:buClr>
                <a:srgbClr val="000000"/>
              </a:buClr>
              <a:buSzPct val="150000"/>
              <a:buFont typeface="Arial"/>
              <a:buChar char="•"/>
              <a:tabLst>
                <a:tab algn="l" pos="1828800"/>
                <a:tab algn="l" pos="2743200"/>
                <a:tab algn="l" pos="3657600"/>
                <a:tab algn="l" pos="4572000"/>
                <a:tab algn="l" pos="5486400"/>
                <a:tab algn="l" pos="6400800"/>
                <a:tab algn="l" pos="7315200"/>
                <a:tab algn="l" pos="8229600"/>
                <a:tab algn="l" pos="9144000"/>
                <a:tab algn="l" pos="10058400"/>
              </a:tabLst>
            </a:pPr>
            <a:r>
              <a:rPr b="0" lang="en-IN" sz="2200" strike="noStrike" u="none">
                <a:solidFill>
                  <a:srgbClr val="000000"/>
                </a:solidFill>
                <a:effectLst/>
                <a:uFillTx/>
                <a:latin typeface="Arial"/>
              </a:rPr>
              <a:t>Insurance coverage is on State Certificate</a:t>
            </a:r>
            <a:endParaRPr b="0" lang="en-IN" sz="2200" strike="noStrike" u="none">
              <a:solidFill>
                <a:srgbClr val="000000"/>
              </a:solidFill>
              <a:effectLst/>
              <a:uFillTx/>
              <a:latin typeface="Arial"/>
            </a:endParaRPr>
          </a:p>
          <a:p>
            <a:pPr lvl="2" marL="1143000" indent="-228600">
              <a:spcBef>
                <a:spcPts val="550"/>
              </a:spcBef>
              <a:buClr>
                <a:srgbClr val="000000"/>
              </a:buClr>
              <a:buSzPct val="150000"/>
              <a:buFont typeface="Arial"/>
              <a:buChar char="•"/>
              <a:tabLst>
                <a:tab algn="l" pos="1828800"/>
                <a:tab algn="l" pos="2743200"/>
                <a:tab algn="l" pos="3657600"/>
                <a:tab algn="l" pos="4572000"/>
                <a:tab algn="l" pos="5486400"/>
                <a:tab algn="l" pos="6400800"/>
                <a:tab algn="l" pos="7315200"/>
                <a:tab algn="l" pos="8229600"/>
                <a:tab algn="l" pos="9144000"/>
                <a:tab algn="l" pos="10058400"/>
              </a:tabLst>
            </a:pPr>
            <a:r>
              <a:rPr b="0" lang="en-IN" sz="2200" strike="noStrike" u="none">
                <a:solidFill>
                  <a:srgbClr val="000000"/>
                </a:solidFill>
                <a:effectLst/>
                <a:uFillTx/>
                <a:latin typeface="Arial"/>
              </a:rPr>
              <a:t>Insurance certificate shows required coverage</a:t>
            </a:r>
            <a:endParaRPr b="0" lang="en-IN" sz="2200" strike="noStrike" u="none">
              <a:solidFill>
                <a:srgbClr val="000000"/>
              </a:solidFill>
              <a:effectLst/>
              <a:uFillTx/>
              <a:latin typeface="Arial"/>
            </a:endParaRPr>
          </a:p>
          <a:p>
            <a:pPr lvl="1" marL="743040" indent="0">
              <a:spcBef>
                <a:spcPts val="64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6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9" name="PlaceHolder 1"/>
          <p:cNvSpPr>
            <a:spLocks noGrp="1"/>
          </p:cNvSpPr>
          <p:nvPr>
            <p:ph type="title"/>
          </p:nvPr>
        </p:nvSpPr>
        <p:spPr>
          <a:xfrm>
            <a:off x="762120" y="533160"/>
            <a:ext cx="7696080" cy="990360"/>
          </a:xfrm>
          <a:prstGeom prst="rect">
            <a:avLst/>
          </a:prstGeom>
          <a:noFill/>
          <a:ln w="0">
            <a:noFill/>
          </a:ln>
        </p:spPr>
        <p:txBody>
          <a:bodyPr lIns="90000" rIns="90000" tIns="46800" bIns="46800" anchor="b">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336666"/>
                </a:solidFill>
                <a:effectLst/>
                <a:uFillTx/>
                <a:latin typeface="Arial Black"/>
              </a:rPr>
              <a:t>Limited Public Works</a:t>
            </a:r>
            <a:endParaRPr b="0" lang="en-IN" sz="3200" strike="noStrike" u="none">
              <a:solidFill>
                <a:srgbClr val="336666"/>
              </a:solidFill>
              <a:effectLst/>
              <a:uFillTx/>
              <a:latin typeface="Arial Black"/>
            </a:endParaRPr>
          </a:p>
        </p:txBody>
      </p:sp>
      <p:sp>
        <p:nvSpPr>
          <p:cNvPr id="120" name="PlaceHolder 2"/>
          <p:cNvSpPr>
            <a:spLocks noGrp="1"/>
          </p:cNvSpPr>
          <p:nvPr>
            <p:ph/>
          </p:nvPr>
        </p:nvSpPr>
        <p:spPr>
          <a:xfrm>
            <a:off x="762120" y="1905120"/>
            <a:ext cx="7696080" cy="4038480"/>
          </a:xfrm>
          <a:prstGeom prst="rect">
            <a:avLst/>
          </a:prstGeom>
          <a:noFill/>
          <a:ln w="0">
            <a:noFill/>
          </a:ln>
        </p:spPr>
        <p:txBody>
          <a:bodyPr lIns="90000" rIns="90000" tIns="46800" bIns="46800" anchor="t">
            <a:normAutofit/>
          </a:bodyPr>
          <a:p>
            <a:pPr marL="343080" indent="-343080">
              <a:spcBef>
                <a:spcPts val="774"/>
              </a:spcBef>
              <a:buClr>
                <a:srgbClr val="cccc99"/>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100" strike="noStrike" u="none">
                <a:solidFill>
                  <a:srgbClr val="000000"/>
                </a:solidFill>
                <a:effectLst/>
                <a:uFillTx/>
                <a:latin typeface="Arial"/>
              </a:rPr>
              <a:t>Verify contract req. (cont.)</a:t>
            </a:r>
            <a:endParaRPr b="0" lang="en-IN" sz="3100" strike="noStrike" u="none">
              <a:solidFill>
                <a:srgbClr val="000000"/>
              </a:solidFill>
              <a:effectLst/>
              <a:uFillTx/>
              <a:latin typeface="Arial"/>
            </a:endParaRPr>
          </a:p>
          <a:p>
            <a:pPr lvl="2" marL="1143000" indent="-228600">
              <a:spcBef>
                <a:spcPts val="550"/>
              </a:spcBef>
              <a:buClr>
                <a:srgbClr val="000000"/>
              </a:buClr>
              <a:buSzPct val="150000"/>
              <a:buFont typeface="Arial"/>
              <a:buChar char="•"/>
              <a:tabLst>
                <a:tab algn="l" pos="1828800"/>
                <a:tab algn="l" pos="2743200"/>
                <a:tab algn="l" pos="3657600"/>
                <a:tab algn="l" pos="4572000"/>
                <a:tab algn="l" pos="5486400"/>
                <a:tab algn="l" pos="6400800"/>
                <a:tab algn="l" pos="7315200"/>
                <a:tab algn="l" pos="8229600"/>
                <a:tab algn="l" pos="9144000"/>
                <a:tab algn="l" pos="10058400"/>
              </a:tabLst>
            </a:pPr>
            <a:r>
              <a:rPr b="0" lang="en-US" sz="2200" strike="noStrike" u="none">
                <a:solidFill>
                  <a:srgbClr val="000000"/>
                </a:solidFill>
                <a:effectLst/>
                <a:uFillTx/>
                <a:latin typeface="Arial"/>
              </a:rPr>
              <a:t>Insurance Effective Dates cover contract period</a:t>
            </a:r>
            <a:endParaRPr b="0" lang="en-IN" sz="2200" strike="noStrike" u="none">
              <a:solidFill>
                <a:srgbClr val="000000"/>
              </a:solidFill>
              <a:effectLst/>
              <a:uFillTx/>
              <a:latin typeface="Arial"/>
            </a:endParaRPr>
          </a:p>
          <a:p>
            <a:pPr lvl="2" marL="1143000" indent="-228600">
              <a:spcBef>
                <a:spcPts val="550"/>
              </a:spcBef>
              <a:buClr>
                <a:srgbClr val="000000"/>
              </a:buClr>
              <a:buSzPct val="150000"/>
              <a:buFont typeface="Arial"/>
              <a:buChar char="•"/>
              <a:tabLst>
                <a:tab algn="l" pos="1828800"/>
                <a:tab algn="l" pos="2743200"/>
                <a:tab algn="l" pos="3657600"/>
                <a:tab algn="l" pos="4572000"/>
                <a:tab algn="l" pos="5486400"/>
                <a:tab algn="l" pos="6400800"/>
                <a:tab algn="l" pos="7315200"/>
                <a:tab algn="l" pos="8229600"/>
                <a:tab algn="l" pos="9144000"/>
                <a:tab algn="l" pos="10058400"/>
              </a:tabLst>
            </a:pPr>
            <a:r>
              <a:rPr b="0" lang="en-US" sz="2200" strike="noStrike" u="none">
                <a:solidFill>
                  <a:srgbClr val="000000"/>
                </a:solidFill>
                <a:effectLst/>
                <a:uFillTx/>
                <a:latin typeface="Arial"/>
              </a:rPr>
              <a:t>Insurance Company is recognized by the Office of the Insurance Commissioner (phone (360) 753-7307)</a:t>
            </a:r>
            <a:endParaRPr b="0" lang="en-IN" sz="2200" strike="noStrike" u="none">
              <a:solidFill>
                <a:srgbClr val="000000"/>
              </a:solidFill>
              <a:effectLst/>
              <a:uFillTx/>
              <a:latin typeface="Arial"/>
            </a:endParaRPr>
          </a:p>
          <a:p>
            <a:pPr lvl="2" marL="1143000" indent="-228600">
              <a:spcBef>
                <a:spcPts val="550"/>
              </a:spcBef>
              <a:buClr>
                <a:srgbClr val="000000"/>
              </a:buClr>
              <a:buSzPct val="150000"/>
              <a:buFont typeface="Arial"/>
              <a:buChar char="•"/>
              <a:tabLst>
                <a:tab algn="l" pos="1828800"/>
                <a:tab algn="l" pos="2743200"/>
                <a:tab algn="l" pos="3657600"/>
                <a:tab algn="l" pos="4572000"/>
                <a:tab algn="l" pos="5486400"/>
                <a:tab algn="l" pos="6400800"/>
                <a:tab algn="l" pos="7315200"/>
                <a:tab algn="l" pos="8229600"/>
                <a:tab algn="l" pos="9144000"/>
                <a:tab algn="l" pos="10058400"/>
              </a:tabLst>
            </a:pPr>
            <a:r>
              <a:rPr b="0" lang="en-US" sz="2200" strike="noStrike" u="none">
                <a:solidFill>
                  <a:srgbClr val="000000"/>
                </a:solidFill>
                <a:effectLst/>
                <a:uFillTx/>
                <a:latin typeface="Arial"/>
              </a:rPr>
              <a:t>Payment &amp; Performance Bond Waiver is signed/or Payment &amp; Performance Bond is provided/ and Retainage Bond Form if desired</a:t>
            </a:r>
            <a:endParaRPr b="0" lang="en-IN" sz="22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1" name="PlaceHolder 1"/>
          <p:cNvSpPr>
            <a:spLocks noGrp="1"/>
          </p:cNvSpPr>
          <p:nvPr>
            <p:ph type="title"/>
          </p:nvPr>
        </p:nvSpPr>
        <p:spPr>
          <a:xfrm>
            <a:off x="762120" y="533520"/>
            <a:ext cx="7696080" cy="914400"/>
          </a:xfrm>
          <a:prstGeom prst="rect">
            <a:avLst/>
          </a:prstGeom>
          <a:noFill/>
          <a:ln w="0">
            <a:noFill/>
          </a:ln>
        </p:spPr>
        <p:txBody>
          <a:bodyPr lIns="90000" rIns="90000" tIns="46800" bIns="46800" anchor="b">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336666"/>
                </a:solidFill>
                <a:effectLst/>
                <a:uFillTx/>
                <a:latin typeface="Arial Black"/>
              </a:rPr>
              <a:t>Limited Public Works</a:t>
            </a:r>
            <a:endParaRPr b="0" lang="en-IN" sz="3200" strike="noStrike" u="none">
              <a:solidFill>
                <a:srgbClr val="336666"/>
              </a:solidFill>
              <a:effectLst/>
              <a:uFillTx/>
              <a:latin typeface="Arial Black"/>
            </a:endParaRPr>
          </a:p>
        </p:txBody>
      </p:sp>
      <p:sp>
        <p:nvSpPr>
          <p:cNvPr id="122" name="PlaceHolder 2"/>
          <p:cNvSpPr>
            <a:spLocks noGrp="1"/>
          </p:cNvSpPr>
          <p:nvPr>
            <p:ph/>
          </p:nvPr>
        </p:nvSpPr>
        <p:spPr>
          <a:xfrm>
            <a:off x="762120" y="1905120"/>
            <a:ext cx="7696080" cy="4038480"/>
          </a:xfrm>
          <a:prstGeom prst="rect">
            <a:avLst/>
          </a:prstGeom>
          <a:noFill/>
          <a:ln w="0">
            <a:noFill/>
          </a:ln>
        </p:spPr>
        <p:txBody>
          <a:bodyPr lIns="90000" rIns="90000" tIns="46800" bIns="46800" anchor="t">
            <a:normAutofit/>
          </a:bodyPr>
          <a:p>
            <a:pPr marL="343080" indent="-343080">
              <a:spcBef>
                <a:spcPts val="774"/>
              </a:spcBef>
              <a:buClr>
                <a:srgbClr val="cccc99"/>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100" strike="noStrike" u="none">
                <a:solidFill>
                  <a:srgbClr val="000000"/>
                </a:solidFill>
                <a:effectLst/>
                <a:uFillTx/>
                <a:latin typeface="Arial"/>
              </a:rPr>
              <a:t>Contracting Officer signs contract</a:t>
            </a:r>
            <a:endParaRPr b="0" lang="en-IN" sz="3100" strike="noStrike" u="none">
              <a:solidFill>
                <a:srgbClr val="000000"/>
              </a:solidFill>
              <a:effectLst/>
              <a:uFillTx/>
              <a:latin typeface="Arial"/>
            </a:endParaRPr>
          </a:p>
          <a:p>
            <a:pPr marL="343080" indent="-343080">
              <a:spcBef>
                <a:spcPts val="774"/>
              </a:spcBef>
              <a:buClr>
                <a:srgbClr val="cccc99"/>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100" strike="noStrike" u="none">
                <a:solidFill>
                  <a:srgbClr val="000000"/>
                </a:solidFill>
                <a:effectLst/>
                <a:uFillTx/>
                <a:latin typeface="Arial"/>
              </a:rPr>
              <a:t>Issue the Notice to Proceed</a:t>
            </a:r>
            <a:endParaRPr b="0" lang="en-IN" sz="3100" strike="noStrike" u="none">
              <a:solidFill>
                <a:srgbClr val="000000"/>
              </a:solidFill>
              <a:effectLst/>
              <a:uFillTx/>
              <a:latin typeface="Arial"/>
            </a:endParaRPr>
          </a:p>
          <a:p>
            <a:pPr lvl="1" marL="743040" indent="-285840">
              <a:spcBef>
                <a:spcPts val="550"/>
              </a:spcBef>
              <a:buClr>
                <a:srgbClr val="97cdcc"/>
              </a:buClr>
              <a:buSzPct val="150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200" strike="noStrike" u="none">
                <a:solidFill>
                  <a:srgbClr val="000000"/>
                </a:solidFill>
                <a:effectLst/>
                <a:uFillTx/>
                <a:latin typeface="Arial"/>
              </a:rPr>
              <a:t>Send contractor NTP transmittal</a:t>
            </a:r>
            <a:endParaRPr b="0" lang="en-IN" sz="2200" strike="noStrike" u="none">
              <a:solidFill>
                <a:srgbClr val="000000"/>
              </a:solidFill>
              <a:effectLst/>
              <a:uFillTx/>
              <a:latin typeface="Arial"/>
            </a:endParaRPr>
          </a:p>
          <a:p>
            <a:pPr lvl="1" marL="743040" indent="-285840">
              <a:spcBef>
                <a:spcPts val="550"/>
              </a:spcBef>
              <a:buClr>
                <a:srgbClr val="97cdcc"/>
              </a:buClr>
              <a:buSzPct val="150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200" strike="noStrike" u="none">
                <a:solidFill>
                  <a:srgbClr val="000000"/>
                </a:solidFill>
                <a:effectLst/>
                <a:uFillTx/>
                <a:latin typeface="Arial"/>
              </a:rPr>
              <a:t>Send invoice voucher forms</a:t>
            </a:r>
            <a:endParaRPr b="0" lang="en-IN" sz="2200" strike="noStrike" u="none">
              <a:solidFill>
                <a:srgbClr val="000000"/>
              </a:solidFill>
              <a:effectLst/>
              <a:uFillTx/>
              <a:latin typeface="Arial"/>
            </a:endParaRPr>
          </a:p>
          <a:p>
            <a:pPr lvl="1" marL="743040" indent="-285840">
              <a:spcBef>
                <a:spcPts val="550"/>
              </a:spcBef>
              <a:buClr>
                <a:srgbClr val="97cdcc"/>
              </a:buClr>
              <a:buSzPct val="150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200" strike="noStrike" u="none">
                <a:solidFill>
                  <a:srgbClr val="000000"/>
                </a:solidFill>
                <a:effectLst/>
                <a:uFillTx/>
                <a:latin typeface="Arial"/>
              </a:rPr>
              <a:t>Send L&amp;I the Notice of Award</a:t>
            </a:r>
            <a:endParaRPr b="0" lang="en-IN" sz="2200" strike="noStrike" u="none">
              <a:solidFill>
                <a:srgbClr val="000000"/>
              </a:solidFill>
              <a:effectLst/>
              <a:uFillTx/>
              <a:latin typeface="Arial"/>
            </a:endParaRPr>
          </a:p>
          <a:p>
            <a:pPr marL="343080" indent="-343080">
              <a:spcBef>
                <a:spcPts val="774"/>
              </a:spcBef>
              <a:buClr>
                <a:srgbClr val="cccc99"/>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100" strike="noStrike" u="none">
                <a:solidFill>
                  <a:srgbClr val="000000"/>
                </a:solidFill>
                <a:effectLst/>
                <a:uFillTx/>
                <a:latin typeface="Arial"/>
              </a:rPr>
              <a:t>If a Change Order is needed, follow the contract requirements</a:t>
            </a:r>
            <a:endParaRPr b="0" lang="en-IN" sz="31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3" name="PlaceHolder 1"/>
          <p:cNvSpPr>
            <a:spLocks noGrp="1"/>
          </p:cNvSpPr>
          <p:nvPr>
            <p:ph type="title"/>
          </p:nvPr>
        </p:nvSpPr>
        <p:spPr>
          <a:xfrm>
            <a:off x="762120" y="533520"/>
            <a:ext cx="7696080" cy="838080"/>
          </a:xfrm>
          <a:prstGeom prst="rect">
            <a:avLst/>
          </a:prstGeom>
          <a:noFill/>
          <a:ln w="0">
            <a:noFill/>
          </a:ln>
        </p:spPr>
        <p:txBody>
          <a:bodyPr lIns="90000" rIns="90000" tIns="46800" bIns="46800" anchor="b">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336666"/>
                </a:solidFill>
                <a:effectLst/>
                <a:uFillTx/>
                <a:latin typeface="Arial Black"/>
              </a:rPr>
              <a:t>Limited Public Works</a:t>
            </a:r>
            <a:endParaRPr b="0" lang="en-IN" sz="3200" strike="noStrike" u="none">
              <a:solidFill>
                <a:srgbClr val="336666"/>
              </a:solidFill>
              <a:effectLst/>
              <a:uFillTx/>
              <a:latin typeface="Arial Black"/>
            </a:endParaRPr>
          </a:p>
        </p:txBody>
      </p:sp>
      <p:sp>
        <p:nvSpPr>
          <p:cNvPr id="124" name="PlaceHolder 2"/>
          <p:cNvSpPr>
            <a:spLocks noGrp="1"/>
          </p:cNvSpPr>
          <p:nvPr>
            <p:ph/>
          </p:nvPr>
        </p:nvSpPr>
        <p:spPr>
          <a:xfrm>
            <a:off x="762120" y="1905120"/>
            <a:ext cx="7696080" cy="4038480"/>
          </a:xfrm>
          <a:prstGeom prst="rect">
            <a:avLst/>
          </a:prstGeom>
          <a:noFill/>
          <a:ln w="0">
            <a:noFill/>
          </a:ln>
        </p:spPr>
        <p:txBody>
          <a:bodyPr lIns="90000" rIns="90000" tIns="46800" bIns="46800" anchor="t">
            <a:normAutofit/>
          </a:bodyPr>
          <a:p>
            <a:pPr marL="343080" indent="-343080">
              <a:spcBef>
                <a:spcPts val="774"/>
              </a:spcBef>
              <a:buClr>
                <a:srgbClr val="cccc99"/>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100" strike="noStrike" u="none">
                <a:solidFill>
                  <a:srgbClr val="000000"/>
                </a:solidFill>
                <a:effectLst/>
                <a:uFillTx/>
                <a:latin typeface="Arial"/>
              </a:rPr>
              <a:t>Process Contractors invoice</a:t>
            </a:r>
            <a:endParaRPr b="0" lang="en-IN" sz="3100" strike="noStrike" u="none">
              <a:solidFill>
                <a:srgbClr val="000000"/>
              </a:solidFill>
              <a:effectLst/>
              <a:uFillTx/>
              <a:latin typeface="Arial"/>
            </a:endParaRPr>
          </a:p>
          <a:p>
            <a:pPr lvl="1" marL="743040" indent="-285840">
              <a:spcBef>
                <a:spcPts val="601"/>
              </a:spcBef>
              <a:buClr>
                <a:srgbClr val="97cdcc"/>
              </a:buClr>
              <a:buSzPct val="150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Arial"/>
              </a:rPr>
              <a:t>A copy of the L&amp;I Intent to Pay Prevailing Wages form to be received with first invoice</a:t>
            </a:r>
            <a:endParaRPr b="0" lang="en-IN" sz="2400" strike="noStrike" u="none">
              <a:solidFill>
                <a:srgbClr val="000000"/>
              </a:solidFill>
              <a:effectLst/>
              <a:uFillTx/>
              <a:latin typeface="Arial"/>
            </a:endParaRPr>
          </a:p>
          <a:p>
            <a:pPr lvl="1" marL="743040" indent="-285840">
              <a:spcBef>
                <a:spcPts val="601"/>
              </a:spcBef>
              <a:buClr>
                <a:srgbClr val="97cdcc"/>
              </a:buClr>
              <a:buSzPct val="150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Arial"/>
              </a:rPr>
              <a:t>Verify/approve the percent complete on the contractors schedule of values</a:t>
            </a:r>
            <a:endParaRPr b="0" lang="en-IN" sz="2400" strike="noStrike" u="none">
              <a:solidFill>
                <a:srgbClr val="000000"/>
              </a:solidFill>
              <a:effectLst/>
              <a:uFillTx/>
              <a:latin typeface="Arial"/>
            </a:endParaRPr>
          </a:p>
          <a:p>
            <a:pPr lvl="1" marL="743040" indent="-285840">
              <a:spcBef>
                <a:spcPts val="601"/>
              </a:spcBef>
              <a:buClr>
                <a:srgbClr val="97cdcc"/>
              </a:buClr>
              <a:buSzPct val="150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Arial"/>
              </a:rPr>
              <a:t>Approve the invoice and arrange for payment</a:t>
            </a:r>
            <a:endParaRPr b="0" lang="en-IN"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5" name="PlaceHolder 1"/>
          <p:cNvSpPr>
            <a:spLocks noGrp="1"/>
          </p:cNvSpPr>
          <p:nvPr>
            <p:ph type="title"/>
          </p:nvPr>
        </p:nvSpPr>
        <p:spPr>
          <a:xfrm>
            <a:off x="762120" y="533520"/>
            <a:ext cx="7696080" cy="761760"/>
          </a:xfrm>
          <a:prstGeom prst="rect">
            <a:avLst/>
          </a:prstGeom>
          <a:noFill/>
          <a:ln w="0">
            <a:noFill/>
          </a:ln>
        </p:spPr>
        <p:txBody>
          <a:bodyPr lIns="90000" rIns="90000" tIns="46800" bIns="46800" anchor="b">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336666"/>
                </a:solidFill>
                <a:effectLst/>
                <a:uFillTx/>
                <a:latin typeface="Arial Black"/>
              </a:rPr>
              <a:t>Limited Public Works</a:t>
            </a:r>
            <a:endParaRPr b="0" lang="en-IN" sz="3200" strike="noStrike" u="none">
              <a:solidFill>
                <a:srgbClr val="336666"/>
              </a:solidFill>
              <a:effectLst/>
              <a:uFillTx/>
              <a:latin typeface="Arial Black"/>
            </a:endParaRPr>
          </a:p>
        </p:txBody>
      </p:sp>
      <p:sp>
        <p:nvSpPr>
          <p:cNvPr id="126" name="PlaceHolder 2"/>
          <p:cNvSpPr>
            <a:spLocks noGrp="1"/>
          </p:cNvSpPr>
          <p:nvPr>
            <p:ph/>
          </p:nvPr>
        </p:nvSpPr>
        <p:spPr>
          <a:xfrm>
            <a:off x="762120" y="1905120"/>
            <a:ext cx="7696080" cy="4038480"/>
          </a:xfrm>
          <a:prstGeom prst="rect">
            <a:avLst/>
          </a:prstGeom>
          <a:noFill/>
          <a:ln w="0">
            <a:noFill/>
          </a:ln>
        </p:spPr>
        <p:txBody>
          <a:bodyPr lIns="90000" rIns="90000" tIns="46800" bIns="46800" anchor="t">
            <a:normAutofit/>
          </a:bodyPr>
          <a:p>
            <a:pPr marL="343080" indent="-343080">
              <a:spcBef>
                <a:spcPts val="774"/>
              </a:spcBef>
              <a:buClr>
                <a:srgbClr val="cccc99"/>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100" strike="noStrike" u="none">
                <a:solidFill>
                  <a:srgbClr val="000000"/>
                </a:solidFill>
                <a:effectLst/>
                <a:uFillTx/>
                <a:latin typeface="Arial"/>
              </a:rPr>
              <a:t>Conduct final walk-thru of project</a:t>
            </a:r>
            <a:endParaRPr b="0" lang="en-IN" sz="3100" strike="noStrike" u="none">
              <a:solidFill>
                <a:srgbClr val="000000"/>
              </a:solidFill>
              <a:effectLst/>
              <a:uFillTx/>
              <a:latin typeface="Arial"/>
            </a:endParaRPr>
          </a:p>
          <a:p>
            <a:pPr lvl="1" marL="743040" indent="-285840">
              <a:spcBef>
                <a:spcPts val="550"/>
              </a:spcBef>
              <a:buClr>
                <a:srgbClr val="97cdcc"/>
              </a:buClr>
              <a:buSzPct val="150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200" strike="noStrike" u="none">
                <a:solidFill>
                  <a:srgbClr val="000000"/>
                </a:solidFill>
                <a:effectLst/>
                <a:uFillTx/>
                <a:latin typeface="Arial"/>
              </a:rPr>
              <a:t>Create punch list if necessary</a:t>
            </a:r>
            <a:endParaRPr b="0" lang="en-IN" sz="2200" strike="noStrike" u="none">
              <a:solidFill>
                <a:srgbClr val="000000"/>
              </a:solidFill>
              <a:effectLst/>
              <a:uFillTx/>
              <a:latin typeface="Arial"/>
            </a:endParaRPr>
          </a:p>
          <a:p>
            <a:pPr lvl="1" marL="743040" indent="-285840">
              <a:spcBef>
                <a:spcPts val="550"/>
              </a:spcBef>
              <a:buClr>
                <a:srgbClr val="97cdcc"/>
              </a:buClr>
              <a:buSzPct val="150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200" strike="noStrike" u="none">
                <a:solidFill>
                  <a:srgbClr val="000000"/>
                </a:solidFill>
                <a:effectLst/>
                <a:uFillTx/>
                <a:latin typeface="Arial"/>
              </a:rPr>
              <a:t>Verify that punch list items are corrected</a:t>
            </a:r>
            <a:endParaRPr b="0" lang="en-IN" sz="2200" strike="noStrike" u="none">
              <a:solidFill>
                <a:srgbClr val="000000"/>
              </a:solidFill>
              <a:effectLst/>
              <a:uFillTx/>
              <a:latin typeface="Arial"/>
            </a:endParaRPr>
          </a:p>
          <a:p>
            <a:pPr lvl="1" marL="743040" indent="-285840">
              <a:spcBef>
                <a:spcPts val="550"/>
              </a:spcBef>
              <a:buClr>
                <a:srgbClr val="97cdcc"/>
              </a:buClr>
              <a:buSzPct val="150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200" strike="noStrike" u="none">
                <a:solidFill>
                  <a:srgbClr val="000000"/>
                </a:solidFill>
                <a:effectLst/>
                <a:uFillTx/>
                <a:latin typeface="Arial"/>
              </a:rPr>
              <a:t>Establish the contract acceptance date</a:t>
            </a:r>
            <a:endParaRPr b="0" lang="en-IN" sz="2200" strike="noStrike" u="none">
              <a:solidFill>
                <a:srgbClr val="000000"/>
              </a:solidFill>
              <a:effectLst/>
              <a:uFillTx/>
              <a:latin typeface="Arial"/>
            </a:endParaRPr>
          </a:p>
          <a:p>
            <a:pPr lvl="1" marL="743040" indent="-285840">
              <a:spcBef>
                <a:spcPts val="550"/>
              </a:spcBef>
              <a:buClr>
                <a:srgbClr val="97cdcc"/>
              </a:buClr>
              <a:buSzPct val="150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200" strike="noStrike" u="none">
                <a:solidFill>
                  <a:srgbClr val="000000"/>
                </a:solidFill>
                <a:effectLst/>
                <a:uFillTx/>
                <a:latin typeface="Arial"/>
              </a:rPr>
              <a:t>Issue acceptance letter</a:t>
            </a:r>
            <a:endParaRPr b="0" lang="en-IN" sz="2200" strike="noStrike" u="none">
              <a:solidFill>
                <a:srgbClr val="000000"/>
              </a:solidFill>
              <a:effectLst/>
              <a:uFillTx/>
              <a:latin typeface="Arial"/>
            </a:endParaRPr>
          </a:p>
          <a:p>
            <a:pPr marL="343080" indent="-343080">
              <a:spcBef>
                <a:spcPts val="675"/>
              </a:spcBef>
              <a:buClr>
                <a:srgbClr val="cccc99"/>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700" strike="noStrike" u="none">
                <a:solidFill>
                  <a:srgbClr val="000000"/>
                </a:solidFill>
                <a:effectLst/>
                <a:uFillTx/>
                <a:latin typeface="Arial"/>
              </a:rPr>
              <a:t>Send Notice of Completion Form</a:t>
            </a:r>
            <a:endParaRPr b="0" lang="en-IN" sz="2700" strike="noStrike" u="none">
              <a:solidFill>
                <a:srgbClr val="000000"/>
              </a:solidFill>
              <a:effectLst/>
              <a:uFillTx/>
              <a:latin typeface="Arial"/>
            </a:endParaRPr>
          </a:p>
          <a:p>
            <a:pPr lvl="1" marL="743040" indent="-285840">
              <a:spcBef>
                <a:spcPts val="550"/>
              </a:spcBef>
              <a:buClr>
                <a:srgbClr val="97cdcc"/>
              </a:buClr>
              <a:buSzPct val="150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200" strike="noStrike" u="none">
                <a:solidFill>
                  <a:srgbClr val="000000"/>
                </a:solidFill>
                <a:effectLst/>
                <a:uFillTx/>
                <a:latin typeface="Arial"/>
              </a:rPr>
              <a:t>For contracts less than $20,000, send directly to Employment Security</a:t>
            </a:r>
            <a:endParaRPr b="0" lang="en-IN" sz="2200" strike="noStrike" u="none">
              <a:solidFill>
                <a:srgbClr val="000000"/>
              </a:solidFill>
              <a:effectLst/>
              <a:uFillTx/>
              <a:latin typeface="Arial"/>
            </a:endParaRPr>
          </a:p>
          <a:p>
            <a:pPr lvl="1" marL="743040" indent="-285840">
              <a:spcBef>
                <a:spcPts val="550"/>
              </a:spcBef>
              <a:buClr>
                <a:srgbClr val="97cdcc"/>
              </a:buClr>
              <a:buSzPct val="150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200" strike="noStrike" u="none">
                <a:solidFill>
                  <a:srgbClr val="000000"/>
                </a:solidFill>
                <a:effectLst/>
                <a:uFillTx/>
                <a:latin typeface="Arial"/>
              </a:rPr>
              <a:t>For contracts over $20,000, send to Dept. of Revenue</a:t>
            </a:r>
            <a:endParaRPr b="0" lang="en-IN" sz="22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7" name="PlaceHolder 1"/>
          <p:cNvSpPr>
            <a:spLocks noGrp="1"/>
          </p:cNvSpPr>
          <p:nvPr>
            <p:ph type="title"/>
          </p:nvPr>
        </p:nvSpPr>
        <p:spPr>
          <a:xfrm>
            <a:off x="762120" y="533160"/>
            <a:ext cx="7696080" cy="990360"/>
          </a:xfrm>
          <a:prstGeom prst="rect">
            <a:avLst/>
          </a:prstGeom>
          <a:noFill/>
          <a:ln w="0">
            <a:noFill/>
          </a:ln>
        </p:spPr>
        <p:txBody>
          <a:bodyPr lIns="90000" rIns="90000" tIns="46800" bIns="46800" anchor="b">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336666"/>
                </a:solidFill>
                <a:effectLst/>
                <a:uFillTx/>
                <a:latin typeface="Arial Black"/>
              </a:rPr>
              <a:t>Limited Public Works</a:t>
            </a:r>
            <a:endParaRPr b="0" lang="en-IN" sz="3200" strike="noStrike" u="none">
              <a:solidFill>
                <a:srgbClr val="336666"/>
              </a:solidFill>
              <a:effectLst/>
              <a:uFillTx/>
              <a:latin typeface="Arial Black"/>
            </a:endParaRPr>
          </a:p>
        </p:txBody>
      </p:sp>
      <p:sp>
        <p:nvSpPr>
          <p:cNvPr id="128" name="PlaceHolder 2"/>
          <p:cNvSpPr>
            <a:spLocks noGrp="1"/>
          </p:cNvSpPr>
          <p:nvPr>
            <p:ph/>
          </p:nvPr>
        </p:nvSpPr>
        <p:spPr>
          <a:xfrm>
            <a:off x="762120" y="1905120"/>
            <a:ext cx="7696080" cy="4038480"/>
          </a:xfrm>
          <a:prstGeom prst="rect">
            <a:avLst/>
          </a:prstGeom>
          <a:noFill/>
          <a:ln w="0">
            <a:noFill/>
          </a:ln>
        </p:spPr>
        <p:txBody>
          <a:bodyPr lIns="90000" rIns="90000" tIns="46800" bIns="46800" anchor="t">
            <a:normAutofit/>
          </a:bodyPr>
          <a:p>
            <a:pPr marL="343080" indent="-343080">
              <a:spcBef>
                <a:spcPts val="774"/>
              </a:spcBef>
              <a:buClr>
                <a:srgbClr val="cccc99"/>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100" strike="noStrike" u="none">
                <a:solidFill>
                  <a:srgbClr val="000000"/>
                </a:solidFill>
                <a:effectLst/>
                <a:uFillTx/>
                <a:latin typeface="Arial"/>
              </a:rPr>
              <a:t>Final Payment</a:t>
            </a:r>
            <a:endParaRPr b="0" lang="en-IN" sz="3100" strike="noStrike" u="none">
              <a:solidFill>
                <a:srgbClr val="000000"/>
              </a:solidFill>
              <a:effectLst/>
              <a:uFillTx/>
              <a:latin typeface="Arial"/>
            </a:endParaRPr>
          </a:p>
          <a:p>
            <a:pPr lvl="2" marL="1143000" indent="-228600">
              <a:spcBef>
                <a:spcPts val="550"/>
              </a:spcBef>
              <a:buClr>
                <a:srgbClr val="000000"/>
              </a:buClr>
              <a:buSzPct val="150000"/>
              <a:buFont typeface="Arial"/>
              <a:buChar char="•"/>
              <a:tabLst>
                <a:tab algn="l" pos="1828800"/>
                <a:tab algn="l" pos="2743200"/>
                <a:tab algn="l" pos="3657600"/>
                <a:tab algn="l" pos="4572000"/>
                <a:tab algn="l" pos="5486400"/>
                <a:tab algn="l" pos="6400800"/>
                <a:tab algn="l" pos="7315200"/>
                <a:tab algn="l" pos="8229600"/>
                <a:tab algn="l" pos="9144000"/>
                <a:tab algn="l" pos="10058400"/>
              </a:tabLst>
            </a:pPr>
            <a:r>
              <a:rPr b="0" lang="en-US" sz="2200" strike="noStrike" u="none">
                <a:solidFill>
                  <a:srgbClr val="000000"/>
                </a:solidFill>
                <a:effectLst/>
                <a:uFillTx/>
                <a:latin typeface="Arial"/>
              </a:rPr>
              <a:t>Lien period has expired (45 days from the Acceptance Date)</a:t>
            </a:r>
            <a:endParaRPr b="0" lang="en-IN" sz="2200" strike="noStrike" u="none">
              <a:solidFill>
                <a:srgbClr val="000000"/>
              </a:solidFill>
              <a:effectLst/>
              <a:uFillTx/>
              <a:latin typeface="Arial"/>
            </a:endParaRPr>
          </a:p>
          <a:p>
            <a:pPr lvl="2" marL="1143000" indent="-228600">
              <a:spcBef>
                <a:spcPts val="550"/>
              </a:spcBef>
              <a:buClr>
                <a:srgbClr val="000000"/>
              </a:buClr>
              <a:buSzPct val="150000"/>
              <a:buFont typeface="Arial"/>
              <a:buChar char="•"/>
              <a:tabLst>
                <a:tab algn="l" pos="1828800"/>
                <a:tab algn="l" pos="2743200"/>
                <a:tab algn="l" pos="3657600"/>
                <a:tab algn="l" pos="4572000"/>
                <a:tab algn="l" pos="5486400"/>
                <a:tab algn="l" pos="6400800"/>
                <a:tab algn="l" pos="7315200"/>
                <a:tab algn="l" pos="8229600"/>
                <a:tab algn="l" pos="9144000"/>
                <a:tab algn="l" pos="10058400"/>
              </a:tabLst>
            </a:pPr>
            <a:r>
              <a:rPr b="0" lang="en-US" sz="2200" strike="noStrike" u="none">
                <a:solidFill>
                  <a:srgbClr val="000000"/>
                </a:solidFill>
                <a:effectLst/>
                <a:uFillTx/>
                <a:latin typeface="Arial"/>
              </a:rPr>
              <a:t>Receive Affidavit of Wages Paid from Contractor</a:t>
            </a:r>
            <a:endParaRPr b="0" lang="en-IN" sz="2200" strike="noStrike" u="none">
              <a:solidFill>
                <a:srgbClr val="000000"/>
              </a:solidFill>
              <a:effectLst/>
              <a:uFillTx/>
              <a:latin typeface="Arial"/>
            </a:endParaRPr>
          </a:p>
          <a:p>
            <a:pPr lvl="2" marL="1143000" indent="-228600">
              <a:spcBef>
                <a:spcPts val="550"/>
              </a:spcBef>
              <a:buClr>
                <a:srgbClr val="000000"/>
              </a:buClr>
              <a:buSzPct val="150000"/>
              <a:buFont typeface="Arial"/>
              <a:buChar char="•"/>
              <a:tabLst>
                <a:tab algn="l" pos="1828800"/>
                <a:tab algn="l" pos="2743200"/>
                <a:tab algn="l" pos="3657600"/>
                <a:tab algn="l" pos="4572000"/>
                <a:tab algn="l" pos="5486400"/>
                <a:tab algn="l" pos="6400800"/>
                <a:tab algn="l" pos="7315200"/>
                <a:tab algn="l" pos="8229600"/>
                <a:tab algn="l" pos="9144000"/>
                <a:tab algn="l" pos="10058400"/>
              </a:tabLst>
            </a:pPr>
            <a:r>
              <a:rPr b="0" lang="en-US" sz="2200" strike="noStrike" u="none">
                <a:solidFill>
                  <a:srgbClr val="000000"/>
                </a:solidFill>
                <a:effectLst/>
                <a:uFillTx/>
                <a:latin typeface="Arial"/>
              </a:rPr>
              <a:t>Receive release from L &amp; I</a:t>
            </a:r>
            <a:endParaRPr b="0" lang="en-IN" sz="2200" strike="noStrike" u="none">
              <a:solidFill>
                <a:srgbClr val="000000"/>
              </a:solidFill>
              <a:effectLst/>
              <a:uFillTx/>
              <a:latin typeface="Arial"/>
            </a:endParaRPr>
          </a:p>
          <a:p>
            <a:pPr lvl="2" marL="1143000" indent="-228600">
              <a:spcBef>
                <a:spcPts val="550"/>
              </a:spcBef>
              <a:buClr>
                <a:srgbClr val="000000"/>
              </a:buClr>
              <a:buSzPct val="150000"/>
              <a:buFont typeface="Arial"/>
              <a:buChar char="•"/>
              <a:tabLst>
                <a:tab algn="l" pos="1828800"/>
                <a:tab algn="l" pos="2743200"/>
                <a:tab algn="l" pos="3657600"/>
                <a:tab algn="l" pos="4572000"/>
                <a:tab algn="l" pos="5486400"/>
                <a:tab algn="l" pos="6400800"/>
                <a:tab algn="l" pos="7315200"/>
                <a:tab algn="l" pos="8229600"/>
                <a:tab algn="l" pos="9144000"/>
                <a:tab algn="l" pos="10058400"/>
              </a:tabLst>
            </a:pPr>
            <a:r>
              <a:rPr b="0" lang="en-US" sz="2200" strike="noStrike" u="none">
                <a:solidFill>
                  <a:srgbClr val="000000"/>
                </a:solidFill>
                <a:effectLst/>
                <a:uFillTx/>
                <a:latin typeface="Arial"/>
              </a:rPr>
              <a:t>Receive release from Employment Security</a:t>
            </a:r>
            <a:endParaRPr b="0" lang="en-IN" sz="2200" strike="noStrike" u="none">
              <a:solidFill>
                <a:srgbClr val="000000"/>
              </a:solidFill>
              <a:effectLst/>
              <a:uFillTx/>
              <a:latin typeface="Arial"/>
            </a:endParaRPr>
          </a:p>
          <a:p>
            <a:pPr lvl="2" marL="1143000" indent="-228600">
              <a:spcBef>
                <a:spcPts val="550"/>
              </a:spcBef>
              <a:buClr>
                <a:srgbClr val="000000"/>
              </a:buClr>
              <a:buSzPct val="150000"/>
              <a:buFont typeface="Arial"/>
              <a:buChar char="•"/>
              <a:tabLst>
                <a:tab algn="l" pos="1828800"/>
                <a:tab algn="l" pos="2743200"/>
                <a:tab algn="l" pos="3657600"/>
                <a:tab algn="l" pos="4572000"/>
                <a:tab algn="l" pos="5486400"/>
                <a:tab algn="l" pos="6400800"/>
                <a:tab algn="l" pos="7315200"/>
                <a:tab algn="l" pos="8229600"/>
                <a:tab algn="l" pos="9144000"/>
                <a:tab algn="l" pos="10058400"/>
              </a:tabLst>
            </a:pPr>
            <a:r>
              <a:rPr b="0" lang="en-US" sz="2200" strike="noStrike" u="none">
                <a:solidFill>
                  <a:srgbClr val="000000"/>
                </a:solidFill>
                <a:effectLst/>
                <a:uFillTx/>
                <a:latin typeface="Arial"/>
              </a:rPr>
              <a:t>Receive release from Dept. of Revenue for contracts over $20,000</a:t>
            </a:r>
            <a:endParaRPr b="0" lang="en-IN" sz="2200" strike="noStrike" u="none">
              <a:solidFill>
                <a:srgbClr val="000000"/>
              </a:solidFill>
              <a:effectLst/>
              <a:uFillTx/>
              <a:latin typeface="Arial"/>
            </a:endParaRPr>
          </a:p>
          <a:p>
            <a:pPr lvl="1" marL="743040" indent="-285840">
              <a:spcBef>
                <a:spcPts val="649"/>
              </a:spcBef>
              <a:buClr>
                <a:srgbClr val="97cdcc"/>
              </a:buClr>
              <a:buSzPct val="150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600" strike="noStrike" u="none">
                <a:solidFill>
                  <a:srgbClr val="000000"/>
                </a:solidFill>
                <a:effectLst/>
                <a:uFillTx/>
                <a:latin typeface="Arial"/>
              </a:rPr>
              <a:t>Release the contract retainage</a:t>
            </a:r>
            <a:endParaRPr b="0" lang="en-IN" sz="26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9" name="PlaceHolder 1"/>
          <p:cNvSpPr>
            <a:spLocks noGrp="1"/>
          </p:cNvSpPr>
          <p:nvPr>
            <p:ph type="title"/>
          </p:nvPr>
        </p:nvSpPr>
        <p:spPr>
          <a:xfrm>
            <a:off x="762120" y="533160"/>
            <a:ext cx="7696080" cy="1143000"/>
          </a:xfrm>
          <a:prstGeom prst="rect">
            <a:avLst/>
          </a:prstGeom>
          <a:noFill/>
          <a:ln w="0">
            <a:noFill/>
          </a:ln>
        </p:spPr>
        <p:txBody>
          <a:bodyPr lIns="90000" rIns="90000" tIns="46800" bIns="46800" anchor="b">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336666"/>
                </a:solidFill>
                <a:effectLst/>
                <a:uFillTx/>
                <a:latin typeface="Arial Black"/>
              </a:rPr>
              <a:t>Limited Public Works</a:t>
            </a:r>
            <a:endParaRPr b="0" lang="en-IN" sz="3200" strike="noStrike" u="none">
              <a:solidFill>
                <a:srgbClr val="336666"/>
              </a:solidFill>
              <a:effectLst/>
              <a:uFillTx/>
              <a:latin typeface="Arial Black"/>
            </a:endParaRPr>
          </a:p>
        </p:txBody>
      </p:sp>
      <p:sp>
        <p:nvSpPr>
          <p:cNvPr id="130" name="PlaceHolder 2"/>
          <p:cNvSpPr>
            <a:spLocks noGrp="1"/>
          </p:cNvSpPr>
          <p:nvPr>
            <p:ph/>
          </p:nvPr>
        </p:nvSpPr>
        <p:spPr>
          <a:xfrm>
            <a:off x="762120" y="1905120"/>
            <a:ext cx="7696080" cy="4038480"/>
          </a:xfrm>
          <a:prstGeom prst="rect">
            <a:avLst/>
          </a:prstGeom>
          <a:noFill/>
          <a:ln w="0">
            <a:noFill/>
          </a:ln>
        </p:spPr>
        <p:txBody>
          <a:bodyPr lIns="90000" rIns="90000" tIns="46800" bIns="46800" anchor="t">
            <a:normAutofit/>
          </a:bodyPr>
          <a:p>
            <a:pPr marL="343080" indent="-343080">
              <a:spcBef>
                <a:spcPts val="774"/>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100" strike="noStrike" u="none">
              <a:solidFill>
                <a:srgbClr val="000000"/>
              </a:solidFill>
              <a:effectLst/>
              <a:uFillTx/>
              <a:latin typeface="Arial"/>
            </a:endParaRPr>
          </a:p>
          <a:p>
            <a:pPr marL="343080" indent="-343080">
              <a:spcBef>
                <a:spcPts val="774"/>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100" strike="noStrike" u="none">
              <a:solidFill>
                <a:srgbClr val="000000"/>
              </a:solidFill>
              <a:effectLst/>
              <a:uFillTx/>
              <a:latin typeface="Arial"/>
            </a:endParaRPr>
          </a:p>
          <a:p>
            <a:pPr marL="343080" indent="-343080">
              <a:spcBef>
                <a:spcPts val="134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5400" strike="noStrike" u="none">
                <a:solidFill>
                  <a:srgbClr val="000000"/>
                </a:solidFill>
                <a:effectLst/>
                <a:uFillTx/>
                <a:latin typeface="Arial"/>
              </a:rPr>
              <a:t>       QUESTIONS  ?</a:t>
            </a:r>
            <a:endParaRPr b="0" lang="en-IN" sz="5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31" name="PlaceHolder 1"/>
          <p:cNvSpPr>
            <a:spLocks noGrp="1"/>
          </p:cNvSpPr>
          <p:nvPr>
            <p:ph type="title"/>
          </p:nvPr>
        </p:nvSpPr>
        <p:spPr>
          <a:xfrm>
            <a:off x="762120" y="533520"/>
            <a:ext cx="7696080" cy="914400"/>
          </a:xfrm>
          <a:prstGeom prst="rect">
            <a:avLst/>
          </a:prstGeom>
          <a:noFill/>
          <a:ln w="0">
            <a:noFill/>
          </a:ln>
        </p:spPr>
        <p:txBody>
          <a:bodyPr lIns="90000" rIns="90000" tIns="46800" bIns="46800" anchor="b">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336666"/>
                </a:solidFill>
                <a:effectLst/>
                <a:uFillTx/>
                <a:latin typeface="Arial Black"/>
              </a:rPr>
              <a:t>Limited Public Works</a:t>
            </a:r>
            <a:endParaRPr b="0" lang="en-IN" sz="3200" strike="noStrike" u="none">
              <a:solidFill>
                <a:srgbClr val="336666"/>
              </a:solidFill>
              <a:effectLst/>
              <a:uFillTx/>
              <a:latin typeface="Arial Black"/>
            </a:endParaRPr>
          </a:p>
        </p:txBody>
      </p:sp>
      <p:sp>
        <p:nvSpPr>
          <p:cNvPr id="132" name="PlaceHolder 2"/>
          <p:cNvSpPr>
            <a:spLocks noGrp="1"/>
          </p:cNvSpPr>
          <p:nvPr>
            <p:ph/>
          </p:nvPr>
        </p:nvSpPr>
        <p:spPr>
          <a:xfrm>
            <a:off x="380880" y="1905120"/>
            <a:ext cx="8382240" cy="4038480"/>
          </a:xfrm>
          <a:prstGeom prst="rect">
            <a:avLst/>
          </a:prstGeom>
          <a:noFill/>
          <a:ln w="0">
            <a:noFill/>
          </a:ln>
        </p:spPr>
        <p:txBody>
          <a:bodyPr lIns="90000" rIns="90000" tIns="46800" bIns="46800" anchor="t">
            <a:normAutofit/>
          </a:bodyPr>
          <a:p>
            <a:pPr marL="343080" indent="-343080">
              <a:spcBef>
                <a:spcPts val="774"/>
              </a:spcBef>
              <a:buClr>
                <a:srgbClr val="cccc99"/>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100" strike="noStrike" u="none">
                <a:solidFill>
                  <a:srgbClr val="000000"/>
                </a:solidFill>
                <a:effectLst/>
                <a:uFillTx/>
                <a:latin typeface="Arial"/>
              </a:rPr>
              <a:t>Important Telephone Numbers</a:t>
            </a:r>
            <a:endParaRPr b="0" lang="en-IN" sz="3100" strike="noStrike" u="none">
              <a:solidFill>
                <a:srgbClr val="000000"/>
              </a:solidFill>
              <a:effectLst/>
              <a:uFillTx/>
              <a:latin typeface="Arial"/>
            </a:endParaRPr>
          </a:p>
          <a:p>
            <a:pPr lvl="1" marL="743040" indent="-285840">
              <a:spcBef>
                <a:spcPts val="649"/>
              </a:spcBef>
              <a:buClr>
                <a:srgbClr val="97cdcc"/>
              </a:buClr>
              <a:buSzPct val="150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600" strike="noStrike" u="none">
                <a:solidFill>
                  <a:srgbClr val="000000"/>
                </a:solidFill>
                <a:effectLst/>
                <a:uFillTx/>
                <a:latin typeface="Arial"/>
              </a:rPr>
              <a:t>E&amp;AS Contracts Section</a:t>
            </a:r>
            <a:r>
              <a:rPr b="0" lang="en-IN" sz="2600" strike="noStrike" u="none">
                <a:solidFill>
                  <a:srgbClr val="000000"/>
                </a:solidFill>
                <a:effectLst/>
                <a:uFillTx/>
                <a:latin typeface="Arial"/>
              </a:rPr>
              <a:t>	</a:t>
            </a:r>
            <a:r>
              <a:rPr b="0" lang="en-IN" sz="2600" strike="noStrike" u="none">
                <a:solidFill>
                  <a:srgbClr val="000000"/>
                </a:solidFill>
                <a:effectLst/>
                <a:uFillTx/>
                <a:latin typeface="Arial"/>
              </a:rPr>
              <a:t>    (360) 902-7272</a:t>
            </a:r>
            <a:endParaRPr b="0" lang="en-IN" sz="2600" strike="noStrike" u="none">
              <a:solidFill>
                <a:srgbClr val="000000"/>
              </a:solidFill>
              <a:effectLst/>
              <a:uFillTx/>
              <a:latin typeface="Arial"/>
            </a:endParaRPr>
          </a:p>
          <a:p>
            <a:pPr lvl="1" marL="743040" indent="-285840">
              <a:spcBef>
                <a:spcPts val="649"/>
              </a:spcBef>
              <a:buClr>
                <a:srgbClr val="97cdcc"/>
              </a:buClr>
              <a:buSzPct val="150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600" strike="noStrike" u="none">
                <a:solidFill>
                  <a:srgbClr val="000000"/>
                </a:solidFill>
                <a:effectLst/>
                <a:uFillTx/>
                <a:latin typeface="Arial"/>
              </a:rPr>
              <a:t>L&amp;I Contractor Registration  (360) 902-5202</a:t>
            </a:r>
            <a:endParaRPr b="0" lang="en-IN" sz="2600" strike="noStrike" u="none">
              <a:solidFill>
                <a:srgbClr val="000000"/>
              </a:solidFill>
              <a:effectLst/>
              <a:uFillTx/>
              <a:latin typeface="Arial"/>
            </a:endParaRPr>
          </a:p>
          <a:p>
            <a:pPr lvl="1" marL="743040" indent="-285840">
              <a:spcBef>
                <a:spcPts val="649"/>
              </a:spcBef>
              <a:buClr>
                <a:srgbClr val="97cdcc"/>
              </a:buClr>
              <a:buSzPct val="150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600" strike="noStrike" u="none">
                <a:solidFill>
                  <a:srgbClr val="000000"/>
                </a:solidFill>
                <a:effectLst/>
                <a:uFillTx/>
                <a:latin typeface="Arial"/>
              </a:rPr>
              <a:t>L&amp;I Contracts Release</a:t>
            </a:r>
            <a:r>
              <a:rPr b="0" lang="en-IN" sz="2600" strike="noStrike" u="none">
                <a:solidFill>
                  <a:srgbClr val="000000"/>
                </a:solidFill>
                <a:effectLst/>
                <a:uFillTx/>
                <a:latin typeface="Arial"/>
              </a:rPr>
              <a:t>	</a:t>
            </a:r>
            <a:r>
              <a:rPr b="0" lang="en-IN" sz="2600" strike="noStrike" u="none">
                <a:solidFill>
                  <a:srgbClr val="000000"/>
                </a:solidFill>
                <a:effectLst/>
                <a:uFillTx/>
                <a:latin typeface="Arial"/>
              </a:rPr>
              <a:t>    (360) 902-4764</a:t>
            </a:r>
            <a:endParaRPr b="0" lang="en-IN" sz="2600" strike="noStrike" u="none">
              <a:solidFill>
                <a:srgbClr val="000000"/>
              </a:solidFill>
              <a:effectLst/>
              <a:uFillTx/>
              <a:latin typeface="Arial"/>
            </a:endParaRPr>
          </a:p>
          <a:p>
            <a:pPr lvl="1" marL="743040" indent="-285840">
              <a:spcBef>
                <a:spcPts val="649"/>
              </a:spcBef>
              <a:buClr>
                <a:srgbClr val="97cdcc"/>
              </a:buClr>
              <a:buSzPct val="150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600" strike="noStrike" u="none">
                <a:solidFill>
                  <a:srgbClr val="000000"/>
                </a:solidFill>
                <a:effectLst/>
                <a:uFillTx/>
                <a:latin typeface="Arial"/>
              </a:rPr>
              <a:t>Employment Security</a:t>
            </a:r>
            <a:r>
              <a:rPr b="0" lang="en-IN" sz="2600" strike="noStrike" u="none">
                <a:solidFill>
                  <a:srgbClr val="000000"/>
                </a:solidFill>
                <a:effectLst/>
                <a:uFillTx/>
                <a:latin typeface="Arial"/>
              </a:rPr>
              <a:t>	</a:t>
            </a:r>
            <a:r>
              <a:rPr b="0" lang="en-IN" sz="2600" strike="noStrike" u="none">
                <a:solidFill>
                  <a:srgbClr val="000000"/>
                </a:solidFill>
                <a:effectLst/>
                <a:uFillTx/>
                <a:latin typeface="Arial"/>
              </a:rPr>
              <a:t>    (360) 902-9626</a:t>
            </a:r>
            <a:endParaRPr b="0" lang="en-IN" sz="2600" strike="noStrike" u="none">
              <a:solidFill>
                <a:srgbClr val="000000"/>
              </a:solidFill>
              <a:effectLst/>
              <a:uFillTx/>
              <a:latin typeface="Arial"/>
            </a:endParaRPr>
          </a:p>
          <a:p>
            <a:pPr lvl="1" marL="743040" indent="-285840">
              <a:spcBef>
                <a:spcPts val="649"/>
              </a:spcBef>
              <a:buClr>
                <a:srgbClr val="97cdcc"/>
              </a:buClr>
              <a:buSzPct val="150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600" strike="noStrike" u="none">
                <a:solidFill>
                  <a:srgbClr val="000000"/>
                </a:solidFill>
                <a:effectLst/>
                <a:uFillTx/>
                <a:latin typeface="Arial"/>
              </a:rPr>
              <a:t>Dept. of Revenue</a:t>
            </a:r>
            <a:r>
              <a:rPr b="0" lang="en-IN" sz="2600" strike="noStrike" u="none">
                <a:solidFill>
                  <a:srgbClr val="000000"/>
                </a:solidFill>
                <a:effectLst/>
                <a:uFillTx/>
                <a:latin typeface="Arial"/>
              </a:rPr>
              <a:t>	</a:t>
            </a:r>
            <a:r>
              <a:rPr b="0" lang="en-IN" sz="2600" strike="noStrike" u="none">
                <a:solidFill>
                  <a:srgbClr val="000000"/>
                </a:solidFill>
                <a:effectLst/>
                <a:uFillTx/>
                <a:latin typeface="Arial"/>
              </a:rPr>
              <a:t>	</a:t>
            </a:r>
            <a:r>
              <a:rPr b="0" lang="en-IN" sz="2600" strike="noStrike" u="none">
                <a:solidFill>
                  <a:srgbClr val="000000"/>
                </a:solidFill>
                <a:effectLst/>
                <a:uFillTx/>
                <a:latin typeface="Arial"/>
              </a:rPr>
              <a:t>    (360) 753-3830</a:t>
            </a:r>
            <a:endParaRPr b="0" lang="en-IN" sz="26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33" name="PlaceHolder 1"/>
          <p:cNvSpPr>
            <a:spLocks noGrp="1"/>
          </p:cNvSpPr>
          <p:nvPr>
            <p:ph type="title"/>
          </p:nvPr>
        </p:nvSpPr>
        <p:spPr>
          <a:xfrm>
            <a:off x="762120" y="533160"/>
            <a:ext cx="7696080" cy="1143000"/>
          </a:xfrm>
          <a:prstGeom prst="rect">
            <a:avLst/>
          </a:prstGeom>
          <a:noFill/>
          <a:ln w="0">
            <a:noFill/>
          </a:ln>
        </p:spPr>
        <p:txBody>
          <a:bodyPr lIns="90000" rIns="90000" tIns="46800" bIns="46800" anchor="b">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500" strike="noStrike" u="none">
                <a:solidFill>
                  <a:srgbClr val="336666"/>
                </a:solidFill>
                <a:effectLst/>
                <a:uFillTx/>
                <a:latin typeface="Arial Black"/>
              </a:rPr>
              <a:t>Division of Engineering and Architectural Services</a:t>
            </a:r>
            <a:endParaRPr b="0" lang="en-IN" sz="2500" strike="noStrike" u="none">
              <a:solidFill>
                <a:srgbClr val="336666"/>
              </a:solidFill>
              <a:effectLst/>
              <a:uFillTx/>
              <a:latin typeface="Arial Black"/>
            </a:endParaRPr>
          </a:p>
        </p:txBody>
      </p:sp>
      <p:sp>
        <p:nvSpPr>
          <p:cNvPr id="134" name="PlaceHolder 2"/>
          <p:cNvSpPr>
            <a:spLocks noGrp="1"/>
          </p:cNvSpPr>
          <p:nvPr>
            <p:ph/>
          </p:nvPr>
        </p:nvSpPr>
        <p:spPr>
          <a:xfrm>
            <a:off x="762120" y="1905120"/>
            <a:ext cx="7696080" cy="4038480"/>
          </a:xfrm>
          <a:prstGeom prst="rect">
            <a:avLst/>
          </a:prstGeom>
          <a:noFill/>
          <a:ln w="0">
            <a:noFill/>
          </a:ln>
        </p:spPr>
        <p:txBody>
          <a:bodyPr lIns="90000" rIns="90000" tIns="46800" bIns="46800" anchor="t">
            <a:normAutofit/>
          </a:bodyPr>
          <a:p>
            <a:pPr marL="343080" indent="-343080">
              <a:lnSpc>
                <a:spcPct val="120000"/>
              </a:lnSpc>
              <a:spcBef>
                <a:spcPts val="774"/>
              </a:spcBef>
              <a:buClr>
                <a:srgbClr val="cccc99"/>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100" strike="noStrike" u="none">
                <a:solidFill>
                  <a:srgbClr val="000000"/>
                </a:solidFill>
                <a:effectLst/>
                <a:uFillTx/>
                <a:latin typeface="Arial"/>
              </a:rPr>
              <a:t>Please contact us if you have additional questions or want copies of our standard documents</a:t>
            </a:r>
            <a:endParaRPr b="0" lang="en-IN" sz="3100" strike="noStrike" u="none">
              <a:solidFill>
                <a:srgbClr val="000000"/>
              </a:solidFill>
              <a:effectLst/>
              <a:uFillTx/>
              <a:latin typeface="Arial"/>
            </a:endParaRPr>
          </a:p>
          <a:p>
            <a:pPr marL="343080" indent="-343080">
              <a:lnSpc>
                <a:spcPct val="120000"/>
              </a:lnSpc>
              <a:spcBef>
                <a:spcPts val="774"/>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100" strike="noStrike" u="none">
              <a:solidFill>
                <a:srgbClr val="000000"/>
              </a:solidFill>
              <a:effectLst/>
              <a:uFillTx/>
              <a:latin typeface="Arial"/>
            </a:endParaRPr>
          </a:p>
          <a:p>
            <a:pPr lvl="1" marL="743040" indent="-285840">
              <a:spcBef>
                <a:spcPts val="649"/>
              </a:spcBef>
              <a:buClr>
                <a:srgbClr val="97cdcc"/>
              </a:buClr>
              <a:buSzPct val="150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600" strike="noStrike" u="none">
                <a:solidFill>
                  <a:srgbClr val="000000"/>
                </a:solidFill>
                <a:effectLst/>
                <a:uFillTx/>
                <a:latin typeface="Arial"/>
              </a:rPr>
              <a:t>jlynch@ga.wa.gov</a:t>
            </a:r>
            <a:endParaRPr b="0" lang="en-IN" sz="2600" strike="noStrike" u="none">
              <a:solidFill>
                <a:srgbClr val="000000"/>
              </a:solidFill>
              <a:effectLst/>
              <a:uFillTx/>
              <a:latin typeface="Arial"/>
            </a:endParaRPr>
          </a:p>
          <a:p>
            <a:pPr lvl="1" marL="743040" indent="-285840">
              <a:spcBef>
                <a:spcPts val="649"/>
              </a:spcBef>
              <a:buClr>
                <a:srgbClr val="97cdcc"/>
              </a:buClr>
              <a:buSzPct val="150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600" strike="noStrike" u="none">
                <a:solidFill>
                  <a:srgbClr val="000000"/>
                </a:solidFill>
                <a:effectLst/>
                <a:uFillTx/>
                <a:latin typeface="Arial"/>
              </a:rPr>
              <a:t>rorr@ga.wa.gov</a:t>
            </a:r>
            <a:endParaRPr b="0" lang="en-IN" sz="26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807</TotalTime>
  <Application>LibreOffice/25.2.3.2$Windows_X86_64 LibreOffice_project/bbb074479178df812d175f709636b368952c2ce3</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1999-10-27T20:08:16Z</dcterms:created>
  <dc:creator>EAS-CHECKOUT</dc:creator>
  <dc:description/>
  <dc:language>en-IN</dc:language>
  <cp:lastModifiedBy>kbustet</cp:lastModifiedBy>
  <dcterms:modified xsi:type="dcterms:W3CDTF">2004-10-27T14:55:23Z</dcterms:modified>
  <cp:revision>24</cp:revision>
  <dc:subject/>
  <dc:title>Department of General Administration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r8>-5706492</vt:r8>
  </property>
  <property fmtid="{D5CDD505-2E9C-101B-9397-08002B2CF9AE}" pid="3" name="_AuthorEmail">
    <vt:lpwstr>KBustet@GA.WA.GOV</vt:lpwstr>
  </property>
  <property fmtid="{D5CDD505-2E9C-101B-9397-08002B2CF9AE}" pid="4" name="_AuthorEmailDisplayName">
    <vt:lpwstr>Bustetter, Kerry (GA)</vt:lpwstr>
  </property>
  <property fmtid="{D5CDD505-2E9C-101B-9397-08002B2CF9AE}" pid="5" name="_EmailSubject">
    <vt:lpwstr>Lynch Presentation</vt:lpwstr>
  </property>
</Properties>
</file>