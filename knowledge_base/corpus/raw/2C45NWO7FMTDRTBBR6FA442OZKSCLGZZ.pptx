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png" ContentType="image/png"/>
  <Override PartName="/ppt/media/image2.png" ContentType="image/png"/>
  <Override PartName="/ppt/media/image3.wmf" ContentType="image/x-wmf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bl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886DFA-62B8-449D-903F-7D1302FD13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BF45E6-B47F-477C-86CE-06AC3CB635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E3B049-5F60-4182-B608-6860F7015C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7200" y="6244920"/>
            <a:ext cx="182880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086240" y="6244920"/>
            <a:ext cx="160020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F8DC4BC-AE58-4BDA-9B80-C86199343DF8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3129120" y="6324480"/>
            <a:ext cx="35985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Montana Office of Public Instruction  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Linda McCulloch Superintendent   www.opi.mt.gov</a:t>
            </a: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" descr=""/>
          <p:cNvPicPr/>
          <p:nvPr/>
        </p:nvPicPr>
        <p:blipFill>
          <a:blip r:embed="rId2"/>
          <a:stretch/>
        </p:blipFill>
        <p:spPr>
          <a:xfrm>
            <a:off x="2666880" y="6400800"/>
            <a:ext cx="542880" cy="2649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mailto:kcrogan@mt.gov" TargetMode="External"/><Relationship Id="rId3" Type="http://schemas.openxmlformats.org/officeDocument/2006/relationships/image" Target="../media/image2.png"/><Relationship Id="rId4" Type="http://schemas.openxmlformats.org/officeDocument/2006/relationships/hyperlink" Target="mailto:krichem@mt.gov" TargetMode="External"/><Relationship Id="rId5" Type="http://schemas.openxmlformats.org/officeDocument/2006/relationships/image" Target="../media/image2.png"/><Relationship Id="rId6" Type="http://schemas.openxmlformats.org/officeDocument/2006/relationships/hyperlink" Target="mailto:jsnow@mt.gov" TargetMode="External"/><Relationship Id="rId7" Type="http://schemas.openxmlformats.org/officeDocument/2006/relationships/image" Target="../media/image3.wmf"/><Relationship Id="rId8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1676520" y="441972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Science CRT and CRT-Alternate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Spring 2007 Assessment Conference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1482480" y="1039680"/>
            <a:ext cx="6878880" cy="13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Montana Comprehensive 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Assessment System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E835E8-E878-4747-9011-2217BABFBAA7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Timeline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Grades 4, 8, and 10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First administration, Spring 2008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Developed in alignment with Montana Science content standards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513211-4FDA-496B-8FAA-0A92851D30F0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Science CRT Development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80880" y="99072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Fall 2006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Preliminary item development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Bias reviews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 reviews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Item selection for field test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Spring 2007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Field tested during CRT testing window, all schools in Montana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June 2007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Sample items online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E5940C0-F325-4A26-902F-AA3D60A1F8AD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Continued Science CRT Development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Spring 2007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Bias Review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Content Review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Summer 2007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Item Selection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Verify Depth of Knowledge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Fall 2007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External alignment study and adjustments as needed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Spring 2008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First administration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B4966D6-9882-4248-8057-F65133327E95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CRT Science Blueprint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" name=""/>
          <p:cNvGraphicFramePr/>
          <p:nvPr/>
        </p:nvGraphicFramePr>
        <p:xfrm>
          <a:off x="685800" y="1981080"/>
          <a:ext cx="7772040" cy="4103280"/>
        </p:xfrm>
        <a:graphic>
          <a:graphicData uri="http://schemas.openxmlformats.org/drawingml/2006/table">
            <a:tbl>
              <a:tblPr/>
              <a:tblGrid>
                <a:gridCol w="1295280"/>
                <a:gridCol w="3384000"/>
                <a:gridCol w="1437840"/>
                <a:gridCol w="1654920"/>
              </a:tblGrid>
              <a:tr h="12434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Montana Standards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Reporting Categories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Multiple Choice Items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Constructed Response Items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924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1, 5, &amp; 6*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Scientific Investigation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Impact on Society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Historical Development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15-19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or 0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92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Physical  Science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10-14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or 0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92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Life Science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10-14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or 0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8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Earth and Space Science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10-14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49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 or 0</a:t>
                      </a:r>
                      <a:endParaRPr b="0" lang="en-IN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"/>
          <p:cNvSpPr/>
          <p:nvPr/>
        </p:nvSpPr>
        <p:spPr>
          <a:xfrm>
            <a:off x="533520" y="5486400"/>
            <a:ext cx="76197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* Standards 5 and 6 are assessed by 5 Multiple Choice Items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78992CF-77CC-4648-B20A-324B9680D2EA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Science CRT-Alternate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Summer and Fall 2006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Development of 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Draft expanded benchmarks aligned with Montana standards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Draft performance/achievement descriptors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Winter – Summer 2007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Development of tasklets and items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Fall 2007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Beta test of items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Bias and content reviews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Final alignment and adjustments as needed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Spring 2008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First administration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817A374-8129-48C4-A7C7-033B98B77DC4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OPI Assessment </a:t>
            </a:r>
            <a:br>
              <a:rPr sz="4000"/>
            </a:br>
            <a:r>
              <a:rPr b="1" lang="en-IN" sz="40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Contact Information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3712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SzPct val="102872"/>
              <a:buBlip>
                <a:blip r:embed="rId1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Karen Crogan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700"/>
              </a:spcBef>
              <a:buClr>
                <a:srgbClr val="0099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Assessment Assistant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700"/>
              </a:spcBef>
              <a:buClr>
                <a:srgbClr val="0099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406-444-4431  OR </a:t>
            </a:r>
            <a:r>
              <a:rPr b="0" lang="en-IN" sz="2800" strike="noStrike" u="sng">
                <a:solidFill>
                  <a:srgbClr val="009999"/>
                </a:solidFill>
                <a:effectLst/>
                <a:uFillTx/>
                <a:latin typeface="Georgia"/>
                <a:hlinkClick r:id="rId2"/>
              </a:rPr>
              <a:t>kcrogan@mt.gov</a:t>
            </a:r>
            <a:r>
              <a:rPr b="0" lang="en-IN" sz="2800" strike="noStrike" u="sng">
                <a:solidFill>
                  <a:srgbClr val="000000"/>
                </a:solidFill>
                <a:effectLst/>
                <a:uFillTx/>
                <a:latin typeface="Georgia"/>
              </a:rPr>
              <a:t> 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SzPct val="102872"/>
              <a:buBlip>
                <a:blip r:embed="rId3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Karen Richem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700"/>
              </a:spcBef>
              <a:buClr>
                <a:srgbClr val="0099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Assessment Specialist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700"/>
              </a:spcBef>
              <a:buClr>
                <a:srgbClr val="0099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406-444-0748 OR  </a:t>
            </a:r>
            <a:r>
              <a:rPr b="0" lang="en-IN" sz="2800" strike="noStrike" u="sng">
                <a:solidFill>
                  <a:srgbClr val="009999"/>
                </a:solidFill>
                <a:effectLst/>
                <a:uFillTx/>
                <a:latin typeface="Georgia"/>
                <a:hlinkClick r:id="rId4"/>
              </a:rPr>
              <a:t>krichem@mt.gov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SzPct val="102872"/>
              <a:buBlip>
                <a:blip r:embed="rId5"/>
              </a:buBlip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Judy Snow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700"/>
              </a:spcBef>
              <a:buClr>
                <a:srgbClr val="0099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State Assessment Director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700"/>
              </a:spcBef>
              <a:buClr>
                <a:srgbClr val="0099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406-444-3656 OR </a:t>
            </a:r>
            <a:r>
              <a:rPr b="0" lang="en-IN" sz="2800" strike="noStrike" u="sng">
                <a:solidFill>
                  <a:srgbClr val="009999"/>
                </a:solidFill>
                <a:effectLst/>
                <a:uFillTx/>
                <a:latin typeface="Georgia"/>
                <a:hlinkClick r:id="rId6"/>
              </a:rPr>
              <a:t>jsnow@mt.gov</a:t>
            </a: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Georgia"/>
              </a:rPr>
              <a:t> 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" descr=""/>
          <p:cNvPicPr/>
          <p:nvPr/>
        </p:nvPicPr>
        <p:blipFill>
          <a:blip r:embed="rId7"/>
          <a:stretch/>
        </p:blipFill>
        <p:spPr>
          <a:xfrm>
            <a:off x="7238880" y="1447920"/>
            <a:ext cx="1417680" cy="160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03A0A8-FB4F-4B77-A541-020CFF984CCB}" type="slidenum">
              <a:t>7</a:t>
            </a:fld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2007-04-20T15:08:02Z</dcterms:created>
  <dc:creator>OPI User</dc:creator>
  <dc:description/>
  <dc:language>en-IN</dc:language>
  <cp:lastModifiedBy>OPI User</cp:lastModifiedBy>
  <dcterms:modified xsi:type="dcterms:W3CDTF">2007-04-25T13:17:08Z</dcterms:modified>
  <cp:revision>9</cp:revision>
  <dc:subject/>
  <dc:title>Slide 1</dc:title>
</cp:coreProperties>
</file>