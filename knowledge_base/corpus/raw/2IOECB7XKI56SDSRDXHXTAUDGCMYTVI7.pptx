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presProps.xml" ContentType="application/vnd.openxmlformats-officedocument.presentationml.presProps+xml"/>
  <Override PartName="/ppt/media/image1.jpeg" ContentType="image/jpeg"/>
  <Override PartName="/ppt/media/image2.png" ContentType="image/png"/>
  <Override PartName="/ppt/media/image3.wmf" ContentType="image/x-wmf"/>
  <Override PartName="/ppt/media/image4.wmf" ContentType="image/x-wmf"/>
  <Override PartName="/ppt/media/image5.wmf" ContentType="image/x-wmf"/>
  <Override PartName="/ppt/media/image6.png" ContentType="image/png"/>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
        <p:nvSpPr>
          <p:cNvPr id="0" name=""/>
          <p:cNvSpPr/>
          <p:nvPr/>
        </p:nvSpPr>
        <p:spPr>
          <a:xfrm rot="18427200">
            <a:off x="7777800" y="-14760"/>
            <a:ext cx="1162080" cy="2084400"/>
          </a:xfrm>
          <a:custGeom>
            <a:avLst/>
            <a:gdLst/>
            <a:ahLst/>
            <a:rect l="l" t="t" r="r" b="b"/>
            <a:pathLst>
              <a:path w="2903" h="3686">
                <a:moveTo>
                  <a:pt x="2903" y="433"/>
                </a:moveTo>
                <a:lnTo>
                  <a:pt x="2565" y="80"/>
                </a:lnTo>
                <a:lnTo>
                  <a:pt x="2241" y="0"/>
                </a:lnTo>
                <a:lnTo>
                  <a:pt x="110" y="2811"/>
                </a:lnTo>
                <a:lnTo>
                  <a:pt x="110" y="3228"/>
                </a:lnTo>
                <a:lnTo>
                  <a:pt x="0" y="3631"/>
                </a:lnTo>
                <a:lnTo>
                  <a:pt x="72" y="3686"/>
                </a:lnTo>
                <a:lnTo>
                  <a:pt x="441" y="3355"/>
                </a:lnTo>
                <a:lnTo>
                  <a:pt x="740" y="3228"/>
                </a:lnTo>
                <a:lnTo>
                  <a:pt x="2903" y="433"/>
                </a:lnTo>
                <a:lnTo>
                  <a:pt x="2903" y="433"/>
                </a:lnTo>
                <a:close/>
              </a:path>
            </a:pathLst>
          </a:custGeom>
          <a:solidFill>
            <a:srgbClr val="ffffff"/>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 name="PlaceHolder 1"/>
          <p:cNvSpPr>
            <a:spLocks noGrp="1"/>
          </p:cNvSpPr>
          <p:nvPr>
            <p:ph type="title"/>
          </p:nvPr>
        </p:nvSpPr>
        <p:spPr>
          <a:xfrm>
            <a:off x="685440" y="151920"/>
            <a:ext cx="6870600" cy="1600200"/>
          </a:xfrm>
          <a:prstGeom prst="rect">
            <a:avLst/>
          </a:prstGeom>
          <a:noFill/>
          <a:ln w="0">
            <a:noFill/>
          </a:ln>
        </p:spPr>
        <p:txBody>
          <a:bodyPr lIns="90000" rIns="90000" tIns="46800" bIns="46800" anchor="b">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0000"/>
                </a:solidFill>
                <a:effectLst/>
                <a:uFillTx/>
                <a:latin typeface="Comic Sans MS"/>
              </a:rPr>
              <a:t>Click to edit the title text format</a:t>
            </a:r>
            <a:endParaRPr b="0" lang="en-IN" sz="4400" strike="noStrike" u="none">
              <a:solidFill>
                <a:srgbClr val="000000"/>
              </a:solidFill>
              <a:effectLst/>
              <a:uFillTx/>
              <a:latin typeface="Comic Sans MS"/>
            </a:endParaRPr>
          </a:p>
        </p:txBody>
      </p:sp>
      <p:sp>
        <p:nvSpPr>
          <p:cNvPr id="2" name="PlaceHolder 2"/>
          <p:cNvSpPr>
            <a:spLocks noGrp="1"/>
          </p:cNvSpPr>
          <p:nvPr>
            <p:ph type="body"/>
          </p:nvPr>
        </p:nvSpPr>
        <p:spPr>
          <a:xfrm>
            <a:off x="685800" y="1828800"/>
            <a:ext cx="7696080" cy="3657600"/>
          </a:xfrm>
          <a:prstGeom prst="rect">
            <a:avLst/>
          </a:prstGeom>
          <a:noFill/>
          <a:ln w="0">
            <a:noFill/>
          </a:ln>
        </p:spPr>
        <p:txBody>
          <a:bodyPr lIns="90000" rIns="90000" tIns="46800" bIns="46800" anchor="t">
            <a:normAutofit fontScale="85000" lnSpcReduction="9999"/>
          </a:bodyPr>
          <a:p>
            <a:pPr marL="343080" indent="-343080">
              <a:spcBef>
                <a:spcPts val="799"/>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Comic Sans MS"/>
              </a:rPr>
              <a:t>Click to edit the outline text format</a:t>
            </a:r>
            <a:endParaRPr b="0" lang="en-IN" sz="3200" strike="noStrike" u="none">
              <a:solidFill>
                <a:srgbClr val="000000"/>
              </a:solidFill>
              <a:effectLst/>
              <a:uFillTx/>
              <a:latin typeface="Comic Sans MS"/>
            </a:endParaRPr>
          </a:p>
          <a:p>
            <a:pPr lvl="1" marL="743040" indent="-285840">
              <a:spcBef>
                <a:spcPts val="799"/>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Comic Sans MS"/>
              </a:rPr>
              <a:t>Second Outline Level</a:t>
            </a:r>
            <a:endParaRPr b="0" lang="en-IN" sz="3200" strike="noStrike" u="none">
              <a:solidFill>
                <a:srgbClr val="000000"/>
              </a:solidFill>
              <a:effectLst/>
              <a:uFillTx/>
              <a:latin typeface="Comic Sans MS"/>
            </a:endParaRPr>
          </a:p>
          <a:p>
            <a:pPr lvl="2" marL="1143000" indent="-228600">
              <a:spcBef>
                <a:spcPts val="799"/>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Comic Sans MS"/>
              </a:rPr>
              <a:t>Third Outline Level</a:t>
            </a:r>
            <a:endParaRPr b="0" lang="en-IN" sz="3200" strike="noStrike" u="none">
              <a:solidFill>
                <a:srgbClr val="000000"/>
              </a:solidFill>
              <a:effectLst/>
              <a:uFillTx/>
              <a:latin typeface="Comic Sans MS"/>
            </a:endParaRPr>
          </a:p>
          <a:p>
            <a:pPr lvl="3" marL="1600200" indent="-228600">
              <a:spcBef>
                <a:spcPts val="799"/>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Comic Sans MS"/>
              </a:rPr>
              <a:t>Fourth Outline Level</a:t>
            </a:r>
            <a:endParaRPr b="0" lang="en-IN" sz="3200" strike="noStrike" u="none">
              <a:solidFill>
                <a:srgbClr val="000000"/>
              </a:solidFill>
              <a:effectLst/>
              <a:uFillTx/>
              <a:latin typeface="Comic Sans MS"/>
            </a:endParaRPr>
          </a:p>
          <a:p>
            <a:pPr lvl="4" marL="2057400" indent="-228600">
              <a:spcBef>
                <a:spcPts val="799"/>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Comic Sans MS"/>
              </a:rPr>
              <a:t>Fifth Outline Level</a:t>
            </a:r>
            <a:endParaRPr b="0" lang="en-IN" sz="3200" strike="noStrike" u="none">
              <a:solidFill>
                <a:srgbClr val="000000"/>
              </a:solidFill>
              <a:effectLst/>
              <a:uFillTx/>
              <a:latin typeface="Comic Sans MS"/>
            </a:endParaRPr>
          </a:p>
          <a:p>
            <a:pPr lvl="5" marL="2057400" indent="-228600">
              <a:spcBef>
                <a:spcPts val="799"/>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Comic Sans MS"/>
              </a:rPr>
              <a:t>Sixth Outline Level</a:t>
            </a:r>
            <a:endParaRPr b="0" lang="en-IN" sz="3200" strike="noStrike" u="none">
              <a:solidFill>
                <a:srgbClr val="000000"/>
              </a:solidFill>
              <a:effectLst/>
              <a:uFillTx/>
              <a:latin typeface="Comic Sans MS"/>
            </a:endParaRPr>
          </a:p>
          <a:p>
            <a:pPr lvl="6" marL="2057400" indent="-228600">
              <a:spcBef>
                <a:spcPts val="799"/>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Comic Sans MS"/>
              </a:rPr>
              <a:t>Seventh Outline Level</a:t>
            </a:r>
            <a:endParaRPr b="0" lang="en-IN" sz="3200" strike="noStrike" u="none">
              <a:solidFill>
                <a:srgbClr val="000000"/>
              </a:solidFill>
              <a:effectLst/>
              <a:uFillTx/>
              <a:latin typeface="Comic Sans MS"/>
            </a:endParaRPr>
          </a:p>
        </p:txBody>
      </p:sp>
      <p:sp>
        <p:nvSpPr>
          <p:cNvPr id="3" name="PlaceHolder 3"/>
          <p:cNvSpPr>
            <a:spLocks noGrp="1"/>
          </p:cNvSpPr>
          <p:nvPr>
            <p:ph type="dt" idx="1"/>
          </p:nvPr>
        </p:nvSpPr>
        <p:spPr>
          <a:xfrm>
            <a:off x="1371600" y="6248520"/>
            <a:ext cx="1905120" cy="457200"/>
          </a:xfrm>
          <a:prstGeom prst="rect">
            <a:avLst/>
          </a:prstGeom>
          <a:noFill/>
          <a:ln w="0">
            <a:noFill/>
          </a:ln>
        </p:spPr>
        <p:txBody>
          <a:bodyPr lIns="90000" rIns="90000" tIns="46800" bIns="46800" anchor="t">
            <a:noAutofit/>
          </a:bodyPr>
          <a:lstStyle>
            <a:lvl1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000000"/>
                </a:solidFill>
                <a:effectLst/>
                <a:uFillTx/>
                <a:latin typeface="Comic Sans MS"/>
              </a:defRPr>
            </a:lvl1pPr>
          </a:lstStyle>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Comic Sans MS"/>
              </a:rPr>
              <a:t>&lt;date/time&gt;</a:t>
            </a:r>
            <a:endParaRPr b="0" lang="en-IN" sz="1400" strike="noStrike" u="none">
              <a:solidFill>
                <a:srgbClr val="000000"/>
              </a:solidFill>
              <a:effectLst/>
              <a:uFillTx/>
              <a:latin typeface="Arial"/>
            </a:endParaRPr>
          </a:p>
        </p:txBody>
      </p:sp>
      <p:sp>
        <p:nvSpPr>
          <p:cNvPr id="4" name="PlaceHolder 4"/>
          <p:cNvSpPr>
            <a:spLocks noGrp="1"/>
          </p:cNvSpPr>
          <p:nvPr>
            <p:ph type="ftr" idx="2"/>
          </p:nvPr>
        </p:nvSpPr>
        <p:spPr>
          <a:xfrm>
            <a:off x="3555720" y="6248520"/>
            <a:ext cx="2895480" cy="457200"/>
          </a:xfrm>
          <a:prstGeom prst="rect">
            <a:avLst/>
          </a:prstGeom>
          <a:noFill/>
          <a:ln w="0">
            <a:noFill/>
          </a:ln>
        </p:spPr>
        <p:txBody>
          <a:bodyPr lIns="90000" rIns="90000" tIns="46800" bIns="46800" anchor="t">
            <a:noAutofit/>
          </a:bodyPr>
          <a:lstStyle>
            <a:lvl1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000000"/>
                </a:solidFill>
                <a:effectLst/>
                <a:uFillTx/>
                <a:latin typeface="Comic Sans MS"/>
              </a:defRPr>
            </a:lvl1pPr>
          </a:lstStyle>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Comic Sans MS"/>
              </a:rPr>
              <a:t>&lt;footer&gt;</a:t>
            </a:r>
            <a:endParaRPr b="0" lang="en-IN" sz="1400" strike="noStrike" u="none">
              <a:solidFill>
                <a:srgbClr val="000000"/>
              </a:solidFill>
              <a:effectLst/>
              <a:uFillTx/>
              <a:latin typeface="Arial"/>
            </a:endParaRPr>
          </a:p>
        </p:txBody>
      </p:sp>
      <p:sp>
        <p:nvSpPr>
          <p:cNvPr id="5" name="PlaceHolder 5"/>
          <p:cNvSpPr>
            <a:spLocks noGrp="1"/>
          </p:cNvSpPr>
          <p:nvPr>
            <p:ph type="sldNum" idx="3"/>
          </p:nvPr>
        </p:nvSpPr>
        <p:spPr>
          <a:xfrm>
            <a:off x="6718320" y="6248520"/>
            <a:ext cx="1905120" cy="457200"/>
          </a:xfrm>
          <a:prstGeom prst="rect">
            <a:avLst/>
          </a:prstGeom>
          <a:noFill/>
          <a:ln w="0">
            <a:noFill/>
          </a:ln>
        </p:spPr>
        <p:txBody>
          <a:bodyPr lIns="90000" rIns="90000" tIns="46800" bIns="46800" anchor="t">
            <a:noAutofit/>
          </a:bodyPr>
          <a:lstStyle>
            <a:lvl1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000000"/>
                </a:solidFill>
                <a:effectLst/>
                <a:uFillTx/>
                <a:latin typeface="Comic Sans MS"/>
              </a:defRPr>
            </a:lvl1pPr>
          </a:lstStyle>
          <a:p>
            <a: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A1C8836-D788-4E74-BC27-E21CE7669518}" type="slidenum">
              <a:rPr b="0" lang="en-US" sz="1400" strike="noStrike" u="none">
                <a:solidFill>
                  <a:srgbClr val="000000"/>
                </a:solidFill>
                <a:effectLst/>
                <a:uFillTx/>
                <a:latin typeface="Comic Sans MS"/>
              </a:rPr>
              <a:t>&lt;number&gt;</a:t>
            </a:fld>
            <a:endParaRPr b="0" lang="en-IN" sz="1400" strike="noStrike" u="none">
              <a:solidFill>
                <a:srgbClr val="000000"/>
              </a:solidFill>
              <a:effectLst/>
              <a:uFillTx/>
              <a:latin typeface="Arial"/>
            </a:endParaRPr>
          </a:p>
        </p:txBody>
      </p:sp>
      <p:sp>
        <p:nvSpPr>
          <p:cNvPr id="6" name=""/>
          <p:cNvSpPr/>
          <p:nvPr/>
        </p:nvSpPr>
        <p:spPr>
          <a:xfrm rot="18427200">
            <a:off x="7865280" y="24840"/>
            <a:ext cx="1164960" cy="2097000"/>
          </a:xfrm>
          <a:custGeom>
            <a:avLst/>
            <a:gdLst/>
            <a:ahLst/>
            <a:rect l="l" t="t" r="r" b="b"/>
            <a:pathLst>
              <a:path w="2911" h="3703">
                <a:moveTo>
                  <a:pt x="2293" y="0"/>
                </a:moveTo>
                <a:lnTo>
                  <a:pt x="130" y="2835"/>
                </a:lnTo>
                <a:lnTo>
                  <a:pt x="131" y="3201"/>
                </a:lnTo>
                <a:lnTo>
                  <a:pt x="0" y="3633"/>
                </a:lnTo>
                <a:lnTo>
                  <a:pt x="50" y="3703"/>
                </a:lnTo>
                <a:lnTo>
                  <a:pt x="422" y="3352"/>
                </a:lnTo>
                <a:lnTo>
                  <a:pt x="763" y="3220"/>
                </a:lnTo>
                <a:lnTo>
                  <a:pt x="2911" y="428"/>
                </a:lnTo>
                <a:lnTo>
                  <a:pt x="2589" y="96"/>
                </a:lnTo>
                <a:lnTo>
                  <a:pt x="2293" y="0"/>
                </a:lnTo>
                <a:lnTo>
                  <a:pt x="2293" y="0"/>
                </a:lnTo>
                <a:close/>
              </a:path>
            </a:pathLst>
          </a:custGeom>
          <a:solidFill>
            <a:srgbClr val="703dff"/>
          </a:solidFill>
          <a:ln w="0">
            <a:noFill/>
          </a:ln>
        </p:spPr>
        <p:style>
          <a:lnRef idx="0"/>
          <a:fillRef idx="0"/>
          <a:effectRef idx="0"/>
          <a:fontRef idx="minor"/>
        </p:style>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7" name=""/>
          <p:cNvSpPr/>
          <p:nvPr/>
        </p:nvSpPr>
        <p:spPr>
          <a:xfrm rot="18427200">
            <a:off x="7831080" y="191880"/>
            <a:ext cx="1025640" cy="1571400"/>
          </a:xfrm>
          <a:custGeom>
            <a:avLst/>
            <a:gdLst/>
            <a:ahLst/>
            <a:rect l="l" t="t" r="r" b="b"/>
            <a:pathLst>
              <a:path w="2561" h="2777">
                <a:moveTo>
                  <a:pt x="0" y="2485"/>
                </a:moveTo>
                <a:lnTo>
                  <a:pt x="432" y="2553"/>
                </a:lnTo>
                <a:lnTo>
                  <a:pt x="736" y="2777"/>
                </a:lnTo>
                <a:lnTo>
                  <a:pt x="2561" y="399"/>
                </a:lnTo>
                <a:lnTo>
                  <a:pt x="2118" y="82"/>
                </a:lnTo>
                <a:lnTo>
                  <a:pt x="1898" y="0"/>
                </a:lnTo>
                <a:lnTo>
                  <a:pt x="0" y="2485"/>
                </a:lnTo>
                <a:lnTo>
                  <a:pt x="0" y="2485"/>
                </a:lnTo>
                <a:close/>
              </a:path>
            </a:pathLst>
          </a:custGeom>
          <a:solidFill>
            <a:srgbClr val="ffb800"/>
          </a:solidFill>
          <a:ln w="0">
            <a:noFill/>
          </a:ln>
        </p:spPr>
        <p:style>
          <a:lnRef idx="0"/>
          <a:fillRef idx="0"/>
          <a:effectRef idx="0"/>
          <a:fontRef idx="minor"/>
        </p:style>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grpSp>
        <p:nvGrpSpPr>
          <p:cNvPr id="8" name=""/>
          <p:cNvGrpSpPr/>
          <p:nvPr/>
        </p:nvGrpSpPr>
        <p:grpSpPr>
          <a:xfrm>
            <a:off x="7920" y="5540400"/>
            <a:ext cx="1784520" cy="1246320"/>
            <a:chOff x="7920" y="5540400"/>
            <a:chExt cx="1784520" cy="1246320"/>
          </a:xfrm>
        </p:grpSpPr>
        <p:sp>
          <p:nvSpPr>
            <p:cNvPr id="9" name=""/>
            <p:cNvSpPr/>
            <p:nvPr/>
          </p:nvSpPr>
          <p:spPr>
            <a:xfrm>
              <a:off x="38160" y="5564160"/>
              <a:ext cx="1728720" cy="1030320"/>
            </a:xfrm>
            <a:custGeom>
              <a:avLst/>
              <a:gdLst/>
              <a:ahLst/>
              <a:rect l="l" t="t" r="r" b="b"/>
              <a:pathLst>
                <a:path w="2177" h="1298">
                  <a:moveTo>
                    <a:pt x="1587" y="1260"/>
                  </a:moveTo>
                  <a:lnTo>
                    <a:pt x="1420" y="1106"/>
                  </a:lnTo>
                  <a:lnTo>
                    <a:pt x="1331" y="477"/>
                  </a:lnTo>
                  <a:lnTo>
                    <a:pt x="2139" y="330"/>
                  </a:lnTo>
                  <a:lnTo>
                    <a:pt x="2177" y="203"/>
                  </a:lnTo>
                  <a:lnTo>
                    <a:pt x="2099" y="100"/>
                  </a:lnTo>
                  <a:lnTo>
                    <a:pt x="1276" y="211"/>
                  </a:lnTo>
                  <a:lnTo>
                    <a:pt x="1219" y="32"/>
                  </a:lnTo>
                  <a:lnTo>
                    <a:pt x="1085" y="0"/>
                  </a:lnTo>
                  <a:lnTo>
                    <a:pt x="958" y="28"/>
                  </a:lnTo>
                  <a:lnTo>
                    <a:pt x="888" y="106"/>
                  </a:lnTo>
                  <a:lnTo>
                    <a:pt x="937" y="285"/>
                  </a:lnTo>
                  <a:lnTo>
                    <a:pt x="660" y="441"/>
                  </a:lnTo>
                  <a:lnTo>
                    <a:pt x="983" y="473"/>
                  </a:lnTo>
                  <a:lnTo>
                    <a:pt x="1112" y="889"/>
                  </a:lnTo>
                  <a:lnTo>
                    <a:pt x="141" y="469"/>
                  </a:lnTo>
                  <a:lnTo>
                    <a:pt x="46" y="509"/>
                  </a:lnTo>
                  <a:lnTo>
                    <a:pt x="0" y="636"/>
                  </a:lnTo>
                  <a:lnTo>
                    <a:pt x="55" y="779"/>
                  </a:lnTo>
                  <a:lnTo>
                    <a:pt x="1139" y="1288"/>
                  </a:lnTo>
                  <a:lnTo>
                    <a:pt x="1378" y="1256"/>
                  </a:lnTo>
                  <a:lnTo>
                    <a:pt x="1570" y="1298"/>
                  </a:lnTo>
                  <a:lnTo>
                    <a:pt x="1587" y="1260"/>
                  </a:lnTo>
                  <a:lnTo>
                    <a:pt x="1587" y="1260"/>
                  </a:lnTo>
                  <a:close/>
                </a:path>
              </a:pathLst>
            </a:custGeom>
            <a:solidFill>
              <a:srgbClr val="f8f8f8"/>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0" name=""/>
            <p:cNvSpPr/>
            <p:nvPr/>
          </p:nvSpPr>
          <p:spPr>
            <a:xfrm>
              <a:off x="1622520" y="5686560"/>
              <a:ext cx="112680" cy="204480"/>
            </a:xfrm>
            <a:custGeom>
              <a:avLst/>
              <a:gdLst/>
              <a:ahLst/>
              <a:rect l="l" t="t" r="r" b="b"/>
              <a:pathLst>
                <a:path w="143" h="258">
                  <a:moveTo>
                    <a:pt x="0" y="7"/>
                  </a:moveTo>
                  <a:lnTo>
                    <a:pt x="120" y="0"/>
                  </a:lnTo>
                  <a:lnTo>
                    <a:pt x="143" y="233"/>
                  </a:lnTo>
                  <a:lnTo>
                    <a:pt x="8" y="258"/>
                  </a:lnTo>
                  <a:lnTo>
                    <a:pt x="0" y="7"/>
                  </a:lnTo>
                  <a:lnTo>
                    <a:pt x="0" y="7"/>
                  </a:lnTo>
                  <a:close/>
                </a:path>
              </a:pathLst>
            </a:custGeom>
            <a:solidFill>
              <a:srgbClr val="ffef66"/>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1" name=""/>
            <p:cNvSpPr/>
            <p:nvPr/>
          </p:nvSpPr>
          <p:spPr>
            <a:xfrm>
              <a:off x="31680" y="5991120"/>
              <a:ext cx="1257480" cy="650880"/>
            </a:xfrm>
            <a:custGeom>
              <a:avLst/>
              <a:gdLst/>
              <a:ahLst/>
              <a:rect l="l" t="t"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lnTo>
                    <a:pt x="137" y="0"/>
                  </a:lnTo>
                  <a:close/>
                </a:path>
              </a:pathLst>
            </a:custGeom>
            <a:solidFill>
              <a:srgbClr val="ff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2" name=""/>
            <p:cNvSpPr/>
            <p:nvPr/>
          </p:nvSpPr>
          <p:spPr>
            <a:xfrm>
              <a:off x="204840" y="6045120"/>
              <a:ext cx="833400" cy="593640"/>
            </a:xfrm>
            <a:custGeom>
              <a:avLst/>
              <a:gdLst/>
              <a:ahLst/>
              <a:rect l="l" t="t" r="r" b="b"/>
              <a:pathLst>
                <a:path w="1049" h="747">
                  <a:moveTo>
                    <a:pt x="0" y="325"/>
                  </a:moveTo>
                  <a:lnTo>
                    <a:pt x="922" y="747"/>
                  </a:lnTo>
                  <a:lnTo>
                    <a:pt x="939" y="534"/>
                  </a:lnTo>
                  <a:lnTo>
                    <a:pt x="1049" y="422"/>
                  </a:lnTo>
                  <a:lnTo>
                    <a:pt x="78" y="0"/>
                  </a:lnTo>
                  <a:lnTo>
                    <a:pt x="0" y="127"/>
                  </a:lnTo>
                  <a:lnTo>
                    <a:pt x="0" y="325"/>
                  </a:lnTo>
                  <a:lnTo>
                    <a:pt x="0" y="325"/>
                  </a:lnTo>
                  <a:close/>
                </a:path>
              </a:pathLst>
            </a:custGeom>
            <a:solidFill>
              <a:srgbClr val="ffb8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3" name=""/>
            <p:cNvSpPr/>
            <p:nvPr/>
          </p:nvSpPr>
          <p:spPr>
            <a:xfrm>
              <a:off x="770040" y="5607000"/>
              <a:ext cx="214200" cy="192240"/>
            </a:xfrm>
            <a:custGeom>
              <a:avLst/>
              <a:gdLst/>
              <a:ahLst/>
              <a:rect l="l" t="t" r="r" b="b"/>
              <a:pathLst>
                <a:path w="272" h="241">
                  <a:moveTo>
                    <a:pt x="0" y="28"/>
                  </a:moveTo>
                  <a:lnTo>
                    <a:pt x="160" y="0"/>
                  </a:lnTo>
                  <a:lnTo>
                    <a:pt x="251" y="36"/>
                  </a:lnTo>
                  <a:lnTo>
                    <a:pt x="272" y="139"/>
                  </a:lnTo>
                  <a:lnTo>
                    <a:pt x="164" y="146"/>
                  </a:lnTo>
                  <a:lnTo>
                    <a:pt x="32" y="241"/>
                  </a:lnTo>
                  <a:lnTo>
                    <a:pt x="0" y="28"/>
                  </a:lnTo>
                  <a:lnTo>
                    <a:pt x="0" y="28"/>
                  </a:lnTo>
                  <a:close/>
                </a:path>
              </a:pathLst>
            </a:custGeom>
            <a:solidFill>
              <a:srgbClr val="00b2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4" name=""/>
            <p:cNvSpPr/>
            <p:nvPr/>
          </p:nvSpPr>
          <p:spPr>
            <a:xfrm>
              <a:off x="1017720" y="6608880"/>
              <a:ext cx="120600" cy="177840"/>
            </a:xfrm>
            <a:custGeom>
              <a:avLst/>
              <a:gdLst/>
              <a:ahLst/>
              <a:rect l="l" t="t" r="r" b="b"/>
              <a:pathLst>
                <a:path w="152" h="224">
                  <a:moveTo>
                    <a:pt x="152" y="4"/>
                  </a:moveTo>
                  <a:lnTo>
                    <a:pt x="152" y="224"/>
                  </a:lnTo>
                  <a:lnTo>
                    <a:pt x="0" y="8"/>
                  </a:lnTo>
                  <a:lnTo>
                    <a:pt x="72" y="0"/>
                  </a:lnTo>
                  <a:lnTo>
                    <a:pt x="152" y="4"/>
                  </a:lnTo>
                  <a:lnTo>
                    <a:pt x="152" y="4"/>
                  </a:lnTo>
                  <a:close/>
                </a:path>
              </a:pathLst>
            </a:custGeom>
            <a:solidFill>
              <a:srgbClr val="00b2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5" name=""/>
            <p:cNvSpPr/>
            <p:nvPr/>
          </p:nvSpPr>
          <p:spPr>
            <a:xfrm>
              <a:off x="800280" y="5726160"/>
              <a:ext cx="306360" cy="608040"/>
            </a:xfrm>
            <a:custGeom>
              <a:avLst/>
              <a:gdLst/>
              <a:ahLst/>
              <a:rect l="l" t="t" r="r" b="b"/>
              <a:pathLst>
                <a:path w="386" h="764">
                  <a:moveTo>
                    <a:pt x="0" y="80"/>
                  </a:moveTo>
                  <a:lnTo>
                    <a:pt x="87" y="0"/>
                  </a:lnTo>
                  <a:lnTo>
                    <a:pt x="232" y="6"/>
                  </a:lnTo>
                  <a:lnTo>
                    <a:pt x="386" y="764"/>
                  </a:lnTo>
                  <a:lnTo>
                    <a:pt x="279" y="720"/>
                  </a:lnTo>
                  <a:lnTo>
                    <a:pt x="152" y="677"/>
                  </a:lnTo>
                  <a:lnTo>
                    <a:pt x="0" y="80"/>
                  </a:lnTo>
                  <a:lnTo>
                    <a:pt x="0" y="80"/>
                  </a:lnTo>
                  <a:close/>
                </a:path>
              </a:pathLst>
            </a:custGeom>
            <a:solidFill>
              <a:srgbClr val="ffb8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6" name=""/>
            <p:cNvSpPr/>
            <p:nvPr/>
          </p:nvSpPr>
          <p:spPr>
            <a:xfrm>
              <a:off x="1060560" y="5699160"/>
              <a:ext cx="577800" cy="276120"/>
            </a:xfrm>
            <a:custGeom>
              <a:avLst/>
              <a:gdLst/>
              <a:ahLst/>
              <a:rect l="l" t="t" r="r" b="b"/>
              <a:pathLst>
                <a:path w="728" h="348">
                  <a:moveTo>
                    <a:pt x="692" y="0"/>
                  </a:moveTo>
                  <a:lnTo>
                    <a:pt x="0" y="106"/>
                  </a:lnTo>
                  <a:lnTo>
                    <a:pt x="28" y="348"/>
                  </a:lnTo>
                  <a:lnTo>
                    <a:pt x="715" y="237"/>
                  </a:lnTo>
                  <a:lnTo>
                    <a:pt x="728" y="43"/>
                  </a:lnTo>
                  <a:lnTo>
                    <a:pt x="692" y="0"/>
                  </a:lnTo>
                  <a:lnTo>
                    <a:pt x="692" y="0"/>
                  </a:lnTo>
                  <a:close/>
                </a:path>
              </a:pathLst>
            </a:custGeom>
            <a:solidFill>
              <a:srgbClr val="ffb8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7" name=""/>
            <p:cNvSpPr/>
            <p:nvPr/>
          </p:nvSpPr>
          <p:spPr>
            <a:xfrm>
              <a:off x="550800" y="5862600"/>
              <a:ext cx="247680" cy="106560"/>
            </a:xfrm>
            <a:custGeom>
              <a:avLst/>
              <a:gdLst/>
              <a:ahLst/>
              <a:rect l="l" t="t" r="r" b="b"/>
              <a:pathLst>
                <a:path w="312" h="135">
                  <a:moveTo>
                    <a:pt x="272" y="0"/>
                  </a:moveTo>
                  <a:lnTo>
                    <a:pt x="0" y="78"/>
                  </a:lnTo>
                  <a:lnTo>
                    <a:pt x="312" y="135"/>
                  </a:lnTo>
                  <a:lnTo>
                    <a:pt x="272" y="0"/>
                  </a:lnTo>
                  <a:lnTo>
                    <a:pt x="272" y="0"/>
                  </a:lnTo>
                  <a:close/>
                </a:path>
              </a:pathLst>
            </a:custGeom>
            <a:solidFill>
              <a:srgbClr val="ffef66"/>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nvGrpSpPr>
            <p:cNvPr id="18" name=""/>
            <p:cNvGrpSpPr/>
            <p:nvPr/>
          </p:nvGrpSpPr>
          <p:grpSpPr>
            <a:xfrm>
              <a:off x="7920" y="5540400"/>
              <a:ext cx="1784520" cy="1238400"/>
              <a:chOff x="7920" y="5540400"/>
              <a:chExt cx="1784520" cy="1238400"/>
            </a:xfrm>
          </p:grpSpPr>
          <p:grpSp>
            <p:nvGrpSpPr>
              <p:cNvPr id="19" name=""/>
              <p:cNvGrpSpPr/>
              <p:nvPr/>
            </p:nvGrpSpPr>
            <p:grpSpPr>
              <a:xfrm>
                <a:off x="792000" y="5654520"/>
                <a:ext cx="870120" cy="1124280"/>
                <a:chOff x="792000" y="5654520"/>
                <a:chExt cx="870120" cy="1124280"/>
              </a:xfrm>
            </p:grpSpPr>
            <p:sp>
              <p:nvSpPr>
                <p:cNvPr id="20" name=""/>
                <p:cNvSpPr/>
                <p:nvPr/>
              </p:nvSpPr>
              <p:spPr>
                <a:xfrm>
                  <a:off x="792000" y="5694480"/>
                  <a:ext cx="249480" cy="137880"/>
                </a:xfrm>
                <a:custGeom>
                  <a:avLst/>
                  <a:gdLst/>
                  <a:ahLst/>
                  <a:rect l="l" t="t" r="r" b="b"/>
                  <a:pathLst>
                    <a:path w="313" h="175">
                      <a:moveTo>
                        <a:pt x="0" y="107"/>
                      </a:moveTo>
                      <a:lnTo>
                        <a:pt x="114" y="10"/>
                      </a:lnTo>
                      <a:lnTo>
                        <a:pt x="213" y="0"/>
                      </a:lnTo>
                      <a:lnTo>
                        <a:pt x="292" y="27"/>
                      </a:lnTo>
                      <a:lnTo>
                        <a:pt x="313" y="91"/>
                      </a:lnTo>
                      <a:lnTo>
                        <a:pt x="167" y="67"/>
                      </a:lnTo>
                      <a:lnTo>
                        <a:pt x="74" y="101"/>
                      </a:lnTo>
                      <a:lnTo>
                        <a:pt x="13" y="175"/>
                      </a:lnTo>
                      <a:lnTo>
                        <a:pt x="0" y="107"/>
                      </a:lnTo>
                      <a:lnTo>
                        <a:pt x="0" y="107"/>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1" name=""/>
                <p:cNvSpPr/>
                <p:nvPr/>
              </p:nvSpPr>
              <p:spPr>
                <a:xfrm>
                  <a:off x="1009800" y="6567480"/>
                  <a:ext cx="182520" cy="211320"/>
                </a:xfrm>
                <a:custGeom>
                  <a:avLst/>
                  <a:gdLst/>
                  <a:ahLst/>
                  <a:rect l="l" t="t" r="r" b="b"/>
                  <a:pathLst>
                    <a:path w="230" h="266">
                      <a:moveTo>
                        <a:pt x="0" y="40"/>
                      </a:moveTo>
                      <a:lnTo>
                        <a:pt x="160" y="266"/>
                      </a:lnTo>
                      <a:lnTo>
                        <a:pt x="230" y="251"/>
                      </a:lnTo>
                      <a:lnTo>
                        <a:pt x="223" y="17"/>
                      </a:lnTo>
                      <a:lnTo>
                        <a:pt x="166" y="0"/>
                      </a:lnTo>
                      <a:lnTo>
                        <a:pt x="179" y="197"/>
                      </a:lnTo>
                      <a:lnTo>
                        <a:pt x="71" y="4"/>
                      </a:lnTo>
                      <a:lnTo>
                        <a:pt x="0" y="40"/>
                      </a:lnTo>
                      <a:lnTo>
                        <a:pt x="0" y="40"/>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2" name=""/>
                <p:cNvSpPr/>
                <p:nvPr/>
              </p:nvSpPr>
              <p:spPr>
                <a:xfrm>
                  <a:off x="1593720" y="5654520"/>
                  <a:ext cx="68400" cy="185760"/>
                </a:xfrm>
                <a:custGeom>
                  <a:avLst/>
                  <a:gdLst/>
                  <a:ahLst/>
                  <a:rect l="l" t="t" r="r" b="b"/>
                  <a:pathLst>
                    <a:path w="87" h="234">
                      <a:moveTo>
                        <a:pt x="0" y="19"/>
                      </a:moveTo>
                      <a:lnTo>
                        <a:pt x="36" y="93"/>
                      </a:lnTo>
                      <a:lnTo>
                        <a:pt x="44" y="154"/>
                      </a:lnTo>
                      <a:lnTo>
                        <a:pt x="27" y="234"/>
                      </a:lnTo>
                      <a:lnTo>
                        <a:pt x="80" y="220"/>
                      </a:lnTo>
                      <a:lnTo>
                        <a:pt x="87" y="116"/>
                      </a:lnTo>
                      <a:lnTo>
                        <a:pt x="46" y="0"/>
                      </a:lnTo>
                      <a:lnTo>
                        <a:pt x="0" y="19"/>
                      </a:lnTo>
                      <a:lnTo>
                        <a:pt x="0" y="19"/>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sp>
            <p:nvSpPr>
              <p:cNvPr id="23" name=""/>
              <p:cNvSpPr/>
              <p:nvPr/>
            </p:nvSpPr>
            <p:spPr>
              <a:xfrm>
                <a:off x="120600" y="5924520"/>
                <a:ext cx="944640" cy="397080"/>
              </a:xfrm>
              <a:custGeom>
                <a:avLst/>
                <a:gdLst/>
                <a:ahLst/>
                <a:rect l="l" t="t" r="r" b="b"/>
                <a:pathLst>
                  <a:path w="1190" h="500">
                    <a:moveTo>
                      <a:pt x="100" y="0"/>
                    </a:moveTo>
                    <a:lnTo>
                      <a:pt x="1190" y="490"/>
                    </a:lnTo>
                    <a:lnTo>
                      <a:pt x="1076" y="500"/>
                    </a:lnTo>
                    <a:lnTo>
                      <a:pt x="0" y="27"/>
                    </a:lnTo>
                    <a:lnTo>
                      <a:pt x="100" y="0"/>
                    </a:lnTo>
                    <a:lnTo>
                      <a:pt x="100" y="0"/>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4" name=""/>
              <p:cNvSpPr/>
              <p:nvPr/>
            </p:nvSpPr>
            <p:spPr>
              <a:xfrm>
                <a:off x="412920" y="6168960"/>
                <a:ext cx="387360" cy="235080"/>
              </a:xfrm>
              <a:custGeom>
                <a:avLst/>
                <a:gdLst/>
                <a:ahLst/>
                <a:rect l="l" t="t"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lnTo>
                      <a:pt x="14" y="34"/>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5" name=""/>
              <p:cNvSpPr/>
              <p:nvPr/>
            </p:nvSpPr>
            <p:spPr>
              <a:xfrm>
                <a:off x="896760" y="5842080"/>
                <a:ext cx="169920" cy="377640"/>
              </a:xfrm>
              <a:custGeom>
                <a:avLst/>
                <a:gdLst/>
                <a:ahLst/>
                <a:rect l="l" t="t" r="r" b="b"/>
                <a:pathLst>
                  <a:path w="213" h="478">
                    <a:moveTo>
                      <a:pt x="24" y="0"/>
                    </a:moveTo>
                    <a:lnTo>
                      <a:pt x="91" y="25"/>
                    </a:lnTo>
                    <a:lnTo>
                      <a:pt x="80" y="192"/>
                    </a:lnTo>
                    <a:lnTo>
                      <a:pt x="106" y="327"/>
                    </a:lnTo>
                    <a:lnTo>
                      <a:pt x="213" y="451"/>
                    </a:lnTo>
                    <a:lnTo>
                      <a:pt x="97" y="478"/>
                    </a:lnTo>
                    <a:lnTo>
                      <a:pt x="30" y="344"/>
                    </a:lnTo>
                    <a:lnTo>
                      <a:pt x="0" y="57"/>
                    </a:lnTo>
                    <a:lnTo>
                      <a:pt x="24" y="0"/>
                    </a:lnTo>
                    <a:lnTo>
                      <a:pt x="24" y="0"/>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nvGrpSpPr>
              <p:cNvPr id="26" name=""/>
              <p:cNvGrpSpPr/>
              <p:nvPr/>
            </p:nvGrpSpPr>
            <p:grpSpPr>
              <a:xfrm>
                <a:off x="7920" y="5540400"/>
                <a:ext cx="1784520" cy="1076400"/>
                <a:chOff x="7920" y="5540400"/>
                <a:chExt cx="1784520" cy="1076400"/>
              </a:xfrm>
            </p:grpSpPr>
            <p:sp>
              <p:nvSpPr>
                <p:cNvPr id="27" name=""/>
                <p:cNvSpPr/>
                <p:nvPr/>
              </p:nvSpPr>
              <p:spPr>
                <a:xfrm>
                  <a:off x="1062000" y="6426360"/>
                  <a:ext cx="119160" cy="137880"/>
                </a:xfrm>
                <a:custGeom>
                  <a:avLst/>
                  <a:gdLst/>
                  <a:ahLst/>
                  <a:rect l="l" t="t" r="r" b="b"/>
                  <a:pathLst>
                    <a:path w="150" h="173">
                      <a:moveTo>
                        <a:pt x="110" y="0"/>
                      </a:moveTo>
                      <a:lnTo>
                        <a:pt x="40" y="66"/>
                      </a:lnTo>
                      <a:lnTo>
                        <a:pt x="0" y="173"/>
                      </a:lnTo>
                      <a:lnTo>
                        <a:pt x="80" y="160"/>
                      </a:lnTo>
                      <a:lnTo>
                        <a:pt x="103" y="84"/>
                      </a:lnTo>
                      <a:lnTo>
                        <a:pt x="150" y="27"/>
                      </a:lnTo>
                      <a:lnTo>
                        <a:pt x="110" y="0"/>
                      </a:lnTo>
                      <a:lnTo>
                        <a:pt x="110" y="0"/>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8" name=""/>
                <p:cNvSpPr/>
                <p:nvPr/>
              </p:nvSpPr>
              <p:spPr>
                <a:xfrm>
                  <a:off x="7920" y="5918040"/>
                  <a:ext cx="1336680" cy="698760"/>
                </a:xfrm>
                <a:custGeom>
                  <a:avLst/>
                  <a:gdLst/>
                  <a:ahLst/>
                  <a:rect l="l" t="t"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lnTo>
                        <a:pt x="156" y="0"/>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9" name=""/>
                <p:cNvSpPr/>
                <p:nvPr/>
              </p:nvSpPr>
              <p:spPr>
                <a:xfrm>
                  <a:off x="168120" y="5985000"/>
                  <a:ext cx="127080" cy="264960"/>
                </a:xfrm>
                <a:custGeom>
                  <a:avLst/>
                  <a:gdLst/>
                  <a:ahLst/>
                  <a:rect l="l" t="t" r="r" b="b"/>
                  <a:pathLst>
                    <a:path w="160" h="335">
                      <a:moveTo>
                        <a:pt x="116" y="0"/>
                      </a:moveTo>
                      <a:lnTo>
                        <a:pt x="19" y="106"/>
                      </a:lnTo>
                      <a:lnTo>
                        <a:pt x="0" y="230"/>
                      </a:lnTo>
                      <a:lnTo>
                        <a:pt x="33" y="314"/>
                      </a:lnTo>
                      <a:lnTo>
                        <a:pt x="94" y="335"/>
                      </a:lnTo>
                      <a:lnTo>
                        <a:pt x="76" y="154"/>
                      </a:lnTo>
                      <a:lnTo>
                        <a:pt x="160" y="17"/>
                      </a:lnTo>
                      <a:lnTo>
                        <a:pt x="116" y="0"/>
                      </a:lnTo>
                      <a:lnTo>
                        <a:pt x="116" y="0"/>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0" name=""/>
                <p:cNvSpPr/>
                <p:nvPr/>
              </p:nvSpPr>
              <p:spPr>
                <a:xfrm>
                  <a:off x="712800" y="5540400"/>
                  <a:ext cx="511200" cy="942840"/>
                </a:xfrm>
                <a:custGeom>
                  <a:avLst/>
                  <a:gdLst/>
                  <a:ahLst/>
                  <a:rect l="l" t="t" r="r" b="b"/>
                  <a:pathLst>
                    <a:path w="642" h="1188">
                      <a:moveTo>
                        <a:pt x="218" y="896"/>
                      </a:moveTo>
                      <a:lnTo>
                        <a:pt x="0" y="124"/>
                      </a:lnTo>
                      <a:lnTo>
                        <a:pt x="81" y="38"/>
                      </a:lnTo>
                      <a:lnTo>
                        <a:pt x="258" y="0"/>
                      </a:lnTo>
                      <a:lnTo>
                        <a:pt x="399" y="57"/>
                      </a:lnTo>
                      <a:lnTo>
                        <a:pt x="642" y="1188"/>
                      </a:lnTo>
                      <a:lnTo>
                        <a:pt x="555" y="1091"/>
                      </a:lnTo>
                      <a:lnTo>
                        <a:pt x="355" y="97"/>
                      </a:lnTo>
                      <a:lnTo>
                        <a:pt x="226" y="61"/>
                      </a:lnTo>
                      <a:lnTo>
                        <a:pt x="119" y="74"/>
                      </a:lnTo>
                      <a:lnTo>
                        <a:pt x="76" y="141"/>
                      </a:lnTo>
                      <a:lnTo>
                        <a:pt x="306" y="924"/>
                      </a:lnTo>
                      <a:lnTo>
                        <a:pt x="218" y="896"/>
                      </a:lnTo>
                      <a:lnTo>
                        <a:pt x="218" y="896"/>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1" name=""/>
                <p:cNvSpPr/>
                <p:nvPr/>
              </p:nvSpPr>
              <p:spPr>
                <a:xfrm>
                  <a:off x="917640" y="5794200"/>
                  <a:ext cx="152280" cy="400320"/>
                </a:xfrm>
                <a:custGeom>
                  <a:avLst/>
                  <a:gdLst/>
                  <a:ahLst/>
                  <a:rect l="l" t="t" r="r" b="b"/>
                  <a:pathLst>
                    <a:path w="192" h="504">
                      <a:moveTo>
                        <a:pt x="0" y="27"/>
                      </a:moveTo>
                      <a:lnTo>
                        <a:pt x="76" y="194"/>
                      </a:lnTo>
                      <a:lnTo>
                        <a:pt x="113" y="318"/>
                      </a:lnTo>
                      <a:lnTo>
                        <a:pt x="116" y="504"/>
                      </a:lnTo>
                      <a:lnTo>
                        <a:pt x="192" y="504"/>
                      </a:lnTo>
                      <a:lnTo>
                        <a:pt x="187" y="360"/>
                      </a:lnTo>
                      <a:lnTo>
                        <a:pt x="162" y="208"/>
                      </a:lnTo>
                      <a:lnTo>
                        <a:pt x="99" y="59"/>
                      </a:lnTo>
                      <a:lnTo>
                        <a:pt x="63" y="0"/>
                      </a:lnTo>
                      <a:lnTo>
                        <a:pt x="0" y="27"/>
                      </a:lnTo>
                      <a:lnTo>
                        <a:pt x="0" y="27"/>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2" name=""/>
                <p:cNvSpPr/>
                <p:nvPr/>
              </p:nvSpPr>
              <p:spPr>
                <a:xfrm>
                  <a:off x="520560" y="5762520"/>
                  <a:ext cx="309600" cy="214560"/>
                </a:xfrm>
                <a:custGeom>
                  <a:avLst/>
                  <a:gdLst/>
                  <a:ahLst/>
                  <a:rect l="l" t="t" r="r" b="b"/>
                  <a:pathLst>
                    <a:path w="390" h="269">
                      <a:moveTo>
                        <a:pt x="297" y="0"/>
                      </a:moveTo>
                      <a:lnTo>
                        <a:pt x="257" y="17"/>
                      </a:lnTo>
                      <a:lnTo>
                        <a:pt x="253" y="66"/>
                      </a:lnTo>
                      <a:lnTo>
                        <a:pt x="0" y="169"/>
                      </a:lnTo>
                      <a:lnTo>
                        <a:pt x="0" y="222"/>
                      </a:lnTo>
                      <a:lnTo>
                        <a:pt x="284" y="226"/>
                      </a:lnTo>
                      <a:lnTo>
                        <a:pt x="320" y="269"/>
                      </a:lnTo>
                      <a:lnTo>
                        <a:pt x="390" y="266"/>
                      </a:lnTo>
                      <a:lnTo>
                        <a:pt x="383" y="190"/>
                      </a:lnTo>
                      <a:lnTo>
                        <a:pt x="116" y="176"/>
                      </a:lnTo>
                      <a:lnTo>
                        <a:pt x="333" y="89"/>
                      </a:lnTo>
                      <a:lnTo>
                        <a:pt x="297" y="0"/>
                      </a:lnTo>
                      <a:lnTo>
                        <a:pt x="297" y="0"/>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3" name=""/>
                <p:cNvSpPr/>
                <p:nvPr/>
              </p:nvSpPr>
              <p:spPr>
                <a:xfrm>
                  <a:off x="1044720" y="5616720"/>
                  <a:ext cx="747720" cy="336240"/>
                </a:xfrm>
                <a:custGeom>
                  <a:avLst/>
                  <a:gdLst/>
                  <a:ahLst/>
                  <a:rect l="l" t="t" r="r" b="b"/>
                  <a:pathLst>
                    <a:path w="941" h="424">
                      <a:moveTo>
                        <a:pt x="0" y="131"/>
                      </a:moveTo>
                      <a:lnTo>
                        <a:pt x="863" y="0"/>
                      </a:lnTo>
                      <a:lnTo>
                        <a:pt x="926" y="78"/>
                      </a:lnTo>
                      <a:lnTo>
                        <a:pt x="941" y="181"/>
                      </a:lnTo>
                      <a:lnTo>
                        <a:pt x="903" y="282"/>
                      </a:lnTo>
                      <a:lnTo>
                        <a:pt x="57" y="424"/>
                      </a:lnTo>
                      <a:lnTo>
                        <a:pt x="53" y="384"/>
                      </a:lnTo>
                      <a:lnTo>
                        <a:pt x="863" y="242"/>
                      </a:lnTo>
                      <a:lnTo>
                        <a:pt x="893" y="145"/>
                      </a:lnTo>
                      <a:lnTo>
                        <a:pt x="840" y="57"/>
                      </a:lnTo>
                      <a:lnTo>
                        <a:pt x="0" y="185"/>
                      </a:lnTo>
                      <a:lnTo>
                        <a:pt x="0" y="131"/>
                      </a:lnTo>
                      <a:lnTo>
                        <a:pt x="0" y="131"/>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4" name=""/>
                <p:cNvSpPr/>
                <p:nvPr/>
              </p:nvSpPr>
              <p:spPr>
                <a:xfrm>
                  <a:off x="1138320" y="5724360"/>
                  <a:ext cx="388800" cy="136800"/>
                </a:xfrm>
                <a:custGeom>
                  <a:avLst/>
                  <a:gdLst/>
                  <a:ahLst/>
                  <a:rect l="l" t="t" r="r" b="b"/>
                  <a:pathLst>
                    <a:path w="488" h="173">
                      <a:moveTo>
                        <a:pt x="0" y="126"/>
                      </a:moveTo>
                      <a:lnTo>
                        <a:pt x="66" y="173"/>
                      </a:lnTo>
                      <a:lnTo>
                        <a:pt x="222" y="166"/>
                      </a:lnTo>
                      <a:lnTo>
                        <a:pt x="418" y="116"/>
                      </a:lnTo>
                      <a:lnTo>
                        <a:pt x="488" y="42"/>
                      </a:lnTo>
                      <a:lnTo>
                        <a:pt x="443" y="2"/>
                      </a:lnTo>
                      <a:lnTo>
                        <a:pt x="253" y="0"/>
                      </a:lnTo>
                      <a:lnTo>
                        <a:pt x="110" y="12"/>
                      </a:lnTo>
                      <a:lnTo>
                        <a:pt x="15" y="76"/>
                      </a:lnTo>
                      <a:lnTo>
                        <a:pt x="112" y="95"/>
                      </a:lnTo>
                      <a:lnTo>
                        <a:pt x="275" y="53"/>
                      </a:lnTo>
                      <a:lnTo>
                        <a:pt x="416" y="53"/>
                      </a:lnTo>
                      <a:lnTo>
                        <a:pt x="268" y="110"/>
                      </a:lnTo>
                      <a:lnTo>
                        <a:pt x="142" y="126"/>
                      </a:lnTo>
                      <a:lnTo>
                        <a:pt x="0" y="126"/>
                      </a:lnTo>
                      <a:lnTo>
                        <a:pt x="0" y="126"/>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grpSp>
      </p:grpSp>
      <p:grpSp>
        <p:nvGrpSpPr>
          <p:cNvPr id="35" name=""/>
          <p:cNvGrpSpPr/>
          <p:nvPr/>
        </p:nvGrpSpPr>
        <p:grpSpPr>
          <a:xfrm>
            <a:off x="8680320" y="2116080"/>
            <a:ext cx="385920" cy="4308480"/>
            <a:chOff x="8680320" y="2116080"/>
            <a:chExt cx="385920" cy="4308480"/>
          </a:xfrm>
        </p:grpSpPr>
        <p:sp>
          <p:nvSpPr>
            <p:cNvPr id="36" name=""/>
            <p:cNvSpPr/>
            <p:nvPr/>
          </p:nvSpPr>
          <p:spPr>
            <a:xfrm flipH="1">
              <a:off x="8680320" y="4159080"/>
              <a:ext cx="325440" cy="2265480"/>
            </a:xfrm>
            <a:custGeom>
              <a:avLst/>
              <a:gdLst/>
              <a:ahLst/>
              <a:rect l="l" t="t" r="r" b="b"/>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lnTo>
                    <a:pt x="692" y="3156"/>
                  </a:lnTo>
                  <a:close/>
                </a:path>
              </a:pathLst>
            </a:custGeom>
            <a:solidFill>
              <a:srgbClr val="703dff"/>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7" name=""/>
            <p:cNvSpPr/>
            <p:nvPr/>
          </p:nvSpPr>
          <p:spPr>
            <a:xfrm flipH="1">
              <a:off x="8740800" y="2116080"/>
              <a:ext cx="325440" cy="2592360"/>
            </a:xfrm>
            <a:custGeom>
              <a:avLst/>
              <a:gdLst/>
              <a:ahLst/>
              <a:rect l="l" t="t" r="r" b="b"/>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lnTo>
                    <a:pt x="692" y="3156"/>
                  </a:lnTo>
                  <a:close/>
                </a:path>
              </a:pathLst>
            </a:custGeom>
            <a:solidFill>
              <a:srgbClr val="703dff"/>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grpSp>
        <p:nvGrpSpPr>
          <p:cNvPr id="38" name=""/>
          <p:cNvGrpSpPr/>
          <p:nvPr/>
        </p:nvGrpSpPr>
        <p:grpSpPr>
          <a:xfrm>
            <a:off x="7171560" y="-87480"/>
            <a:ext cx="2427480" cy="2247120"/>
            <a:chOff x="7171560" y="-87480"/>
            <a:chExt cx="2427480" cy="2247120"/>
          </a:xfrm>
        </p:grpSpPr>
        <p:grpSp>
          <p:nvGrpSpPr>
            <p:cNvPr id="39" name=""/>
            <p:cNvGrpSpPr/>
            <p:nvPr/>
          </p:nvGrpSpPr>
          <p:grpSpPr>
            <a:xfrm>
              <a:off x="7171560" y="-87480"/>
              <a:ext cx="2427480" cy="2247120"/>
              <a:chOff x="7171560" y="-87480"/>
              <a:chExt cx="2427480" cy="2247120"/>
            </a:xfrm>
          </p:grpSpPr>
          <p:sp>
            <p:nvSpPr>
              <p:cNvPr id="40" name=""/>
              <p:cNvSpPr/>
              <p:nvPr/>
            </p:nvSpPr>
            <p:spPr>
              <a:xfrm rot="18427200">
                <a:off x="8619840" y="1723680"/>
                <a:ext cx="98640" cy="457200"/>
              </a:xfrm>
              <a:custGeom>
                <a:avLst/>
                <a:gdLst/>
                <a:ahLst/>
                <a:rect l="l" t="t" r="r" b="b"/>
                <a:pathLst>
                  <a:path w="245" h="806">
                    <a:moveTo>
                      <a:pt x="123" y="9"/>
                    </a:moveTo>
                    <a:lnTo>
                      <a:pt x="131" y="342"/>
                    </a:lnTo>
                    <a:lnTo>
                      <a:pt x="0" y="806"/>
                    </a:lnTo>
                    <a:lnTo>
                      <a:pt x="79" y="789"/>
                    </a:lnTo>
                    <a:lnTo>
                      <a:pt x="218" y="376"/>
                    </a:lnTo>
                    <a:lnTo>
                      <a:pt x="245" y="0"/>
                    </a:lnTo>
                    <a:lnTo>
                      <a:pt x="123" y="9"/>
                    </a:lnTo>
                    <a:lnTo>
                      <a:pt x="123" y="9"/>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nvGrpSpPr>
              <p:cNvPr id="41" name=""/>
              <p:cNvGrpSpPr/>
              <p:nvPr/>
            </p:nvGrpSpPr>
            <p:grpSpPr>
              <a:xfrm>
                <a:off x="7171560" y="-87480"/>
                <a:ext cx="2427480" cy="2247120"/>
                <a:chOff x="7171560" y="-87480"/>
                <a:chExt cx="2427480" cy="2247120"/>
              </a:xfrm>
            </p:grpSpPr>
            <p:sp>
              <p:nvSpPr>
                <p:cNvPr id="42" name=""/>
                <p:cNvSpPr/>
                <p:nvPr/>
              </p:nvSpPr>
              <p:spPr>
                <a:xfrm rot="18427200">
                  <a:off x="7883640" y="111960"/>
                  <a:ext cx="243000" cy="198720"/>
                </a:xfrm>
                <a:custGeom>
                  <a:avLst/>
                  <a:gdLst/>
                  <a:ahLst/>
                  <a:rect l="l" t="t" r="r" b="b"/>
                  <a:pathLst>
                    <a:path w="604" h="349">
                      <a:moveTo>
                        <a:pt x="0" y="0"/>
                      </a:moveTo>
                      <a:lnTo>
                        <a:pt x="298" y="184"/>
                      </a:lnTo>
                      <a:lnTo>
                        <a:pt x="500" y="349"/>
                      </a:lnTo>
                      <a:lnTo>
                        <a:pt x="604" y="140"/>
                      </a:lnTo>
                      <a:lnTo>
                        <a:pt x="359" y="9"/>
                      </a:lnTo>
                      <a:lnTo>
                        <a:pt x="464" y="184"/>
                      </a:lnTo>
                      <a:lnTo>
                        <a:pt x="131" y="17"/>
                      </a:lnTo>
                      <a:lnTo>
                        <a:pt x="0" y="0"/>
                      </a:lnTo>
                      <a:lnTo>
                        <a:pt x="0" y="0"/>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3" name=""/>
                <p:cNvSpPr/>
                <p:nvPr/>
              </p:nvSpPr>
              <p:spPr>
                <a:xfrm rot="18427200">
                  <a:off x="8014320" y="525600"/>
                  <a:ext cx="427320" cy="695160"/>
                </a:xfrm>
                <a:custGeom>
                  <a:avLst/>
                  <a:gdLst/>
                  <a:ahLst/>
                  <a:rect l="l" t="t" r="r" b="b"/>
                  <a:pathLst>
                    <a:path w="1064" h="1230">
                      <a:moveTo>
                        <a:pt x="741" y="129"/>
                      </a:moveTo>
                      <a:lnTo>
                        <a:pt x="485" y="352"/>
                      </a:lnTo>
                      <a:lnTo>
                        <a:pt x="163" y="762"/>
                      </a:lnTo>
                      <a:lnTo>
                        <a:pt x="0" y="1101"/>
                      </a:lnTo>
                      <a:lnTo>
                        <a:pt x="59" y="1230"/>
                      </a:lnTo>
                      <a:lnTo>
                        <a:pt x="262" y="1201"/>
                      </a:lnTo>
                      <a:lnTo>
                        <a:pt x="578" y="914"/>
                      </a:lnTo>
                      <a:lnTo>
                        <a:pt x="876" y="534"/>
                      </a:lnTo>
                      <a:lnTo>
                        <a:pt x="1034" y="270"/>
                      </a:lnTo>
                      <a:lnTo>
                        <a:pt x="1064" y="84"/>
                      </a:lnTo>
                      <a:lnTo>
                        <a:pt x="977" y="0"/>
                      </a:lnTo>
                      <a:lnTo>
                        <a:pt x="836" y="65"/>
                      </a:lnTo>
                      <a:lnTo>
                        <a:pt x="969" y="107"/>
                      </a:lnTo>
                      <a:lnTo>
                        <a:pt x="876" y="352"/>
                      </a:lnTo>
                      <a:lnTo>
                        <a:pt x="690" y="656"/>
                      </a:lnTo>
                      <a:lnTo>
                        <a:pt x="350" y="1008"/>
                      </a:lnTo>
                      <a:lnTo>
                        <a:pt x="116" y="1114"/>
                      </a:lnTo>
                      <a:lnTo>
                        <a:pt x="135" y="943"/>
                      </a:lnTo>
                      <a:lnTo>
                        <a:pt x="437" y="504"/>
                      </a:lnTo>
                      <a:lnTo>
                        <a:pt x="831" y="118"/>
                      </a:lnTo>
                      <a:lnTo>
                        <a:pt x="741" y="129"/>
                      </a:lnTo>
                      <a:lnTo>
                        <a:pt x="741" y="129"/>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4" name=""/>
                <p:cNvSpPr/>
                <p:nvPr/>
              </p:nvSpPr>
              <p:spPr>
                <a:xfrm rot="18427200">
                  <a:off x="7713000" y="288000"/>
                  <a:ext cx="801720" cy="1425600"/>
                </a:xfrm>
                <a:custGeom>
                  <a:avLst/>
                  <a:gdLst/>
                  <a:ahLst/>
                  <a:rect l="l" t="t" r="r" b="b"/>
                  <a:pathLst>
                    <a:path w="2002" h="2521">
                      <a:moveTo>
                        <a:pt x="1941" y="0"/>
                      </a:moveTo>
                      <a:lnTo>
                        <a:pt x="0" y="2521"/>
                      </a:lnTo>
                      <a:lnTo>
                        <a:pt x="192" y="2450"/>
                      </a:lnTo>
                      <a:lnTo>
                        <a:pt x="2002" y="61"/>
                      </a:lnTo>
                      <a:lnTo>
                        <a:pt x="1941" y="0"/>
                      </a:lnTo>
                      <a:lnTo>
                        <a:pt x="1941" y="0"/>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5" name=""/>
                <p:cNvSpPr/>
                <p:nvPr/>
              </p:nvSpPr>
              <p:spPr>
                <a:xfrm rot="18427200">
                  <a:off x="7783200" y="-30240"/>
                  <a:ext cx="1203480" cy="2133360"/>
                </a:xfrm>
                <a:custGeom>
                  <a:avLst/>
                  <a:gdLst/>
                  <a:ahLst/>
                  <a:rect l="l" t="t" r="r" b="b"/>
                  <a:pathLst>
                    <a:path w="3007" h="3771">
                      <a:moveTo>
                        <a:pt x="95" y="2844"/>
                      </a:moveTo>
                      <a:lnTo>
                        <a:pt x="394" y="2834"/>
                      </a:lnTo>
                      <a:lnTo>
                        <a:pt x="821" y="3009"/>
                      </a:lnTo>
                      <a:lnTo>
                        <a:pt x="681" y="2817"/>
                      </a:lnTo>
                      <a:lnTo>
                        <a:pt x="367" y="2703"/>
                      </a:lnTo>
                      <a:lnTo>
                        <a:pt x="637" y="2720"/>
                      </a:lnTo>
                      <a:lnTo>
                        <a:pt x="979" y="2870"/>
                      </a:lnTo>
                      <a:lnTo>
                        <a:pt x="2859" y="420"/>
                      </a:lnTo>
                      <a:lnTo>
                        <a:pt x="2578" y="148"/>
                      </a:lnTo>
                      <a:lnTo>
                        <a:pt x="2308" y="0"/>
                      </a:lnTo>
                      <a:lnTo>
                        <a:pt x="2692" y="78"/>
                      </a:lnTo>
                      <a:lnTo>
                        <a:pt x="3007" y="428"/>
                      </a:lnTo>
                      <a:lnTo>
                        <a:pt x="831" y="3273"/>
                      </a:lnTo>
                      <a:lnTo>
                        <a:pt x="481" y="3412"/>
                      </a:lnTo>
                      <a:lnTo>
                        <a:pt x="105" y="3771"/>
                      </a:lnTo>
                      <a:lnTo>
                        <a:pt x="0" y="3667"/>
                      </a:lnTo>
                      <a:lnTo>
                        <a:pt x="131" y="3631"/>
                      </a:lnTo>
                      <a:lnTo>
                        <a:pt x="376" y="3385"/>
                      </a:lnTo>
                      <a:lnTo>
                        <a:pt x="165" y="3273"/>
                      </a:lnTo>
                      <a:lnTo>
                        <a:pt x="165" y="3176"/>
                      </a:lnTo>
                      <a:lnTo>
                        <a:pt x="411" y="3298"/>
                      </a:lnTo>
                      <a:lnTo>
                        <a:pt x="411" y="3186"/>
                      </a:lnTo>
                      <a:lnTo>
                        <a:pt x="603" y="3220"/>
                      </a:lnTo>
                      <a:lnTo>
                        <a:pt x="428" y="3079"/>
                      </a:lnTo>
                      <a:lnTo>
                        <a:pt x="629" y="3062"/>
                      </a:lnTo>
                      <a:lnTo>
                        <a:pt x="95" y="2844"/>
                      </a:lnTo>
                      <a:lnTo>
                        <a:pt x="95" y="2844"/>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6" name=""/>
                <p:cNvSpPr/>
                <p:nvPr/>
              </p:nvSpPr>
              <p:spPr>
                <a:xfrm rot="18427200">
                  <a:off x="8409600" y="1422720"/>
                  <a:ext cx="268200" cy="193680"/>
                </a:xfrm>
                <a:custGeom>
                  <a:avLst/>
                  <a:gdLst/>
                  <a:ahLst/>
                  <a:rect l="l" t="t" r="r" b="b"/>
                  <a:pathLst>
                    <a:path w="673" h="342">
                      <a:moveTo>
                        <a:pt x="0" y="80"/>
                      </a:moveTo>
                      <a:lnTo>
                        <a:pt x="255" y="106"/>
                      </a:lnTo>
                      <a:lnTo>
                        <a:pt x="639" y="342"/>
                      </a:lnTo>
                      <a:lnTo>
                        <a:pt x="673" y="289"/>
                      </a:lnTo>
                      <a:lnTo>
                        <a:pt x="447" y="114"/>
                      </a:lnTo>
                      <a:lnTo>
                        <a:pt x="26" y="0"/>
                      </a:lnTo>
                      <a:lnTo>
                        <a:pt x="0" y="80"/>
                      </a:lnTo>
                      <a:lnTo>
                        <a:pt x="0" y="80"/>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7" name=""/>
                <p:cNvSpPr/>
                <p:nvPr/>
              </p:nvSpPr>
              <p:spPr>
                <a:xfrm rot="18427200">
                  <a:off x="8339400" y="1278360"/>
                  <a:ext cx="287640" cy="228600"/>
                </a:xfrm>
                <a:custGeom>
                  <a:avLst/>
                  <a:gdLst/>
                  <a:ahLst/>
                  <a:rect l="l" t="t" r="r" b="b"/>
                  <a:pathLst>
                    <a:path w="716" h="403">
                      <a:moveTo>
                        <a:pt x="0" y="78"/>
                      </a:moveTo>
                      <a:lnTo>
                        <a:pt x="340" y="148"/>
                      </a:lnTo>
                      <a:lnTo>
                        <a:pt x="638" y="403"/>
                      </a:lnTo>
                      <a:lnTo>
                        <a:pt x="716" y="296"/>
                      </a:lnTo>
                      <a:lnTo>
                        <a:pt x="420" y="114"/>
                      </a:lnTo>
                      <a:lnTo>
                        <a:pt x="70" y="0"/>
                      </a:lnTo>
                      <a:lnTo>
                        <a:pt x="0" y="78"/>
                      </a:lnTo>
                      <a:lnTo>
                        <a:pt x="0" y="78"/>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8" name=""/>
                <p:cNvSpPr/>
                <p:nvPr/>
              </p:nvSpPr>
              <p:spPr>
                <a:xfrm rot="18427200">
                  <a:off x="7913520" y="333360"/>
                  <a:ext cx="287280" cy="233640"/>
                </a:xfrm>
                <a:custGeom>
                  <a:avLst/>
                  <a:gdLst/>
                  <a:ahLst/>
                  <a:rect l="l" t="t" r="r" b="b"/>
                  <a:pathLst>
                    <a:path w="717" h="411">
                      <a:moveTo>
                        <a:pt x="0" y="78"/>
                      </a:moveTo>
                      <a:lnTo>
                        <a:pt x="316" y="139"/>
                      </a:lnTo>
                      <a:lnTo>
                        <a:pt x="649" y="411"/>
                      </a:lnTo>
                      <a:lnTo>
                        <a:pt x="717" y="314"/>
                      </a:lnTo>
                      <a:lnTo>
                        <a:pt x="394" y="87"/>
                      </a:lnTo>
                      <a:lnTo>
                        <a:pt x="54" y="0"/>
                      </a:lnTo>
                      <a:lnTo>
                        <a:pt x="0" y="78"/>
                      </a:lnTo>
                      <a:lnTo>
                        <a:pt x="0" y="78"/>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9" name=""/>
                <p:cNvSpPr/>
                <p:nvPr/>
              </p:nvSpPr>
              <p:spPr>
                <a:xfrm rot="18427200">
                  <a:off x="7855560" y="224280"/>
                  <a:ext cx="284040" cy="218880"/>
                </a:xfrm>
                <a:custGeom>
                  <a:avLst/>
                  <a:gdLst/>
                  <a:ahLst/>
                  <a:rect l="l" t="t" r="r" b="b"/>
                  <a:pathLst>
                    <a:path w="709" h="386">
                      <a:moveTo>
                        <a:pt x="0" y="88"/>
                      </a:moveTo>
                      <a:lnTo>
                        <a:pt x="272" y="131"/>
                      </a:lnTo>
                      <a:lnTo>
                        <a:pt x="665" y="386"/>
                      </a:lnTo>
                      <a:lnTo>
                        <a:pt x="709" y="308"/>
                      </a:lnTo>
                      <a:lnTo>
                        <a:pt x="306" y="53"/>
                      </a:lnTo>
                      <a:lnTo>
                        <a:pt x="43" y="0"/>
                      </a:lnTo>
                      <a:lnTo>
                        <a:pt x="0" y="88"/>
                      </a:lnTo>
                      <a:lnTo>
                        <a:pt x="0" y="88"/>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grpSp>
        <p:sp>
          <p:nvSpPr>
            <p:cNvPr id="50" name=""/>
            <p:cNvSpPr/>
            <p:nvPr/>
          </p:nvSpPr>
          <p:spPr>
            <a:xfrm>
              <a:off x="7731000" y="133200"/>
              <a:ext cx="66960" cy="152640"/>
            </a:xfrm>
            <a:prstGeom prst="line">
              <a:avLst/>
            </a:prstGeom>
            <a:ln w="38160">
              <a:solidFill>
                <a:srgbClr val="00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bg>
      <p:bgPr>
        <a:solidFill>
          <a:srgbClr val="ffffff"/>
        </a:solidFill>
      </p:bgPr>
    </p:bg>
    <p:spTree>
      <p:nvGrpSpPr>
        <p:cNvPr id="1" name=""/>
        <p:cNvGrpSpPr/>
        <p:nvPr/>
      </p:nvGrpSpPr>
      <p:grpSpPr>
        <a:xfrm>
          <a:off x="0" y="0"/>
          <a:ext cx="0" cy="0"/>
          <a:chOff x="0" y="0"/>
          <a:chExt cx="0" cy="0"/>
        </a:xfrm>
      </p:grpSpPr>
      <p:sp>
        <p:nvSpPr>
          <p:cNvPr id="0" name=""/>
          <p:cNvSpPr/>
          <p:nvPr/>
        </p:nvSpPr>
        <p:spPr>
          <a:xfrm rot="18427200">
            <a:off x="7777800" y="-14760"/>
            <a:ext cx="1162080" cy="2084400"/>
          </a:xfrm>
          <a:custGeom>
            <a:avLst/>
            <a:gdLst/>
            <a:ahLst/>
            <a:rect l="l" t="t" r="r" b="b"/>
            <a:pathLst>
              <a:path w="2903" h="3686">
                <a:moveTo>
                  <a:pt x="2903" y="433"/>
                </a:moveTo>
                <a:lnTo>
                  <a:pt x="2565" y="80"/>
                </a:lnTo>
                <a:lnTo>
                  <a:pt x="2241" y="0"/>
                </a:lnTo>
                <a:lnTo>
                  <a:pt x="110" y="2811"/>
                </a:lnTo>
                <a:lnTo>
                  <a:pt x="110" y="3228"/>
                </a:lnTo>
                <a:lnTo>
                  <a:pt x="0" y="3631"/>
                </a:lnTo>
                <a:lnTo>
                  <a:pt x="72" y="3686"/>
                </a:lnTo>
                <a:lnTo>
                  <a:pt x="441" y="3355"/>
                </a:lnTo>
                <a:lnTo>
                  <a:pt x="740" y="3228"/>
                </a:lnTo>
                <a:lnTo>
                  <a:pt x="2903" y="433"/>
                </a:lnTo>
                <a:lnTo>
                  <a:pt x="2903" y="433"/>
                </a:lnTo>
                <a:close/>
              </a:path>
            </a:pathLst>
          </a:custGeom>
          <a:solidFill>
            <a:srgbClr val="ffffff"/>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51" name="PlaceHolder 1"/>
          <p:cNvSpPr>
            <a:spLocks noGrp="1"/>
          </p:cNvSpPr>
          <p:nvPr>
            <p:ph type="title"/>
          </p:nvPr>
        </p:nvSpPr>
        <p:spPr>
          <a:xfrm>
            <a:off x="685440" y="151920"/>
            <a:ext cx="6870600" cy="1600200"/>
          </a:xfrm>
          <a:prstGeom prst="rect">
            <a:avLst/>
          </a:prstGeom>
          <a:noFill/>
          <a:ln w="0">
            <a:noFill/>
          </a:ln>
        </p:spPr>
        <p:txBody>
          <a:bodyPr lIns="90000" rIns="90000" tIns="46800" bIns="46800" anchor="b">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0000"/>
                </a:solidFill>
                <a:effectLst/>
                <a:uFillTx/>
                <a:latin typeface="Comic Sans MS"/>
              </a:rPr>
              <a:t>Click to edit the title text format</a:t>
            </a:r>
            <a:endParaRPr b="0" lang="en-IN" sz="4400" strike="noStrike" u="none">
              <a:solidFill>
                <a:srgbClr val="000000"/>
              </a:solidFill>
              <a:effectLst/>
              <a:uFillTx/>
              <a:latin typeface="Comic Sans MS"/>
            </a:endParaRPr>
          </a:p>
        </p:txBody>
      </p:sp>
      <p:sp>
        <p:nvSpPr>
          <p:cNvPr id="52" name="PlaceHolder 2"/>
          <p:cNvSpPr>
            <a:spLocks noGrp="1"/>
          </p:cNvSpPr>
          <p:nvPr>
            <p:ph type="body"/>
          </p:nvPr>
        </p:nvSpPr>
        <p:spPr>
          <a:xfrm>
            <a:off x="685800" y="1828800"/>
            <a:ext cx="7696080" cy="3657600"/>
          </a:xfrm>
          <a:prstGeom prst="rect">
            <a:avLst/>
          </a:prstGeom>
          <a:noFill/>
          <a:ln w="0">
            <a:noFill/>
          </a:ln>
        </p:spPr>
        <p:txBody>
          <a:bodyPr lIns="90000" rIns="90000" tIns="46800" bIns="46800" anchor="t">
            <a:normAutofit fontScale="85000" lnSpcReduction="9999"/>
          </a:bodyPr>
          <a:p>
            <a:pPr marL="343080" indent="-343080">
              <a:spcBef>
                <a:spcPts val="799"/>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Comic Sans MS"/>
              </a:rPr>
              <a:t>Click to edit the outline text format</a:t>
            </a:r>
            <a:endParaRPr b="0" lang="en-IN" sz="3200" strike="noStrike" u="none">
              <a:solidFill>
                <a:srgbClr val="000000"/>
              </a:solidFill>
              <a:effectLst/>
              <a:uFillTx/>
              <a:latin typeface="Comic Sans MS"/>
            </a:endParaRPr>
          </a:p>
          <a:p>
            <a:pPr lvl="1" marL="743040" indent="-285840">
              <a:spcBef>
                <a:spcPts val="799"/>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Comic Sans MS"/>
              </a:rPr>
              <a:t>Second Outline Level</a:t>
            </a:r>
            <a:endParaRPr b="0" lang="en-IN" sz="3200" strike="noStrike" u="none">
              <a:solidFill>
                <a:srgbClr val="000000"/>
              </a:solidFill>
              <a:effectLst/>
              <a:uFillTx/>
              <a:latin typeface="Comic Sans MS"/>
            </a:endParaRPr>
          </a:p>
          <a:p>
            <a:pPr lvl="2" marL="1143000" indent="-228600">
              <a:spcBef>
                <a:spcPts val="799"/>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Comic Sans MS"/>
              </a:rPr>
              <a:t>Third Outline Level</a:t>
            </a:r>
            <a:endParaRPr b="0" lang="en-IN" sz="3200" strike="noStrike" u="none">
              <a:solidFill>
                <a:srgbClr val="000000"/>
              </a:solidFill>
              <a:effectLst/>
              <a:uFillTx/>
              <a:latin typeface="Comic Sans MS"/>
            </a:endParaRPr>
          </a:p>
          <a:p>
            <a:pPr lvl="3" marL="1600200" indent="-228600">
              <a:spcBef>
                <a:spcPts val="799"/>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Comic Sans MS"/>
              </a:rPr>
              <a:t>Fourth Outline Level</a:t>
            </a:r>
            <a:endParaRPr b="0" lang="en-IN" sz="3200" strike="noStrike" u="none">
              <a:solidFill>
                <a:srgbClr val="000000"/>
              </a:solidFill>
              <a:effectLst/>
              <a:uFillTx/>
              <a:latin typeface="Comic Sans MS"/>
            </a:endParaRPr>
          </a:p>
          <a:p>
            <a:pPr lvl="4" marL="2057400" indent="-228600">
              <a:spcBef>
                <a:spcPts val="799"/>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Comic Sans MS"/>
              </a:rPr>
              <a:t>Fifth Outline Level</a:t>
            </a:r>
            <a:endParaRPr b="0" lang="en-IN" sz="3200" strike="noStrike" u="none">
              <a:solidFill>
                <a:srgbClr val="000000"/>
              </a:solidFill>
              <a:effectLst/>
              <a:uFillTx/>
              <a:latin typeface="Comic Sans MS"/>
            </a:endParaRPr>
          </a:p>
          <a:p>
            <a:pPr lvl="5" marL="2057400" indent="-228600">
              <a:spcBef>
                <a:spcPts val="799"/>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Comic Sans MS"/>
              </a:rPr>
              <a:t>Sixth Outline Level</a:t>
            </a:r>
            <a:endParaRPr b="0" lang="en-IN" sz="3200" strike="noStrike" u="none">
              <a:solidFill>
                <a:srgbClr val="000000"/>
              </a:solidFill>
              <a:effectLst/>
              <a:uFillTx/>
              <a:latin typeface="Comic Sans MS"/>
            </a:endParaRPr>
          </a:p>
          <a:p>
            <a:pPr lvl="6" marL="2057400" indent="-228600">
              <a:spcBef>
                <a:spcPts val="799"/>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Comic Sans MS"/>
              </a:rPr>
              <a:t>Seventh Outline Level</a:t>
            </a:r>
            <a:endParaRPr b="0" lang="en-IN" sz="3200" strike="noStrike" u="none">
              <a:solidFill>
                <a:srgbClr val="000000"/>
              </a:solidFill>
              <a:effectLst/>
              <a:uFillTx/>
              <a:latin typeface="Comic Sans MS"/>
            </a:endParaRPr>
          </a:p>
        </p:txBody>
      </p:sp>
      <p:sp>
        <p:nvSpPr>
          <p:cNvPr id="53" name="PlaceHolder 3"/>
          <p:cNvSpPr>
            <a:spLocks noGrp="1"/>
          </p:cNvSpPr>
          <p:nvPr>
            <p:ph type="dt" idx="4"/>
          </p:nvPr>
        </p:nvSpPr>
        <p:spPr>
          <a:xfrm>
            <a:off x="1371600" y="6248520"/>
            <a:ext cx="1905120" cy="457200"/>
          </a:xfrm>
          <a:prstGeom prst="rect">
            <a:avLst/>
          </a:prstGeom>
          <a:noFill/>
          <a:ln w="0">
            <a:noFill/>
          </a:ln>
        </p:spPr>
        <p:txBody>
          <a:bodyPr lIns="90000" rIns="90000" tIns="46800" bIns="46800" anchor="t">
            <a:noAutofit/>
          </a:bodyPr>
          <a:lstStyle>
            <a:lvl1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000000"/>
                </a:solidFill>
                <a:effectLst/>
                <a:uFillTx/>
                <a:latin typeface="Comic Sans MS"/>
              </a:defRPr>
            </a:lvl1pPr>
          </a:lstStyle>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Comic Sans MS"/>
              </a:rPr>
              <a:t>&lt;date/time&gt;</a:t>
            </a:r>
            <a:endParaRPr b="0" lang="en-IN" sz="1400" strike="noStrike" u="none">
              <a:solidFill>
                <a:srgbClr val="000000"/>
              </a:solidFill>
              <a:effectLst/>
              <a:uFillTx/>
              <a:latin typeface="Arial"/>
            </a:endParaRPr>
          </a:p>
        </p:txBody>
      </p:sp>
      <p:sp>
        <p:nvSpPr>
          <p:cNvPr id="54" name="PlaceHolder 4"/>
          <p:cNvSpPr>
            <a:spLocks noGrp="1"/>
          </p:cNvSpPr>
          <p:nvPr>
            <p:ph type="ftr" idx="5"/>
          </p:nvPr>
        </p:nvSpPr>
        <p:spPr>
          <a:xfrm>
            <a:off x="3555720" y="6248520"/>
            <a:ext cx="2895480" cy="457200"/>
          </a:xfrm>
          <a:prstGeom prst="rect">
            <a:avLst/>
          </a:prstGeom>
          <a:noFill/>
          <a:ln w="0">
            <a:noFill/>
          </a:ln>
        </p:spPr>
        <p:txBody>
          <a:bodyPr lIns="90000" rIns="90000" tIns="46800" bIns="46800" anchor="t">
            <a:noAutofit/>
          </a:bodyPr>
          <a:lstStyle>
            <a:lvl1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000000"/>
                </a:solidFill>
                <a:effectLst/>
                <a:uFillTx/>
                <a:latin typeface="Comic Sans MS"/>
              </a:defRPr>
            </a:lvl1pPr>
          </a:lstStyle>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Comic Sans MS"/>
              </a:rPr>
              <a:t>&lt;footer&gt;</a:t>
            </a:r>
            <a:endParaRPr b="0" lang="en-IN" sz="1400" strike="noStrike" u="none">
              <a:solidFill>
                <a:srgbClr val="000000"/>
              </a:solidFill>
              <a:effectLst/>
              <a:uFillTx/>
              <a:latin typeface="Arial"/>
            </a:endParaRPr>
          </a:p>
        </p:txBody>
      </p:sp>
      <p:sp>
        <p:nvSpPr>
          <p:cNvPr id="55" name="PlaceHolder 5"/>
          <p:cNvSpPr>
            <a:spLocks noGrp="1"/>
          </p:cNvSpPr>
          <p:nvPr>
            <p:ph type="sldNum" idx="6"/>
          </p:nvPr>
        </p:nvSpPr>
        <p:spPr>
          <a:xfrm>
            <a:off x="6718320" y="6248520"/>
            <a:ext cx="1905120" cy="457200"/>
          </a:xfrm>
          <a:prstGeom prst="rect">
            <a:avLst/>
          </a:prstGeom>
          <a:noFill/>
          <a:ln w="0">
            <a:noFill/>
          </a:ln>
        </p:spPr>
        <p:txBody>
          <a:bodyPr lIns="90000" rIns="90000" tIns="46800" bIns="46800" anchor="t">
            <a:noAutofit/>
          </a:bodyPr>
          <a:lstStyle>
            <a:lvl1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000000"/>
                </a:solidFill>
                <a:effectLst/>
                <a:uFillTx/>
                <a:latin typeface="Comic Sans MS"/>
              </a:defRPr>
            </a:lvl1pPr>
          </a:lstStyle>
          <a:p>
            <a: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6347A19-EED0-439D-BB54-D38EBB7CBE76}" type="slidenum">
              <a:rPr b="0" lang="en-US" sz="1400" strike="noStrike" u="none">
                <a:solidFill>
                  <a:srgbClr val="000000"/>
                </a:solidFill>
                <a:effectLst/>
                <a:uFillTx/>
                <a:latin typeface="Comic Sans MS"/>
              </a:rPr>
              <a:t>&lt;number&gt;</a:t>
            </a:fld>
            <a:endParaRPr b="0" lang="en-IN" sz="1400" strike="noStrike" u="none">
              <a:solidFill>
                <a:srgbClr val="000000"/>
              </a:solidFill>
              <a:effectLst/>
              <a:uFillTx/>
              <a:latin typeface="Arial"/>
            </a:endParaRPr>
          </a:p>
        </p:txBody>
      </p:sp>
      <p:sp>
        <p:nvSpPr>
          <p:cNvPr id="6" name=""/>
          <p:cNvSpPr/>
          <p:nvPr/>
        </p:nvSpPr>
        <p:spPr>
          <a:xfrm rot="18427200">
            <a:off x="7865280" y="24840"/>
            <a:ext cx="1164960" cy="2097000"/>
          </a:xfrm>
          <a:custGeom>
            <a:avLst/>
            <a:gdLst/>
            <a:ahLst/>
            <a:rect l="l" t="t" r="r" b="b"/>
            <a:pathLst>
              <a:path w="2911" h="3703">
                <a:moveTo>
                  <a:pt x="2293" y="0"/>
                </a:moveTo>
                <a:lnTo>
                  <a:pt x="130" y="2835"/>
                </a:lnTo>
                <a:lnTo>
                  <a:pt x="131" y="3201"/>
                </a:lnTo>
                <a:lnTo>
                  <a:pt x="0" y="3633"/>
                </a:lnTo>
                <a:lnTo>
                  <a:pt x="50" y="3703"/>
                </a:lnTo>
                <a:lnTo>
                  <a:pt x="422" y="3352"/>
                </a:lnTo>
                <a:lnTo>
                  <a:pt x="763" y="3220"/>
                </a:lnTo>
                <a:lnTo>
                  <a:pt x="2911" y="428"/>
                </a:lnTo>
                <a:lnTo>
                  <a:pt x="2589" y="96"/>
                </a:lnTo>
                <a:lnTo>
                  <a:pt x="2293" y="0"/>
                </a:lnTo>
                <a:lnTo>
                  <a:pt x="2293" y="0"/>
                </a:lnTo>
                <a:close/>
              </a:path>
            </a:pathLst>
          </a:custGeom>
          <a:solidFill>
            <a:srgbClr val="703dff"/>
          </a:solidFill>
          <a:ln w="0">
            <a:noFill/>
          </a:ln>
        </p:spPr>
        <p:style>
          <a:lnRef idx="0"/>
          <a:fillRef idx="0"/>
          <a:effectRef idx="0"/>
          <a:fontRef idx="minor"/>
        </p:style>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7" name=""/>
          <p:cNvSpPr/>
          <p:nvPr/>
        </p:nvSpPr>
        <p:spPr>
          <a:xfrm rot="18427200">
            <a:off x="7831080" y="191880"/>
            <a:ext cx="1025640" cy="1571400"/>
          </a:xfrm>
          <a:custGeom>
            <a:avLst/>
            <a:gdLst/>
            <a:ahLst/>
            <a:rect l="l" t="t" r="r" b="b"/>
            <a:pathLst>
              <a:path w="2561" h="2777">
                <a:moveTo>
                  <a:pt x="0" y="2485"/>
                </a:moveTo>
                <a:lnTo>
                  <a:pt x="432" y="2553"/>
                </a:lnTo>
                <a:lnTo>
                  <a:pt x="736" y="2777"/>
                </a:lnTo>
                <a:lnTo>
                  <a:pt x="2561" y="399"/>
                </a:lnTo>
                <a:lnTo>
                  <a:pt x="2118" y="82"/>
                </a:lnTo>
                <a:lnTo>
                  <a:pt x="1898" y="0"/>
                </a:lnTo>
                <a:lnTo>
                  <a:pt x="0" y="2485"/>
                </a:lnTo>
                <a:lnTo>
                  <a:pt x="0" y="2485"/>
                </a:lnTo>
                <a:close/>
              </a:path>
            </a:pathLst>
          </a:custGeom>
          <a:solidFill>
            <a:srgbClr val="ffb800"/>
          </a:solidFill>
          <a:ln w="0">
            <a:noFill/>
          </a:ln>
        </p:spPr>
        <p:style>
          <a:lnRef idx="0"/>
          <a:fillRef idx="0"/>
          <a:effectRef idx="0"/>
          <a:fontRef idx="minor"/>
        </p:style>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grpSp>
        <p:nvGrpSpPr>
          <p:cNvPr id="56" name=""/>
          <p:cNvGrpSpPr/>
          <p:nvPr/>
        </p:nvGrpSpPr>
        <p:grpSpPr>
          <a:xfrm>
            <a:off x="7920" y="5540400"/>
            <a:ext cx="1784520" cy="1246320"/>
            <a:chOff x="7920" y="5540400"/>
            <a:chExt cx="1784520" cy="1246320"/>
          </a:xfrm>
        </p:grpSpPr>
        <p:sp>
          <p:nvSpPr>
            <p:cNvPr id="9" name=""/>
            <p:cNvSpPr/>
            <p:nvPr/>
          </p:nvSpPr>
          <p:spPr>
            <a:xfrm>
              <a:off x="38160" y="5564160"/>
              <a:ext cx="1728720" cy="1030320"/>
            </a:xfrm>
            <a:custGeom>
              <a:avLst/>
              <a:gdLst/>
              <a:ahLst/>
              <a:rect l="l" t="t" r="r" b="b"/>
              <a:pathLst>
                <a:path w="2177" h="1298">
                  <a:moveTo>
                    <a:pt x="1587" y="1260"/>
                  </a:moveTo>
                  <a:lnTo>
                    <a:pt x="1420" y="1106"/>
                  </a:lnTo>
                  <a:lnTo>
                    <a:pt x="1331" y="477"/>
                  </a:lnTo>
                  <a:lnTo>
                    <a:pt x="2139" y="330"/>
                  </a:lnTo>
                  <a:lnTo>
                    <a:pt x="2177" y="203"/>
                  </a:lnTo>
                  <a:lnTo>
                    <a:pt x="2099" y="100"/>
                  </a:lnTo>
                  <a:lnTo>
                    <a:pt x="1276" y="211"/>
                  </a:lnTo>
                  <a:lnTo>
                    <a:pt x="1219" y="32"/>
                  </a:lnTo>
                  <a:lnTo>
                    <a:pt x="1085" y="0"/>
                  </a:lnTo>
                  <a:lnTo>
                    <a:pt x="958" y="28"/>
                  </a:lnTo>
                  <a:lnTo>
                    <a:pt x="888" y="106"/>
                  </a:lnTo>
                  <a:lnTo>
                    <a:pt x="937" y="285"/>
                  </a:lnTo>
                  <a:lnTo>
                    <a:pt x="660" y="441"/>
                  </a:lnTo>
                  <a:lnTo>
                    <a:pt x="983" y="473"/>
                  </a:lnTo>
                  <a:lnTo>
                    <a:pt x="1112" y="889"/>
                  </a:lnTo>
                  <a:lnTo>
                    <a:pt x="141" y="469"/>
                  </a:lnTo>
                  <a:lnTo>
                    <a:pt x="46" y="509"/>
                  </a:lnTo>
                  <a:lnTo>
                    <a:pt x="0" y="636"/>
                  </a:lnTo>
                  <a:lnTo>
                    <a:pt x="55" y="779"/>
                  </a:lnTo>
                  <a:lnTo>
                    <a:pt x="1139" y="1288"/>
                  </a:lnTo>
                  <a:lnTo>
                    <a:pt x="1378" y="1256"/>
                  </a:lnTo>
                  <a:lnTo>
                    <a:pt x="1570" y="1298"/>
                  </a:lnTo>
                  <a:lnTo>
                    <a:pt x="1587" y="1260"/>
                  </a:lnTo>
                  <a:lnTo>
                    <a:pt x="1587" y="1260"/>
                  </a:lnTo>
                  <a:close/>
                </a:path>
              </a:pathLst>
            </a:custGeom>
            <a:solidFill>
              <a:srgbClr val="f8f8f8"/>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0" name=""/>
            <p:cNvSpPr/>
            <p:nvPr/>
          </p:nvSpPr>
          <p:spPr>
            <a:xfrm>
              <a:off x="1622520" y="5686560"/>
              <a:ext cx="112680" cy="204480"/>
            </a:xfrm>
            <a:custGeom>
              <a:avLst/>
              <a:gdLst/>
              <a:ahLst/>
              <a:rect l="l" t="t" r="r" b="b"/>
              <a:pathLst>
                <a:path w="143" h="258">
                  <a:moveTo>
                    <a:pt x="0" y="7"/>
                  </a:moveTo>
                  <a:lnTo>
                    <a:pt x="120" y="0"/>
                  </a:lnTo>
                  <a:lnTo>
                    <a:pt x="143" y="233"/>
                  </a:lnTo>
                  <a:lnTo>
                    <a:pt x="8" y="258"/>
                  </a:lnTo>
                  <a:lnTo>
                    <a:pt x="0" y="7"/>
                  </a:lnTo>
                  <a:lnTo>
                    <a:pt x="0" y="7"/>
                  </a:lnTo>
                  <a:close/>
                </a:path>
              </a:pathLst>
            </a:custGeom>
            <a:solidFill>
              <a:srgbClr val="ffef66"/>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1" name=""/>
            <p:cNvSpPr/>
            <p:nvPr/>
          </p:nvSpPr>
          <p:spPr>
            <a:xfrm>
              <a:off x="31680" y="5991120"/>
              <a:ext cx="1257480" cy="650880"/>
            </a:xfrm>
            <a:custGeom>
              <a:avLst/>
              <a:gdLst/>
              <a:ahLst/>
              <a:rect l="l" t="t"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lnTo>
                    <a:pt x="137" y="0"/>
                  </a:lnTo>
                  <a:close/>
                </a:path>
              </a:pathLst>
            </a:custGeom>
            <a:solidFill>
              <a:srgbClr val="ff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2" name=""/>
            <p:cNvSpPr/>
            <p:nvPr/>
          </p:nvSpPr>
          <p:spPr>
            <a:xfrm>
              <a:off x="204840" y="6045120"/>
              <a:ext cx="833400" cy="593640"/>
            </a:xfrm>
            <a:custGeom>
              <a:avLst/>
              <a:gdLst/>
              <a:ahLst/>
              <a:rect l="l" t="t" r="r" b="b"/>
              <a:pathLst>
                <a:path w="1049" h="747">
                  <a:moveTo>
                    <a:pt x="0" y="325"/>
                  </a:moveTo>
                  <a:lnTo>
                    <a:pt x="922" y="747"/>
                  </a:lnTo>
                  <a:lnTo>
                    <a:pt x="939" y="534"/>
                  </a:lnTo>
                  <a:lnTo>
                    <a:pt x="1049" y="422"/>
                  </a:lnTo>
                  <a:lnTo>
                    <a:pt x="78" y="0"/>
                  </a:lnTo>
                  <a:lnTo>
                    <a:pt x="0" y="127"/>
                  </a:lnTo>
                  <a:lnTo>
                    <a:pt x="0" y="325"/>
                  </a:lnTo>
                  <a:lnTo>
                    <a:pt x="0" y="325"/>
                  </a:lnTo>
                  <a:close/>
                </a:path>
              </a:pathLst>
            </a:custGeom>
            <a:solidFill>
              <a:srgbClr val="ffb8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3" name=""/>
            <p:cNvSpPr/>
            <p:nvPr/>
          </p:nvSpPr>
          <p:spPr>
            <a:xfrm>
              <a:off x="770040" y="5607000"/>
              <a:ext cx="214200" cy="192240"/>
            </a:xfrm>
            <a:custGeom>
              <a:avLst/>
              <a:gdLst/>
              <a:ahLst/>
              <a:rect l="l" t="t" r="r" b="b"/>
              <a:pathLst>
                <a:path w="272" h="241">
                  <a:moveTo>
                    <a:pt x="0" y="28"/>
                  </a:moveTo>
                  <a:lnTo>
                    <a:pt x="160" y="0"/>
                  </a:lnTo>
                  <a:lnTo>
                    <a:pt x="251" y="36"/>
                  </a:lnTo>
                  <a:lnTo>
                    <a:pt x="272" y="139"/>
                  </a:lnTo>
                  <a:lnTo>
                    <a:pt x="164" y="146"/>
                  </a:lnTo>
                  <a:lnTo>
                    <a:pt x="32" y="241"/>
                  </a:lnTo>
                  <a:lnTo>
                    <a:pt x="0" y="28"/>
                  </a:lnTo>
                  <a:lnTo>
                    <a:pt x="0" y="28"/>
                  </a:lnTo>
                  <a:close/>
                </a:path>
              </a:pathLst>
            </a:custGeom>
            <a:solidFill>
              <a:srgbClr val="00b2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4" name=""/>
            <p:cNvSpPr/>
            <p:nvPr/>
          </p:nvSpPr>
          <p:spPr>
            <a:xfrm>
              <a:off x="1017720" y="6608880"/>
              <a:ext cx="120600" cy="177840"/>
            </a:xfrm>
            <a:custGeom>
              <a:avLst/>
              <a:gdLst/>
              <a:ahLst/>
              <a:rect l="l" t="t" r="r" b="b"/>
              <a:pathLst>
                <a:path w="152" h="224">
                  <a:moveTo>
                    <a:pt x="152" y="4"/>
                  </a:moveTo>
                  <a:lnTo>
                    <a:pt x="152" y="224"/>
                  </a:lnTo>
                  <a:lnTo>
                    <a:pt x="0" y="8"/>
                  </a:lnTo>
                  <a:lnTo>
                    <a:pt x="72" y="0"/>
                  </a:lnTo>
                  <a:lnTo>
                    <a:pt x="152" y="4"/>
                  </a:lnTo>
                  <a:lnTo>
                    <a:pt x="152" y="4"/>
                  </a:lnTo>
                  <a:close/>
                </a:path>
              </a:pathLst>
            </a:custGeom>
            <a:solidFill>
              <a:srgbClr val="00b2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5" name=""/>
            <p:cNvSpPr/>
            <p:nvPr/>
          </p:nvSpPr>
          <p:spPr>
            <a:xfrm>
              <a:off x="800280" y="5726160"/>
              <a:ext cx="306360" cy="608040"/>
            </a:xfrm>
            <a:custGeom>
              <a:avLst/>
              <a:gdLst/>
              <a:ahLst/>
              <a:rect l="l" t="t" r="r" b="b"/>
              <a:pathLst>
                <a:path w="386" h="764">
                  <a:moveTo>
                    <a:pt x="0" y="80"/>
                  </a:moveTo>
                  <a:lnTo>
                    <a:pt x="87" y="0"/>
                  </a:lnTo>
                  <a:lnTo>
                    <a:pt x="232" y="6"/>
                  </a:lnTo>
                  <a:lnTo>
                    <a:pt x="386" y="764"/>
                  </a:lnTo>
                  <a:lnTo>
                    <a:pt x="279" y="720"/>
                  </a:lnTo>
                  <a:lnTo>
                    <a:pt x="152" y="677"/>
                  </a:lnTo>
                  <a:lnTo>
                    <a:pt x="0" y="80"/>
                  </a:lnTo>
                  <a:lnTo>
                    <a:pt x="0" y="80"/>
                  </a:lnTo>
                  <a:close/>
                </a:path>
              </a:pathLst>
            </a:custGeom>
            <a:solidFill>
              <a:srgbClr val="ffb8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6" name=""/>
            <p:cNvSpPr/>
            <p:nvPr/>
          </p:nvSpPr>
          <p:spPr>
            <a:xfrm>
              <a:off x="1060560" y="5699160"/>
              <a:ext cx="577800" cy="276120"/>
            </a:xfrm>
            <a:custGeom>
              <a:avLst/>
              <a:gdLst/>
              <a:ahLst/>
              <a:rect l="l" t="t" r="r" b="b"/>
              <a:pathLst>
                <a:path w="728" h="348">
                  <a:moveTo>
                    <a:pt x="692" y="0"/>
                  </a:moveTo>
                  <a:lnTo>
                    <a:pt x="0" y="106"/>
                  </a:lnTo>
                  <a:lnTo>
                    <a:pt x="28" y="348"/>
                  </a:lnTo>
                  <a:lnTo>
                    <a:pt x="715" y="237"/>
                  </a:lnTo>
                  <a:lnTo>
                    <a:pt x="728" y="43"/>
                  </a:lnTo>
                  <a:lnTo>
                    <a:pt x="692" y="0"/>
                  </a:lnTo>
                  <a:lnTo>
                    <a:pt x="692" y="0"/>
                  </a:lnTo>
                  <a:close/>
                </a:path>
              </a:pathLst>
            </a:custGeom>
            <a:solidFill>
              <a:srgbClr val="ffb8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7" name=""/>
            <p:cNvSpPr/>
            <p:nvPr/>
          </p:nvSpPr>
          <p:spPr>
            <a:xfrm>
              <a:off x="550800" y="5862600"/>
              <a:ext cx="247680" cy="106560"/>
            </a:xfrm>
            <a:custGeom>
              <a:avLst/>
              <a:gdLst/>
              <a:ahLst/>
              <a:rect l="l" t="t" r="r" b="b"/>
              <a:pathLst>
                <a:path w="312" h="135">
                  <a:moveTo>
                    <a:pt x="272" y="0"/>
                  </a:moveTo>
                  <a:lnTo>
                    <a:pt x="0" y="78"/>
                  </a:lnTo>
                  <a:lnTo>
                    <a:pt x="312" y="135"/>
                  </a:lnTo>
                  <a:lnTo>
                    <a:pt x="272" y="0"/>
                  </a:lnTo>
                  <a:lnTo>
                    <a:pt x="272" y="0"/>
                  </a:lnTo>
                  <a:close/>
                </a:path>
              </a:pathLst>
            </a:custGeom>
            <a:solidFill>
              <a:srgbClr val="ffef66"/>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nvGrpSpPr>
            <p:cNvPr id="57" name=""/>
            <p:cNvGrpSpPr/>
            <p:nvPr/>
          </p:nvGrpSpPr>
          <p:grpSpPr>
            <a:xfrm>
              <a:off x="7920" y="5540400"/>
              <a:ext cx="1784520" cy="1238400"/>
              <a:chOff x="7920" y="5540400"/>
              <a:chExt cx="1784520" cy="1238400"/>
            </a:xfrm>
          </p:grpSpPr>
          <p:grpSp>
            <p:nvGrpSpPr>
              <p:cNvPr id="58" name=""/>
              <p:cNvGrpSpPr/>
              <p:nvPr/>
            </p:nvGrpSpPr>
            <p:grpSpPr>
              <a:xfrm>
                <a:off x="792000" y="5654520"/>
                <a:ext cx="870120" cy="1124280"/>
                <a:chOff x="792000" y="5654520"/>
                <a:chExt cx="870120" cy="1124280"/>
              </a:xfrm>
            </p:grpSpPr>
            <p:sp>
              <p:nvSpPr>
                <p:cNvPr id="20" name=""/>
                <p:cNvSpPr/>
                <p:nvPr/>
              </p:nvSpPr>
              <p:spPr>
                <a:xfrm>
                  <a:off x="792000" y="5694480"/>
                  <a:ext cx="249480" cy="137880"/>
                </a:xfrm>
                <a:custGeom>
                  <a:avLst/>
                  <a:gdLst/>
                  <a:ahLst/>
                  <a:rect l="l" t="t" r="r" b="b"/>
                  <a:pathLst>
                    <a:path w="313" h="175">
                      <a:moveTo>
                        <a:pt x="0" y="107"/>
                      </a:moveTo>
                      <a:lnTo>
                        <a:pt x="114" y="10"/>
                      </a:lnTo>
                      <a:lnTo>
                        <a:pt x="213" y="0"/>
                      </a:lnTo>
                      <a:lnTo>
                        <a:pt x="292" y="27"/>
                      </a:lnTo>
                      <a:lnTo>
                        <a:pt x="313" y="91"/>
                      </a:lnTo>
                      <a:lnTo>
                        <a:pt x="167" y="67"/>
                      </a:lnTo>
                      <a:lnTo>
                        <a:pt x="74" y="101"/>
                      </a:lnTo>
                      <a:lnTo>
                        <a:pt x="13" y="175"/>
                      </a:lnTo>
                      <a:lnTo>
                        <a:pt x="0" y="107"/>
                      </a:lnTo>
                      <a:lnTo>
                        <a:pt x="0" y="107"/>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1" name=""/>
                <p:cNvSpPr/>
                <p:nvPr/>
              </p:nvSpPr>
              <p:spPr>
                <a:xfrm>
                  <a:off x="1009800" y="6567480"/>
                  <a:ext cx="182520" cy="211320"/>
                </a:xfrm>
                <a:custGeom>
                  <a:avLst/>
                  <a:gdLst/>
                  <a:ahLst/>
                  <a:rect l="l" t="t" r="r" b="b"/>
                  <a:pathLst>
                    <a:path w="230" h="266">
                      <a:moveTo>
                        <a:pt x="0" y="40"/>
                      </a:moveTo>
                      <a:lnTo>
                        <a:pt x="160" y="266"/>
                      </a:lnTo>
                      <a:lnTo>
                        <a:pt x="230" y="251"/>
                      </a:lnTo>
                      <a:lnTo>
                        <a:pt x="223" y="17"/>
                      </a:lnTo>
                      <a:lnTo>
                        <a:pt x="166" y="0"/>
                      </a:lnTo>
                      <a:lnTo>
                        <a:pt x="179" y="197"/>
                      </a:lnTo>
                      <a:lnTo>
                        <a:pt x="71" y="4"/>
                      </a:lnTo>
                      <a:lnTo>
                        <a:pt x="0" y="40"/>
                      </a:lnTo>
                      <a:lnTo>
                        <a:pt x="0" y="40"/>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2" name=""/>
                <p:cNvSpPr/>
                <p:nvPr/>
              </p:nvSpPr>
              <p:spPr>
                <a:xfrm>
                  <a:off x="1593720" y="5654520"/>
                  <a:ext cx="68400" cy="185760"/>
                </a:xfrm>
                <a:custGeom>
                  <a:avLst/>
                  <a:gdLst/>
                  <a:ahLst/>
                  <a:rect l="l" t="t" r="r" b="b"/>
                  <a:pathLst>
                    <a:path w="87" h="234">
                      <a:moveTo>
                        <a:pt x="0" y="19"/>
                      </a:moveTo>
                      <a:lnTo>
                        <a:pt x="36" y="93"/>
                      </a:lnTo>
                      <a:lnTo>
                        <a:pt x="44" y="154"/>
                      </a:lnTo>
                      <a:lnTo>
                        <a:pt x="27" y="234"/>
                      </a:lnTo>
                      <a:lnTo>
                        <a:pt x="80" y="220"/>
                      </a:lnTo>
                      <a:lnTo>
                        <a:pt x="87" y="116"/>
                      </a:lnTo>
                      <a:lnTo>
                        <a:pt x="46" y="0"/>
                      </a:lnTo>
                      <a:lnTo>
                        <a:pt x="0" y="19"/>
                      </a:lnTo>
                      <a:lnTo>
                        <a:pt x="0" y="19"/>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sp>
            <p:nvSpPr>
              <p:cNvPr id="23" name=""/>
              <p:cNvSpPr/>
              <p:nvPr/>
            </p:nvSpPr>
            <p:spPr>
              <a:xfrm>
                <a:off x="120600" y="5924520"/>
                <a:ext cx="944640" cy="397080"/>
              </a:xfrm>
              <a:custGeom>
                <a:avLst/>
                <a:gdLst/>
                <a:ahLst/>
                <a:rect l="l" t="t" r="r" b="b"/>
                <a:pathLst>
                  <a:path w="1190" h="500">
                    <a:moveTo>
                      <a:pt x="100" y="0"/>
                    </a:moveTo>
                    <a:lnTo>
                      <a:pt x="1190" y="490"/>
                    </a:lnTo>
                    <a:lnTo>
                      <a:pt x="1076" y="500"/>
                    </a:lnTo>
                    <a:lnTo>
                      <a:pt x="0" y="27"/>
                    </a:lnTo>
                    <a:lnTo>
                      <a:pt x="100" y="0"/>
                    </a:lnTo>
                    <a:lnTo>
                      <a:pt x="100" y="0"/>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4" name=""/>
              <p:cNvSpPr/>
              <p:nvPr/>
            </p:nvSpPr>
            <p:spPr>
              <a:xfrm>
                <a:off x="412920" y="6168960"/>
                <a:ext cx="387360" cy="235080"/>
              </a:xfrm>
              <a:custGeom>
                <a:avLst/>
                <a:gdLst/>
                <a:ahLst/>
                <a:rect l="l" t="t"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lnTo>
                      <a:pt x="14" y="34"/>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5" name=""/>
              <p:cNvSpPr/>
              <p:nvPr/>
            </p:nvSpPr>
            <p:spPr>
              <a:xfrm>
                <a:off x="896760" y="5842080"/>
                <a:ext cx="169920" cy="377640"/>
              </a:xfrm>
              <a:custGeom>
                <a:avLst/>
                <a:gdLst/>
                <a:ahLst/>
                <a:rect l="l" t="t" r="r" b="b"/>
                <a:pathLst>
                  <a:path w="213" h="478">
                    <a:moveTo>
                      <a:pt x="24" y="0"/>
                    </a:moveTo>
                    <a:lnTo>
                      <a:pt x="91" y="25"/>
                    </a:lnTo>
                    <a:lnTo>
                      <a:pt x="80" y="192"/>
                    </a:lnTo>
                    <a:lnTo>
                      <a:pt x="106" y="327"/>
                    </a:lnTo>
                    <a:lnTo>
                      <a:pt x="213" y="451"/>
                    </a:lnTo>
                    <a:lnTo>
                      <a:pt x="97" y="478"/>
                    </a:lnTo>
                    <a:lnTo>
                      <a:pt x="30" y="344"/>
                    </a:lnTo>
                    <a:lnTo>
                      <a:pt x="0" y="57"/>
                    </a:lnTo>
                    <a:lnTo>
                      <a:pt x="24" y="0"/>
                    </a:lnTo>
                    <a:lnTo>
                      <a:pt x="24" y="0"/>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nvGrpSpPr>
              <p:cNvPr id="59" name=""/>
              <p:cNvGrpSpPr/>
              <p:nvPr/>
            </p:nvGrpSpPr>
            <p:grpSpPr>
              <a:xfrm>
                <a:off x="7920" y="5540400"/>
                <a:ext cx="1784520" cy="1076400"/>
                <a:chOff x="7920" y="5540400"/>
                <a:chExt cx="1784520" cy="1076400"/>
              </a:xfrm>
            </p:grpSpPr>
            <p:sp>
              <p:nvSpPr>
                <p:cNvPr id="27" name=""/>
                <p:cNvSpPr/>
                <p:nvPr/>
              </p:nvSpPr>
              <p:spPr>
                <a:xfrm>
                  <a:off x="1062000" y="6426360"/>
                  <a:ext cx="119160" cy="137880"/>
                </a:xfrm>
                <a:custGeom>
                  <a:avLst/>
                  <a:gdLst/>
                  <a:ahLst/>
                  <a:rect l="l" t="t" r="r" b="b"/>
                  <a:pathLst>
                    <a:path w="150" h="173">
                      <a:moveTo>
                        <a:pt x="110" y="0"/>
                      </a:moveTo>
                      <a:lnTo>
                        <a:pt x="40" y="66"/>
                      </a:lnTo>
                      <a:lnTo>
                        <a:pt x="0" y="173"/>
                      </a:lnTo>
                      <a:lnTo>
                        <a:pt x="80" y="160"/>
                      </a:lnTo>
                      <a:lnTo>
                        <a:pt x="103" y="84"/>
                      </a:lnTo>
                      <a:lnTo>
                        <a:pt x="150" y="27"/>
                      </a:lnTo>
                      <a:lnTo>
                        <a:pt x="110" y="0"/>
                      </a:lnTo>
                      <a:lnTo>
                        <a:pt x="110" y="0"/>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8" name=""/>
                <p:cNvSpPr/>
                <p:nvPr/>
              </p:nvSpPr>
              <p:spPr>
                <a:xfrm>
                  <a:off x="7920" y="5918040"/>
                  <a:ext cx="1336680" cy="698760"/>
                </a:xfrm>
                <a:custGeom>
                  <a:avLst/>
                  <a:gdLst/>
                  <a:ahLst/>
                  <a:rect l="l" t="t"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lnTo>
                        <a:pt x="156" y="0"/>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9" name=""/>
                <p:cNvSpPr/>
                <p:nvPr/>
              </p:nvSpPr>
              <p:spPr>
                <a:xfrm>
                  <a:off x="168120" y="5985000"/>
                  <a:ext cx="127080" cy="264960"/>
                </a:xfrm>
                <a:custGeom>
                  <a:avLst/>
                  <a:gdLst/>
                  <a:ahLst/>
                  <a:rect l="l" t="t" r="r" b="b"/>
                  <a:pathLst>
                    <a:path w="160" h="335">
                      <a:moveTo>
                        <a:pt x="116" y="0"/>
                      </a:moveTo>
                      <a:lnTo>
                        <a:pt x="19" y="106"/>
                      </a:lnTo>
                      <a:lnTo>
                        <a:pt x="0" y="230"/>
                      </a:lnTo>
                      <a:lnTo>
                        <a:pt x="33" y="314"/>
                      </a:lnTo>
                      <a:lnTo>
                        <a:pt x="94" y="335"/>
                      </a:lnTo>
                      <a:lnTo>
                        <a:pt x="76" y="154"/>
                      </a:lnTo>
                      <a:lnTo>
                        <a:pt x="160" y="17"/>
                      </a:lnTo>
                      <a:lnTo>
                        <a:pt x="116" y="0"/>
                      </a:lnTo>
                      <a:lnTo>
                        <a:pt x="116" y="0"/>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0" name=""/>
                <p:cNvSpPr/>
                <p:nvPr/>
              </p:nvSpPr>
              <p:spPr>
                <a:xfrm>
                  <a:off x="712800" y="5540400"/>
                  <a:ext cx="511200" cy="942840"/>
                </a:xfrm>
                <a:custGeom>
                  <a:avLst/>
                  <a:gdLst/>
                  <a:ahLst/>
                  <a:rect l="l" t="t" r="r" b="b"/>
                  <a:pathLst>
                    <a:path w="642" h="1188">
                      <a:moveTo>
                        <a:pt x="218" y="896"/>
                      </a:moveTo>
                      <a:lnTo>
                        <a:pt x="0" y="124"/>
                      </a:lnTo>
                      <a:lnTo>
                        <a:pt x="81" y="38"/>
                      </a:lnTo>
                      <a:lnTo>
                        <a:pt x="258" y="0"/>
                      </a:lnTo>
                      <a:lnTo>
                        <a:pt x="399" y="57"/>
                      </a:lnTo>
                      <a:lnTo>
                        <a:pt x="642" y="1188"/>
                      </a:lnTo>
                      <a:lnTo>
                        <a:pt x="555" y="1091"/>
                      </a:lnTo>
                      <a:lnTo>
                        <a:pt x="355" y="97"/>
                      </a:lnTo>
                      <a:lnTo>
                        <a:pt x="226" y="61"/>
                      </a:lnTo>
                      <a:lnTo>
                        <a:pt x="119" y="74"/>
                      </a:lnTo>
                      <a:lnTo>
                        <a:pt x="76" y="141"/>
                      </a:lnTo>
                      <a:lnTo>
                        <a:pt x="306" y="924"/>
                      </a:lnTo>
                      <a:lnTo>
                        <a:pt x="218" y="896"/>
                      </a:lnTo>
                      <a:lnTo>
                        <a:pt x="218" y="896"/>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1" name=""/>
                <p:cNvSpPr/>
                <p:nvPr/>
              </p:nvSpPr>
              <p:spPr>
                <a:xfrm>
                  <a:off x="917640" y="5794200"/>
                  <a:ext cx="152280" cy="400320"/>
                </a:xfrm>
                <a:custGeom>
                  <a:avLst/>
                  <a:gdLst/>
                  <a:ahLst/>
                  <a:rect l="l" t="t" r="r" b="b"/>
                  <a:pathLst>
                    <a:path w="192" h="504">
                      <a:moveTo>
                        <a:pt x="0" y="27"/>
                      </a:moveTo>
                      <a:lnTo>
                        <a:pt x="76" y="194"/>
                      </a:lnTo>
                      <a:lnTo>
                        <a:pt x="113" y="318"/>
                      </a:lnTo>
                      <a:lnTo>
                        <a:pt x="116" y="504"/>
                      </a:lnTo>
                      <a:lnTo>
                        <a:pt x="192" y="504"/>
                      </a:lnTo>
                      <a:lnTo>
                        <a:pt x="187" y="360"/>
                      </a:lnTo>
                      <a:lnTo>
                        <a:pt x="162" y="208"/>
                      </a:lnTo>
                      <a:lnTo>
                        <a:pt x="99" y="59"/>
                      </a:lnTo>
                      <a:lnTo>
                        <a:pt x="63" y="0"/>
                      </a:lnTo>
                      <a:lnTo>
                        <a:pt x="0" y="27"/>
                      </a:lnTo>
                      <a:lnTo>
                        <a:pt x="0" y="27"/>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2" name=""/>
                <p:cNvSpPr/>
                <p:nvPr/>
              </p:nvSpPr>
              <p:spPr>
                <a:xfrm>
                  <a:off x="520560" y="5762520"/>
                  <a:ext cx="309600" cy="214560"/>
                </a:xfrm>
                <a:custGeom>
                  <a:avLst/>
                  <a:gdLst/>
                  <a:ahLst/>
                  <a:rect l="l" t="t" r="r" b="b"/>
                  <a:pathLst>
                    <a:path w="390" h="269">
                      <a:moveTo>
                        <a:pt x="297" y="0"/>
                      </a:moveTo>
                      <a:lnTo>
                        <a:pt x="257" y="17"/>
                      </a:lnTo>
                      <a:lnTo>
                        <a:pt x="253" y="66"/>
                      </a:lnTo>
                      <a:lnTo>
                        <a:pt x="0" y="169"/>
                      </a:lnTo>
                      <a:lnTo>
                        <a:pt x="0" y="222"/>
                      </a:lnTo>
                      <a:lnTo>
                        <a:pt x="284" y="226"/>
                      </a:lnTo>
                      <a:lnTo>
                        <a:pt x="320" y="269"/>
                      </a:lnTo>
                      <a:lnTo>
                        <a:pt x="390" y="266"/>
                      </a:lnTo>
                      <a:lnTo>
                        <a:pt x="383" y="190"/>
                      </a:lnTo>
                      <a:lnTo>
                        <a:pt x="116" y="176"/>
                      </a:lnTo>
                      <a:lnTo>
                        <a:pt x="333" y="89"/>
                      </a:lnTo>
                      <a:lnTo>
                        <a:pt x="297" y="0"/>
                      </a:lnTo>
                      <a:lnTo>
                        <a:pt x="297" y="0"/>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3" name=""/>
                <p:cNvSpPr/>
                <p:nvPr/>
              </p:nvSpPr>
              <p:spPr>
                <a:xfrm>
                  <a:off x="1044720" y="5616720"/>
                  <a:ext cx="747720" cy="336240"/>
                </a:xfrm>
                <a:custGeom>
                  <a:avLst/>
                  <a:gdLst/>
                  <a:ahLst/>
                  <a:rect l="l" t="t" r="r" b="b"/>
                  <a:pathLst>
                    <a:path w="941" h="424">
                      <a:moveTo>
                        <a:pt x="0" y="131"/>
                      </a:moveTo>
                      <a:lnTo>
                        <a:pt x="863" y="0"/>
                      </a:lnTo>
                      <a:lnTo>
                        <a:pt x="926" y="78"/>
                      </a:lnTo>
                      <a:lnTo>
                        <a:pt x="941" y="181"/>
                      </a:lnTo>
                      <a:lnTo>
                        <a:pt x="903" y="282"/>
                      </a:lnTo>
                      <a:lnTo>
                        <a:pt x="57" y="424"/>
                      </a:lnTo>
                      <a:lnTo>
                        <a:pt x="53" y="384"/>
                      </a:lnTo>
                      <a:lnTo>
                        <a:pt x="863" y="242"/>
                      </a:lnTo>
                      <a:lnTo>
                        <a:pt x="893" y="145"/>
                      </a:lnTo>
                      <a:lnTo>
                        <a:pt x="840" y="57"/>
                      </a:lnTo>
                      <a:lnTo>
                        <a:pt x="0" y="185"/>
                      </a:lnTo>
                      <a:lnTo>
                        <a:pt x="0" y="131"/>
                      </a:lnTo>
                      <a:lnTo>
                        <a:pt x="0" y="131"/>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4" name=""/>
                <p:cNvSpPr/>
                <p:nvPr/>
              </p:nvSpPr>
              <p:spPr>
                <a:xfrm>
                  <a:off x="1138320" y="5724360"/>
                  <a:ext cx="388800" cy="136800"/>
                </a:xfrm>
                <a:custGeom>
                  <a:avLst/>
                  <a:gdLst/>
                  <a:ahLst/>
                  <a:rect l="l" t="t" r="r" b="b"/>
                  <a:pathLst>
                    <a:path w="488" h="173">
                      <a:moveTo>
                        <a:pt x="0" y="126"/>
                      </a:moveTo>
                      <a:lnTo>
                        <a:pt x="66" y="173"/>
                      </a:lnTo>
                      <a:lnTo>
                        <a:pt x="222" y="166"/>
                      </a:lnTo>
                      <a:lnTo>
                        <a:pt x="418" y="116"/>
                      </a:lnTo>
                      <a:lnTo>
                        <a:pt x="488" y="42"/>
                      </a:lnTo>
                      <a:lnTo>
                        <a:pt x="443" y="2"/>
                      </a:lnTo>
                      <a:lnTo>
                        <a:pt x="253" y="0"/>
                      </a:lnTo>
                      <a:lnTo>
                        <a:pt x="110" y="12"/>
                      </a:lnTo>
                      <a:lnTo>
                        <a:pt x="15" y="76"/>
                      </a:lnTo>
                      <a:lnTo>
                        <a:pt x="112" y="95"/>
                      </a:lnTo>
                      <a:lnTo>
                        <a:pt x="275" y="53"/>
                      </a:lnTo>
                      <a:lnTo>
                        <a:pt x="416" y="53"/>
                      </a:lnTo>
                      <a:lnTo>
                        <a:pt x="268" y="110"/>
                      </a:lnTo>
                      <a:lnTo>
                        <a:pt x="142" y="126"/>
                      </a:lnTo>
                      <a:lnTo>
                        <a:pt x="0" y="126"/>
                      </a:lnTo>
                      <a:lnTo>
                        <a:pt x="0" y="126"/>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grpSp>
      </p:grpSp>
      <p:grpSp>
        <p:nvGrpSpPr>
          <p:cNvPr id="60" name=""/>
          <p:cNvGrpSpPr/>
          <p:nvPr/>
        </p:nvGrpSpPr>
        <p:grpSpPr>
          <a:xfrm>
            <a:off x="8680320" y="2116080"/>
            <a:ext cx="385920" cy="4308480"/>
            <a:chOff x="8680320" y="2116080"/>
            <a:chExt cx="385920" cy="4308480"/>
          </a:xfrm>
        </p:grpSpPr>
        <p:sp>
          <p:nvSpPr>
            <p:cNvPr id="36" name=""/>
            <p:cNvSpPr/>
            <p:nvPr/>
          </p:nvSpPr>
          <p:spPr>
            <a:xfrm flipH="1">
              <a:off x="8680320" y="4159080"/>
              <a:ext cx="325440" cy="2265480"/>
            </a:xfrm>
            <a:custGeom>
              <a:avLst/>
              <a:gdLst/>
              <a:ahLst/>
              <a:rect l="l" t="t" r="r" b="b"/>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lnTo>
                    <a:pt x="692" y="3156"/>
                  </a:lnTo>
                  <a:close/>
                </a:path>
              </a:pathLst>
            </a:custGeom>
            <a:solidFill>
              <a:srgbClr val="703dff"/>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7" name=""/>
            <p:cNvSpPr/>
            <p:nvPr/>
          </p:nvSpPr>
          <p:spPr>
            <a:xfrm flipH="1">
              <a:off x="8740800" y="2116080"/>
              <a:ext cx="325440" cy="2592360"/>
            </a:xfrm>
            <a:custGeom>
              <a:avLst/>
              <a:gdLst/>
              <a:ahLst/>
              <a:rect l="l" t="t" r="r" b="b"/>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lnTo>
                    <a:pt x="692" y="3156"/>
                  </a:lnTo>
                  <a:close/>
                </a:path>
              </a:pathLst>
            </a:custGeom>
            <a:solidFill>
              <a:srgbClr val="703dff"/>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grpSp>
        <p:nvGrpSpPr>
          <p:cNvPr id="61" name=""/>
          <p:cNvGrpSpPr/>
          <p:nvPr/>
        </p:nvGrpSpPr>
        <p:grpSpPr>
          <a:xfrm>
            <a:off x="7171560" y="-87480"/>
            <a:ext cx="2427480" cy="2247120"/>
            <a:chOff x="7171560" y="-87480"/>
            <a:chExt cx="2427480" cy="2247120"/>
          </a:xfrm>
        </p:grpSpPr>
        <p:grpSp>
          <p:nvGrpSpPr>
            <p:cNvPr id="62" name=""/>
            <p:cNvGrpSpPr/>
            <p:nvPr/>
          </p:nvGrpSpPr>
          <p:grpSpPr>
            <a:xfrm>
              <a:off x="7171560" y="-87480"/>
              <a:ext cx="2427480" cy="2247120"/>
              <a:chOff x="7171560" y="-87480"/>
              <a:chExt cx="2427480" cy="2247120"/>
            </a:xfrm>
          </p:grpSpPr>
          <p:sp>
            <p:nvSpPr>
              <p:cNvPr id="40" name=""/>
              <p:cNvSpPr/>
              <p:nvPr/>
            </p:nvSpPr>
            <p:spPr>
              <a:xfrm rot="18427200">
                <a:off x="8619840" y="1723680"/>
                <a:ext cx="98640" cy="457200"/>
              </a:xfrm>
              <a:custGeom>
                <a:avLst/>
                <a:gdLst/>
                <a:ahLst/>
                <a:rect l="l" t="t" r="r" b="b"/>
                <a:pathLst>
                  <a:path w="245" h="806">
                    <a:moveTo>
                      <a:pt x="123" y="9"/>
                    </a:moveTo>
                    <a:lnTo>
                      <a:pt x="131" y="342"/>
                    </a:lnTo>
                    <a:lnTo>
                      <a:pt x="0" y="806"/>
                    </a:lnTo>
                    <a:lnTo>
                      <a:pt x="79" y="789"/>
                    </a:lnTo>
                    <a:lnTo>
                      <a:pt x="218" y="376"/>
                    </a:lnTo>
                    <a:lnTo>
                      <a:pt x="245" y="0"/>
                    </a:lnTo>
                    <a:lnTo>
                      <a:pt x="123" y="9"/>
                    </a:lnTo>
                    <a:lnTo>
                      <a:pt x="123" y="9"/>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nvGrpSpPr>
              <p:cNvPr id="63" name=""/>
              <p:cNvGrpSpPr/>
              <p:nvPr/>
            </p:nvGrpSpPr>
            <p:grpSpPr>
              <a:xfrm>
                <a:off x="7171560" y="-87480"/>
                <a:ext cx="2427480" cy="2247120"/>
                <a:chOff x="7171560" y="-87480"/>
                <a:chExt cx="2427480" cy="2247120"/>
              </a:xfrm>
            </p:grpSpPr>
            <p:sp>
              <p:nvSpPr>
                <p:cNvPr id="42" name=""/>
                <p:cNvSpPr/>
                <p:nvPr/>
              </p:nvSpPr>
              <p:spPr>
                <a:xfrm rot="18427200">
                  <a:off x="7883640" y="111960"/>
                  <a:ext cx="243000" cy="198720"/>
                </a:xfrm>
                <a:custGeom>
                  <a:avLst/>
                  <a:gdLst/>
                  <a:ahLst/>
                  <a:rect l="l" t="t" r="r" b="b"/>
                  <a:pathLst>
                    <a:path w="604" h="349">
                      <a:moveTo>
                        <a:pt x="0" y="0"/>
                      </a:moveTo>
                      <a:lnTo>
                        <a:pt x="298" y="184"/>
                      </a:lnTo>
                      <a:lnTo>
                        <a:pt x="500" y="349"/>
                      </a:lnTo>
                      <a:lnTo>
                        <a:pt x="604" y="140"/>
                      </a:lnTo>
                      <a:lnTo>
                        <a:pt x="359" y="9"/>
                      </a:lnTo>
                      <a:lnTo>
                        <a:pt x="464" y="184"/>
                      </a:lnTo>
                      <a:lnTo>
                        <a:pt x="131" y="17"/>
                      </a:lnTo>
                      <a:lnTo>
                        <a:pt x="0" y="0"/>
                      </a:lnTo>
                      <a:lnTo>
                        <a:pt x="0" y="0"/>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3" name=""/>
                <p:cNvSpPr/>
                <p:nvPr/>
              </p:nvSpPr>
              <p:spPr>
                <a:xfrm rot="18427200">
                  <a:off x="8014320" y="525600"/>
                  <a:ext cx="427320" cy="695160"/>
                </a:xfrm>
                <a:custGeom>
                  <a:avLst/>
                  <a:gdLst/>
                  <a:ahLst/>
                  <a:rect l="l" t="t" r="r" b="b"/>
                  <a:pathLst>
                    <a:path w="1064" h="1230">
                      <a:moveTo>
                        <a:pt x="741" y="129"/>
                      </a:moveTo>
                      <a:lnTo>
                        <a:pt x="485" y="352"/>
                      </a:lnTo>
                      <a:lnTo>
                        <a:pt x="163" y="762"/>
                      </a:lnTo>
                      <a:lnTo>
                        <a:pt x="0" y="1101"/>
                      </a:lnTo>
                      <a:lnTo>
                        <a:pt x="59" y="1230"/>
                      </a:lnTo>
                      <a:lnTo>
                        <a:pt x="262" y="1201"/>
                      </a:lnTo>
                      <a:lnTo>
                        <a:pt x="578" y="914"/>
                      </a:lnTo>
                      <a:lnTo>
                        <a:pt x="876" y="534"/>
                      </a:lnTo>
                      <a:lnTo>
                        <a:pt x="1034" y="270"/>
                      </a:lnTo>
                      <a:lnTo>
                        <a:pt x="1064" y="84"/>
                      </a:lnTo>
                      <a:lnTo>
                        <a:pt x="977" y="0"/>
                      </a:lnTo>
                      <a:lnTo>
                        <a:pt x="836" y="65"/>
                      </a:lnTo>
                      <a:lnTo>
                        <a:pt x="969" y="107"/>
                      </a:lnTo>
                      <a:lnTo>
                        <a:pt x="876" y="352"/>
                      </a:lnTo>
                      <a:lnTo>
                        <a:pt x="690" y="656"/>
                      </a:lnTo>
                      <a:lnTo>
                        <a:pt x="350" y="1008"/>
                      </a:lnTo>
                      <a:lnTo>
                        <a:pt x="116" y="1114"/>
                      </a:lnTo>
                      <a:lnTo>
                        <a:pt x="135" y="943"/>
                      </a:lnTo>
                      <a:lnTo>
                        <a:pt x="437" y="504"/>
                      </a:lnTo>
                      <a:lnTo>
                        <a:pt x="831" y="118"/>
                      </a:lnTo>
                      <a:lnTo>
                        <a:pt x="741" y="129"/>
                      </a:lnTo>
                      <a:lnTo>
                        <a:pt x="741" y="129"/>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4" name=""/>
                <p:cNvSpPr/>
                <p:nvPr/>
              </p:nvSpPr>
              <p:spPr>
                <a:xfrm rot="18427200">
                  <a:off x="7713000" y="288000"/>
                  <a:ext cx="801720" cy="1425600"/>
                </a:xfrm>
                <a:custGeom>
                  <a:avLst/>
                  <a:gdLst/>
                  <a:ahLst/>
                  <a:rect l="l" t="t" r="r" b="b"/>
                  <a:pathLst>
                    <a:path w="2002" h="2521">
                      <a:moveTo>
                        <a:pt x="1941" y="0"/>
                      </a:moveTo>
                      <a:lnTo>
                        <a:pt x="0" y="2521"/>
                      </a:lnTo>
                      <a:lnTo>
                        <a:pt x="192" y="2450"/>
                      </a:lnTo>
                      <a:lnTo>
                        <a:pt x="2002" y="61"/>
                      </a:lnTo>
                      <a:lnTo>
                        <a:pt x="1941" y="0"/>
                      </a:lnTo>
                      <a:lnTo>
                        <a:pt x="1941" y="0"/>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5" name=""/>
                <p:cNvSpPr/>
                <p:nvPr/>
              </p:nvSpPr>
              <p:spPr>
                <a:xfrm rot="18427200">
                  <a:off x="7783200" y="-30240"/>
                  <a:ext cx="1203480" cy="2133360"/>
                </a:xfrm>
                <a:custGeom>
                  <a:avLst/>
                  <a:gdLst/>
                  <a:ahLst/>
                  <a:rect l="l" t="t" r="r" b="b"/>
                  <a:pathLst>
                    <a:path w="3007" h="3771">
                      <a:moveTo>
                        <a:pt x="95" y="2844"/>
                      </a:moveTo>
                      <a:lnTo>
                        <a:pt x="394" y="2834"/>
                      </a:lnTo>
                      <a:lnTo>
                        <a:pt x="821" y="3009"/>
                      </a:lnTo>
                      <a:lnTo>
                        <a:pt x="681" y="2817"/>
                      </a:lnTo>
                      <a:lnTo>
                        <a:pt x="367" y="2703"/>
                      </a:lnTo>
                      <a:lnTo>
                        <a:pt x="637" y="2720"/>
                      </a:lnTo>
                      <a:lnTo>
                        <a:pt x="979" y="2870"/>
                      </a:lnTo>
                      <a:lnTo>
                        <a:pt x="2859" y="420"/>
                      </a:lnTo>
                      <a:lnTo>
                        <a:pt x="2578" y="148"/>
                      </a:lnTo>
                      <a:lnTo>
                        <a:pt x="2308" y="0"/>
                      </a:lnTo>
                      <a:lnTo>
                        <a:pt x="2692" y="78"/>
                      </a:lnTo>
                      <a:lnTo>
                        <a:pt x="3007" y="428"/>
                      </a:lnTo>
                      <a:lnTo>
                        <a:pt x="831" y="3273"/>
                      </a:lnTo>
                      <a:lnTo>
                        <a:pt x="481" y="3412"/>
                      </a:lnTo>
                      <a:lnTo>
                        <a:pt x="105" y="3771"/>
                      </a:lnTo>
                      <a:lnTo>
                        <a:pt x="0" y="3667"/>
                      </a:lnTo>
                      <a:lnTo>
                        <a:pt x="131" y="3631"/>
                      </a:lnTo>
                      <a:lnTo>
                        <a:pt x="376" y="3385"/>
                      </a:lnTo>
                      <a:lnTo>
                        <a:pt x="165" y="3273"/>
                      </a:lnTo>
                      <a:lnTo>
                        <a:pt x="165" y="3176"/>
                      </a:lnTo>
                      <a:lnTo>
                        <a:pt x="411" y="3298"/>
                      </a:lnTo>
                      <a:lnTo>
                        <a:pt x="411" y="3186"/>
                      </a:lnTo>
                      <a:lnTo>
                        <a:pt x="603" y="3220"/>
                      </a:lnTo>
                      <a:lnTo>
                        <a:pt x="428" y="3079"/>
                      </a:lnTo>
                      <a:lnTo>
                        <a:pt x="629" y="3062"/>
                      </a:lnTo>
                      <a:lnTo>
                        <a:pt x="95" y="2844"/>
                      </a:lnTo>
                      <a:lnTo>
                        <a:pt x="95" y="2844"/>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6" name=""/>
                <p:cNvSpPr/>
                <p:nvPr/>
              </p:nvSpPr>
              <p:spPr>
                <a:xfrm rot="18427200">
                  <a:off x="8409600" y="1422720"/>
                  <a:ext cx="268200" cy="193680"/>
                </a:xfrm>
                <a:custGeom>
                  <a:avLst/>
                  <a:gdLst/>
                  <a:ahLst/>
                  <a:rect l="l" t="t" r="r" b="b"/>
                  <a:pathLst>
                    <a:path w="673" h="342">
                      <a:moveTo>
                        <a:pt x="0" y="80"/>
                      </a:moveTo>
                      <a:lnTo>
                        <a:pt x="255" y="106"/>
                      </a:lnTo>
                      <a:lnTo>
                        <a:pt x="639" y="342"/>
                      </a:lnTo>
                      <a:lnTo>
                        <a:pt x="673" y="289"/>
                      </a:lnTo>
                      <a:lnTo>
                        <a:pt x="447" y="114"/>
                      </a:lnTo>
                      <a:lnTo>
                        <a:pt x="26" y="0"/>
                      </a:lnTo>
                      <a:lnTo>
                        <a:pt x="0" y="80"/>
                      </a:lnTo>
                      <a:lnTo>
                        <a:pt x="0" y="80"/>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7" name=""/>
                <p:cNvSpPr/>
                <p:nvPr/>
              </p:nvSpPr>
              <p:spPr>
                <a:xfrm rot="18427200">
                  <a:off x="8339400" y="1278360"/>
                  <a:ext cx="287640" cy="228600"/>
                </a:xfrm>
                <a:custGeom>
                  <a:avLst/>
                  <a:gdLst/>
                  <a:ahLst/>
                  <a:rect l="l" t="t" r="r" b="b"/>
                  <a:pathLst>
                    <a:path w="716" h="403">
                      <a:moveTo>
                        <a:pt x="0" y="78"/>
                      </a:moveTo>
                      <a:lnTo>
                        <a:pt x="340" y="148"/>
                      </a:lnTo>
                      <a:lnTo>
                        <a:pt x="638" y="403"/>
                      </a:lnTo>
                      <a:lnTo>
                        <a:pt x="716" y="296"/>
                      </a:lnTo>
                      <a:lnTo>
                        <a:pt x="420" y="114"/>
                      </a:lnTo>
                      <a:lnTo>
                        <a:pt x="70" y="0"/>
                      </a:lnTo>
                      <a:lnTo>
                        <a:pt x="0" y="78"/>
                      </a:lnTo>
                      <a:lnTo>
                        <a:pt x="0" y="78"/>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8" name=""/>
                <p:cNvSpPr/>
                <p:nvPr/>
              </p:nvSpPr>
              <p:spPr>
                <a:xfrm rot="18427200">
                  <a:off x="7913520" y="333360"/>
                  <a:ext cx="287280" cy="233640"/>
                </a:xfrm>
                <a:custGeom>
                  <a:avLst/>
                  <a:gdLst/>
                  <a:ahLst/>
                  <a:rect l="l" t="t" r="r" b="b"/>
                  <a:pathLst>
                    <a:path w="717" h="411">
                      <a:moveTo>
                        <a:pt x="0" y="78"/>
                      </a:moveTo>
                      <a:lnTo>
                        <a:pt x="316" y="139"/>
                      </a:lnTo>
                      <a:lnTo>
                        <a:pt x="649" y="411"/>
                      </a:lnTo>
                      <a:lnTo>
                        <a:pt x="717" y="314"/>
                      </a:lnTo>
                      <a:lnTo>
                        <a:pt x="394" y="87"/>
                      </a:lnTo>
                      <a:lnTo>
                        <a:pt x="54" y="0"/>
                      </a:lnTo>
                      <a:lnTo>
                        <a:pt x="0" y="78"/>
                      </a:lnTo>
                      <a:lnTo>
                        <a:pt x="0" y="78"/>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9" name=""/>
                <p:cNvSpPr/>
                <p:nvPr/>
              </p:nvSpPr>
              <p:spPr>
                <a:xfrm rot="18427200">
                  <a:off x="7855560" y="224280"/>
                  <a:ext cx="284040" cy="218880"/>
                </a:xfrm>
                <a:custGeom>
                  <a:avLst/>
                  <a:gdLst/>
                  <a:ahLst/>
                  <a:rect l="l" t="t" r="r" b="b"/>
                  <a:pathLst>
                    <a:path w="709" h="386">
                      <a:moveTo>
                        <a:pt x="0" y="88"/>
                      </a:moveTo>
                      <a:lnTo>
                        <a:pt x="272" y="131"/>
                      </a:lnTo>
                      <a:lnTo>
                        <a:pt x="665" y="386"/>
                      </a:lnTo>
                      <a:lnTo>
                        <a:pt x="709" y="308"/>
                      </a:lnTo>
                      <a:lnTo>
                        <a:pt x="306" y="53"/>
                      </a:lnTo>
                      <a:lnTo>
                        <a:pt x="43" y="0"/>
                      </a:lnTo>
                      <a:lnTo>
                        <a:pt x="0" y="88"/>
                      </a:lnTo>
                      <a:lnTo>
                        <a:pt x="0" y="88"/>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grpSp>
        <p:sp>
          <p:nvSpPr>
            <p:cNvPr id="64" name=""/>
            <p:cNvSpPr/>
            <p:nvPr/>
          </p:nvSpPr>
          <p:spPr>
            <a:xfrm>
              <a:off x="7731000" y="133200"/>
              <a:ext cx="66960" cy="152640"/>
            </a:xfrm>
            <a:prstGeom prst="line">
              <a:avLst/>
            </a:prstGeom>
            <a:ln w="38160">
              <a:solidFill>
                <a:srgbClr val="00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p:bg>
      <p:bgPr>
        <a:solidFill>
          <a:srgbClr val="ffffff"/>
        </a:solidFill>
      </p:bgPr>
    </p:bg>
    <p:spTree>
      <p:nvGrpSpPr>
        <p:cNvPr id="1" name=""/>
        <p:cNvGrpSpPr/>
        <p:nvPr/>
      </p:nvGrpSpPr>
      <p:grpSpPr>
        <a:xfrm>
          <a:off x="0" y="0"/>
          <a:ext cx="0" cy="0"/>
          <a:chOff x="0" y="0"/>
          <a:chExt cx="0" cy="0"/>
        </a:xfrm>
      </p:grpSpPr>
      <p:sp>
        <p:nvSpPr>
          <p:cNvPr id="0" name=""/>
          <p:cNvSpPr/>
          <p:nvPr/>
        </p:nvSpPr>
        <p:spPr>
          <a:xfrm rot="18427200">
            <a:off x="7777800" y="-14760"/>
            <a:ext cx="1162080" cy="2084400"/>
          </a:xfrm>
          <a:custGeom>
            <a:avLst/>
            <a:gdLst/>
            <a:ahLst/>
            <a:rect l="l" t="t" r="r" b="b"/>
            <a:pathLst>
              <a:path w="2903" h="3686">
                <a:moveTo>
                  <a:pt x="2903" y="433"/>
                </a:moveTo>
                <a:lnTo>
                  <a:pt x="2565" y="80"/>
                </a:lnTo>
                <a:lnTo>
                  <a:pt x="2241" y="0"/>
                </a:lnTo>
                <a:lnTo>
                  <a:pt x="110" y="2811"/>
                </a:lnTo>
                <a:lnTo>
                  <a:pt x="110" y="3228"/>
                </a:lnTo>
                <a:lnTo>
                  <a:pt x="0" y="3631"/>
                </a:lnTo>
                <a:lnTo>
                  <a:pt x="72" y="3686"/>
                </a:lnTo>
                <a:lnTo>
                  <a:pt x="441" y="3355"/>
                </a:lnTo>
                <a:lnTo>
                  <a:pt x="740" y="3228"/>
                </a:lnTo>
                <a:lnTo>
                  <a:pt x="2903" y="433"/>
                </a:lnTo>
                <a:lnTo>
                  <a:pt x="2903" y="433"/>
                </a:lnTo>
                <a:close/>
              </a:path>
            </a:pathLst>
          </a:custGeom>
          <a:solidFill>
            <a:srgbClr val="ffffff"/>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65" name="PlaceHolder 1"/>
          <p:cNvSpPr>
            <a:spLocks noGrp="1"/>
          </p:cNvSpPr>
          <p:nvPr>
            <p:ph type="title"/>
          </p:nvPr>
        </p:nvSpPr>
        <p:spPr>
          <a:xfrm>
            <a:off x="685440" y="151920"/>
            <a:ext cx="6870600" cy="1600200"/>
          </a:xfrm>
          <a:prstGeom prst="rect">
            <a:avLst/>
          </a:prstGeom>
          <a:noFill/>
          <a:ln w="0">
            <a:noFill/>
          </a:ln>
        </p:spPr>
        <p:txBody>
          <a:bodyPr lIns="90000" rIns="90000" tIns="46800" bIns="46800" anchor="b">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0000"/>
                </a:solidFill>
                <a:effectLst/>
                <a:uFillTx/>
                <a:latin typeface="Comic Sans MS"/>
              </a:rPr>
              <a:t>Click to edit the title text format</a:t>
            </a:r>
            <a:endParaRPr b="0" lang="en-IN" sz="4400" strike="noStrike" u="none">
              <a:solidFill>
                <a:srgbClr val="000000"/>
              </a:solidFill>
              <a:effectLst/>
              <a:uFillTx/>
              <a:latin typeface="Comic Sans MS"/>
            </a:endParaRPr>
          </a:p>
        </p:txBody>
      </p:sp>
      <p:sp>
        <p:nvSpPr>
          <p:cNvPr id="66" name="PlaceHolder 2"/>
          <p:cNvSpPr>
            <a:spLocks noGrp="1"/>
          </p:cNvSpPr>
          <p:nvPr>
            <p:ph type="body"/>
          </p:nvPr>
        </p:nvSpPr>
        <p:spPr>
          <a:xfrm>
            <a:off x="685800" y="1828800"/>
            <a:ext cx="7696080" cy="3657600"/>
          </a:xfrm>
          <a:prstGeom prst="rect">
            <a:avLst/>
          </a:prstGeom>
          <a:noFill/>
          <a:ln w="0">
            <a:noFill/>
          </a:ln>
        </p:spPr>
        <p:txBody>
          <a:bodyPr lIns="90000" rIns="90000" tIns="46800" bIns="46800" anchor="t">
            <a:normAutofit fontScale="85000" lnSpcReduction="9999"/>
          </a:bodyPr>
          <a:p>
            <a:pPr marL="343080" indent="-343080">
              <a:spcBef>
                <a:spcPts val="799"/>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Comic Sans MS"/>
              </a:rPr>
              <a:t>Click to edit the outline text format</a:t>
            </a:r>
            <a:endParaRPr b="0" lang="en-IN" sz="3200" strike="noStrike" u="none">
              <a:solidFill>
                <a:srgbClr val="000000"/>
              </a:solidFill>
              <a:effectLst/>
              <a:uFillTx/>
              <a:latin typeface="Comic Sans MS"/>
            </a:endParaRPr>
          </a:p>
          <a:p>
            <a:pPr lvl="1" marL="743040" indent="-285840">
              <a:spcBef>
                <a:spcPts val="799"/>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Comic Sans MS"/>
              </a:rPr>
              <a:t>Second Outline Level</a:t>
            </a:r>
            <a:endParaRPr b="0" lang="en-IN" sz="3200" strike="noStrike" u="none">
              <a:solidFill>
                <a:srgbClr val="000000"/>
              </a:solidFill>
              <a:effectLst/>
              <a:uFillTx/>
              <a:latin typeface="Comic Sans MS"/>
            </a:endParaRPr>
          </a:p>
          <a:p>
            <a:pPr lvl="2" marL="1143000" indent="-228600">
              <a:spcBef>
                <a:spcPts val="799"/>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Comic Sans MS"/>
              </a:rPr>
              <a:t>Third Outline Level</a:t>
            </a:r>
            <a:endParaRPr b="0" lang="en-IN" sz="3200" strike="noStrike" u="none">
              <a:solidFill>
                <a:srgbClr val="000000"/>
              </a:solidFill>
              <a:effectLst/>
              <a:uFillTx/>
              <a:latin typeface="Comic Sans MS"/>
            </a:endParaRPr>
          </a:p>
          <a:p>
            <a:pPr lvl="3" marL="1600200" indent="-228600">
              <a:spcBef>
                <a:spcPts val="799"/>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Comic Sans MS"/>
              </a:rPr>
              <a:t>Fourth Outline Level</a:t>
            </a:r>
            <a:endParaRPr b="0" lang="en-IN" sz="3200" strike="noStrike" u="none">
              <a:solidFill>
                <a:srgbClr val="000000"/>
              </a:solidFill>
              <a:effectLst/>
              <a:uFillTx/>
              <a:latin typeface="Comic Sans MS"/>
            </a:endParaRPr>
          </a:p>
          <a:p>
            <a:pPr lvl="4" marL="2057400" indent="-228600">
              <a:spcBef>
                <a:spcPts val="799"/>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Comic Sans MS"/>
              </a:rPr>
              <a:t>Fifth Outline Level</a:t>
            </a:r>
            <a:endParaRPr b="0" lang="en-IN" sz="3200" strike="noStrike" u="none">
              <a:solidFill>
                <a:srgbClr val="000000"/>
              </a:solidFill>
              <a:effectLst/>
              <a:uFillTx/>
              <a:latin typeface="Comic Sans MS"/>
            </a:endParaRPr>
          </a:p>
          <a:p>
            <a:pPr lvl="5" marL="2057400" indent="-228600">
              <a:spcBef>
                <a:spcPts val="799"/>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Comic Sans MS"/>
              </a:rPr>
              <a:t>Sixth Outline Level</a:t>
            </a:r>
            <a:endParaRPr b="0" lang="en-IN" sz="3200" strike="noStrike" u="none">
              <a:solidFill>
                <a:srgbClr val="000000"/>
              </a:solidFill>
              <a:effectLst/>
              <a:uFillTx/>
              <a:latin typeface="Comic Sans MS"/>
            </a:endParaRPr>
          </a:p>
          <a:p>
            <a:pPr lvl="6" marL="2057400" indent="-228600">
              <a:spcBef>
                <a:spcPts val="799"/>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Comic Sans MS"/>
              </a:rPr>
              <a:t>Seventh Outline Level</a:t>
            </a:r>
            <a:endParaRPr b="0" lang="en-IN" sz="3200" strike="noStrike" u="none">
              <a:solidFill>
                <a:srgbClr val="000000"/>
              </a:solidFill>
              <a:effectLst/>
              <a:uFillTx/>
              <a:latin typeface="Comic Sans MS"/>
            </a:endParaRPr>
          </a:p>
        </p:txBody>
      </p:sp>
      <p:sp>
        <p:nvSpPr>
          <p:cNvPr id="67" name="PlaceHolder 3"/>
          <p:cNvSpPr>
            <a:spLocks noGrp="1"/>
          </p:cNvSpPr>
          <p:nvPr>
            <p:ph type="dt" idx="7"/>
          </p:nvPr>
        </p:nvSpPr>
        <p:spPr>
          <a:xfrm>
            <a:off x="1371600" y="6248520"/>
            <a:ext cx="1905120" cy="457200"/>
          </a:xfrm>
          <a:prstGeom prst="rect">
            <a:avLst/>
          </a:prstGeom>
          <a:noFill/>
          <a:ln w="0">
            <a:noFill/>
          </a:ln>
        </p:spPr>
        <p:txBody>
          <a:bodyPr lIns="90000" rIns="90000" tIns="46800" bIns="46800" anchor="t">
            <a:noAutofit/>
          </a:bodyPr>
          <a:lstStyle>
            <a:lvl1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000000"/>
                </a:solidFill>
                <a:effectLst/>
                <a:uFillTx/>
                <a:latin typeface="Comic Sans MS"/>
              </a:defRPr>
            </a:lvl1pPr>
          </a:lstStyle>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Comic Sans MS"/>
              </a:rPr>
              <a:t>&lt;date/time&gt;</a:t>
            </a:r>
            <a:endParaRPr b="0" lang="en-IN" sz="1400" strike="noStrike" u="none">
              <a:solidFill>
                <a:srgbClr val="000000"/>
              </a:solidFill>
              <a:effectLst/>
              <a:uFillTx/>
              <a:latin typeface="Arial"/>
            </a:endParaRPr>
          </a:p>
        </p:txBody>
      </p:sp>
      <p:sp>
        <p:nvSpPr>
          <p:cNvPr id="68" name="PlaceHolder 4"/>
          <p:cNvSpPr>
            <a:spLocks noGrp="1"/>
          </p:cNvSpPr>
          <p:nvPr>
            <p:ph type="ftr" idx="8"/>
          </p:nvPr>
        </p:nvSpPr>
        <p:spPr>
          <a:xfrm>
            <a:off x="3555720" y="6248520"/>
            <a:ext cx="2895480" cy="457200"/>
          </a:xfrm>
          <a:prstGeom prst="rect">
            <a:avLst/>
          </a:prstGeom>
          <a:noFill/>
          <a:ln w="0">
            <a:noFill/>
          </a:ln>
        </p:spPr>
        <p:txBody>
          <a:bodyPr lIns="90000" rIns="90000" tIns="46800" bIns="46800" anchor="t">
            <a:noAutofit/>
          </a:bodyPr>
          <a:lstStyle>
            <a:lvl1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000000"/>
                </a:solidFill>
                <a:effectLst/>
                <a:uFillTx/>
                <a:latin typeface="Comic Sans MS"/>
              </a:defRPr>
            </a:lvl1pPr>
          </a:lstStyle>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Comic Sans MS"/>
              </a:rPr>
              <a:t>&lt;footer&gt;</a:t>
            </a:r>
            <a:endParaRPr b="0" lang="en-IN" sz="1400" strike="noStrike" u="none">
              <a:solidFill>
                <a:srgbClr val="000000"/>
              </a:solidFill>
              <a:effectLst/>
              <a:uFillTx/>
              <a:latin typeface="Arial"/>
            </a:endParaRPr>
          </a:p>
        </p:txBody>
      </p:sp>
      <p:sp>
        <p:nvSpPr>
          <p:cNvPr id="69" name="PlaceHolder 5"/>
          <p:cNvSpPr>
            <a:spLocks noGrp="1"/>
          </p:cNvSpPr>
          <p:nvPr>
            <p:ph type="sldNum" idx="9"/>
          </p:nvPr>
        </p:nvSpPr>
        <p:spPr>
          <a:xfrm>
            <a:off x="6718320" y="6248520"/>
            <a:ext cx="1905120" cy="457200"/>
          </a:xfrm>
          <a:prstGeom prst="rect">
            <a:avLst/>
          </a:prstGeom>
          <a:noFill/>
          <a:ln w="0">
            <a:noFill/>
          </a:ln>
        </p:spPr>
        <p:txBody>
          <a:bodyPr lIns="90000" rIns="90000" tIns="46800" bIns="46800" anchor="t">
            <a:noAutofit/>
          </a:bodyPr>
          <a:lstStyle>
            <a:lvl1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000000"/>
                </a:solidFill>
                <a:effectLst/>
                <a:uFillTx/>
                <a:latin typeface="Comic Sans MS"/>
              </a:defRPr>
            </a:lvl1pPr>
          </a:lstStyle>
          <a:p>
            <a: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D613C63-A4C2-492E-9922-85AB6C24C5C1}" type="slidenum">
              <a:rPr b="0" lang="en-US" sz="1400" strike="noStrike" u="none">
                <a:solidFill>
                  <a:srgbClr val="000000"/>
                </a:solidFill>
                <a:effectLst/>
                <a:uFillTx/>
                <a:latin typeface="Comic Sans MS"/>
              </a:rPr>
              <a:t>&lt;number&gt;</a:t>
            </a:fld>
            <a:endParaRPr b="0" lang="en-IN" sz="1400" strike="noStrike" u="none">
              <a:solidFill>
                <a:srgbClr val="000000"/>
              </a:solidFill>
              <a:effectLst/>
              <a:uFillTx/>
              <a:latin typeface="Arial"/>
            </a:endParaRPr>
          </a:p>
        </p:txBody>
      </p:sp>
      <p:sp>
        <p:nvSpPr>
          <p:cNvPr id="6" name=""/>
          <p:cNvSpPr/>
          <p:nvPr/>
        </p:nvSpPr>
        <p:spPr>
          <a:xfrm rot="18427200">
            <a:off x="7865280" y="24840"/>
            <a:ext cx="1164960" cy="2097000"/>
          </a:xfrm>
          <a:custGeom>
            <a:avLst/>
            <a:gdLst/>
            <a:ahLst/>
            <a:rect l="l" t="t" r="r" b="b"/>
            <a:pathLst>
              <a:path w="2911" h="3703">
                <a:moveTo>
                  <a:pt x="2293" y="0"/>
                </a:moveTo>
                <a:lnTo>
                  <a:pt x="130" y="2835"/>
                </a:lnTo>
                <a:lnTo>
                  <a:pt x="131" y="3201"/>
                </a:lnTo>
                <a:lnTo>
                  <a:pt x="0" y="3633"/>
                </a:lnTo>
                <a:lnTo>
                  <a:pt x="50" y="3703"/>
                </a:lnTo>
                <a:lnTo>
                  <a:pt x="422" y="3352"/>
                </a:lnTo>
                <a:lnTo>
                  <a:pt x="763" y="3220"/>
                </a:lnTo>
                <a:lnTo>
                  <a:pt x="2911" y="428"/>
                </a:lnTo>
                <a:lnTo>
                  <a:pt x="2589" y="96"/>
                </a:lnTo>
                <a:lnTo>
                  <a:pt x="2293" y="0"/>
                </a:lnTo>
                <a:lnTo>
                  <a:pt x="2293" y="0"/>
                </a:lnTo>
                <a:close/>
              </a:path>
            </a:pathLst>
          </a:custGeom>
          <a:solidFill>
            <a:srgbClr val="703dff"/>
          </a:solidFill>
          <a:ln w="0">
            <a:noFill/>
          </a:ln>
        </p:spPr>
        <p:style>
          <a:lnRef idx="0"/>
          <a:fillRef idx="0"/>
          <a:effectRef idx="0"/>
          <a:fontRef idx="minor"/>
        </p:style>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7" name=""/>
          <p:cNvSpPr/>
          <p:nvPr/>
        </p:nvSpPr>
        <p:spPr>
          <a:xfrm rot="18427200">
            <a:off x="7831080" y="191880"/>
            <a:ext cx="1025640" cy="1571400"/>
          </a:xfrm>
          <a:custGeom>
            <a:avLst/>
            <a:gdLst/>
            <a:ahLst/>
            <a:rect l="l" t="t" r="r" b="b"/>
            <a:pathLst>
              <a:path w="2561" h="2777">
                <a:moveTo>
                  <a:pt x="0" y="2485"/>
                </a:moveTo>
                <a:lnTo>
                  <a:pt x="432" y="2553"/>
                </a:lnTo>
                <a:lnTo>
                  <a:pt x="736" y="2777"/>
                </a:lnTo>
                <a:lnTo>
                  <a:pt x="2561" y="399"/>
                </a:lnTo>
                <a:lnTo>
                  <a:pt x="2118" y="82"/>
                </a:lnTo>
                <a:lnTo>
                  <a:pt x="1898" y="0"/>
                </a:lnTo>
                <a:lnTo>
                  <a:pt x="0" y="2485"/>
                </a:lnTo>
                <a:lnTo>
                  <a:pt x="0" y="2485"/>
                </a:lnTo>
                <a:close/>
              </a:path>
            </a:pathLst>
          </a:custGeom>
          <a:solidFill>
            <a:srgbClr val="ffb800"/>
          </a:solidFill>
          <a:ln w="0">
            <a:noFill/>
          </a:ln>
        </p:spPr>
        <p:style>
          <a:lnRef idx="0"/>
          <a:fillRef idx="0"/>
          <a:effectRef idx="0"/>
          <a:fontRef idx="minor"/>
        </p:style>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grpSp>
        <p:nvGrpSpPr>
          <p:cNvPr id="70" name=""/>
          <p:cNvGrpSpPr/>
          <p:nvPr/>
        </p:nvGrpSpPr>
        <p:grpSpPr>
          <a:xfrm>
            <a:off x="7920" y="5540400"/>
            <a:ext cx="1784520" cy="1246320"/>
            <a:chOff x="7920" y="5540400"/>
            <a:chExt cx="1784520" cy="1246320"/>
          </a:xfrm>
        </p:grpSpPr>
        <p:sp>
          <p:nvSpPr>
            <p:cNvPr id="9" name=""/>
            <p:cNvSpPr/>
            <p:nvPr/>
          </p:nvSpPr>
          <p:spPr>
            <a:xfrm>
              <a:off x="38160" y="5564160"/>
              <a:ext cx="1728720" cy="1030320"/>
            </a:xfrm>
            <a:custGeom>
              <a:avLst/>
              <a:gdLst/>
              <a:ahLst/>
              <a:rect l="l" t="t" r="r" b="b"/>
              <a:pathLst>
                <a:path w="2177" h="1298">
                  <a:moveTo>
                    <a:pt x="1587" y="1260"/>
                  </a:moveTo>
                  <a:lnTo>
                    <a:pt x="1420" y="1106"/>
                  </a:lnTo>
                  <a:lnTo>
                    <a:pt x="1331" y="477"/>
                  </a:lnTo>
                  <a:lnTo>
                    <a:pt x="2139" y="330"/>
                  </a:lnTo>
                  <a:lnTo>
                    <a:pt x="2177" y="203"/>
                  </a:lnTo>
                  <a:lnTo>
                    <a:pt x="2099" y="100"/>
                  </a:lnTo>
                  <a:lnTo>
                    <a:pt x="1276" y="211"/>
                  </a:lnTo>
                  <a:lnTo>
                    <a:pt x="1219" y="32"/>
                  </a:lnTo>
                  <a:lnTo>
                    <a:pt x="1085" y="0"/>
                  </a:lnTo>
                  <a:lnTo>
                    <a:pt x="958" y="28"/>
                  </a:lnTo>
                  <a:lnTo>
                    <a:pt x="888" y="106"/>
                  </a:lnTo>
                  <a:lnTo>
                    <a:pt x="937" y="285"/>
                  </a:lnTo>
                  <a:lnTo>
                    <a:pt x="660" y="441"/>
                  </a:lnTo>
                  <a:lnTo>
                    <a:pt x="983" y="473"/>
                  </a:lnTo>
                  <a:lnTo>
                    <a:pt x="1112" y="889"/>
                  </a:lnTo>
                  <a:lnTo>
                    <a:pt x="141" y="469"/>
                  </a:lnTo>
                  <a:lnTo>
                    <a:pt x="46" y="509"/>
                  </a:lnTo>
                  <a:lnTo>
                    <a:pt x="0" y="636"/>
                  </a:lnTo>
                  <a:lnTo>
                    <a:pt x="55" y="779"/>
                  </a:lnTo>
                  <a:lnTo>
                    <a:pt x="1139" y="1288"/>
                  </a:lnTo>
                  <a:lnTo>
                    <a:pt x="1378" y="1256"/>
                  </a:lnTo>
                  <a:lnTo>
                    <a:pt x="1570" y="1298"/>
                  </a:lnTo>
                  <a:lnTo>
                    <a:pt x="1587" y="1260"/>
                  </a:lnTo>
                  <a:lnTo>
                    <a:pt x="1587" y="1260"/>
                  </a:lnTo>
                  <a:close/>
                </a:path>
              </a:pathLst>
            </a:custGeom>
            <a:solidFill>
              <a:srgbClr val="f8f8f8"/>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0" name=""/>
            <p:cNvSpPr/>
            <p:nvPr/>
          </p:nvSpPr>
          <p:spPr>
            <a:xfrm>
              <a:off x="1622520" y="5686560"/>
              <a:ext cx="112680" cy="204480"/>
            </a:xfrm>
            <a:custGeom>
              <a:avLst/>
              <a:gdLst/>
              <a:ahLst/>
              <a:rect l="l" t="t" r="r" b="b"/>
              <a:pathLst>
                <a:path w="143" h="258">
                  <a:moveTo>
                    <a:pt x="0" y="7"/>
                  </a:moveTo>
                  <a:lnTo>
                    <a:pt x="120" y="0"/>
                  </a:lnTo>
                  <a:lnTo>
                    <a:pt x="143" y="233"/>
                  </a:lnTo>
                  <a:lnTo>
                    <a:pt x="8" y="258"/>
                  </a:lnTo>
                  <a:lnTo>
                    <a:pt x="0" y="7"/>
                  </a:lnTo>
                  <a:lnTo>
                    <a:pt x="0" y="7"/>
                  </a:lnTo>
                  <a:close/>
                </a:path>
              </a:pathLst>
            </a:custGeom>
            <a:solidFill>
              <a:srgbClr val="ffef66"/>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1" name=""/>
            <p:cNvSpPr/>
            <p:nvPr/>
          </p:nvSpPr>
          <p:spPr>
            <a:xfrm>
              <a:off x="31680" y="5991120"/>
              <a:ext cx="1257480" cy="650880"/>
            </a:xfrm>
            <a:custGeom>
              <a:avLst/>
              <a:gdLst/>
              <a:ahLst/>
              <a:rect l="l" t="t"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lnTo>
                    <a:pt x="137" y="0"/>
                  </a:lnTo>
                  <a:close/>
                </a:path>
              </a:pathLst>
            </a:custGeom>
            <a:solidFill>
              <a:srgbClr val="ff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2" name=""/>
            <p:cNvSpPr/>
            <p:nvPr/>
          </p:nvSpPr>
          <p:spPr>
            <a:xfrm>
              <a:off x="204840" y="6045120"/>
              <a:ext cx="833400" cy="593640"/>
            </a:xfrm>
            <a:custGeom>
              <a:avLst/>
              <a:gdLst/>
              <a:ahLst/>
              <a:rect l="l" t="t" r="r" b="b"/>
              <a:pathLst>
                <a:path w="1049" h="747">
                  <a:moveTo>
                    <a:pt x="0" y="325"/>
                  </a:moveTo>
                  <a:lnTo>
                    <a:pt x="922" y="747"/>
                  </a:lnTo>
                  <a:lnTo>
                    <a:pt x="939" y="534"/>
                  </a:lnTo>
                  <a:lnTo>
                    <a:pt x="1049" y="422"/>
                  </a:lnTo>
                  <a:lnTo>
                    <a:pt x="78" y="0"/>
                  </a:lnTo>
                  <a:lnTo>
                    <a:pt x="0" y="127"/>
                  </a:lnTo>
                  <a:lnTo>
                    <a:pt x="0" y="325"/>
                  </a:lnTo>
                  <a:lnTo>
                    <a:pt x="0" y="325"/>
                  </a:lnTo>
                  <a:close/>
                </a:path>
              </a:pathLst>
            </a:custGeom>
            <a:solidFill>
              <a:srgbClr val="ffb8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3" name=""/>
            <p:cNvSpPr/>
            <p:nvPr/>
          </p:nvSpPr>
          <p:spPr>
            <a:xfrm>
              <a:off x="770040" y="5607000"/>
              <a:ext cx="214200" cy="192240"/>
            </a:xfrm>
            <a:custGeom>
              <a:avLst/>
              <a:gdLst/>
              <a:ahLst/>
              <a:rect l="l" t="t" r="r" b="b"/>
              <a:pathLst>
                <a:path w="272" h="241">
                  <a:moveTo>
                    <a:pt x="0" y="28"/>
                  </a:moveTo>
                  <a:lnTo>
                    <a:pt x="160" y="0"/>
                  </a:lnTo>
                  <a:lnTo>
                    <a:pt x="251" y="36"/>
                  </a:lnTo>
                  <a:lnTo>
                    <a:pt x="272" y="139"/>
                  </a:lnTo>
                  <a:lnTo>
                    <a:pt x="164" y="146"/>
                  </a:lnTo>
                  <a:lnTo>
                    <a:pt x="32" y="241"/>
                  </a:lnTo>
                  <a:lnTo>
                    <a:pt x="0" y="28"/>
                  </a:lnTo>
                  <a:lnTo>
                    <a:pt x="0" y="28"/>
                  </a:lnTo>
                  <a:close/>
                </a:path>
              </a:pathLst>
            </a:custGeom>
            <a:solidFill>
              <a:srgbClr val="00b2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4" name=""/>
            <p:cNvSpPr/>
            <p:nvPr/>
          </p:nvSpPr>
          <p:spPr>
            <a:xfrm>
              <a:off x="1017720" y="6608880"/>
              <a:ext cx="120600" cy="177840"/>
            </a:xfrm>
            <a:custGeom>
              <a:avLst/>
              <a:gdLst/>
              <a:ahLst/>
              <a:rect l="l" t="t" r="r" b="b"/>
              <a:pathLst>
                <a:path w="152" h="224">
                  <a:moveTo>
                    <a:pt x="152" y="4"/>
                  </a:moveTo>
                  <a:lnTo>
                    <a:pt x="152" y="224"/>
                  </a:lnTo>
                  <a:lnTo>
                    <a:pt x="0" y="8"/>
                  </a:lnTo>
                  <a:lnTo>
                    <a:pt x="72" y="0"/>
                  </a:lnTo>
                  <a:lnTo>
                    <a:pt x="152" y="4"/>
                  </a:lnTo>
                  <a:lnTo>
                    <a:pt x="152" y="4"/>
                  </a:lnTo>
                  <a:close/>
                </a:path>
              </a:pathLst>
            </a:custGeom>
            <a:solidFill>
              <a:srgbClr val="00b2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5" name=""/>
            <p:cNvSpPr/>
            <p:nvPr/>
          </p:nvSpPr>
          <p:spPr>
            <a:xfrm>
              <a:off x="800280" y="5726160"/>
              <a:ext cx="306360" cy="608040"/>
            </a:xfrm>
            <a:custGeom>
              <a:avLst/>
              <a:gdLst/>
              <a:ahLst/>
              <a:rect l="l" t="t" r="r" b="b"/>
              <a:pathLst>
                <a:path w="386" h="764">
                  <a:moveTo>
                    <a:pt x="0" y="80"/>
                  </a:moveTo>
                  <a:lnTo>
                    <a:pt x="87" y="0"/>
                  </a:lnTo>
                  <a:lnTo>
                    <a:pt x="232" y="6"/>
                  </a:lnTo>
                  <a:lnTo>
                    <a:pt x="386" y="764"/>
                  </a:lnTo>
                  <a:lnTo>
                    <a:pt x="279" y="720"/>
                  </a:lnTo>
                  <a:lnTo>
                    <a:pt x="152" y="677"/>
                  </a:lnTo>
                  <a:lnTo>
                    <a:pt x="0" y="80"/>
                  </a:lnTo>
                  <a:lnTo>
                    <a:pt x="0" y="80"/>
                  </a:lnTo>
                  <a:close/>
                </a:path>
              </a:pathLst>
            </a:custGeom>
            <a:solidFill>
              <a:srgbClr val="ffb8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6" name=""/>
            <p:cNvSpPr/>
            <p:nvPr/>
          </p:nvSpPr>
          <p:spPr>
            <a:xfrm>
              <a:off x="1060560" y="5699160"/>
              <a:ext cx="577800" cy="276120"/>
            </a:xfrm>
            <a:custGeom>
              <a:avLst/>
              <a:gdLst/>
              <a:ahLst/>
              <a:rect l="l" t="t" r="r" b="b"/>
              <a:pathLst>
                <a:path w="728" h="348">
                  <a:moveTo>
                    <a:pt x="692" y="0"/>
                  </a:moveTo>
                  <a:lnTo>
                    <a:pt x="0" y="106"/>
                  </a:lnTo>
                  <a:lnTo>
                    <a:pt x="28" y="348"/>
                  </a:lnTo>
                  <a:lnTo>
                    <a:pt x="715" y="237"/>
                  </a:lnTo>
                  <a:lnTo>
                    <a:pt x="728" y="43"/>
                  </a:lnTo>
                  <a:lnTo>
                    <a:pt x="692" y="0"/>
                  </a:lnTo>
                  <a:lnTo>
                    <a:pt x="692" y="0"/>
                  </a:lnTo>
                  <a:close/>
                </a:path>
              </a:pathLst>
            </a:custGeom>
            <a:solidFill>
              <a:srgbClr val="ffb8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7" name=""/>
            <p:cNvSpPr/>
            <p:nvPr/>
          </p:nvSpPr>
          <p:spPr>
            <a:xfrm>
              <a:off x="550800" y="5862600"/>
              <a:ext cx="247680" cy="106560"/>
            </a:xfrm>
            <a:custGeom>
              <a:avLst/>
              <a:gdLst/>
              <a:ahLst/>
              <a:rect l="l" t="t" r="r" b="b"/>
              <a:pathLst>
                <a:path w="312" h="135">
                  <a:moveTo>
                    <a:pt x="272" y="0"/>
                  </a:moveTo>
                  <a:lnTo>
                    <a:pt x="0" y="78"/>
                  </a:lnTo>
                  <a:lnTo>
                    <a:pt x="312" y="135"/>
                  </a:lnTo>
                  <a:lnTo>
                    <a:pt x="272" y="0"/>
                  </a:lnTo>
                  <a:lnTo>
                    <a:pt x="272" y="0"/>
                  </a:lnTo>
                  <a:close/>
                </a:path>
              </a:pathLst>
            </a:custGeom>
            <a:solidFill>
              <a:srgbClr val="ffef66"/>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nvGrpSpPr>
            <p:cNvPr id="71" name=""/>
            <p:cNvGrpSpPr/>
            <p:nvPr/>
          </p:nvGrpSpPr>
          <p:grpSpPr>
            <a:xfrm>
              <a:off x="7920" y="5540400"/>
              <a:ext cx="1784520" cy="1238400"/>
              <a:chOff x="7920" y="5540400"/>
              <a:chExt cx="1784520" cy="1238400"/>
            </a:xfrm>
          </p:grpSpPr>
          <p:grpSp>
            <p:nvGrpSpPr>
              <p:cNvPr id="72" name=""/>
              <p:cNvGrpSpPr/>
              <p:nvPr/>
            </p:nvGrpSpPr>
            <p:grpSpPr>
              <a:xfrm>
                <a:off x="792000" y="5654520"/>
                <a:ext cx="870120" cy="1124280"/>
                <a:chOff x="792000" y="5654520"/>
                <a:chExt cx="870120" cy="1124280"/>
              </a:xfrm>
            </p:grpSpPr>
            <p:sp>
              <p:nvSpPr>
                <p:cNvPr id="20" name=""/>
                <p:cNvSpPr/>
                <p:nvPr/>
              </p:nvSpPr>
              <p:spPr>
                <a:xfrm>
                  <a:off x="792000" y="5694480"/>
                  <a:ext cx="249480" cy="137880"/>
                </a:xfrm>
                <a:custGeom>
                  <a:avLst/>
                  <a:gdLst/>
                  <a:ahLst/>
                  <a:rect l="l" t="t" r="r" b="b"/>
                  <a:pathLst>
                    <a:path w="313" h="175">
                      <a:moveTo>
                        <a:pt x="0" y="107"/>
                      </a:moveTo>
                      <a:lnTo>
                        <a:pt x="114" y="10"/>
                      </a:lnTo>
                      <a:lnTo>
                        <a:pt x="213" y="0"/>
                      </a:lnTo>
                      <a:lnTo>
                        <a:pt x="292" y="27"/>
                      </a:lnTo>
                      <a:lnTo>
                        <a:pt x="313" y="91"/>
                      </a:lnTo>
                      <a:lnTo>
                        <a:pt x="167" y="67"/>
                      </a:lnTo>
                      <a:lnTo>
                        <a:pt x="74" y="101"/>
                      </a:lnTo>
                      <a:lnTo>
                        <a:pt x="13" y="175"/>
                      </a:lnTo>
                      <a:lnTo>
                        <a:pt x="0" y="107"/>
                      </a:lnTo>
                      <a:lnTo>
                        <a:pt x="0" y="107"/>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1" name=""/>
                <p:cNvSpPr/>
                <p:nvPr/>
              </p:nvSpPr>
              <p:spPr>
                <a:xfrm>
                  <a:off x="1009800" y="6567480"/>
                  <a:ext cx="182520" cy="211320"/>
                </a:xfrm>
                <a:custGeom>
                  <a:avLst/>
                  <a:gdLst/>
                  <a:ahLst/>
                  <a:rect l="l" t="t" r="r" b="b"/>
                  <a:pathLst>
                    <a:path w="230" h="266">
                      <a:moveTo>
                        <a:pt x="0" y="40"/>
                      </a:moveTo>
                      <a:lnTo>
                        <a:pt x="160" y="266"/>
                      </a:lnTo>
                      <a:lnTo>
                        <a:pt x="230" y="251"/>
                      </a:lnTo>
                      <a:lnTo>
                        <a:pt x="223" y="17"/>
                      </a:lnTo>
                      <a:lnTo>
                        <a:pt x="166" y="0"/>
                      </a:lnTo>
                      <a:lnTo>
                        <a:pt x="179" y="197"/>
                      </a:lnTo>
                      <a:lnTo>
                        <a:pt x="71" y="4"/>
                      </a:lnTo>
                      <a:lnTo>
                        <a:pt x="0" y="40"/>
                      </a:lnTo>
                      <a:lnTo>
                        <a:pt x="0" y="40"/>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2" name=""/>
                <p:cNvSpPr/>
                <p:nvPr/>
              </p:nvSpPr>
              <p:spPr>
                <a:xfrm>
                  <a:off x="1593720" y="5654520"/>
                  <a:ext cx="68400" cy="185760"/>
                </a:xfrm>
                <a:custGeom>
                  <a:avLst/>
                  <a:gdLst/>
                  <a:ahLst/>
                  <a:rect l="l" t="t" r="r" b="b"/>
                  <a:pathLst>
                    <a:path w="87" h="234">
                      <a:moveTo>
                        <a:pt x="0" y="19"/>
                      </a:moveTo>
                      <a:lnTo>
                        <a:pt x="36" y="93"/>
                      </a:lnTo>
                      <a:lnTo>
                        <a:pt x="44" y="154"/>
                      </a:lnTo>
                      <a:lnTo>
                        <a:pt x="27" y="234"/>
                      </a:lnTo>
                      <a:lnTo>
                        <a:pt x="80" y="220"/>
                      </a:lnTo>
                      <a:lnTo>
                        <a:pt x="87" y="116"/>
                      </a:lnTo>
                      <a:lnTo>
                        <a:pt x="46" y="0"/>
                      </a:lnTo>
                      <a:lnTo>
                        <a:pt x="0" y="19"/>
                      </a:lnTo>
                      <a:lnTo>
                        <a:pt x="0" y="19"/>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sp>
            <p:nvSpPr>
              <p:cNvPr id="23" name=""/>
              <p:cNvSpPr/>
              <p:nvPr/>
            </p:nvSpPr>
            <p:spPr>
              <a:xfrm>
                <a:off x="120600" y="5924520"/>
                <a:ext cx="944640" cy="397080"/>
              </a:xfrm>
              <a:custGeom>
                <a:avLst/>
                <a:gdLst/>
                <a:ahLst/>
                <a:rect l="l" t="t" r="r" b="b"/>
                <a:pathLst>
                  <a:path w="1190" h="500">
                    <a:moveTo>
                      <a:pt x="100" y="0"/>
                    </a:moveTo>
                    <a:lnTo>
                      <a:pt x="1190" y="490"/>
                    </a:lnTo>
                    <a:lnTo>
                      <a:pt x="1076" y="500"/>
                    </a:lnTo>
                    <a:lnTo>
                      <a:pt x="0" y="27"/>
                    </a:lnTo>
                    <a:lnTo>
                      <a:pt x="100" y="0"/>
                    </a:lnTo>
                    <a:lnTo>
                      <a:pt x="100" y="0"/>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4" name=""/>
              <p:cNvSpPr/>
              <p:nvPr/>
            </p:nvSpPr>
            <p:spPr>
              <a:xfrm>
                <a:off x="412920" y="6168960"/>
                <a:ext cx="387360" cy="235080"/>
              </a:xfrm>
              <a:custGeom>
                <a:avLst/>
                <a:gdLst/>
                <a:ahLst/>
                <a:rect l="l" t="t"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lnTo>
                      <a:pt x="14" y="34"/>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5" name=""/>
              <p:cNvSpPr/>
              <p:nvPr/>
            </p:nvSpPr>
            <p:spPr>
              <a:xfrm>
                <a:off x="896760" y="5842080"/>
                <a:ext cx="169920" cy="377640"/>
              </a:xfrm>
              <a:custGeom>
                <a:avLst/>
                <a:gdLst/>
                <a:ahLst/>
                <a:rect l="l" t="t" r="r" b="b"/>
                <a:pathLst>
                  <a:path w="213" h="478">
                    <a:moveTo>
                      <a:pt x="24" y="0"/>
                    </a:moveTo>
                    <a:lnTo>
                      <a:pt x="91" y="25"/>
                    </a:lnTo>
                    <a:lnTo>
                      <a:pt x="80" y="192"/>
                    </a:lnTo>
                    <a:lnTo>
                      <a:pt x="106" y="327"/>
                    </a:lnTo>
                    <a:lnTo>
                      <a:pt x="213" y="451"/>
                    </a:lnTo>
                    <a:lnTo>
                      <a:pt x="97" y="478"/>
                    </a:lnTo>
                    <a:lnTo>
                      <a:pt x="30" y="344"/>
                    </a:lnTo>
                    <a:lnTo>
                      <a:pt x="0" y="57"/>
                    </a:lnTo>
                    <a:lnTo>
                      <a:pt x="24" y="0"/>
                    </a:lnTo>
                    <a:lnTo>
                      <a:pt x="24" y="0"/>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nvGrpSpPr>
              <p:cNvPr id="73" name=""/>
              <p:cNvGrpSpPr/>
              <p:nvPr/>
            </p:nvGrpSpPr>
            <p:grpSpPr>
              <a:xfrm>
                <a:off x="7920" y="5540400"/>
                <a:ext cx="1784520" cy="1076400"/>
                <a:chOff x="7920" y="5540400"/>
                <a:chExt cx="1784520" cy="1076400"/>
              </a:xfrm>
            </p:grpSpPr>
            <p:sp>
              <p:nvSpPr>
                <p:cNvPr id="27" name=""/>
                <p:cNvSpPr/>
                <p:nvPr/>
              </p:nvSpPr>
              <p:spPr>
                <a:xfrm>
                  <a:off x="1062000" y="6426360"/>
                  <a:ext cx="119160" cy="137880"/>
                </a:xfrm>
                <a:custGeom>
                  <a:avLst/>
                  <a:gdLst/>
                  <a:ahLst/>
                  <a:rect l="l" t="t" r="r" b="b"/>
                  <a:pathLst>
                    <a:path w="150" h="173">
                      <a:moveTo>
                        <a:pt x="110" y="0"/>
                      </a:moveTo>
                      <a:lnTo>
                        <a:pt x="40" y="66"/>
                      </a:lnTo>
                      <a:lnTo>
                        <a:pt x="0" y="173"/>
                      </a:lnTo>
                      <a:lnTo>
                        <a:pt x="80" y="160"/>
                      </a:lnTo>
                      <a:lnTo>
                        <a:pt x="103" y="84"/>
                      </a:lnTo>
                      <a:lnTo>
                        <a:pt x="150" y="27"/>
                      </a:lnTo>
                      <a:lnTo>
                        <a:pt x="110" y="0"/>
                      </a:lnTo>
                      <a:lnTo>
                        <a:pt x="110" y="0"/>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8" name=""/>
                <p:cNvSpPr/>
                <p:nvPr/>
              </p:nvSpPr>
              <p:spPr>
                <a:xfrm>
                  <a:off x="7920" y="5918040"/>
                  <a:ext cx="1336680" cy="698760"/>
                </a:xfrm>
                <a:custGeom>
                  <a:avLst/>
                  <a:gdLst/>
                  <a:ahLst/>
                  <a:rect l="l" t="t"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lnTo>
                        <a:pt x="156" y="0"/>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9" name=""/>
                <p:cNvSpPr/>
                <p:nvPr/>
              </p:nvSpPr>
              <p:spPr>
                <a:xfrm>
                  <a:off x="168120" y="5985000"/>
                  <a:ext cx="127080" cy="264960"/>
                </a:xfrm>
                <a:custGeom>
                  <a:avLst/>
                  <a:gdLst/>
                  <a:ahLst/>
                  <a:rect l="l" t="t" r="r" b="b"/>
                  <a:pathLst>
                    <a:path w="160" h="335">
                      <a:moveTo>
                        <a:pt x="116" y="0"/>
                      </a:moveTo>
                      <a:lnTo>
                        <a:pt x="19" y="106"/>
                      </a:lnTo>
                      <a:lnTo>
                        <a:pt x="0" y="230"/>
                      </a:lnTo>
                      <a:lnTo>
                        <a:pt x="33" y="314"/>
                      </a:lnTo>
                      <a:lnTo>
                        <a:pt x="94" y="335"/>
                      </a:lnTo>
                      <a:lnTo>
                        <a:pt x="76" y="154"/>
                      </a:lnTo>
                      <a:lnTo>
                        <a:pt x="160" y="17"/>
                      </a:lnTo>
                      <a:lnTo>
                        <a:pt x="116" y="0"/>
                      </a:lnTo>
                      <a:lnTo>
                        <a:pt x="116" y="0"/>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0" name=""/>
                <p:cNvSpPr/>
                <p:nvPr/>
              </p:nvSpPr>
              <p:spPr>
                <a:xfrm>
                  <a:off x="712800" y="5540400"/>
                  <a:ext cx="511200" cy="942840"/>
                </a:xfrm>
                <a:custGeom>
                  <a:avLst/>
                  <a:gdLst/>
                  <a:ahLst/>
                  <a:rect l="l" t="t" r="r" b="b"/>
                  <a:pathLst>
                    <a:path w="642" h="1188">
                      <a:moveTo>
                        <a:pt x="218" y="896"/>
                      </a:moveTo>
                      <a:lnTo>
                        <a:pt x="0" y="124"/>
                      </a:lnTo>
                      <a:lnTo>
                        <a:pt x="81" y="38"/>
                      </a:lnTo>
                      <a:lnTo>
                        <a:pt x="258" y="0"/>
                      </a:lnTo>
                      <a:lnTo>
                        <a:pt x="399" y="57"/>
                      </a:lnTo>
                      <a:lnTo>
                        <a:pt x="642" y="1188"/>
                      </a:lnTo>
                      <a:lnTo>
                        <a:pt x="555" y="1091"/>
                      </a:lnTo>
                      <a:lnTo>
                        <a:pt x="355" y="97"/>
                      </a:lnTo>
                      <a:lnTo>
                        <a:pt x="226" y="61"/>
                      </a:lnTo>
                      <a:lnTo>
                        <a:pt x="119" y="74"/>
                      </a:lnTo>
                      <a:lnTo>
                        <a:pt x="76" y="141"/>
                      </a:lnTo>
                      <a:lnTo>
                        <a:pt x="306" y="924"/>
                      </a:lnTo>
                      <a:lnTo>
                        <a:pt x="218" y="896"/>
                      </a:lnTo>
                      <a:lnTo>
                        <a:pt x="218" y="896"/>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1" name=""/>
                <p:cNvSpPr/>
                <p:nvPr/>
              </p:nvSpPr>
              <p:spPr>
                <a:xfrm>
                  <a:off x="917640" y="5794200"/>
                  <a:ext cx="152280" cy="400320"/>
                </a:xfrm>
                <a:custGeom>
                  <a:avLst/>
                  <a:gdLst/>
                  <a:ahLst/>
                  <a:rect l="l" t="t" r="r" b="b"/>
                  <a:pathLst>
                    <a:path w="192" h="504">
                      <a:moveTo>
                        <a:pt x="0" y="27"/>
                      </a:moveTo>
                      <a:lnTo>
                        <a:pt x="76" y="194"/>
                      </a:lnTo>
                      <a:lnTo>
                        <a:pt x="113" y="318"/>
                      </a:lnTo>
                      <a:lnTo>
                        <a:pt x="116" y="504"/>
                      </a:lnTo>
                      <a:lnTo>
                        <a:pt x="192" y="504"/>
                      </a:lnTo>
                      <a:lnTo>
                        <a:pt x="187" y="360"/>
                      </a:lnTo>
                      <a:lnTo>
                        <a:pt x="162" y="208"/>
                      </a:lnTo>
                      <a:lnTo>
                        <a:pt x="99" y="59"/>
                      </a:lnTo>
                      <a:lnTo>
                        <a:pt x="63" y="0"/>
                      </a:lnTo>
                      <a:lnTo>
                        <a:pt x="0" y="27"/>
                      </a:lnTo>
                      <a:lnTo>
                        <a:pt x="0" y="27"/>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2" name=""/>
                <p:cNvSpPr/>
                <p:nvPr/>
              </p:nvSpPr>
              <p:spPr>
                <a:xfrm>
                  <a:off x="520560" y="5762520"/>
                  <a:ext cx="309600" cy="214560"/>
                </a:xfrm>
                <a:custGeom>
                  <a:avLst/>
                  <a:gdLst/>
                  <a:ahLst/>
                  <a:rect l="l" t="t" r="r" b="b"/>
                  <a:pathLst>
                    <a:path w="390" h="269">
                      <a:moveTo>
                        <a:pt x="297" y="0"/>
                      </a:moveTo>
                      <a:lnTo>
                        <a:pt x="257" y="17"/>
                      </a:lnTo>
                      <a:lnTo>
                        <a:pt x="253" y="66"/>
                      </a:lnTo>
                      <a:lnTo>
                        <a:pt x="0" y="169"/>
                      </a:lnTo>
                      <a:lnTo>
                        <a:pt x="0" y="222"/>
                      </a:lnTo>
                      <a:lnTo>
                        <a:pt x="284" y="226"/>
                      </a:lnTo>
                      <a:lnTo>
                        <a:pt x="320" y="269"/>
                      </a:lnTo>
                      <a:lnTo>
                        <a:pt x="390" y="266"/>
                      </a:lnTo>
                      <a:lnTo>
                        <a:pt x="383" y="190"/>
                      </a:lnTo>
                      <a:lnTo>
                        <a:pt x="116" y="176"/>
                      </a:lnTo>
                      <a:lnTo>
                        <a:pt x="333" y="89"/>
                      </a:lnTo>
                      <a:lnTo>
                        <a:pt x="297" y="0"/>
                      </a:lnTo>
                      <a:lnTo>
                        <a:pt x="297" y="0"/>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3" name=""/>
                <p:cNvSpPr/>
                <p:nvPr/>
              </p:nvSpPr>
              <p:spPr>
                <a:xfrm>
                  <a:off x="1044720" y="5616720"/>
                  <a:ext cx="747720" cy="336240"/>
                </a:xfrm>
                <a:custGeom>
                  <a:avLst/>
                  <a:gdLst/>
                  <a:ahLst/>
                  <a:rect l="l" t="t" r="r" b="b"/>
                  <a:pathLst>
                    <a:path w="941" h="424">
                      <a:moveTo>
                        <a:pt x="0" y="131"/>
                      </a:moveTo>
                      <a:lnTo>
                        <a:pt x="863" y="0"/>
                      </a:lnTo>
                      <a:lnTo>
                        <a:pt x="926" y="78"/>
                      </a:lnTo>
                      <a:lnTo>
                        <a:pt x="941" y="181"/>
                      </a:lnTo>
                      <a:lnTo>
                        <a:pt x="903" y="282"/>
                      </a:lnTo>
                      <a:lnTo>
                        <a:pt x="57" y="424"/>
                      </a:lnTo>
                      <a:lnTo>
                        <a:pt x="53" y="384"/>
                      </a:lnTo>
                      <a:lnTo>
                        <a:pt x="863" y="242"/>
                      </a:lnTo>
                      <a:lnTo>
                        <a:pt x="893" y="145"/>
                      </a:lnTo>
                      <a:lnTo>
                        <a:pt x="840" y="57"/>
                      </a:lnTo>
                      <a:lnTo>
                        <a:pt x="0" y="185"/>
                      </a:lnTo>
                      <a:lnTo>
                        <a:pt x="0" y="131"/>
                      </a:lnTo>
                      <a:lnTo>
                        <a:pt x="0" y="131"/>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4" name=""/>
                <p:cNvSpPr/>
                <p:nvPr/>
              </p:nvSpPr>
              <p:spPr>
                <a:xfrm>
                  <a:off x="1138320" y="5724360"/>
                  <a:ext cx="388800" cy="136800"/>
                </a:xfrm>
                <a:custGeom>
                  <a:avLst/>
                  <a:gdLst/>
                  <a:ahLst/>
                  <a:rect l="l" t="t" r="r" b="b"/>
                  <a:pathLst>
                    <a:path w="488" h="173">
                      <a:moveTo>
                        <a:pt x="0" y="126"/>
                      </a:moveTo>
                      <a:lnTo>
                        <a:pt x="66" y="173"/>
                      </a:lnTo>
                      <a:lnTo>
                        <a:pt x="222" y="166"/>
                      </a:lnTo>
                      <a:lnTo>
                        <a:pt x="418" y="116"/>
                      </a:lnTo>
                      <a:lnTo>
                        <a:pt x="488" y="42"/>
                      </a:lnTo>
                      <a:lnTo>
                        <a:pt x="443" y="2"/>
                      </a:lnTo>
                      <a:lnTo>
                        <a:pt x="253" y="0"/>
                      </a:lnTo>
                      <a:lnTo>
                        <a:pt x="110" y="12"/>
                      </a:lnTo>
                      <a:lnTo>
                        <a:pt x="15" y="76"/>
                      </a:lnTo>
                      <a:lnTo>
                        <a:pt x="112" y="95"/>
                      </a:lnTo>
                      <a:lnTo>
                        <a:pt x="275" y="53"/>
                      </a:lnTo>
                      <a:lnTo>
                        <a:pt x="416" y="53"/>
                      </a:lnTo>
                      <a:lnTo>
                        <a:pt x="268" y="110"/>
                      </a:lnTo>
                      <a:lnTo>
                        <a:pt x="142" y="126"/>
                      </a:lnTo>
                      <a:lnTo>
                        <a:pt x="0" y="126"/>
                      </a:lnTo>
                      <a:lnTo>
                        <a:pt x="0" y="126"/>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grpSp>
      </p:grpSp>
      <p:grpSp>
        <p:nvGrpSpPr>
          <p:cNvPr id="74" name=""/>
          <p:cNvGrpSpPr/>
          <p:nvPr/>
        </p:nvGrpSpPr>
        <p:grpSpPr>
          <a:xfrm>
            <a:off x="8680320" y="2116080"/>
            <a:ext cx="385920" cy="4308480"/>
            <a:chOff x="8680320" y="2116080"/>
            <a:chExt cx="385920" cy="4308480"/>
          </a:xfrm>
        </p:grpSpPr>
        <p:sp>
          <p:nvSpPr>
            <p:cNvPr id="36" name=""/>
            <p:cNvSpPr/>
            <p:nvPr/>
          </p:nvSpPr>
          <p:spPr>
            <a:xfrm flipH="1">
              <a:off x="8680320" y="4159080"/>
              <a:ext cx="325440" cy="2265480"/>
            </a:xfrm>
            <a:custGeom>
              <a:avLst/>
              <a:gdLst/>
              <a:ahLst/>
              <a:rect l="l" t="t" r="r" b="b"/>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lnTo>
                    <a:pt x="692" y="3156"/>
                  </a:lnTo>
                  <a:close/>
                </a:path>
              </a:pathLst>
            </a:custGeom>
            <a:solidFill>
              <a:srgbClr val="703dff"/>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7" name=""/>
            <p:cNvSpPr/>
            <p:nvPr/>
          </p:nvSpPr>
          <p:spPr>
            <a:xfrm flipH="1">
              <a:off x="8740800" y="2116080"/>
              <a:ext cx="325440" cy="2592360"/>
            </a:xfrm>
            <a:custGeom>
              <a:avLst/>
              <a:gdLst/>
              <a:ahLst/>
              <a:rect l="l" t="t" r="r" b="b"/>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lnTo>
                    <a:pt x="692" y="3156"/>
                  </a:lnTo>
                  <a:close/>
                </a:path>
              </a:pathLst>
            </a:custGeom>
            <a:solidFill>
              <a:srgbClr val="703dff"/>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grpSp>
        <p:nvGrpSpPr>
          <p:cNvPr id="75" name=""/>
          <p:cNvGrpSpPr/>
          <p:nvPr/>
        </p:nvGrpSpPr>
        <p:grpSpPr>
          <a:xfrm>
            <a:off x="7171560" y="-87480"/>
            <a:ext cx="2427480" cy="2247120"/>
            <a:chOff x="7171560" y="-87480"/>
            <a:chExt cx="2427480" cy="2247120"/>
          </a:xfrm>
        </p:grpSpPr>
        <p:grpSp>
          <p:nvGrpSpPr>
            <p:cNvPr id="76" name=""/>
            <p:cNvGrpSpPr/>
            <p:nvPr/>
          </p:nvGrpSpPr>
          <p:grpSpPr>
            <a:xfrm>
              <a:off x="7171560" y="-87480"/>
              <a:ext cx="2427480" cy="2247120"/>
              <a:chOff x="7171560" y="-87480"/>
              <a:chExt cx="2427480" cy="2247120"/>
            </a:xfrm>
          </p:grpSpPr>
          <p:sp>
            <p:nvSpPr>
              <p:cNvPr id="40" name=""/>
              <p:cNvSpPr/>
              <p:nvPr/>
            </p:nvSpPr>
            <p:spPr>
              <a:xfrm rot="18427200">
                <a:off x="8619840" y="1723680"/>
                <a:ext cx="98640" cy="457200"/>
              </a:xfrm>
              <a:custGeom>
                <a:avLst/>
                <a:gdLst/>
                <a:ahLst/>
                <a:rect l="l" t="t" r="r" b="b"/>
                <a:pathLst>
                  <a:path w="245" h="806">
                    <a:moveTo>
                      <a:pt x="123" y="9"/>
                    </a:moveTo>
                    <a:lnTo>
                      <a:pt x="131" y="342"/>
                    </a:lnTo>
                    <a:lnTo>
                      <a:pt x="0" y="806"/>
                    </a:lnTo>
                    <a:lnTo>
                      <a:pt x="79" y="789"/>
                    </a:lnTo>
                    <a:lnTo>
                      <a:pt x="218" y="376"/>
                    </a:lnTo>
                    <a:lnTo>
                      <a:pt x="245" y="0"/>
                    </a:lnTo>
                    <a:lnTo>
                      <a:pt x="123" y="9"/>
                    </a:lnTo>
                    <a:lnTo>
                      <a:pt x="123" y="9"/>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nvGrpSpPr>
              <p:cNvPr id="77" name=""/>
              <p:cNvGrpSpPr/>
              <p:nvPr/>
            </p:nvGrpSpPr>
            <p:grpSpPr>
              <a:xfrm>
                <a:off x="7171560" y="-87480"/>
                <a:ext cx="2427480" cy="2247120"/>
                <a:chOff x="7171560" y="-87480"/>
                <a:chExt cx="2427480" cy="2247120"/>
              </a:xfrm>
            </p:grpSpPr>
            <p:sp>
              <p:nvSpPr>
                <p:cNvPr id="42" name=""/>
                <p:cNvSpPr/>
                <p:nvPr/>
              </p:nvSpPr>
              <p:spPr>
                <a:xfrm rot="18427200">
                  <a:off x="7883640" y="111960"/>
                  <a:ext cx="243000" cy="198720"/>
                </a:xfrm>
                <a:custGeom>
                  <a:avLst/>
                  <a:gdLst/>
                  <a:ahLst/>
                  <a:rect l="l" t="t" r="r" b="b"/>
                  <a:pathLst>
                    <a:path w="604" h="349">
                      <a:moveTo>
                        <a:pt x="0" y="0"/>
                      </a:moveTo>
                      <a:lnTo>
                        <a:pt x="298" y="184"/>
                      </a:lnTo>
                      <a:lnTo>
                        <a:pt x="500" y="349"/>
                      </a:lnTo>
                      <a:lnTo>
                        <a:pt x="604" y="140"/>
                      </a:lnTo>
                      <a:lnTo>
                        <a:pt x="359" y="9"/>
                      </a:lnTo>
                      <a:lnTo>
                        <a:pt x="464" y="184"/>
                      </a:lnTo>
                      <a:lnTo>
                        <a:pt x="131" y="17"/>
                      </a:lnTo>
                      <a:lnTo>
                        <a:pt x="0" y="0"/>
                      </a:lnTo>
                      <a:lnTo>
                        <a:pt x="0" y="0"/>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3" name=""/>
                <p:cNvSpPr/>
                <p:nvPr/>
              </p:nvSpPr>
              <p:spPr>
                <a:xfrm rot="18427200">
                  <a:off x="8014320" y="525600"/>
                  <a:ext cx="427320" cy="695160"/>
                </a:xfrm>
                <a:custGeom>
                  <a:avLst/>
                  <a:gdLst/>
                  <a:ahLst/>
                  <a:rect l="l" t="t" r="r" b="b"/>
                  <a:pathLst>
                    <a:path w="1064" h="1230">
                      <a:moveTo>
                        <a:pt x="741" y="129"/>
                      </a:moveTo>
                      <a:lnTo>
                        <a:pt x="485" y="352"/>
                      </a:lnTo>
                      <a:lnTo>
                        <a:pt x="163" y="762"/>
                      </a:lnTo>
                      <a:lnTo>
                        <a:pt x="0" y="1101"/>
                      </a:lnTo>
                      <a:lnTo>
                        <a:pt x="59" y="1230"/>
                      </a:lnTo>
                      <a:lnTo>
                        <a:pt x="262" y="1201"/>
                      </a:lnTo>
                      <a:lnTo>
                        <a:pt x="578" y="914"/>
                      </a:lnTo>
                      <a:lnTo>
                        <a:pt x="876" y="534"/>
                      </a:lnTo>
                      <a:lnTo>
                        <a:pt x="1034" y="270"/>
                      </a:lnTo>
                      <a:lnTo>
                        <a:pt x="1064" y="84"/>
                      </a:lnTo>
                      <a:lnTo>
                        <a:pt x="977" y="0"/>
                      </a:lnTo>
                      <a:lnTo>
                        <a:pt x="836" y="65"/>
                      </a:lnTo>
                      <a:lnTo>
                        <a:pt x="969" y="107"/>
                      </a:lnTo>
                      <a:lnTo>
                        <a:pt x="876" y="352"/>
                      </a:lnTo>
                      <a:lnTo>
                        <a:pt x="690" y="656"/>
                      </a:lnTo>
                      <a:lnTo>
                        <a:pt x="350" y="1008"/>
                      </a:lnTo>
                      <a:lnTo>
                        <a:pt x="116" y="1114"/>
                      </a:lnTo>
                      <a:lnTo>
                        <a:pt x="135" y="943"/>
                      </a:lnTo>
                      <a:lnTo>
                        <a:pt x="437" y="504"/>
                      </a:lnTo>
                      <a:lnTo>
                        <a:pt x="831" y="118"/>
                      </a:lnTo>
                      <a:lnTo>
                        <a:pt x="741" y="129"/>
                      </a:lnTo>
                      <a:lnTo>
                        <a:pt x="741" y="129"/>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4" name=""/>
                <p:cNvSpPr/>
                <p:nvPr/>
              </p:nvSpPr>
              <p:spPr>
                <a:xfrm rot="18427200">
                  <a:off x="7713000" y="288000"/>
                  <a:ext cx="801720" cy="1425600"/>
                </a:xfrm>
                <a:custGeom>
                  <a:avLst/>
                  <a:gdLst/>
                  <a:ahLst/>
                  <a:rect l="l" t="t" r="r" b="b"/>
                  <a:pathLst>
                    <a:path w="2002" h="2521">
                      <a:moveTo>
                        <a:pt x="1941" y="0"/>
                      </a:moveTo>
                      <a:lnTo>
                        <a:pt x="0" y="2521"/>
                      </a:lnTo>
                      <a:lnTo>
                        <a:pt x="192" y="2450"/>
                      </a:lnTo>
                      <a:lnTo>
                        <a:pt x="2002" y="61"/>
                      </a:lnTo>
                      <a:lnTo>
                        <a:pt x="1941" y="0"/>
                      </a:lnTo>
                      <a:lnTo>
                        <a:pt x="1941" y="0"/>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5" name=""/>
                <p:cNvSpPr/>
                <p:nvPr/>
              </p:nvSpPr>
              <p:spPr>
                <a:xfrm rot="18427200">
                  <a:off x="7783200" y="-30240"/>
                  <a:ext cx="1203480" cy="2133360"/>
                </a:xfrm>
                <a:custGeom>
                  <a:avLst/>
                  <a:gdLst/>
                  <a:ahLst/>
                  <a:rect l="l" t="t" r="r" b="b"/>
                  <a:pathLst>
                    <a:path w="3007" h="3771">
                      <a:moveTo>
                        <a:pt x="95" y="2844"/>
                      </a:moveTo>
                      <a:lnTo>
                        <a:pt x="394" y="2834"/>
                      </a:lnTo>
                      <a:lnTo>
                        <a:pt x="821" y="3009"/>
                      </a:lnTo>
                      <a:lnTo>
                        <a:pt x="681" y="2817"/>
                      </a:lnTo>
                      <a:lnTo>
                        <a:pt x="367" y="2703"/>
                      </a:lnTo>
                      <a:lnTo>
                        <a:pt x="637" y="2720"/>
                      </a:lnTo>
                      <a:lnTo>
                        <a:pt x="979" y="2870"/>
                      </a:lnTo>
                      <a:lnTo>
                        <a:pt x="2859" y="420"/>
                      </a:lnTo>
                      <a:lnTo>
                        <a:pt x="2578" y="148"/>
                      </a:lnTo>
                      <a:lnTo>
                        <a:pt x="2308" y="0"/>
                      </a:lnTo>
                      <a:lnTo>
                        <a:pt x="2692" y="78"/>
                      </a:lnTo>
                      <a:lnTo>
                        <a:pt x="3007" y="428"/>
                      </a:lnTo>
                      <a:lnTo>
                        <a:pt x="831" y="3273"/>
                      </a:lnTo>
                      <a:lnTo>
                        <a:pt x="481" y="3412"/>
                      </a:lnTo>
                      <a:lnTo>
                        <a:pt x="105" y="3771"/>
                      </a:lnTo>
                      <a:lnTo>
                        <a:pt x="0" y="3667"/>
                      </a:lnTo>
                      <a:lnTo>
                        <a:pt x="131" y="3631"/>
                      </a:lnTo>
                      <a:lnTo>
                        <a:pt x="376" y="3385"/>
                      </a:lnTo>
                      <a:lnTo>
                        <a:pt x="165" y="3273"/>
                      </a:lnTo>
                      <a:lnTo>
                        <a:pt x="165" y="3176"/>
                      </a:lnTo>
                      <a:lnTo>
                        <a:pt x="411" y="3298"/>
                      </a:lnTo>
                      <a:lnTo>
                        <a:pt x="411" y="3186"/>
                      </a:lnTo>
                      <a:lnTo>
                        <a:pt x="603" y="3220"/>
                      </a:lnTo>
                      <a:lnTo>
                        <a:pt x="428" y="3079"/>
                      </a:lnTo>
                      <a:lnTo>
                        <a:pt x="629" y="3062"/>
                      </a:lnTo>
                      <a:lnTo>
                        <a:pt x="95" y="2844"/>
                      </a:lnTo>
                      <a:lnTo>
                        <a:pt x="95" y="2844"/>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6" name=""/>
                <p:cNvSpPr/>
                <p:nvPr/>
              </p:nvSpPr>
              <p:spPr>
                <a:xfrm rot="18427200">
                  <a:off x="8409600" y="1422720"/>
                  <a:ext cx="268200" cy="193680"/>
                </a:xfrm>
                <a:custGeom>
                  <a:avLst/>
                  <a:gdLst/>
                  <a:ahLst/>
                  <a:rect l="l" t="t" r="r" b="b"/>
                  <a:pathLst>
                    <a:path w="673" h="342">
                      <a:moveTo>
                        <a:pt x="0" y="80"/>
                      </a:moveTo>
                      <a:lnTo>
                        <a:pt x="255" y="106"/>
                      </a:lnTo>
                      <a:lnTo>
                        <a:pt x="639" y="342"/>
                      </a:lnTo>
                      <a:lnTo>
                        <a:pt x="673" y="289"/>
                      </a:lnTo>
                      <a:lnTo>
                        <a:pt x="447" y="114"/>
                      </a:lnTo>
                      <a:lnTo>
                        <a:pt x="26" y="0"/>
                      </a:lnTo>
                      <a:lnTo>
                        <a:pt x="0" y="80"/>
                      </a:lnTo>
                      <a:lnTo>
                        <a:pt x="0" y="80"/>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7" name=""/>
                <p:cNvSpPr/>
                <p:nvPr/>
              </p:nvSpPr>
              <p:spPr>
                <a:xfrm rot="18427200">
                  <a:off x="8339400" y="1278360"/>
                  <a:ext cx="287640" cy="228600"/>
                </a:xfrm>
                <a:custGeom>
                  <a:avLst/>
                  <a:gdLst/>
                  <a:ahLst/>
                  <a:rect l="l" t="t" r="r" b="b"/>
                  <a:pathLst>
                    <a:path w="716" h="403">
                      <a:moveTo>
                        <a:pt x="0" y="78"/>
                      </a:moveTo>
                      <a:lnTo>
                        <a:pt x="340" y="148"/>
                      </a:lnTo>
                      <a:lnTo>
                        <a:pt x="638" y="403"/>
                      </a:lnTo>
                      <a:lnTo>
                        <a:pt x="716" y="296"/>
                      </a:lnTo>
                      <a:lnTo>
                        <a:pt x="420" y="114"/>
                      </a:lnTo>
                      <a:lnTo>
                        <a:pt x="70" y="0"/>
                      </a:lnTo>
                      <a:lnTo>
                        <a:pt x="0" y="78"/>
                      </a:lnTo>
                      <a:lnTo>
                        <a:pt x="0" y="78"/>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8" name=""/>
                <p:cNvSpPr/>
                <p:nvPr/>
              </p:nvSpPr>
              <p:spPr>
                <a:xfrm rot="18427200">
                  <a:off x="7913520" y="333360"/>
                  <a:ext cx="287280" cy="233640"/>
                </a:xfrm>
                <a:custGeom>
                  <a:avLst/>
                  <a:gdLst/>
                  <a:ahLst/>
                  <a:rect l="l" t="t" r="r" b="b"/>
                  <a:pathLst>
                    <a:path w="717" h="411">
                      <a:moveTo>
                        <a:pt x="0" y="78"/>
                      </a:moveTo>
                      <a:lnTo>
                        <a:pt x="316" y="139"/>
                      </a:lnTo>
                      <a:lnTo>
                        <a:pt x="649" y="411"/>
                      </a:lnTo>
                      <a:lnTo>
                        <a:pt x="717" y="314"/>
                      </a:lnTo>
                      <a:lnTo>
                        <a:pt x="394" y="87"/>
                      </a:lnTo>
                      <a:lnTo>
                        <a:pt x="54" y="0"/>
                      </a:lnTo>
                      <a:lnTo>
                        <a:pt x="0" y="78"/>
                      </a:lnTo>
                      <a:lnTo>
                        <a:pt x="0" y="78"/>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9" name=""/>
                <p:cNvSpPr/>
                <p:nvPr/>
              </p:nvSpPr>
              <p:spPr>
                <a:xfrm rot="18427200">
                  <a:off x="7855560" y="224280"/>
                  <a:ext cx="284040" cy="218880"/>
                </a:xfrm>
                <a:custGeom>
                  <a:avLst/>
                  <a:gdLst/>
                  <a:ahLst/>
                  <a:rect l="l" t="t" r="r" b="b"/>
                  <a:pathLst>
                    <a:path w="709" h="386">
                      <a:moveTo>
                        <a:pt x="0" y="88"/>
                      </a:moveTo>
                      <a:lnTo>
                        <a:pt x="272" y="131"/>
                      </a:lnTo>
                      <a:lnTo>
                        <a:pt x="665" y="386"/>
                      </a:lnTo>
                      <a:lnTo>
                        <a:pt x="709" y="308"/>
                      </a:lnTo>
                      <a:lnTo>
                        <a:pt x="306" y="53"/>
                      </a:lnTo>
                      <a:lnTo>
                        <a:pt x="43" y="0"/>
                      </a:lnTo>
                      <a:lnTo>
                        <a:pt x="0" y="88"/>
                      </a:lnTo>
                      <a:lnTo>
                        <a:pt x="0" y="88"/>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grpSp>
        <p:sp>
          <p:nvSpPr>
            <p:cNvPr id="78" name=""/>
            <p:cNvSpPr/>
            <p:nvPr/>
          </p:nvSpPr>
          <p:spPr>
            <a:xfrm>
              <a:off x="7731000" y="133200"/>
              <a:ext cx="66960" cy="152640"/>
            </a:xfrm>
            <a:prstGeom prst="line">
              <a:avLst/>
            </a:prstGeom>
            <a:ln w="38160">
              <a:solidFill>
                <a:srgbClr val="00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p:bg>
      <p:bgPr>
        <a:solidFill>
          <a:srgbClr val="ffffff"/>
        </a:solidFill>
      </p:bgPr>
    </p:bg>
    <p:spTree>
      <p:nvGrpSpPr>
        <p:cNvPr id="1" name=""/>
        <p:cNvGrpSpPr/>
        <p:nvPr/>
      </p:nvGrpSpPr>
      <p:grpSpPr>
        <a:xfrm>
          <a:off x="0" y="0"/>
          <a:ext cx="0" cy="0"/>
          <a:chOff x="0" y="0"/>
          <a:chExt cx="0" cy="0"/>
        </a:xfrm>
      </p:grpSpPr>
      <p:sp>
        <p:nvSpPr>
          <p:cNvPr id="0" name=""/>
          <p:cNvSpPr/>
          <p:nvPr/>
        </p:nvSpPr>
        <p:spPr>
          <a:xfrm rot="18427200">
            <a:off x="7777800" y="-14760"/>
            <a:ext cx="1162080" cy="2084400"/>
          </a:xfrm>
          <a:custGeom>
            <a:avLst/>
            <a:gdLst/>
            <a:ahLst/>
            <a:rect l="l" t="t" r="r" b="b"/>
            <a:pathLst>
              <a:path w="2903" h="3686">
                <a:moveTo>
                  <a:pt x="2903" y="433"/>
                </a:moveTo>
                <a:lnTo>
                  <a:pt x="2565" y="80"/>
                </a:lnTo>
                <a:lnTo>
                  <a:pt x="2241" y="0"/>
                </a:lnTo>
                <a:lnTo>
                  <a:pt x="110" y="2811"/>
                </a:lnTo>
                <a:lnTo>
                  <a:pt x="110" y="3228"/>
                </a:lnTo>
                <a:lnTo>
                  <a:pt x="0" y="3631"/>
                </a:lnTo>
                <a:lnTo>
                  <a:pt x="72" y="3686"/>
                </a:lnTo>
                <a:lnTo>
                  <a:pt x="441" y="3355"/>
                </a:lnTo>
                <a:lnTo>
                  <a:pt x="740" y="3228"/>
                </a:lnTo>
                <a:lnTo>
                  <a:pt x="2903" y="433"/>
                </a:lnTo>
                <a:lnTo>
                  <a:pt x="2903" y="433"/>
                </a:lnTo>
                <a:close/>
              </a:path>
            </a:pathLst>
          </a:custGeom>
          <a:solidFill>
            <a:srgbClr val="ffffff"/>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79" name="PlaceHolder 1"/>
          <p:cNvSpPr>
            <a:spLocks noGrp="1"/>
          </p:cNvSpPr>
          <p:nvPr>
            <p:ph type="title"/>
          </p:nvPr>
        </p:nvSpPr>
        <p:spPr>
          <a:xfrm>
            <a:off x="685440" y="151920"/>
            <a:ext cx="6870600" cy="1600200"/>
          </a:xfrm>
          <a:prstGeom prst="rect">
            <a:avLst/>
          </a:prstGeom>
          <a:noFill/>
          <a:ln w="0">
            <a:noFill/>
          </a:ln>
        </p:spPr>
        <p:txBody>
          <a:bodyPr lIns="90000" rIns="90000" tIns="46800" bIns="46800" anchor="b">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0000"/>
                </a:solidFill>
                <a:effectLst/>
                <a:uFillTx/>
                <a:latin typeface="Comic Sans MS"/>
              </a:rPr>
              <a:t>Click to edit the title text format</a:t>
            </a:r>
            <a:endParaRPr b="0" lang="en-IN" sz="4400" strike="noStrike" u="none">
              <a:solidFill>
                <a:srgbClr val="000000"/>
              </a:solidFill>
              <a:effectLst/>
              <a:uFillTx/>
              <a:latin typeface="Comic Sans MS"/>
            </a:endParaRPr>
          </a:p>
        </p:txBody>
      </p:sp>
      <p:sp>
        <p:nvSpPr>
          <p:cNvPr id="80" name="PlaceHolder 2"/>
          <p:cNvSpPr>
            <a:spLocks noGrp="1"/>
          </p:cNvSpPr>
          <p:nvPr>
            <p:ph type="body"/>
          </p:nvPr>
        </p:nvSpPr>
        <p:spPr>
          <a:xfrm>
            <a:off x="685800" y="1828800"/>
            <a:ext cx="7696080" cy="3657600"/>
          </a:xfrm>
          <a:prstGeom prst="rect">
            <a:avLst/>
          </a:prstGeom>
          <a:noFill/>
          <a:ln w="0">
            <a:noFill/>
          </a:ln>
        </p:spPr>
        <p:txBody>
          <a:bodyPr lIns="90000" rIns="90000" tIns="46800" bIns="46800" anchor="t">
            <a:normAutofit fontScale="85000" lnSpcReduction="9999"/>
          </a:bodyPr>
          <a:p>
            <a:pPr marL="343080" indent="-343080">
              <a:spcBef>
                <a:spcPts val="799"/>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Comic Sans MS"/>
              </a:rPr>
              <a:t>Click to edit the outline text format</a:t>
            </a:r>
            <a:endParaRPr b="0" lang="en-IN" sz="3200" strike="noStrike" u="none">
              <a:solidFill>
                <a:srgbClr val="000000"/>
              </a:solidFill>
              <a:effectLst/>
              <a:uFillTx/>
              <a:latin typeface="Comic Sans MS"/>
            </a:endParaRPr>
          </a:p>
          <a:p>
            <a:pPr lvl="1" marL="743040" indent="-285840">
              <a:spcBef>
                <a:spcPts val="799"/>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Comic Sans MS"/>
              </a:rPr>
              <a:t>Second Outline Level</a:t>
            </a:r>
            <a:endParaRPr b="0" lang="en-IN" sz="3200" strike="noStrike" u="none">
              <a:solidFill>
                <a:srgbClr val="000000"/>
              </a:solidFill>
              <a:effectLst/>
              <a:uFillTx/>
              <a:latin typeface="Comic Sans MS"/>
            </a:endParaRPr>
          </a:p>
          <a:p>
            <a:pPr lvl="2" marL="1143000" indent="-228600">
              <a:spcBef>
                <a:spcPts val="799"/>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Comic Sans MS"/>
              </a:rPr>
              <a:t>Third Outline Level</a:t>
            </a:r>
            <a:endParaRPr b="0" lang="en-IN" sz="3200" strike="noStrike" u="none">
              <a:solidFill>
                <a:srgbClr val="000000"/>
              </a:solidFill>
              <a:effectLst/>
              <a:uFillTx/>
              <a:latin typeface="Comic Sans MS"/>
            </a:endParaRPr>
          </a:p>
          <a:p>
            <a:pPr lvl="3" marL="1600200" indent="-228600">
              <a:spcBef>
                <a:spcPts val="799"/>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Comic Sans MS"/>
              </a:rPr>
              <a:t>Fourth Outline Level</a:t>
            </a:r>
            <a:endParaRPr b="0" lang="en-IN" sz="3200" strike="noStrike" u="none">
              <a:solidFill>
                <a:srgbClr val="000000"/>
              </a:solidFill>
              <a:effectLst/>
              <a:uFillTx/>
              <a:latin typeface="Comic Sans MS"/>
            </a:endParaRPr>
          </a:p>
          <a:p>
            <a:pPr lvl="4" marL="2057400" indent="-228600">
              <a:spcBef>
                <a:spcPts val="799"/>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Comic Sans MS"/>
              </a:rPr>
              <a:t>Fifth Outline Level</a:t>
            </a:r>
            <a:endParaRPr b="0" lang="en-IN" sz="3200" strike="noStrike" u="none">
              <a:solidFill>
                <a:srgbClr val="000000"/>
              </a:solidFill>
              <a:effectLst/>
              <a:uFillTx/>
              <a:latin typeface="Comic Sans MS"/>
            </a:endParaRPr>
          </a:p>
          <a:p>
            <a:pPr lvl="5" marL="2057400" indent="-228600">
              <a:spcBef>
                <a:spcPts val="799"/>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Comic Sans MS"/>
              </a:rPr>
              <a:t>Sixth Outline Level</a:t>
            </a:r>
            <a:endParaRPr b="0" lang="en-IN" sz="3200" strike="noStrike" u="none">
              <a:solidFill>
                <a:srgbClr val="000000"/>
              </a:solidFill>
              <a:effectLst/>
              <a:uFillTx/>
              <a:latin typeface="Comic Sans MS"/>
            </a:endParaRPr>
          </a:p>
          <a:p>
            <a:pPr lvl="6" marL="2057400" indent="-228600">
              <a:spcBef>
                <a:spcPts val="799"/>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Comic Sans MS"/>
              </a:rPr>
              <a:t>Seventh Outline Level</a:t>
            </a:r>
            <a:endParaRPr b="0" lang="en-IN" sz="3200" strike="noStrike" u="none">
              <a:solidFill>
                <a:srgbClr val="000000"/>
              </a:solidFill>
              <a:effectLst/>
              <a:uFillTx/>
              <a:latin typeface="Comic Sans MS"/>
            </a:endParaRPr>
          </a:p>
        </p:txBody>
      </p:sp>
      <p:sp>
        <p:nvSpPr>
          <p:cNvPr id="81" name="PlaceHolder 3"/>
          <p:cNvSpPr>
            <a:spLocks noGrp="1"/>
          </p:cNvSpPr>
          <p:nvPr>
            <p:ph type="dt" idx="10"/>
          </p:nvPr>
        </p:nvSpPr>
        <p:spPr>
          <a:xfrm>
            <a:off x="1371600" y="6248520"/>
            <a:ext cx="1905120" cy="457200"/>
          </a:xfrm>
          <a:prstGeom prst="rect">
            <a:avLst/>
          </a:prstGeom>
          <a:noFill/>
          <a:ln w="0">
            <a:noFill/>
          </a:ln>
        </p:spPr>
        <p:txBody>
          <a:bodyPr lIns="90000" rIns="90000" tIns="46800" bIns="46800" anchor="t">
            <a:noAutofit/>
          </a:bodyPr>
          <a:lstStyle>
            <a:lvl1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000000"/>
                </a:solidFill>
                <a:effectLst/>
                <a:uFillTx/>
                <a:latin typeface="Comic Sans MS"/>
              </a:defRPr>
            </a:lvl1pPr>
          </a:lstStyle>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Comic Sans MS"/>
              </a:rPr>
              <a:t>&lt;date/time&gt;</a:t>
            </a:r>
            <a:endParaRPr b="0" lang="en-IN" sz="1400" strike="noStrike" u="none">
              <a:solidFill>
                <a:srgbClr val="000000"/>
              </a:solidFill>
              <a:effectLst/>
              <a:uFillTx/>
              <a:latin typeface="Arial"/>
            </a:endParaRPr>
          </a:p>
        </p:txBody>
      </p:sp>
      <p:sp>
        <p:nvSpPr>
          <p:cNvPr id="82" name="PlaceHolder 4"/>
          <p:cNvSpPr>
            <a:spLocks noGrp="1"/>
          </p:cNvSpPr>
          <p:nvPr>
            <p:ph type="ftr" idx="11"/>
          </p:nvPr>
        </p:nvSpPr>
        <p:spPr>
          <a:xfrm>
            <a:off x="3555720" y="6248520"/>
            <a:ext cx="2895480" cy="457200"/>
          </a:xfrm>
          <a:prstGeom prst="rect">
            <a:avLst/>
          </a:prstGeom>
          <a:noFill/>
          <a:ln w="0">
            <a:noFill/>
          </a:ln>
        </p:spPr>
        <p:txBody>
          <a:bodyPr lIns="90000" rIns="90000" tIns="46800" bIns="46800" anchor="t">
            <a:noAutofit/>
          </a:bodyPr>
          <a:lstStyle>
            <a:lvl1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000000"/>
                </a:solidFill>
                <a:effectLst/>
                <a:uFillTx/>
                <a:latin typeface="Comic Sans MS"/>
              </a:defRPr>
            </a:lvl1pPr>
          </a:lstStyle>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Comic Sans MS"/>
              </a:rPr>
              <a:t>&lt;footer&gt;</a:t>
            </a:r>
            <a:endParaRPr b="0" lang="en-IN" sz="1400" strike="noStrike" u="none">
              <a:solidFill>
                <a:srgbClr val="000000"/>
              </a:solidFill>
              <a:effectLst/>
              <a:uFillTx/>
              <a:latin typeface="Arial"/>
            </a:endParaRPr>
          </a:p>
        </p:txBody>
      </p:sp>
      <p:sp>
        <p:nvSpPr>
          <p:cNvPr id="83" name="PlaceHolder 5"/>
          <p:cNvSpPr>
            <a:spLocks noGrp="1"/>
          </p:cNvSpPr>
          <p:nvPr>
            <p:ph type="sldNum" idx="12"/>
          </p:nvPr>
        </p:nvSpPr>
        <p:spPr>
          <a:xfrm>
            <a:off x="6718320" y="6248520"/>
            <a:ext cx="1905120" cy="457200"/>
          </a:xfrm>
          <a:prstGeom prst="rect">
            <a:avLst/>
          </a:prstGeom>
          <a:noFill/>
          <a:ln w="0">
            <a:noFill/>
          </a:ln>
        </p:spPr>
        <p:txBody>
          <a:bodyPr lIns="90000" rIns="90000" tIns="46800" bIns="46800" anchor="t">
            <a:noAutofit/>
          </a:bodyPr>
          <a:lstStyle>
            <a:lvl1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000000"/>
                </a:solidFill>
                <a:effectLst/>
                <a:uFillTx/>
                <a:latin typeface="Comic Sans MS"/>
              </a:defRPr>
            </a:lvl1pPr>
          </a:lstStyle>
          <a:p>
            <a: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7219B99-5120-44AC-A901-4D24D103B25C}" type="slidenum">
              <a:rPr b="0" lang="en-US" sz="1400" strike="noStrike" u="none">
                <a:solidFill>
                  <a:srgbClr val="000000"/>
                </a:solidFill>
                <a:effectLst/>
                <a:uFillTx/>
                <a:latin typeface="Comic Sans MS"/>
              </a:rPr>
              <a:t>&lt;number&gt;</a:t>
            </a:fld>
            <a:endParaRPr b="0" lang="en-IN" sz="1400" strike="noStrike" u="none">
              <a:solidFill>
                <a:srgbClr val="000000"/>
              </a:solidFill>
              <a:effectLst/>
              <a:uFillTx/>
              <a:latin typeface="Arial"/>
            </a:endParaRPr>
          </a:p>
        </p:txBody>
      </p:sp>
      <p:sp>
        <p:nvSpPr>
          <p:cNvPr id="6" name=""/>
          <p:cNvSpPr/>
          <p:nvPr/>
        </p:nvSpPr>
        <p:spPr>
          <a:xfrm rot="18427200">
            <a:off x="7865280" y="24840"/>
            <a:ext cx="1164960" cy="2097000"/>
          </a:xfrm>
          <a:custGeom>
            <a:avLst/>
            <a:gdLst/>
            <a:ahLst/>
            <a:rect l="l" t="t" r="r" b="b"/>
            <a:pathLst>
              <a:path w="2911" h="3703">
                <a:moveTo>
                  <a:pt x="2293" y="0"/>
                </a:moveTo>
                <a:lnTo>
                  <a:pt x="130" y="2835"/>
                </a:lnTo>
                <a:lnTo>
                  <a:pt x="131" y="3201"/>
                </a:lnTo>
                <a:lnTo>
                  <a:pt x="0" y="3633"/>
                </a:lnTo>
                <a:lnTo>
                  <a:pt x="50" y="3703"/>
                </a:lnTo>
                <a:lnTo>
                  <a:pt x="422" y="3352"/>
                </a:lnTo>
                <a:lnTo>
                  <a:pt x="763" y="3220"/>
                </a:lnTo>
                <a:lnTo>
                  <a:pt x="2911" y="428"/>
                </a:lnTo>
                <a:lnTo>
                  <a:pt x="2589" y="96"/>
                </a:lnTo>
                <a:lnTo>
                  <a:pt x="2293" y="0"/>
                </a:lnTo>
                <a:lnTo>
                  <a:pt x="2293" y="0"/>
                </a:lnTo>
                <a:close/>
              </a:path>
            </a:pathLst>
          </a:custGeom>
          <a:solidFill>
            <a:srgbClr val="703dff"/>
          </a:solidFill>
          <a:ln w="0">
            <a:noFill/>
          </a:ln>
        </p:spPr>
        <p:style>
          <a:lnRef idx="0"/>
          <a:fillRef idx="0"/>
          <a:effectRef idx="0"/>
          <a:fontRef idx="minor"/>
        </p:style>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7" name=""/>
          <p:cNvSpPr/>
          <p:nvPr/>
        </p:nvSpPr>
        <p:spPr>
          <a:xfrm rot="18427200">
            <a:off x="7831080" y="191880"/>
            <a:ext cx="1025640" cy="1571400"/>
          </a:xfrm>
          <a:custGeom>
            <a:avLst/>
            <a:gdLst/>
            <a:ahLst/>
            <a:rect l="l" t="t" r="r" b="b"/>
            <a:pathLst>
              <a:path w="2561" h="2777">
                <a:moveTo>
                  <a:pt x="0" y="2485"/>
                </a:moveTo>
                <a:lnTo>
                  <a:pt x="432" y="2553"/>
                </a:lnTo>
                <a:lnTo>
                  <a:pt x="736" y="2777"/>
                </a:lnTo>
                <a:lnTo>
                  <a:pt x="2561" y="399"/>
                </a:lnTo>
                <a:lnTo>
                  <a:pt x="2118" y="82"/>
                </a:lnTo>
                <a:lnTo>
                  <a:pt x="1898" y="0"/>
                </a:lnTo>
                <a:lnTo>
                  <a:pt x="0" y="2485"/>
                </a:lnTo>
                <a:lnTo>
                  <a:pt x="0" y="2485"/>
                </a:lnTo>
                <a:close/>
              </a:path>
            </a:pathLst>
          </a:custGeom>
          <a:solidFill>
            <a:srgbClr val="ffb800"/>
          </a:solidFill>
          <a:ln w="0">
            <a:noFill/>
          </a:ln>
        </p:spPr>
        <p:style>
          <a:lnRef idx="0"/>
          <a:fillRef idx="0"/>
          <a:effectRef idx="0"/>
          <a:fontRef idx="minor"/>
        </p:style>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grpSp>
        <p:nvGrpSpPr>
          <p:cNvPr id="84" name=""/>
          <p:cNvGrpSpPr/>
          <p:nvPr/>
        </p:nvGrpSpPr>
        <p:grpSpPr>
          <a:xfrm>
            <a:off x="7920" y="5540400"/>
            <a:ext cx="1784520" cy="1246320"/>
            <a:chOff x="7920" y="5540400"/>
            <a:chExt cx="1784520" cy="1246320"/>
          </a:xfrm>
        </p:grpSpPr>
        <p:sp>
          <p:nvSpPr>
            <p:cNvPr id="9" name=""/>
            <p:cNvSpPr/>
            <p:nvPr/>
          </p:nvSpPr>
          <p:spPr>
            <a:xfrm>
              <a:off x="38160" y="5564160"/>
              <a:ext cx="1728720" cy="1030320"/>
            </a:xfrm>
            <a:custGeom>
              <a:avLst/>
              <a:gdLst/>
              <a:ahLst/>
              <a:rect l="l" t="t" r="r" b="b"/>
              <a:pathLst>
                <a:path w="2177" h="1298">
                  <a:moveTo>
                    <a:pt x="1587" y="1260"/>
                  </a:moveTo>
                  <a:lnTo>
                    <a:pt x="1420" y="1106"/>
                  </a:lnTo>
                  <a:lnTo>
                    <a:pt x="1331" y="477"/>
                  </a:lnTo>
                  <a:lnTo>
                    <a:pt x="2139" y="330"/>
                  </a:lnTo>
                  <a:lnTo>
                    <a:pt x="2177" y="203"/>
                  </a:lnTo>
                  <a:lnTo>
                    <a:pt x="2099" y="100"/>
                  </a:lnTo>
                  <a:lnTo>
                    <a:pt x="1276" y="211"/>
                  </a:lnTo>
                  <a:lnTo>
                    <a:pt x="1219" y="32"/>
                  </a:lnTo>
                  <a:lnTo>
                    <a:pt x="1085" y="0"/>
                  </a:lnTo>
                  <a:lnTo>
                    <a:pt x="958" y="28"/>
                  </a:lnTo>
                  <a:lnTo>
                    <a:pt x="888" y="106"/>
                  </a:lnTo>
                  <a:lnTo>
                    <a:pt x="937" y="285"/>
                  </a:lnTo>
                  <a:lnTo>
                    <a:pt x="660" y="441"/>
                  </a:lnTo>
                  <a:lnTo>
                    <a:pt x="983" y="473"/>
                  </a:lnTo>
                  <a:lnTo>
                    <a:pt x="1112" y="889"/>
                  </a:lnTo>
                  <a:lnTo>
                    <a:pt x="141" y="469"/>
                  </a:lnTo>
                  <a:lnTo>
                    <a:pt x="46" y="509"/>
                  </a:lnTo>
                  <a:lnTo>
                    <a:pt x="0" y="636"/>
                  </a:lnTo>
                  <a:lnTo>
                    <a:pt x="55" y="779"/>
                  </a:lnTo>
                  <a:lnTo>
                    <a:pt x="1139" y="1288"/>
                  </a:lnTo>
                  <a:lnTo>
                    <a:pt x="1378" y="1256"/>
                  </a:lnTo>
                  <a:lnTo>
                    <a:pt x="1570" y="1298"/>
                  </a:lnTo>
                  <a:lnTo>
                    <a:pt x="1587" y="1260"/>
                  </a:lnTo>
                  <a:lnTo>
                    <a:pt x="1587" y="1260"/>
                  </a:lnTo>
                  <a:close/>
                </a:path>
              </a:pathLst>
            </a:custGeom>
            <a:solidFill>
              <a:srgbClr val="f8f8f8"/>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0" name=""/>
            <p:cNvSpPr/>
            <p:nvPr/>
          </p:nvSpPr>
          <p:spPr>
            <a:xfrm>
              <a:off x="1622520" y="5686560"/>
              <a:ext cx="112680" cy="204480"/>
            </a:xfrm>
            <a:custGeom>
              <a:avLst/>
              <a:gdLst/>
              <a:ahLst/>
              <a:rect l="l" t="t" r="r" b="b"/>
              <a:pathLst>
                <a:path w="143" h="258">
                  <a:moveTo>
                    <a:pt x="0" y="7"/>
                  </a:moveTo>
                  <a:lnTo>
                    <a:pt x="120" y="0"/>
                  </a:lnTo>
                  <a:lnTo>
                    <a:pt x="143" y="233"/>
                  </a:lnTo>
                  <a:lnTo>
                    <a:pt x="8" y="258"/>
                  </a:lnTo>
                  <a:lnTo>
                    <a:pt x="0" y="7"/>
                  </a:lnTo>
                  <a:lnTo>
                    <a:pt x="0" y="7"/>
                  </a:lnTo>
                  <a:close/>
                </a:path>
              </a:pathLst>
            </a:custGeom>
            <a:solidFill>
              <a:srgbClr val="ffef66"/>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1" name=""/>
            <p:cNvSpPr/>
            <p:nvPr/>
          </p:nvSpPr>
          <p:spPr>
            <a:xfrm>
              <a:off x="31680" y="5991120"/>
              <a:ext cx="1257480" cy="650880"/>
            </a:xfrm>
            <a:custGeom>
              <a:avLst/>
              <a:gdLst/>
              <a:ahLst/>
              <a:rect l="l" t="t"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lnTo>
                    <a:pt x="137" y="0"/>
                  </a:lnTo>
                  <a:close/>
                </a:path>
              </a:pathLst>
            </a:custGeom>
            <a:solidFill>
              <a:srgbClr val="ff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2" name=""/>
            <p:cNvSpPr/>
            <p:nvPr/>
          </p:nvSpPr>
          <p:spPr>
            <a:xfrm>
              <a:off x="204840" y="6045120"/>
              <a:ext cx="833400" cy="593640"/>
            </a:xfrm>
            <a:custGeom>
              <a:avLst/>
              <a:gdLst/>
              <a:ahLst/>
              <a:rect l="l" t="t" r="r" b="b"/>
              <a:pathLst>
                <a:path w="1049" h="747">
                  <a:moveTo>
                    <a:pt x="0" y="325"/>
                  </a:moveTo>
                  <a:lnTo>
                    <a:pt x="922" y="747"/>
                  </a:lnTo>
                  <a:lnTo>
                    <a:pt x="939" y="534"/>
                  </a:lnTo>
                  <a:lnTo>
                    <a:pt x="1049" y="422"/>
                  </a:lnTo>
                  <a:lnTo>
                    <a:pt x="78" y="0"/>
                  </a:lnTo>
                  <a:lnTo>
                    <a:pt x="0" y="127"/>
                  </a:lnTo>
                  <a:lnTo>
                    <a:pt x="0" y="325"/>
                  </a:lnTo>
                  <a:lnTo>
                    <a:pt x="0" y="325"/>
                  </a:lnTo>
                  <a:close/>
                </a:path>
              </a:pathLst>
            </a:custGeom>
            <a:solidFill>
              <a:srgbClr val="ffb8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3" name=""/>
            <p:cNvSpPr/>
            <p:nvPr/>
          </p:nvSpPr>
          <p:spPr>
            <a:xfrm>
              <a:off x="770040" y="5607000"/>
              <a:ext cx="214200" cy="192240"/>
            </a:xfrm>
            <a:custGeom>
              <a:avLst/>
              <a:gdLst/>
              <a:ahLst/>
              <a:rect l="l" t="t" r="r" b="b"/>
              <a:pathLst>
                <a:path w="272" h="241">
                  <a:moveTo>
                    <a:pt x="0" y="28"/>
                  </a:moveTo>
                  <a:lnTo>
                    <a:pt x="160" y="0"/>
                  </a:lnTo>
                  <a:lnTo>
                    <a:pt x="251" y="36"/>
                  </a:lnTo>
                  <a:lnTo>
                    <a:pt x="272" y="139"/>
                  </a:lnTo>
                  <a:lnTo>
                    <a:pt x="164" y="146"/>
                  </a:lnTo>
                  <a:lnTo>
                    <a:pt x="32" y="241"/>
                  </a:lnTo>
                  <a:lnTo>
                    <a:pt x="0" y="28"/>
                  </a:lnTo>
                  <a:lnTo>
                    <a:pt x="0" y="28"/>
                  </a:lnTo>
                  <a:close/>
                </a:path>
              </a:pathLst>
            </a:custGeom>
            <a:solidFill>
              <a:srgbClr val="00b2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4" name=""/>
            <p:cNvSpPr/>
            <p:nvPr/>
          </p:nvSpPr>
          <p:spPr>
            <a:xfrm>
              <a:off x="1017720" y="6608880"/>
              <a:ext cx="120600" cy="177840"/>
            </a:xfrm>
            <a:custGeom>
              <a:avLst/>
              <a:gdLst/>
              <a:ahLst/>
              <a:rect l="l" t="t" r="r" b="b"/>
              <a:pathLst>
                <a:path w="152" h="224">
                  <a:moveTo>
                    <a:pt x="152" y="4"/>
                  </a:moveTo>
                  <a:lnTo>
                    <a:pt x="152" y="224"/>
                  </a:lnTo>
                  <a:lnTo>
                    <a:pt x="0" y="8"/>
                  </a:lnTo>
                  <a:lnTo>
                    <a:pt x="72" y="0"/>
                  </a:lnTo>
                  <a:lnTo>
                    <a:pt x="152" y="4"/>
                  </a:lnTo>
                  <a:lnTo>
                    <a:pt x="152" y="4"/>
                  </a:lnTo>
                  <a:close/>
                </a:path>
              </a:pathLst>
            </a:custGeom>
            <a:solidFill>
              <a:srgbClr val="00b2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5" name=""/>
            <p:cNvSpPr/>
            <p:nvPr/>
          </p:nvSpPr>
          <p:spPr>
            <a:xfrm>
              <a:off x="800280" y="5726160"/>
              <a:ext cx="306360" cy="608040"/>
            </a:xfrm>
            <a:custGeom>
              <a:avLst/>
              <a:gdLst/>
              <a:ahLst/>
              <a:rect l="l" t="t" r="r" b="b"/>
              <a:pathLst>
                <a:path w="386" h="764">
                  <a:moveTo>
                    <a:pt x="0" y="80"/>
                  </a:moveTo>
                  <a:lnTo>
                    <a:pt x="87" y="0"/>
                  </a:lnTo>
                  <a:lnTo>
                    <a:pt x="232" y="6"/>
                  </a:lnTo>
                  <a:lnTo>
                    <a:pt x="386" y="764"/>
                  </a:lnTo>
                  <a:lnTo>
                    <a:pt x="279" y="720"/>
                  </a:lnTo>
                  <a:lnTo>
                    <a:pt x="152" y="677"/>
                  </a:lnTo>
                  <a:lnTo>
                    <a:pt x="0" y="80"/>
                  </a:lnTo>
                  <a:lnTo>
                    <a:pt x="0" y="80"/>
                  </a:lnTo>
                  <a:close/>
                </a:path>
              </a:pathLst>
            </a:custGeom>
            <a:solidFill>
              <a:srgbClr val="ffb8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6" name=""/>
            <p:cNvSpPr/>
            <p:nvPr/>
          </p:nvSpPr>
          <p:spPr>
            <a:xfrm>
              <a:off x="1060560" y="5699160"/>
              <a:ext cx="577800" cy="276120"/>
            </a:xfrm>
            <a:custGeom>
              <a:avLst/>
              <a:gdLst/>
              <a:ahLst/>
              <a:rect l="l" t="t" r="r" b="b"/>
              <a:pathLst>
                <a:path w="728" h="348">
                  <a:moveTo>
                    <a:pt x="692" y="0"/>
                  </a:moveTo>
                  <a:lnTo>
                    <a:pt x="0" y="106"/>
                  </a:lnTo>
                  <a:lnTo>
                    <a:pt x="28" y="348"/>
                  </a:lnTo>
                  <a:lnTo>
                    <a:pt x="715" y="237"/>
                  </a:lnTo>
                  <a:lnTo>
                    <a:pt x="728" y="43"/>
                  </a:lnTo>
                  <a:lnTo>
                    <a:pt x="692" y="0"/>
                  </a:lnTo>
                  <a:lnTo>
                    <a:pt x="692" y="0"/>
                  </a:lnTo>
                  <a:close/>
                </a:path>
              </a:pathLst>
            </a:custGeom>
            <a:solidFill>
              <a:srgbClr val="ffb8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7" name=""/>
            <p:cNvSpPr/>
            <p:nvPr/>
          </p:nvSpPr>
          <p:spPr>
            <a:xfrm>
              <a:off x="550800" y="5862600"/>
              <a:ext cx="247680" cy="106560"/>
            </a:xfrm>
            <a:custGeom>
              <a:avLst/>
              <a:gdLst/>
              <a:ahLst/>
              <a:rect l="l" t="t" r="r" b="b"/>
              <a:pathLst>
                <a:path w="312" h="135">
                  <a:moveTo>
                    <a:pt x="272" y="0"/>
                  </a:moveTo>
                  <a:lnTo>
                    <a:pt x="0" y="78"/>
                  </a:lnTo>
                  <a:lnTo>
                    <a:pt x="312" y="135"/>
                  </a:lnTo>
                  <a:lnTo>
                    <a:pt x="272" y="0"/>
                  </a:lnTo>
                  <a:lnTo>
                    <a:pt x="272" y="0"/>
                  </a:lnTo>
                  <a:close/>
                </a:path>
              </a:pathLst>
            </a:custGeom>
            <a:solidFill>
              <a:srgbClr val="ffef66"/>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nvGrpSpPr>
            <p:cNvPr id="85" name=""/>
            <p:cNvGrpSpPr/>
            <p:nvPr/>
          </p:nvGrpSpPr>
          <p:grpSpPr>
            <a:xfrm>
              <a:off x="7920" y="5540400"/>
              <a:ext cx="1784520" cy="1238400"/>
              <a:chOff x="7920" y="5540400"/>
              <a:chExt cx="1784520" cy="1238400"/>
            </a:xfrm>
          </p:grpSpPr>
          <p:grpSp>
            <p:nvGrpSpPr>
              <p:cNvPr id="86" name=""/>
              <p:cNvGrpSpPr/>
              <p:nvPr/>
            </p:nvGrpSpPr>
            <p:grpSpPr>
              <a:xfrm>
                <a:off x="792000" y="5654520"/>
                <a:ext cx="870120" cy="1124280"/>
                <a:chOff x="792000" y="5654520"/>
                <a:chExt cx="870120" cy="1124280"/>
              </a:xfrm>
            </p:grpSpPr>
            <p:sp>
              <p:nvSpPr>
                <p:cNvPr id="20" name=""/>
                <p:cNvSpPr/>
                <p:nvPr/>
              </p:nvSpPr>
              <p:spPr>
                <a:xfrm>
                  <a:off x="792000" y="5694480"/>
                  <a:ext cx="249480" cy="137880"/>
                </a:xfrm>
                <a:custGeom>
                  <a:avLst/>
                  <a:gdLst/>
                  <a:ahLst/>
                  <a:rect l="l" t="t" r="r" b="b"/>
                  <a:pathLst>
                    <a:path w="313" h="175">
                      <a:moveTo>
                        <a:pt x="0" y="107"/>
                      </a:moveTo>
                      <a:lnTo>
                        <a:pt x="114" y="10"/>
                      </a:lnTo>
                      <a:lnTo>
                        <a:pt x="213" y="0"/>
                      </a:lnTo>
                      <a:lnTo>
                        <a:pt x="292" y="27"/>
                      </a:lnTo>
                      <a:lnTo>
                        <a:pt x="313" y="91"/>
                      </a:lnTo>
                      <a:lnTo>
                        <a:pt x="167" y="67"/>
                      </a:lnTo>
                      <a:lnTo>
                        <a:pt x="74" y="101"/>
                      </a:lnTo>
                      <a:lnTo>
                        <a:pt x="13" y="175"/>
                      </a:lnTo>
                      <a:lnTo>
                        <a:pt x="0" y="107"/>
                      </a:lnTo>
                      <a:lnTo>
                        <a:pt x="0" y="107"/>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1" name=""/>
                <p:cNvSpPr/>
                <p:nvPr/>
              </p:nvSpPr>
              <p:spPr>
                <a:xfrm>
                  <a:off x="1009800" y="6567480"/>
                  <a:ext cx="182520" cy="211320"/>
                </a:xfrm>
                <a:custGeom>
                  <a:avLst/>
                  <a:gdLst/>
                  <a:ahLst/>
                  <a:rect l="l" t="t" r="r" b="b"/>
                  <a:pathLst>
                    <a:path w="230" h="266">
                      <a:moveTo>
                        <a:pt x="0" y="40"/>
                      </a:moveTo>
                      <a:lnTo>
                        <a:pt x="160" y="266"/>
                      </a:lnTo>
                      <a:lnTo>
                        <a:pt x="230" y="251"/>
                      </a:lnTo>
                      <a:lnTo>
                        <a:pt x="223" y="17"/>
                      </a:lnTo>
                      <a:lnTo>
                        <a:pt x="166" y="0"/>
                      </a:lnTo>
                      <a:lnTo>
                        <a:pt x="179" y="197"/>
                      </a:lnTo>
                      <a:lnTo>
                        <a:pt x="71" y="4"/>
                      </a:lnTo>
                      <a:lnTo>
                        <a:pt x="0" y="40"/>
                      </a:lnTo>
                      <a:lnTo>
                        <a:pt x="0" y="40"/>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2" name=""/>
                <p:cNvSpPr/>
                <p:nvPr/>
              </p:nvSpPr>
              <p:spPr>
                <a:xfrm>
                  <a:off x="1593720" y="5654520"/>
                  <a:ext cx="68400" cy="185760"/>
                </a:xfrm>
                <a:custGeom>
                  <a:avLst/>
                  <a:gdLst/>
                  <a:ahLst/>
                  <a:rect l="l" t="t" r="r" b="b"/>
                  <a:pathLst>
                    <a:path w="87" h="234">
                      <a:moveTo>
                        <a:pt x="0" y="19"/>
                      </a:moveTo>
                      <a:lnTo>
                        <a:pt x="36" y="93"/>
                      </a:lnTo>
                      <a:lnTo>
                        <a:pt x="44" y="154"/>
                      </a:lnTo>
                      <a:lnTo>
                        <a:pt x="27" y="234"/>
                      </a:lnTo>
                      <a:lnTo>
                        <a:pt x="80" y="220"/>
                      </a:lnTo>
                      <a:lnTo>
                        <a:pt x="87" y="116"/>
                      </a:lnTo>
                      <a:lnTo>
                        <a:pt x="46" y="0"/>
                      </a:lnTo>
                      <a:lnTo>
                        <a:pt x="0" y="19"/>
                      </a:lnTo>
                      <a:lnTo>
                        <a:pt x="0" y="19"/>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sp>
            <p:nvSpPr>
              <p:cNvPr id="23" name=""/>
              <p:cNvSpPr/>
              <p:nvPr/>
            </p:nvSpPr>
            <p:spPr>
              <a:xfrm>
                <a:off x="120600" y="5924520"/>
                <a:ext cx="944640" cy="397080"/>
              </a:xfrm>
              <a:custGeom>
                <a:avLst/>
                <a:gdLst/>
                <a:ahLst/>
                <a:rect l="l" t="t" r="r" b="b"/>
                <a:pathLst>
                  <a:path w="1190" h="500">
                    <a:moveTo>
                      <a:pt x="100" y="0"/>
                    </a:moveTo>
                    <a:lnTo>
                      <a:pt x="1190" y="490"/>
                    </a:lnTo>
                    <a:lnTo>
                      <a:pt x="1076" y="500"/>
                    </a:lnTo>
                    <a:lnTo>
                      <a:pt x="0" y="27"/>
                    </a:lnTo>
                    <a:lnTo>
                      <a:pt x="100" y="0"/>
                    </a:lnTo>
                    <a:lnTo>
                      <a:pt x="100" y="0"/>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4" name=""/>
              <p:cNvSpPr/>
              <p:nvPr/>
            </p:nvSpPr>
            <p:spPr>
              <a:xfrm>
                <a:off x="412920" y="6168960"/>
                <a:ext cx="387360" cy="235080"/>
              </a:xfrm>
              <a:custGeom>
                <a:avLst/>
                <a:gdLst/>
                <a:ahLst/>
                <a:rect l="l" t="t"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lnTo>
                      <a:pt x="14" y="34"/>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5" name=""/>
              <p:cNvSpPr/>
              <p:nvPr/>
            </p:nvSpPr>
            <p:spPr>
              <a:xfrm>
                <a:off x="896760" y="5842080"/>
                <a:ext cx="169920" cy="377640"/>
              </a:xfrm>
              <a:custGeom>
                <a:avLst/>
                <a:gdLst/>
                <a:ahLst/>
                <a:rect l="l" t="t" r="r" b="b"/>
                <a:pathLst>
                  <a:path w="213" h="478">
                    <a:moveTo>
                      <a:pt x="24" y="0"/>
                    </a:moveTo>
                    <a:lnTo>
                      <a:pt x="91" y="25"/>
                    </a:lnTo>
                    <a:lnTo>
                      <a:pt x="80" y="192"/>
                    </a:lnTo>
                    <a:lnTo>
                      <a:pt x="106" y="327"/>
                    </a:lnTo>
                    <a:lnTo>
                      <a:pt x="213" y="451"/>
                    </a:lnTo>
                    <a:lnTo>
                      <a:pt x="97" y="478"/>
                    </a:lnTo>
                    <a:lnTo>
                      <a:pt x="30" y="344"/>
                    </a:lnTo>
                    <a:lnTo>
                      <a:pt x="0" y="57"/>
                    </a:lnTo>
                    <a:lnTo>
                      <a:pt x="24" y="0"/>
                    </a:lnTo>
                    <a:lnTo>
                      <a:pt x="24" y="0"/>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nvGrpSpPr>
              <p:cNvPr id="87" name=""/>
              <p:cNvGrpSpPr/>
              <p:nvPr/>
            </p:nvGrpSpPr>
            <p:grpSpPr>
              <a:xfrm>
                <a:off x="7920" y="5540400"/>
                <a:ext cx="1784520" cy="1076400"/>
                <a:chOff x="7920" y="5540400"/>
                <a:chExt cx="1784520" cy="1076400"/>
              </a:xfrm>
            </p:grpSpPr>
            <p:sp>
              <p:nvSpPr>
                <p:cNvPr id="27" name=""/>
                <p:cNvSpPr/>
                <p:nvPr/>
              </p:nvSpPr>
              <p:spPr>
                <a:xfrm>
                  <a:off x="1062000" y="6426360"/>
                  <a:ext cx="119160" cy="137880"/>
                </a:xfrm>
                <a:custGeom>
                  <a:avLst/>
                  <a:gdLst/>
                  <a:ahLst/>
                  <a:rect l="l" t="t" r="r" b="b"/>
                  <a:pathLst>
                    <a:path w="150" h="173">
                      <a:moveTo>
                        <a:pt x="110" y="0"/>
                      </a:moveTo>
                      <a:lnTo>
                        <a:pt x="40" y="66"/>
                      </a:lnTo>
                      <a:lnTo>
                        <a:pt x="0" y="173"/>
                      </a:lnTo>
                      <a:lnTo>
                        <a:pt x="80" y="160"/>
                      </a:lnTo>
                      <a:lnTo>
                        <a:pt x="103" y="84"/>
                      </a:lnTo>
                      <a:lnTo>
                        <a:pt x="150" y="27"/>
                      </a:lnTo>
                      <a:lnTo>
                        <a:pt x="110" y="0"/>
                      </a:lnTo>
                      <a:lnTo>
                        <a:pt x="110" y="0"/>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8" name=""/>
                <p:cNvSpPr/>
                <p:nvPr/>
              </p:nvSpPr>
              <p:spPr>
                <a:xfrm>
                  <a:off x="7920" y="5918040"/>
                  <a:ext cx="1336680" cy="698760"/>
                </a:xfrm>
                <a:custGeom>
                  <a:avLst/>
                  <a:gdLst/>
                  <a:ahLst/>
                  <a:rect l="l" t="t"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lnTo>
                        <a:pt x="156" y="0"/>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9" name=""/>
                <p:cNvSpPr/>
                <p:nvPr/>
              </p:nvSpPr>
              <p:spPr>
                <a:xfrm>
                  <a:off x="168120" y="5985000"/>
                  <a:ext cx="127080" cy="264960"/>
                </a:xfrm>
                <a:custGeom>
                  <a:avLst/>
                  <a:gdLst/>
                  <a:ahLst/>
                  <a:rect l="l" t="t" r="r" b="b"/>
                  <a:pathLst>
                    <a:path w="160" h="335">
                      <a:moveTo>
                        <a:pt x="116" y="0"/>
                      </a:moveTo>
                      <a:lnTo>
                        <a:pt x="19" y="106"/>
                      </a:lnTo>
                      <a:lnTo>
                        <a:pt x="0" y="230"/>
                      </a:lnTo>
                      <a:lnTo>
                        <a:pt x="33" y="314"/>
                      </a:lnTo>
                      <a:lnTo>
                        <a:pt x="94" y="335"/>
                      </a:lnTo>
                      <a:lnTo>
                        <a:pt x="76" y="154"/>
                      </a:lnTo>
                      <a:lnTo>
                        <a:pt x="160" y="17"/>
                      </a:lnTo>
                      <a:lnTo>
                        <a:pt x="116" y="0"/>
                      </a:lnTo>
                      <a:lnTo>
                        <a:pt x="116" y="0"/>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0" name=""/>
                <p:cNvSpPr/>
                <p:nvPr/>
              </p:nvSpPr>
              <p:spPr>
                <a:xfrm>
                  <a:off x="712800" y="5540400"/>
                  <a:ext cx="511200" cy="942840"/>
                </a:xfrm>
                <a:custGeom>
                  <a:avLst/>
                  <a:gdLst/>
                  <a:ahLst/>
                  <a:rect l="l" t="t" r="r" b="b"/>
                  <a:pathLst>
                    <a:path w="642" h="1188">
                      <a:moveTo>
                        <a:pt x="218" y="896"/>
                      </a:moveTo>
                      <a:lnTo>
                        <a:pt x="0" y="124"/>
                      </a:lnTo>
                      <a:lnTo>
                        <a:pt x="81" y="38"/>
                      </a:lnTo>
                      <a:lnTo>
                        <a:pt x="258" y="0"/>
                      </a:lnTo>
                      <a:lnTo>
                        <a:pt x="399" y="57"/>
                      </a:lnTo>
                      <a:lnTo>
                        <a:pt x="642" y="1188"/>
                      </a:lnTo>
                      <a:lnTo>
                        <a:pt x="555" y="1091"/>
                      </a:lnTo>
                      <a:lnTo>
                        <a:pt x="355" y="97"/>
                      </a:lnTo>
                      <a:lnTo>
                        <a:pt x="226" y="61"/>
                      </a:lnTo>
                      <a:lnTo>
                        <a:pt x="119" y="74"/>
                      </a:lnTo>
                      <a:lnTo>
                        <a:pt x="76" y="141"/>
                      </a:lnTo>
                      <a:lnTo>
                        <a:pt x="306" y="924"/>
                      </a:lnTo>
                      <a:lnTo>
                        <a:pt x="218" y="896"/>
                      </a:lnTo>
                      <a:lnTo>
                        <a:pt x="218" y="896"/>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1" name=""/>
                <p:cNvSpPr/>
                <p:nvPr/>
              </p:nvSpPr>
              <p:spPr>
                <a:xfrm>
                  <a:off x="917640" y="5794200"/>
                  <a:ext cx="152280" cy="400320"/>
                </a:xfrm>
                <a:custGeom>
                  <a:avLst/>
                  <a:gdLst/>
                  <a:ahLst/>
                  <a:rect l="l" t="t" r="r" b="b"/>
                  <a:pathLst>
                    <a:path w="192" h="504">
                      <a:moveTo>
                        <a:pt x="0" y="27"/>
                      </a:moveTo>
                      <a:lnTo>
                        <a:pt x="76" y="194"/>
                      </a:lnTo>
                      <a:lnTo>
                        <a:pt x="113" y="318"/>
                      </a:lnTo>
                      <a:lnTo>
                        <a:pt x="116" y="504"/>
                      </a:lnTo>
                      <a:lnTo>
                        <a:pt x="192" y="504"/>
                      </a:lnTo>
                      <a:lnTo>
                        <a:pt x="187" y="360"/>
                      </a:lnTo>
                      <a:lnTo>
                        <a:pt x="162" y="208"/>
                      </a:lnTo>
                      <a:lnTo>
                        <a:pt x="99" y="59"/>
                      </a:lnTo>
                      <a:lnTo>
                        <a:pt x="63" y="0"/>
                      </a:lnTo>
                      <a:lnTo>
                        <a:pt x="0" y="27"/>
                      </a:lnTo>
                      <a:lnTo>
                        <a:pt x="0" y="27"/>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2" name=""/>
                <p:cNvSpPr/>
                <p:nvPr/>
              </p:nvSpPr>
              <p:spPr>
                <a:xfrm>
                  <a:off x="520560" y="5762520"/>
                  <a:ext cx="309600" cy="214560"/>
                </a:xfrm>
                <a:custGeom>
                  <a:avLst/>
                  <a:gdLst/>
                  <a:ahLst/>
                  <a:rect l="l" t="t" r="r" b="b"/>
                  <a:pathLst>
                    <a:path w="390" h="269">
                      <a:moveTo>
                        <a:pt x="297" y="0"/>
                      </a:moveTo>
                      <a:lnTo>
                        <a:pt x="257" y="17"/>
                      </a:lnTo>
                      <a:lnTo>
                        <a:pt x="253" y="66"/>
                      </a:lnTo>
                      <a:lnTo>
                        <a:pt x="0" y="169"/>
                      </a:lnTo>
                      <a:lnTo>
                        <a:pt x="0" y="222"/>
                      </a:lnTo>
                      <a:lnTo>
                        <a:pt x="284" y="226"/>
                      </a:lnTo>
                      <a:lnTo>
                        <a:pt x="320" y="269"/>
                      </a:lnTo>
                      <a:lnTo>
                        <a:pt x="390" y="266"/>
                      </a:lnTo>
                      <a:lnTo>
                        <a:pt x="383" y="190"/>
                      </a:lnTo>
                      <a:lnTo>
                        <a:pt x="116" y="176"/>
                      </a:lnTo>
                      <a:lnTo>
                        <a:pt x="333" y="89"/>
                      </a:lnTo>
                      <a:lnTo>
                        <a:pt x="297" y="0"/>
                      </a:lnTo>
                      <a:lnTo>
                        <a:pt x="297" y="0"/>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3" name=""/>
                <p:cNvSpPr/>
                <p:nvPr/>
              </p:nvSpPr>
              <p:spPr>
                <a:xfrm>
                  <a:off x="1044720" y="5616720"/>
                  <a:ext cx="747720" cy="336240"/>
                </a:xfrm>
                <a:custGeom>
                  <a:avLst/>
                  <a:gdLst/>
                  <a:ahLst/>
                  <a:rect l="l" t="t" r="r" b="b"/>
                  <a:pathLst>
                    <a:path w="941" h="424">
                      <a:moveTo>
                        <a:pt x="0" y="131"/>
                      </a:moveTo>
                      <a:lnTo>
                        <a:pt x="863" y="0"/>
                      </a:lnTo>
                      <a:lnTo>
                        <a:pt x="926" y="78"/>
                      </a:lnTo>
                      <a:lnTo>
                        <a:pt x="941" y="181"/>
                      </a:lnTo>
                      <a:lnTo>
                        <a:pt x="903" y="282"/>
                      </a:lnTo>
                      <a:lnTo>
                        <a:pt x="57" y="424"/>
                      </a:lnTo>
                      <a:lnTo>
                        <a:pt x="53" y="384"/>
                      </a:lnTo>
                      <a:lnTo>
                        <a:pt x="863" y="242"/>
                      </a:lnTo>
                      <a:lnTo>
                        <a:pt x="893" y="145"/>
                      </a:lnTo>
                      <a:lnTo>
                        <a:pt x="840" y="57"/>
                      </a:lnTo>
                      <a:lnTo>
                        <a:pt x="0" y="185"/>
                      </a:lnTo>
                      <a:lnTo>
                        <a:pt x="0" y="131"/>
                      </a:lnTo>
                      <a:lnTo>
                        <a:pt x="0" y="131"/>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4" name=""/>
                <p:cNvSpPr/>
                <p:nvPr/>
              </p:nvSpPr>
              <p:spPr>
                <a:xfrm>
                  <a:off x="1138320" y="5724360"/>
                  <a:ext cx="388800" cy="136800"/>
                </a:xfrm>
                <a:custGeom>
                  <a:avLst/>
                  <a:gdLst/>
                  <a:ahLst/>
                  <a:rect l="l" t="t" r="r" b="b"/>
                  <a:pathLst>
                    <a:path w="488" h="173">
                      <a:moveTo>
                        <a:pt x="0" y="126"/>
                      </a:moveTo>
                      <a:lnTo>
                        <a:pt x="66" y="173"/>
                      </a:lnTo>
                      <a:lnTo>
                        <a:pt x="222" y="166"/>
                      </a:lnTo>
                      <a:lnTo>
                        <a:pt x="418" y="116"/>
                      </a:lnTo>
                      <a:lnTo>
                        <a:pt x="488" y="42"/>
                      </a:lnTo>
                      <a:lnTo>
                        <a:pt x="443" y="2"/>
                      </a:lnTo>
                      <a:lnTo>
                        <a:pt x="253" y="0"/>
                      </a:lnTo>
                      <a:lnTo>
                        <a:pt x="110" y="12"/>
                      </a:lnTo>
                      <a:lnTo>
                        <a:pt x="15" y="76"/>
                      </a:lnTo>
                      <a:lnTo>
                        <a:pt x="112" y="95"/>
                      </a:lnTo>
                      <a:lnTo>
                        <a:pt x="275" y="53"/>
                      </a:lnTo>
                      <a:lnTo>
                        <a:pt x="416" y="53"/>
                      </a:lnTo>
                      <a:lnTo>
                        <a:pt x="268" y="110"/>
                      </a:lnTo>
                      <a:lnTo>
                        <a:pt x="142" y="126"/>
                      </a:lnTo>
                      <a:lnTo>
                        <a:pt x="0" y="126"/>
                      </a:lnTo>
                      <a:lnTo>
                        <a:pt x="0" y="126"/>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grpSp>
      </p:grpSp>
      <p:grpSp>
        <p:nvGrpSpPr>
          <p:cNvPr id="88" name=""/>
          <p:cNvGrpSpPr/>
          <p:nvPr/>
        </p:nvGrpSpPr>
        <p:grpSpPr>
          <a:xfrm>
            <a:off x="8680320" y="2116080"/>
            <a:ext cx="385920" cy="4308480"/>
            <a:chOff x="8680320" y="2116080"/>
            <a:chExt cx="385920" cy="4308480"/>
          </a:xfrm>
        </p:grpSpPr>
        <p:sp>
          <p:nvSpPr>
            <p:cNvPr id="36" name=""/>
            <p:cNvSpPr/>
            <p:nvPr/>
          </p:nvSpPr>
          <p:spPr>
            <a:xfrm flipH="1">
              <a:off x="8680320" y="4159080"/>
              <a:ext cx="325440" cy="2265480"/>
            </a:xfrm>
            <a:custGeom>
              <a:avLst/>
              <a:gdLst/>
              <a:ahLst/>
              <a:rect l="l" t="t" r="r" b="b"/>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lnTo>
                    <a:pt x="692" y="3156"/>
                  </a:lnTo>
                  <a:close/>
                </a:path>
              </a:pathLst>
            </a:custGeom>
            <a:solidFill>
              <a:srgbClr val="703dff"/>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7" name=""/>
            <p:cNvSpPr/>
            <p:nvPr/>
          </p:nvSpPr>
          <p:spPr>
            <a:xfrm flipH="1">
              <a:off x="8740800" y="2116080"/>
              <a:ext cx="325440" cy="2592360"/>
            </a:xfrm>
            <a:custGeom>
              <a:avLst/>
              <a:gdLst/>
              <a:ahLst/>
              <a:rect l="l" t="t" r="r" b="b"/>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lnTo>
                    <a:pt x="692" y="3156"/>
                  </a:lnTo>
                  <a:close/>
                </a:path>
              </a:pathLst>
            </a:custGeom>
            <a:solidFill>
              <a:srgbClr val="703dff"/>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grpSp>
        <p:nvGrpSpPr>
          <p:cNvPr id="89" name=""/>
          <p:cNvGrpSpPr/>
          <p:nvPr/>
        </p:nvGrpSpPr>
        <p:grpSpPr>
          <a:xfrm>
            <a:off x="7171560" y="-87480"/>
            <a:ext cx="2427480" cy="2247120"/>
            <a:chOff x="7171560" y="-87480"/>
            <a:chExt cx="2427480" cy="2247120"/>
          </a:xfrm>
        </p:grpSpPr>
        <p:grpSp>
          <p:nvGrpSpPr>
            <p:cNvPr id="90" name=""/>
            <p:cNvGrpSpPr/>
            <p:nvPr/>
          </p:nvGrpSpPr>
          <p:grpSpPr>
            <a:xfrm>
              <a:off x="7171560" y="-87480"/>
              <a:ext cx="2427480" cy="2247120"/>
              <a:chOff x="7171560" y="-87480"/>
              <a:chExt cx="2427480" cy="2247120"/>
            </a:xfrm>
          </p:grpSpPr>
          <p:sp>
            <p:nvSpPr>
              <p:cNvPr id="40" name=""/>
              <p:cNvSpPr/>
              <p:nvPr/>
            </p:nvSpPr>
            <p:spPr>
              <a:xfrm rot="18427200">
                <a:off x="8619840" y="1723680"/>
                <a:ext cx="98640" cy="457200"/>
              </a:xfrm>
              <a:custGeom>
                <a:avLst/>
                <a:gdLst/>
                <a:ahLst/>
                <a:rect l="l" t="t" r="r" b="b"/>
                <a:pathLst>
                  <a:path w="245" h="806">
                    <a:moveTo>
                      <a:pt x="123" y="9"/>
                    </a:moveTo>
                    <a:lnTo>
                      <a:pt x="131" y="342"/>
                    </a:lnTo>
                    <a:lnTo>
                      <a:pt x="0" y="806"/>
                    </a:lnTo>
                    <a:lnTo>
                      <a:pt x="79" y="789"/>
                    </a:lnTo>
                    <a:lnTo>
                      <a:pt x="218" y="376"/>
                    </a:lnTo>
                    <a:lnTo>
                      <a:pt x="245" y="0"/>
                    </a:lnTo>
                    <a:lnTo>
                      <a:pt x="123" y="9"/>
                    </a:lnTo>
                    <a:lnTo>
                      <a:pt x="123" y="9"/>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nvGrpSpPr>
              <p:cNvPr id="91" name=""/>
              <p:cNvGrpSpPr/>
              <p:nvPr/>
            </p:nvGrpSpPr>
            <p:grpSpPr>
              <a:xfrm>
                <a:off x="7171560" y="-87480"/>
                <a:ext cx="2427480" cy="2247120"/>
                <a:chOff x="7171560" y="-87480"/>
                <a:chExt cx="2427480" cy="2247120"/>
              </a:xfrm>
            </p:grpSpPr>
            <p:sp>
              <p:nvSpPr>
                <p:cNvPr id="42" name=""/>
                <p:cNvSpPr/>
                <p:nvPr/>
              </p:nvSpPr>
              <p:spPr>
                <a:xfrm rot="18427200">
                  <a:off x="7883640" y="111960"/>
                  <a:ext cx="243000" cy="198720"/>
                </a:xfrm>
                <a:custGeom>
                  <a:avLst/>
                  <a:gdLst/>
                  <a:ahLst/>
                  <a:rect l="l" t="t" r="r" b="b"/>
                  <a:pathLst>
                    <a:path w="604" h="349">
                      <a:moveTo>
                        <a:pt x="0" y="0"/>
                      </a:moveTo>
                      <a:lnTo>
                        <a:pt x="298" y="184"/>
                      </a:lnTo>
                      <a:lnTo>
                        <a:pt x="500" y="349"/>
                      </a:lnTo>
                      <a:lnTo>
                        <a:pt x="604" y="140"/>
                      </a:lnTo>
                      <a:lnTo>
                        <a:pt x="359" y="9"/>
                      </a:lnTo>
                      <a:lnTo>
                        <a:pt x="464" y="184"/>
                      </a:lnTo>
                      <a:lnTo>
                        <a:pt x="131" y="17"/>
                      </a:lnTo>
                      <a:lnTo>
                        <a:pt x="0" y="0"/>
                      </a:lnTo>
                      <a:lnTo>
                        <a:pt x="0" y="0"/>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3" name=""/>
                <p:cNvSpPr/>
                <p:nvPr/>
              </p:nvSpPr>
              <p:spPr>
                <a:xfrm rot="18427200">
                  <a:off x="8014320" y="525600"/>
                  <a:ext cx="427320" cy="695160"/>
                </a:xfrm>
                <a:custGeom>
                  <a:avLst/>
                  <a:gdLst/>
                  <a:ahLst/>
                  <a:rect l="l" t="t" r="r" b="b"/>
                  <a:pathLst>
                    <a:path w="1064" h="1230">
                      <a:moveTo>
                        <a:pt x="741" y="129"/>
                      </a:moveTo>
                      <a:lnTo>
                        <a:pt x="485" y="352"/>
                      </a:lnTo>
                      <a:lnTo>
                        <a:pt x="163" y="762"/>
                      </a:lnTo>
                      <a:lnTo>
                        <a:pt x="0" y="1101"/>
                      </a:lnTo>
                      <a:lnTo>
                        <a:pt x="59" y="1230"/>
                      </a:lnTo>
                      <a:lnTo>
                        <a:pt x="262" y="1201"/>
                      </a:lnTo>
                      <a:lnTo>
                        <a:pt x="578" y="914"/>
                      </a:lnTo>
                      <a:lnTo>
                        <a:pt x="876" y="534"/>
                      </a:lnTo>
                      <a:lnTo>
                        <a:pt x="1034" y="270"/>
                      </a:lnTo>
                      <a:lnTo>
                        <a:pt x="1064" y="84"/>
                      </a:lnTo>
                      <a:lnTo>
                        <a:pt x="977" y="0"/>
                      </a:lnTo>
                      <a:lnTo>
                        <a:pt x="836" y="65"/>
                      </a:lnTo>
                      <a:lnTo>
                        <a:pt x="969" y="107"/>
                      </a:lnTo>
                      <a:lnTo>
                        <a:pt x="876" y="352"/>
                      </a:lnTo>
                      <a:lnTo>
                        <a:pt x="690" y="656"/>
                      </a:lnTo>
                      <a:lnTo>
                        <a:pt x="350" y="1008"/>
                      </a:lnTo>
                      <a:lnTo>
                        <a:pt x="116" y="1114"/>
                      </a:lnTo>
                      <a:lnTo>
                        <a:pt x="135" y="943"/>
                      </a:lnTo>
                      <a:lnTo>
                        <a:pt x="437" y="504"/>
                      </a:lnTo>
                      <a:lnTo>
                        <a:pt x="831" y="118"/>
                      </a:lnTo>
                      <a:lnTo>
                        <a:pt x="741" y="129"/>
                      </a:lnTo>
                      <a:lnTo>
                        <a:pt x="741" y="129"/>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4" name=""/>
                <p:cNvSpPr/>
                <p:nvPr/>
              </p:nvSpPr>
              <p:spPr>
                <a:xfrm rot="18427200">
                  <a:off x="7713000" y="288000"/>
                  <a:ext cx="801720" cy="1425600"/>
                </a:xfrm>
                <a:custGeom>
                  <a:avLst/>
                  <a:gdLst/>
                  <a:ahLst/>
                  <a:rect l="l" t="t" r="r" b="b"/>
                  <a:pathLst>
                    <a:path w="2002" h="2521">
                      <a:moveTo>
                        <a:pt x="1941" y="0"/>
                      </a:moveTo>
                      <a:lnTo>
                        <a:pt x="0" y="2521"/>
                      </a:lnTo>
                      <a:lnTo>
                        <a:pt x="192" y="2450"/>
                      </a:lnTo>
                      <a:lnTo>
                        <a:pt x="2002" y="61"/>
                      </a:lnTo>
                      <a:lnTo>
                        <a:pt x="1941" y="0"/>
                      </a:lnTo>
                      <a:lnTo>
                        <a:pt x="1941" y="0"/>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5" name=""/>
                <p:cNvSpPr/>
                <p:nvPr/>
              </p:nvSpPr>
              <p:spPr>
                <a:xfrm rot="18427200">
                  <a:off x="7783200" y="-30240"/>
                  <a:ext cx="1203480" cy="2133360"/>
                </a:xfrm>
                <a:custGeom>
                  <a:avLst/>
                  <a:gdLst/>
                  <a:ahLst/>
                  <a:rect l="l" t="t" r="r" b="b"/>
                  <a:pathLst>
                    <a:path w="3007" h="3771">
                      <a:moveTo>
                        <a:pt x="95" y="2844"/>
                      </a:moveTo>
                      <a:lnTo>
                        <a:pt x="394" y="2834"/>
                      </a:lnTo>
                      <a:lnTo>
                        <a:pt x="821" y="3009"/>
                      </a:lnTo>
                      <a:lnTo>
                        <a:pt x="681" y="2817"/>
                      </a:lnTo>
                      <a:lnTo>
                        <a:pt x="367" y="2703"/>
                      </a:lnTo>
                      <a:lnTo>
                        <a:pt x="637" y="2720"/>
                      </a:lnTo>
                      <a:lnTo>
                        <a:pt x="979" y="2870"/>
                      </a:lnTo>
                      <a:lnTo>
                        <a:pt x="2859" y="420"/>
                      </a:lnTo>
                      <a:lnTo>
                        <a:pt x="2578" y="148"/>
                      </a:lnTo>
                      <a:lnTo>
                        <a:pt x="2308" y="0"/>
                      </a:lnTo>
                      <a:lnTo>
                        <a:pt x="2692" y="78"/>
                      </a:lnTo>
                      <a:lnTo>
                        <a:pt x="3007" y="428"/>
                      </a:lnTo>
                      <a:lnTo>
                        <a:pt x="831" y="3273"/>
                      </a:lnTo>
                      <a:lnTo>
                        <a:pt x="481" y="3412"/>
                      </a:lnTo>
                      <a:lnTo>
                        <a:pt x="105" y="3771"/>
                      </a:lnTo>
                      <a:lnTo>
                        <a:pt x="0" y="3667"/>
                      </a:lnTo>
                      <a:lnTo>
                        <a:pt x="131" y="3631"/>
                      </a:lnTo>
                      <a:lnTo>
                        <a:pt x="376" y="3385"/>
                      </a:lnTo>
                      <a:lnTo>
                        <a:pt x="165" y="3273"/>
                      </a:lnTo>
                      <a:lnTo>
                        <a:pt x="165" y="3176"/>
                      </a:lnTo>
                      <a:lnTo>
                        <a:pt x="411" y="3298"/>
                      </a:lnTo>
                      <a:lnTo>
                        <a:pt x="411" y="3186"/>
                      </a:lnTo>
                      <a:lnTo>
                        <a:pt x="603" y="3220"/>
                      </a:lnTo>
                      <a:lnTo>
                        <a:pt x="428" y="3079"/>
                      </a:lnTo>
                      <a:lnTo>
                        <a:pt x="629" y="3062"/>
                      </a:lnTo>
                      <a:lnTo>
                        <a:pt x="95" y="2844"/>
                      </a:lnTo>
                      <a:lnTo>
                        <a:pt x="95" y="2844"/>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6" name=""/>
                <p:cNvSpPr/>
                <p:nvPr/>
              </p:nvSpPr>
              <p:spPr>
                <a:xfrm rot="18427200">
                  <a:off x="8409600" y="1422720"/>
                  <a:ext cx="268200" cy="193680"/>
                </a:xfrm>
                <a:custGeom>
                  <a:avLst/>
                  <a:gdLst/>
                  <a:ahLst/>
                  <a:rect l="l" t="t" r="r" b="b"/>
                  <a:pathLst>
                    <a:path w="673" h="342">
                      <a:moveTo>
                        <a:pt x="0" y="80"/>
                      </a:moveTo>
                      <a:lnTo>
                        <a:pt x="255" y="106"/>
                      </a:lnTo>
                      <a:lnTo>
                        <a:pt x="639" y="342"/>
                      </a:lnTo>
                      <a:lnTo>
                        <a:pt x="673" y="289"/>
                      </a:lnTo>
                      <a:lnTo>
                        <a:pt x="447" y="114"/>
                      </a:lnTo>
                      <a:lnTo>
                        <a:pt x="26" y="0"/>
                      </a:lnTo>
                      <a:lnTo>
                        <a:pt x="0" y="80"/>
                      </a:lnTo>
                      <a:lnTo>
                        <a:pt x="0" y="80"/>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7" name=""/>
                <p:cNvSpPr/>
                <p:nvPr/>
              </p:nvSpPr>
              <p:spPr>
                <a:xfrm rot="18427200">
                  <a:off x="8339400" y="1278360"/>
                  <a:ext cx="287640" cy="228600"/>
                </a:xfrm>
                <a:custGeom>
                  <a:avLst/>
                  <a:gdLst/>
                  <a:ahLst/>
                  <a:rect l="l" t="t" r="r" b="b"/>
                  <a:pathLst>
                    <a:path w="716" h="403">
                      <a:moveTo>
                        <a:pt x="0" y="78"/>
                      </a:moveTo>
                      <a:lnTo>
                        <a:pt x="340" y="148"/>
                      </a:lnTo>
                      <a:lnTo>
                        <a:pt x="638" y="403"/>
                      </a:lnTo>
                      <a:lnTo>
                        <a:pt x="716" y="296"/>
                      </a:lnTo>
                      <a:lnTo>
                        <a:pt x="420" y="114"/>
                      </a:lnTo>
                      <a:lnTo>
                        <a:pt x="70" y="0"/>
                      </a:lnTo>
                      <a:lnTo>
                        <a:pt x="0" y="78"/>
                      </a:lnTo>
                      <a:lnTo>
                        <a:pt x="0" y="78"/>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8" name=""/>
                <p:cNvSpPr/>
                <p:nvPr/>
              </p:nvSpPr>
              <p:spPr>
                <a:xfrm rot="18427200">
                  <a:off x="7913520" y="333360"/>
                  <a:ext cx="287280" cy="233640"/>
                </a:xfrm>
                <a:custGeom>
                  <a:avLst/>
                  <a:gdLst/>
                  <a:ahLst/>
                  <a:rect l="l" t="t" r="r" b="b"/>
                  <a:pathLst>
                    <a:path w="717" h="411">
                      <a:moveTo>
                        <a:pt x="0" y="78"/>
                      </a:moveTo>
                      <a:lnTo>
                        <a:pt x="316" y="139"/>
                      </a:lnTo>
                      <a:lnTo>
                        <a:pt x="649" y="411"/>
                      </a:lnTo>
                      <a:lnTo>
                        <a:pt x="717" y="314"/>
                      </a:lnTo>
                      <a:lnTo>
                        <a:pt x="394" y="87"/>
                      </a:lnTo>
                      <a:lnTo>
                        <a:pt x="54" y="0"/>
                      </a:lnTo>
                      <a:lnTo>
                        <a:pt x="0" y="78"/>
                      </a:lnTo>
                      <a:lnTo>
                        <a:pt x="0" y="78"/>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9" name=""/>
                <p:cNvSpPr/>
                <p:nvPr/>
              </p:nvSpPr>
              <p:spPr>
                <a:xfrm rot="18427200">
                  <a:off x="7855560" y="224280"/>
                  <a:ext cx="284040" cy="218880"/>
                </a:xfrm>
                <a:custGeom>
                  <a:avLst/>
                  <a:gdLst/>
                  <a:ahLst/>
                  <a:rect l="l" t="t" r="r" b="b"/>
                  <a:pathLst>
                    <a:path w="709" h="386">
                      <a:moveTo>
                        <a:pt x="0" y="88"/>
                      </a:moveTo>
                      <a:lnTo>
                        <a:pt x="272" y="131"/>
                      </a:lnTo>
                      <a:lnTo>
                        <a:pt x="665" y="386"/>
                      </a:lnTo>
                      <a:lnTo>
                        <a:pt x="709" y="308"/>
                      </a:lnTo>
                      <a:lnTo>
                        <a:pt x="306" y="53"/>
                      </a:lnTo>
                      <a:lnTo>
                        <a:pt x="43" y="0"/>
                      </a:lnTo>
                      <a:lnTo>
                        <a:pt x="0" y="88"/>
                      </a:lnTo>
                      <a:lnTo>
                        <a:pt x="0" y="88"/>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grpSp>
        <p:sp>
          <p:nvSpPr>
            <p:cNvPr id="92" name=""/>
            <p:cNvSpPr/>
            <p:nvPr/>
          </p:nvSpPr>
          <p:spPr>
            <a:xfrm>
              <a:off x="7731000" y="133200"/>
              <a:ext cx="66960" cy="152640"/>
            </a:xfrm>
            <a:prstGeom prst="line">
              <a:avLst/>
            </a:prstGeom>
            <a:ln w="38160">
              <a:solidFill>
                <a:srgbClr val="00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2.png"/><Relationship Id="rId3" Type="http://schemas.openxmlformats.org/officeDocument/2006/relationships/image" Target="../media/image2.png"/><Relationship Id="rId4" Type="http://schemas.openxmlformats.org/officeDocument/2006/relationships/image" Target="../media/image2.png"/><Relationship Id="rId5" Type="http://schemas.openxmlformats.org/officeDocument/2006/relationships/image" Target="../media/image2.png"/><Relationship Id="rId6"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image" Target="../media/image3.wmf"/><Relationship Id="rId2"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4.wmf"/><Relationship Id="rId2"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5.wmf"/><Relationship Id="rId2"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93" name="" descr=""/>
          <p:cNvPicPr/>
          <p:nvPr/>
        </p:nvPicPr>
        <p:blipFill>
          <a:blip r:embed="rId1"/>
          <a:stretch/>
        </p:blipFill>
        <p:spPr>
          <a:xfrm>
            <a:off x="2133720" y="4724280"/>
            <a:ext cx="5715000" cy="1905120"/>
          </a:xfrm>
          <a:prstGeom prst="rect">
            <a:avLst/>
          </a:prstGeom>
          <a:noFill/>
          <a:ln w="0">
            <a:noFill/>
          </a:ln>
        </p:spPr>
      </p:pic>
      <p:sp>
        <p:nvSpPr>
          <p:cNvPr id="94" name=""/>
          <p:cNvSpPr/>
          <p:nvPr/>
        </p:nvSpPr>
        <p:spPr>
          <a:xfrm>
            <a:off x="685800" y="533520"/>
            <a:ext cx="6858000" cy="325944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2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000" strike="noStrike" u="none">
              <a:solidFill>
                <a:srgbClr val="000000"/>
              </a:solidFill>
              <a:effectLst/>
              <a:uFillTx/>
              <a:latin typeface="Arial"/>
            </a:endParaRPr>
          </a:p>
          <a:p>
            <a:pPr algn="ctr">
              <a:lnSpc>
                <a:spcPct val="100000"/>
              </a:lnSpc>
              <a:spcBef>
                <a:spcPts val="27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515ad"/>
                </a:solidFill>
                <a:effectLst/>
                <a:uFillTx/>
                <a:latin typeface="Comic Sans MS"/>
              </a:rPr>
              <a:t>PASS</a:t>
            </a:r>
            <a:endParaRPr b="0" lang="en-IN" sz="4400" strike="noStrike" u="none">
              <a:solidFill>
                <a:srgbClr val="000000"/>
              </a:solidFill>
              <a:effectLst/>
              <a:uFillTx/>
              <a:latin typeface="Arial"/>
            </a:endParaRPr>
          </a:p>
          <a:p>
            <a:pPr algn="ctr">
              <a:lnSpc>
                <a:spcPct val="100000"/>
              </a:lnSpc>
              <a:spcBef>
                <a:spcPts val="2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000" strike="noStrike" u="none">
                <a:solidFill>
                  <a:srgbClr val="0515ad"/>
                </a:solidFill>
                <a:effectLst/>
                <a:uFillTx/>
                <a:latin typeface="Comic Sans MS"/>
              </a:rPr>
              <a:t>Palmetto Assessment of State Standards</a:t>
            </a:r>
            <a:endParaRPr b="0" lang="en-IN" sz="4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5" name="PlaceHolder 1"/>
          <p:cNvSpPr>
            <a:spLocks noGrp="1"/>
          </p:cNvSpPr>
          <p:nvPr>
            <p:ph/>
          </p:nvPr>
        </p:nvSpPr>
        <p:spPr>
          <a:xfrm>
            <a:off x="0" y="228240"/>
            <a:ext cx="8229600" cy="5181480"/>
          </a:xfrm>
          <a:prstGeom prst="rect">
            <a:avLst/>
          </a:prstGeom>
          <a:noFill/>
          <a:ln w="0">
            <a:noFill/>
          </a:ln>
        </p:spPr>
        <p:txBody>
          <a:bodyPr lIns="90000" rIns="90000" tIns="46800" bIns="46800" anchor="t">
            <a:normAutofit/>
          </a:bodyPr>
          <a:p>
            <a:pPr marL="343080" indent="-34308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Comic Sans MS"/>
              </a:rPr>
              <a:t>Test Essentials</a:t>
            </a:r>
            <a:endParaRPr b="0" lang="en-IN" sz="2800" strike="noStrike" u="none">
              <a:solidFill>
                <a:srgbClr val="000000"/>
              </a:solidFill>
              <a:effectLst/>
              <a:uFillTx/>
              <a:latin typeface="Comic Sans MS"/>
            </a:endParaRPr>
          </a:p>
          <a:p>
            <a:pPr marL="343080" indent="-34308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Comic Sans MS"/>
            </a:endParaRPr>
          </a:p>
          <a:p>
            <a:pPr marL="343080" indent="-343080">
              <a:spcBef>
                <a:spcPts val="601"/>
              </a:spcBef>
              <a:buSzPct val="102884"/>
              <a:buBlip>
                <a:blip r:embed="rId1"/>
              </a:buBlip>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Comic Sans MS"/>
              </a:rPr>
              <a:t>All students in grades 3-8 must participate in PASS or the South Carolina Alternate Assessment</a:t>
            </a:r>
            <a:endParaRPr b="0" lang="en-IN" sz="2400" strike="noStrike" u="none">
              <a:solidFill>
                <a:srgbClr val="000000"/>
              </a:solidFill>
              <a:effectLst/>
              <a:uFillTx/>
              <a:latin typeface="Comic Sans MS"/>
            </a:endParaRPr>
          </a:p>
          <a:p>
            <a:pPr marL="343080" indent="-343080">
              <a:spcBef>
                <a:spcPts val="601"/>
              </a:spcBef>
              <a:buSzPct val="102884"/>
              <a:buBlip>
                <a:blip r:embed="rId2"/>
              </a:buBlip>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Comic Sans MS"/>
              </a:rPr>
              <a:t>All PASS items are aligned with the South Carolina Academic Standards.</a:t>
            </a:r>
            <a:endParaRPr b="0" lang="en-IN" sz="2400" strike="noStrike" u="none">
              <a:solidFill>
                <a:srgbClr val="000000"/>
              </a:solidFill>
              <a:effectLst/>
              <a:uFillTx/>
              <a:latin typeface="Comic Sans MS"/>
            </a:endParaRPr>
          </a:p>
          <a:p>
            <a:pPr marL="343080" indent="-343080">
              <a:spcBef>
                <a:spcPts val="601"/>
              </a:spcBef>
              <a:buSzPct val="102884"/>
              <a:buBlip>
                <a:blip r:embed="rId3"/>
              </a:buBlip>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Comic Sans MS"/>
              </a:rPr>
              <a:t>PASS consists of writing, English language arts, mathematics, science, and social studies tests.</a:t>
            </a:r>
            <a:endParaRPr b="0" lang="en-IN" sz="2400" strike="noStrike" u="none">
              <a:solidFill>
                <a:srgbClr val="000000"/>
              </a:solidFill>
              <a:effectLst/>
              <a:uFillTx/>
              <a:latin typeface="Comic Sans MS"/>
            </a:endParaRPr>
          </a:p>
          <a:p>
            <a:pPr marL="343080" indent="-343080">
              <a:spcBef>
                <a:spcPts val="601"/>
              </a:spcBef>
              <a:buSzPct val="102884"/>
              <a:buBlip>
                <a:blip r:embed="rId4"/>
              </a:buBlip>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Comic Sans MS"/>
              </a:rPr>
              <a:t>PASS tests are not timed.</a:t>
            </a:r>
            <a:endParaRPr b="0" lang="en-IN" sz="2400" strike="noStrike" u="none">
              <a:solidFill>
                <a:srgbClr val="000000"/>
              </a:solidFill>
              <a:effectLst/>
              <a:uFillTx/>
              <a:latin typeface="Comic Sans MS"/>
            </a:endParaRPr>
          </a:p>
          <a:p>
            <a:pPr marL="343080" indent="-343080">
              <a:spcBef>
                <a:spcPts val="601"/>
              </a:spcBef>
              <a:buSzPct val="102884"/>
              <a:buBlip>
                <a:blip r:embed="rId5"/>
              </a:buBlip>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Comic Sans MS"/>
              </a:rPr>
              <a:t>All PASS tests contain multiple-choice test questions.  The writing test also includes one extended-response (writing) item.</a:t>
            </a:r>
            <a:endParaRPr b="0" lang="en-IN" sz="2400" strike="noStrike" u="none">
              <a:solidFill>
                <a:srgbClr val="000000"/>
              </a:solidFill>
              <a:effectLst/>
              <a:uFillTx/>
              <a:latin typeface="Comic Sans MS"/>
            </a:endParaRPr>
          </a:p>
          <a:p>
            <a:pPr marL="343080" indent="-34308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Comic Sans MS"/>
            </a:endParaRPr>
          </a:p>
          <a:p>
            <a:pPr marL="343080" indent="0">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Comic Sans MS"/>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6" name="PlaceHolder 1"/>
          <p:cNvSpPr>
            <a:spLocks noGrp="1"/>
          </p:cNvSpPr>
          <p:nvPr>
            <p:ph type="title"/>
          </p:nvPr>
        </p:nvSpPr>
        <p:spPr>
          <a:xfrm>
            <a:off x="685440" y="151920"/>
            <a:ext cx="6870600" cy="1600200"/>
          </a:xfrm>
          <a:prstGeom prst="rect">
            <a:avLst/>
          </a:prstGeom>
          <a:noFill/>
          <a:ln w="0">
            <a:noFill/>
          </a:ln>
        </p:spPr>
        <p:txBody>
          <a:bodyPr lIns="90000" rIns="90000" tIns="46800" bIns="46800" anchor="b">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0000"/>
                </a:solidFill>
                <a:effectLst/>
                <a:uFillTx/>
                <a:latin typeface="Comic Sans MS"/>
              </a:rPr>
              <a:t>What will the questions on PASS be like?</a:t>
            </a:r>
            <a:endParaRPr b="0" lang="en-IN" sz="4400" strike="noStrike" u="none">
              <a:solidFill>
                <a:srgbClr val="000000"/>
              </a:solidFill>
              <a:effectLst/>
              <a:uFillTx/>
              <a:latin typeface="Comic Sans MS"/>
            </a:endParaRPr>
          </a:p>
        </p:txBody>
      </p:sp>
      <p:sp>
        <p:nvSpPr>
          <p:cNvPr id="97" name="PlaceHolder 2"/>
          <p:cNvSpPr>
            <a:spLocks noGrp="1"/>
          </p:cNvSpPr>
          <p:nvPr>
            <p:ph/>
          </p:nvPr>
        </p:nvSpPr>
        <p:spPr>
          <a:xfrm>
            <a:off x="685800" y="2514240"/>
            <a:ext cx="7696080" cy="2971800"/>
          </a:xfrm>
          <a:prstGeom prst="rect">
            <a:avLst/>
          </a:prstGeom>
          <a:noFill/>
          <a:ln w="0">
            <a:noFill/>
          </a:ln>
        </p:spPr>
        <p:txBody>
          <a:bodyPr lIns="90000" rIns="90000" tIns="46800" bIns="46800" anchor="t">
            <a:normAutofit/>
          </a:bodyPr>
          <a:p>
            <a:pPr marL="343080" indent="-343080">
              <a:spcBef>
                <a:spcPts val="901"/>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000000"/>
                </a:solidFill>
                <a:effectLst/>
                <a:uFillTx/>
                <a:latin typeface="Comic Sans MS"/>
              </a:rPr>
              <a:t>The following questions will be similar to questions that will be on the PASS test.  </a:t>
            </a:r>
            <a:endParaRPr b="0" lang="en-IN" sz="3600" strike="noStrike" u="none">
              <a:solidFill>
                <a:srgbClr val="000000"/>
              </a:solidFill>
              <a:effectLst/>
              <a:uFillTx/>
              <a:latin typeface="Comic Sans MS"/>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8" name=""/>
          <p:cNvSpPr/>
          <p:nvPr/>
        </p:nvSpPr>
        <p:spPr>
          <a:xfrm>
            <a:off x="152280" y="0"/>
            <a:ext cx="8153640" cy="566964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Comic Sans MS"/>
              </a:rPr>
              <a:t>English language Arts – Grade 3</a:t>
            </a:r>
            <a:endParaRPr b="0" lang="en-IN" sz="1800" strike="noStrike" u="none">
              <a:solidFill>
                <a:srgbClr val="000000"/>
              </a:solidFill>
              <a:effectLst/>
              <a:uFillTx/>
              <a:latin typeface="Arial"/>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Comic Sans MS"/>
              </a:rPr>
              <a:t>	</a:t>
            </a:r>
            <a:r>
              <a:rPr b="0" lang="en-IN" sz="2000" strike="noStrike" u="none">
                <a:solidFill>
                  <a:srgbClr val="000000"/>
                </a:solidFill>
                <a:effectLst/>
                <a:uFillTx/>
                <a:latin typeface="Comic Sans MS"/>
              </a:rPr>
              <a:t>Read the article.  Then answer the question.</a:t>
            </a:r>
            <a:r>
              <a:rPr b="0" lang="en-IN" sz="2400" strike="noStrike" u="none">
                <a:solidFill>
                  <a:srgbClr val="000000"/>
                </a:solidFill>
                <a:effectLst/>
                <a:uFillTx/>
                <a:latin typeface="Comic Sans MS"/>
              </a:rPr>
              <a:t>	</a:t>
            </a:r>
            <a:endParaRPr b="0" lang="en-IN" sz="2400" strike="noStrike" u="none">
              <a:solidFill>
                <a:srgbClr val="000000"/>
              </a:solidFill>
              <a:effectLst/>
              <a:uFillTx/>
              <a:latin typeface="Arial"/>
            </a:endParaRPr>
          </a:p>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Comic Sans MS"/>
              </a:rPr>
              <a:t>	</a:t>
            </a:r>
            <a:r>
              <a:rPr b="0" lang="en-IN" sz="2000" strike="noStrike" u="none">
                <a:solidFill>
                  <a:srgbClr val="000000"/>
                </a:solidFill>
                <a:effectLst/>
                <a:uFillTx/>
                <a:latin typeface="Comic Sans MS"/>
              </a:rPr>
              <a:t>Most people know honey comes from a hive.  But it takes a lot of work to make the sticky, sweet honey so many of us love to eat.</a:t>
            </a:r>
            <a:endParaRPr b="0" lang="en-IN" sz="2000" strike="noStrike" u="none">
              <a:solidFill>
                <a:srgbClr val="000000"/>
              </a:solidFill>
              <a:effectLst/>
              <a:uFillTx/>
              <a:latin typeface="Arial"/>
            </a:endParaRPr>
          </a:p>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Comic Sans MS"/>
              </a:rPr>
              <a:t>	</a:t>
            </a:r>
            <a:r>
              <a:rPr b="0" lang="en-IN" sz="2000" strike="noStrike" u="none">
                <a:solidFill>
                  <a:srgbClr val="000000"/>
                </a:solidFill>
                <a:effectLst/>
                <a:uFillTx/>
                <a:latin typeface="Comic Sans MS"/>
              </a:rPr>
              <a:t>Worker bees are one of three types of honeybees.  They live in a colony, or hive, with drones and a queen.  Worker bees are the smallest of these honeybees, but they do all the work!  These busy bees visit 50 to 100 flowers each day to collect nectar.  This sweet liquid produced by flowers is used to make honey.  Worker bees then feed this nectar to the queen.  They also must guard the entrance to the hive.  The bees move their wings 11,400 times a minute to keep the hive cool.  Moving their wings so fast causes the bees’ familiar buzzing sound.</a:t>
            </a:r>
            <a:endParaRPr b="0" lang="en-IN" sz="2000" strike="noStrike" u="none">
              <a:solidFill>
                <a:srgbClr val="000000"/>
              </a:solidFill>
              <a:effectLst/>
              <a:uFillTx/>
              <a:latin typeface="Arial"/>
            </a:endParaRPr>
          </a:p>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Comic Sans MS"/>
              </a:rPr>
              <a:t>	</a:t>
            </a:r>
            <a:r>
              <a:rPr b="0" lang="en-IN" sz="2000" strike="noStrike" u="none">
                <a:solidFill>
                  <a:srgbClr val="000000"/>
                </a:solidFill>
                <a:effectLst/>
                <a:uFillTx/>
                <a:latin typeface="Comic Sans MS"/>
              </a:rPr>
              <a:t>So the next time you put some honey on your toast or biscuit, think about these hard-working honeybees.</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9" name=""/>
          <p:cNvSpPr/>
          <p:nvPr/>
        </p:nvSpPr>
        <p:spPr>
          <a:xfrm>
            <a:off x="380880" y="380880"/>
            <a:ext cx="7467840" cy="4572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100" name=""/>
          <p:cNvSpPr/>
          <p:nvPr/>
        </p:nvSpPr>
        <p:spPr>
          <a:xfrm>
            <a:off x="304920" y="304920"/>
            <a:ext cx="7619760" cy="2767320"/>
          </a:xfrm>
          <a:prstGeom prst="rect">
            <a:avLst/>
          </a:prstGeom>
          <a:noFill/>
          <a:ln w="0">
            <a:noFill/>
          </a:ln>
        </p:spPr>
        <p:style>
          <a:lnRef idx="0"/>
          <a:fillRef idx="0"/>
          <a:effectRef idx="0"/>
          <a:fontRef idx="minor"/>
        </p:style>
        <p:txBody>
          <a:bodyPr lIns="90000" rIns="90000" tIns="46800" bIns="46800" anchor="t">
            <a:spAutoFit/>
          </a:bodyPr>
          <a:p>
            <a:pPr marL="343080" indent="-343080">
              <a:lnSpc>
                <a:spcPct val="100000"/>
              </a:lnSpc>
              <a:spcBef>
                <a:spcPts val="1250"/>
              </a:spcBef>
              <a:buClr>
                <a:srgbClr val="000000"/>
              </a:buClr>
              <a:buFont typeface="Comic Sans MS"/>
              <a:buAutoNum type="arabicPeriod"/>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Comic Sans MS"/>
              </a:rPr>
              <a:t>What would be the best title for this article?</a:t>
            </a:r>
            <a:endParaRPr b="0" lang="en-IN" sz="2000" strike="noStrike" u="none">
              <a:solidFill>
                <a:srgbClr val="000000"/>
              </a:solidFill>
              <a:effectLst/>
              <a:uFillTx/>
              <a:latin typeface="Arial"/>
            </a:endParaRPr>
          </a:p>
          <a:p>
            <a:pPr marL="343080" indent="-343080">
              <a:lnSpc>
                <a:spcPct val="100000"/>
              </a:lnSpc>
              <a:spcBef>
                <a:spcPts val="1250"/>
              </a:spcBef>
              <a:buClr>
                <a:srgbClr val="000000"/>
              </a:buClr>
              <a:buFont typeface="Comic Sans MS"/>
              <a:buAutoNum type="arabicPeriod"/>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Arial"/>
            </a:endParaRPr>
          </a:p>
          <a:p>
            <a:pPr marL="343080" indent="-343080">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Comic Sans MS"/>
              </a:rPr>
              <a:t>      A.  A Taste of Honey</a:t>
            </a:r>
            <a:endParaRPr b="0" lang="en-IN" sz="2000" strike="noStrike" u="none">
              <a:solidFill>
                <a:srgbClr val="000000"/>
              </a:solidFill>
              <a:effectLst/>
              <a:uFillTx/>
              <a:latin typeface="Arial"/>
            </a:endParaRPr>
          </a:p>
          <a:p>
            <a:pPr marL="343080" indent="-343080">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Comic Sans MS"/>
              </a:rPr>
              <a:t>	</a:t>
            </a:r>
            <a:r>
              <a:rPr b="0" lang="en-IN" sz="2000" strike="noStrike" u="none">
                <a:solidFill>
                  <a:srgbClr val="000000"/>
                </a:solidFill>
                <a:effectLst/>
                <a:uFillTx/>
                <a:latin typeface="Comic Sans MS"/>
              </a:rPr>
              <a:t> B.  Buzz, Buzz</a:t>
            </a:r>
            <a:endParaRPr b="0" lang="en-IN" sz="2000" strike="noStrike" u="none">
              <a:solidFill>
                <a:srgbClr val="000000"/>
              </a:solidFill>
              <a:effectLst/>
              <a:uFillTx/>
              <a:latin typeface="Arial"/>
            </a:endParaRPr>
          </a:p>
          <a:p>
            <a:pPr marL="343080" indent="-343080">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Comic Sans MS"/>
              </a:rPr>
              <a:t>	</a:t>
            </a:r>
            <a:r>
              <a:rPr b="0" lang="en-IN" sz="2000" strike="noStrike" u="none">
                <a:solidFill>
                  <a:srgbClr val="000000"/>
                </a:solidFill>
                <a:effectLst/>
                <a:uFillTx/>
                <a:latin typeface="Comic Sans MS"/>
              </a:rPr>
              <a:t> C.  Busy Bees</a:t>
            </a:r>
            <a:endParaRPr b="0" lang="en-IN" sz="2000" strike="noStrike" u="none">
              <a:solidFill>
                <a:srgbClr val="000000"/>
              </a:solidFill>
              <a:effectLst/>
              <a:uFillTx/>
              <a:latin typeface="Arial"/>
            </a:endParaRPr>
          </a:p>
          <a:p>
            <a:pPr marL="343080" indent="-343080">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Comic Sans MS"/>
              </a:rPr>
              <a:t>	</a:t>
            </a:r>
            <a:r>
              <a:rPr b="0" lang="en-IN" sz="2000" strike="noStrike" u="none">
                <a:solidFill>
                  <a:srgbClr val="000000"/>
                </a:solidFill>
                <a:effectLst/>
                <a:uFillTx/>
                <a:latin typeface="Comic Sans MS"/>
              </a:rPr>
              <a:t> D.  Fit for a Queen</a:t>
            </a:r>
            <a:endParaRPr b="0" lang="en-IN" sz="2000" strike="noStrike" u="none">
              <a:solidFill>
                <a:srgbClr val="000000"/>
              </a:solidFill>
              <a:effectLst/>
              <a:uFillTx/>
              <a:latin typeface="Arial"/>
            </a:endParaRPr>
          </a:p>
        </p:txBody>
      </p:sp>
      <p:sp>
        <p:nvSpPr>
          <p:cNvPr id="101" name=""/>
          <p:cNvSpPr/>
          <p:nvPr/>
        </p:nvSpPr>
        <p:spPr>
          <a:xfrm>
            <a:off x="762120" y="3581280"/>
            <a:ext cx="5257800" cy="4597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Comic Sans MS"/>
              </a:rPr>
              <a:t>Key = C</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2" name="PlaceHolder 1"/>
          <p:cNvSpPr>
            <a:spLocks noGrp="1"/>
          </p:cNvSpPr>
          <p:nvPr>
            <p:ph type="title"/>
          </p:nvPr>
        </p:nvSpPr>
        <p:spPr>
          <a:xfrm>
            <a:off x="685440" y="151920"/>
            <a:ext cx="6870600" cy="38124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Comic Sans MS"/>
              </a:rPr>
              <a:t>Writing – Grade 4</a:t>
            </a:r>
            <a:endParaRPr b="0" lang="en-IN" sz="2000" strike="noStrike" u="none">
              <a:solidFill>
                <a:srgbClr val="000000"/>
              </a:solidFill>
              <a:effectLst/>
              <a:uFillTx/>
              <a:latin typeface="Comic Sans MS"/>
            </a:endParaRPr>
          </a:p>
        </p:txBody>
      </p:sp>
      <p:sp>
        <p:nvSpPr>
          <p:cNvPr id="103" name=""/>
          <p:cNvSpPr/>
          <p:nvPr/>
        </p:nvSpPr>
        <p:spPr>
          <a:xfrm>
            <a:off x="380880" y="533520"/>
            <a:ext cx="7696440" cy="5620320"/>
          </a:xfrm>
          <a:prstGeom prst="rect">
            <a:avLst/>
          </a:prstGeom>
          <a:noFill/>
          <a:ln w="0">
            <a:noFill/>
          </a:ln>
        </p:spPr>
        <p:style>
          <a:lnRef idx="0"/>
          <a:fillRef idx="0"/>
          <a:effectRef idx="0"/>
          <a:fontRef idx="minor"/>
        </p:style>
        <p:txBody>
          <a:bodyPr lIns="90000" rIns="90000" tIns="46800" bIns="46800" anchor="t">
            <a:spAutoFit/>
          </a:bodyPr>
          <a:p>
            <a:pPr marL="343080" indent="-343080">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Comic Sans MS"/>
              </a:rPr>
              <a:t>What is the correct way to write this sentence?</a:t>
            </a:r>
            <a:endParaRPr b="0" lang="en-IN" sz="2000" strike="noStrike" u="none">
              <a:solidFill>
                <a:srgbClr val="000000"/>
              </a:solidFill>
              <a:effectLst/>
              <a:uFillTx/>
              <a:latin typeface="Arial"/>
            </a:endParaRPr>
          </a:p>
          <a:p>
            <a:pPr marL="343080" indent="-343080">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Comic Sans MS"/>
              </a:rPr>
              <a:t>	</a:t>
            </a:r>
            <a:r>
              <a:rPr b="0" lang="en-US" sz="2000" strike="noStrike" u="none">
                <a:solidFill>
                  <a:srgbClr val="000000"/>
                </a:solidFill>
                <a:effectLst/>
                <a:uFillTx/>
                <a:latin typeface="Comic Sans MS"/>
              </a:rPr>
              <a:t>A.  If you were to ask everyone to identify a few of their favorite American athletes, Michael Jordan’s name would surely be on the list.</a:t>
            </a:r>
            <a:endParaRPr b="0" lang="en-IN" sz="2000" strike="noStrike" u="none">
              <a:solidFill>
                <a:srgbClr val="000000"/>
              </a:solidFill>
              <a:effectLst/>
              <a:uFillTx/>
              <a:latin typeface="Arial"/>
            </a:endParaRPr>
          </a:p>
          <a:p>
            <a:pPr marL="343080" indent="-343080">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Comic Sans MS"/>
              </a:rPr>
              <a:t>	</a:t>
            </a:r>
            <a:r>
              <a:rPr b="0" lang="en-US" sz="2000" strike="noStrike" u="none">
                <a:solidFill>
                  <a:srgbClr val="000000"/>
                </a:solidFill>
                <a:effectLst/>
                <a:uFillTx/>
                <a:latin typeface="Comic Sans MS"/>
              </a:rPr>
              <a:t>B.  If you were to ask everyone to identify a few of his favorite American athletes, Michael Jordans’ name would surely be on the list.</a:t>
            </a:r>
            <a:endParaRPr b="0" lang="en-IN" sz="2000" strike="noStrike" u="none">
              <a:solidFill>
                <a:srgbClr val="000000"/>
              </a:solidFill>
              <a:effectLst/>
              <a:uFillTx/>
              <a:latin typeface="Arial"/>
            </a:endParaRPr>
          </a:p>
          <a:p>
            <a:pPr marL="343080" indent="-343080">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Comic Sans MS"/>
              </a:rPr>
              <a:t>	</a:t>
            </a:r>
            <a:r>
              <a:rPr b="0" lang="en-US" sz="2000" strike="noStrike" u="none">
                <a:solidFill>
                  <a:srgbClr val="000000"/>
                </a:solidFill>
                <a:effectLst/>
                <a:uFillTx/>
                <a:latin typeface="Comic Sans MS"/>
              </a:rPr>
              <a:t>C.  If you were to ask everyone to identify a few of their favorite American athletes, Michael Jordans’ name would surely be on the list.</a:t>
            </a:r>
            <a:endParaRPr b="0" lang="en-IN" sz="2000" strike="noStrike" u="none">
              <a:solidFill>
                <a:srgbClr val="000000"/>
              </a:solidFill>
              <a:effectLst/>
              <a:uFillTx/>
              <a:latin typeface="Arial"/>
            </a:endParaRPr>
          </a:p>
          <a:p>
            <a:pPr marL="343080" indent="-343080">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Comic Sans MS"/>
              </a:rPr>
              <a:t>	</a:t>
            </a:r>
            <a:r>
              <a:rPr b="0" lang="en-US" sz="2000" strike="noStrike" u="none">
                <a:solidFill>
                  <a:srgbClr val="000000"/>
                </a:solidFill>
                <a:effectLst/>
                <a:uFillTx/>
                <a:latin typeface="Comic Sans MS"/>
              </a:rPr>
              <a:t>D.  If you were to ask everyone to identify a few of his favorite American athletes, Michael Jordan’s name would surely be on the list.</a:t>
            </a:r>
            <a:endParaRPr b="0" lang="en-IN" sz="2000" strike="noStrike" u="none">
              <a:solidFill>
                <a:srgbClr val="000000"/>
              </a:solidFill>
              <a:effectLst/>
              <a:uFillTx/>
              <a:latin typeface="Arial"/>
            </a:endParaRPr>
          </a:p>
          <a:p>
            <a:pPr marL="343080" indent="-343080">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Comic Sans MS"/>
              </a:rPr>
              <a:t>	</a:t>
            </a:r>
            <a:r>
              <a:rPr b="0" lang="en-US" sz="2000" strike="noStrike" u="none">
                <a:solidFill>
                  <a:srgbClr val="000000"/>
                </a:solidFill>
                <a:effectLst/>
                <a:uFillTx/>
                <a:latin typeface="Comic Sans MS"/>
              </a:rPr>
              <a:t>	</a:t>
            </a:r>
            <a:r>
              <a:rPr b="0" lang="en-US" sz="2000" strike="noStrike" u="none">
                <a:solidFill>
                  <a:srgbClr val="000000"/>
                </a:solidFill>
                <a:effectLst/>
                <a:uFillTx/>
                <a:latin typeface="Comic Sans MS"/>
              </a:rPr>
              <a:t>	</a:t>
            </a:r>
            <a:r>
              <a:rPr b="0" lang="en-US" sz="2000" strike="noStrike" u="none">
                <a:solidFill>
                  <a:srgbClr val="000000"/>
                </a:solidFill>
                <a:effectLst/>
                <a:uFillTx/>
                <a:latin typeface="Comic Sans MS"/>
              </a:rPr>
              <a:t>Key = D</a:t>
            </a:r>
            <a:endParaRPr b="0" lang="en-IN" sz="2000" strike="noStrike" u="none">
              <a:solidFill>
                <a:srgbClr val="000000"/>
              </a:solidFill>
              <a:effectLst/>
              <a:uFillTx/>
              <a:latin typeface="Arial"/>
            </a:endParaRPr>
          </a:p>
          <a:p>
            <a:pPr marL="343080" indent="-343080">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04" name="" descr=""/>
          <p:cNvPicPr/>
          <p:nvPr/>
        </p:nvPicPr>
        <p:blipFill>
          <a:blip r:embed="rId1"/>
          <a:stretch/>
        </p:blipFill>
        <p:spPr>
          <a:xfrm>
            <a:off x="2678040" y="1219320"/>
            <a:ext cx="3786120" cy="4495680"/>
          </a:xfrm>
          <a:prstGeom prst="rect">
            <a:avLst/>
          </a:prstGeom>
          <a:noFill/>
          <a:ln w="0">
            <a:noFill/>
          </a:ln>
        </p:spPr>
      </p:pic>
      <p:sp>
        <p:nvSpPr>
          <p:cNvPr id="105" name=""/>
          <p:cNvSpPr/>
          <p:nvPr/>
        </p:nvSpPr>
        <p:spPr>
          <a:xfrm>
            <a:off x="457200" y="304920"/>
            <a:ext cx="6705720" cy="3988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Comic Sans MS"/>
              </a:rPr>
              <a:t>Mathematics – Grade 5</a:t>
            </a:r>
            <a:endParaRPr b="0" lang="en-IN" sz="2000" strike="noStrike" u="none">
              <a:solidFill>
                <a:srgbClr val="000000"/>
              </a:solidFill>
              <a:effectLst/>
              <a:uFillTx/>
              <a:latin typeface="Arial"/>
            </a:endParaRPr>
          </a:p>
        </p:txBody>
      </p:sp>
      <p:sp>
        <p:nvSpPr>
          <p:cNvPr id="106" name=""/>
          <p:cNvSpPr/>
          <p:nvPr/>
        </p:nvSpPr>
        <p:spPr>
          <a:xfrm>
            <a:off x="533520" y="152280"/>
            <a:ext cx="6933960" cy="4572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107" name=""/>
          <p:cNvSpPr/>
          <p:nvPr/>
        </p:nvSpPr>
        <p:spPr>
          <a:xfrm>
            <a:off x="2590920" y="6095880"/>
            <a:ext cx="4647960" cy="3988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Comic Sans MS"/>
              </a:rPr>
              <a:t>Key = D</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08" name="" descr=""/>
          <p:cNvPicPr/>
          <p:nvPr/>
        </p:nvPicPr>
        <p:blipFill>
          <a:blip r:embed="rId1"/>
          <a:stretch/>
        </p:blipFill>
        <p:spPr>
          <a:xfrm>
            <a:off x="295200" y="1198440"/>
            <a:ext cx="8010720" cy="4287960"/>
          </a:xfrm>
          <a:prstGeom prst="rect">
            <a:avLst/>
          </a:prstGeom>
          <a:noFill/>
          <a:ln w="0">
            <a:noFill/>
          </a:ln>
        </p:spPr>
      </p:pic>
      <p:sp>
        <p:nvSpPr>
          <p:cNvPr id="109" name=""/>
          <p:cNvSpPr/>
          <p:nvPr/>
        </p:nvSpPr>
        <p:spPr>
          <a:xfrm>
            <a:off x="533520" y="304920"/>
            <a:ext cx="6172200" cy="3988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Comic Sans MS"/>
              </a:rPr>
              <a:t>Science – Grade 4</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10" name="" descr=""/>
          <p:cNvPicPr/>
          <p:nvPr/>
        </p:nvPicPr>
        <p:blipFill>
          <a:blip r:embed="rId1"/>
          <a:stretch/>
        </p:blipFill>
        <p:spPr>
          <a:xfrm>
            <a:off x="1905120" y="1035000"/>
            <a:ext cx="5029200" cy="4514760"/>
          </a:xfrm>
          <a:prstGeom prst="rect">
            <a:avLst/>
          </a:prstGeom>
          <a:noFill/>
          <a:ln w="0">
            <a:noFill/>
          </a:ln>
        </p:spPr>
      </p:pic>
      <p:sp>
        <p:nvSpPr>
          <p:cNvPr id="111" name=""/>
          <p:cNvSpPr/>
          <p:nvPr/>
        </p:nvSpPr>
        <p:spPr>
          <a:xfrm>
            <a:off x="914400" y="228600"/>
            <a:ext cx="6019920" cy="3988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Comic Sans MS"/>
              </a:rPr>
              <a:t>Social Studies – Grade 4</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2" name="PlaceHolder 1"/>
          <p:cNvSpPr>
            <a:spLocks noGrp="1"/>
          </p:cNvSpPr>
          <p:nvPr>
            <p:ph type="title"/>
          </p:nvPr>
        </p:nvSpPr>
        <p:spPr>
          <a:xfrm>
            <a:off x="685440" y="152280"/>
            <a:ext cx="6870600" cy="914400"/>
          </a:xfrm>
          <a:prstGeom prst="rect">
            <a:avLst/>
          </a:prstGeom>
          <a:noFill/>
          <a:ln w="0">
            <a:noFill/>
          </a:ln>
        </p:spPr>
        <p:txBody>
          <a:bodyPr lIns="90000" rIns="90000" tIns="46800" bIns="46800" anchor="b">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Comic Sans MS"/>
              </a:rPr>
              <a:t>What will the PASS test look like?</a:t>
            </a:r>
            <a:endParaRPr b="0" lang="en-IN" sz="3200" strike="noStrike" u="none">
              <a:solidFill>
                <a:srgbClr val="000000"/>
              </a:solidFill>
              <a:effectLst/>
              <a:uFillTx/>
              <a:latin typeface="Comic Sans MS"/>
            </a:endParaRPr>
          </a:p>
        </p:txBody>
      </p:sp>
      <p:sp>
        <p:nvSpPr>
          <p:cNvPr id="113" name="PlaceHolder 2"/>
          <p:cNvSpPr>
            <a:spLocks noGrp="1"/>
          </p:cNvSpPr>
          <p:nvPr>
            <p:ph/>
          </p:nvPr>
        </p:nvSpPr>
        <p:spPr>
          <a:xfrm>
            <a:off x="685800" y="1828800"/>
            <a:ext cx="7696080" cy="3657600"/>
          </a:xfrm>
          <a:prstGeom prst="rect">
            <a:avLst/>
          </a:prstGeom>
          <a:noFill/>
          <a:ln w="0">
            <a:noFill/>
          </a:ln>
        </p:spPr>
        <p:txBody>
          <a:bodyPr lIns="90000" rIns="90000" tIns="46800" bIns="46800" anchor="t">
            <a:normAutofit/>
          </a:bodyPr>
          <a:p>
            <a:pPr marL="343080" indent="-343080">
              <a:lnSpc>
                <a:spcPct val="80000"/>
              </a:lnSpc>
              <a:spcBef>
                <a:spcPts val="700"/>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Comic Sans MS"/>
              </a:rPr>
              <a:t>The test booklet will look very similar to the one from last year.</a:t>
            </a:r>
            <a:endParaRPr b="0" lang="en-IN" sz="2800" strike="noStrike" u="none">
              <a:solidFill>
                <a:srgbClr val="000000"/>
              </a:solidFill>
              <a:effectLst/>
              <a:uFillTx/>
              <a:latin typeface="Comic Sans MS"/>
            </a:endParaRPr>
          </a:p>
          <a:p>
            <a:pPr marL="343080" indent="-343080">
              <a:lnSpc>
                <a:spcPct val="80000"/>
              </a:lnSpc>
              <a:spcBef>
                <a:spcPts val="700"/>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Comic Sans MS"/>
              </a:rPr>
              <a:t>This year instead of marking your answers  in your test booklet, you will mark your answer on an answer sheet.</a:t>
            </a:r>
            <a:endParaRPr b="0" lang="en-IN" sz="2800" strike="noStrike" u="none">
              <a:solidFill>
                <a:srgbClr val="000000"/>
              </a:solidFill>
              <a:effectLst/>
              <a:uFillTx/>
              <a:latin typeface="Comic Sans MS"/>
            </a:endParaRPr>
          </a:p>
          <a:p>
            <a:pPr marL="343080" indent="-343080">
              <a:lnSpc>
                <a:spcPct val="80000"/>
              </a:lnSpc>
              <a:spcBef>
                <a:spcPts val="700"/>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Comic Sans MS"/>
              </a:rPr>
              <a:t>Double check to make sure that the number in your test booklet is also the same number as the one you are marking on your answer sheet.</a:t>
            </a:r>
            <a:endParaRPr b="0" lang="en-IN" sz="2800" strike="noStrike" u="none">
              <a:solidFill>
                <a:srgbClr val="000000"/>
              </a:solidFill>
              <a:effectLst/>
              <a:uFillTx/>
              <a:latin typeface="Comic Sans MS"/>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14" name="" descr=""/>
          <p:cNvPicPr/>
          <p:nvPr/>
        </p:nvPicPr>
        <p:blipFill>
          <a:blip r:embed="rId1"/>
          <a:stretch/>
        </p:blipFill>
        <p:spPr>
          <a:xfrm>
            <a:off x="2362320" y="152280"/>
            <a:ext cx="5333760" cy="6553440"/>
          </a:xfrm>
          <a:prstGeom prst="rect">
            <a:avLst/>
          </a:prstGeom>
          <a:noFill/>
          <a:ln w="9360">
            <a:solidFill>
              <a:srgbClr val="000000"/>
            </a:solidFill>
            <a:miter/>
          </a:ln>
        </p:spPr>
      </p:pic>
      <p:sp>
        <p:nvSpPr>
          <p:cNvPr id="115" name=""/>
          <p:cNvSpPr/>
          <p:nvPr/>
        </p:nvSpPr>
        <p:spPr>
          <a:xfrm>
            <a:off x="228600" y="533520"/>
            <a:ext cx="1752480" cy="20142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Comic Sans MS"/>
              </a:rPr>
              <a:t>Your answer sheet will look similar to this.  The number of questions will vary from test to test.</a:t>
            </a:r>
            <a:endParaRPr b="0" lang="en-IN" sz="1800" strike="noStrike" u="none">
              <a:solidFill>
                <a:srgbClr val="000000"/>
              </a:solidFill>
              <a:effectLst/>
              <a:uFillTx/>
              <a:latin typeface="Arial"/>
            </a:endParaRPr>
          </a:p>
        </p:txBody>
      </p:sp>
      <p:sp>
        <p:nvSpPr>
          <p:cNvPr id="116" name=""/>
          <p:cNvSpPr/>
          <p:nvPr/>
        </p:nvSpPr>
        <p:spPr>
          <a:xfrm>
            <a:off x="4191120" y="152280"/>
            <a:ext cx="1295280" cy="457200"/>
          </a:xfrm>
          <a:prstGeom prst="rect">
            <a:avLst/>
          </a:prstGeom>
          <a:solidFill>
            <a:srgbClr val="ffffff"/>
          </a:solidFill>
          <a:ln w="0">
            <a:noFill/>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7" name="PlaceHolder 1"/>
          <p:cNvSpPr>
            <a:spLocks noGrp="1"/>
          </p:cNvSpPr>
          <p:nvPr>
            <p:ph type="title"/>
          </p:nvPr>
        </p:nvSpPr>
        <p:spPr>
          <a:xfrm>
            <a:off x="685440" y="151920"/>
            <a:ext cx="6870600" cy="838440"/>
          </a:xfrm>
          <a:prstGeom prst="rect">
            <a:avLst/>
          </a:prstGeom>
          <a:noFill/>
          <a:ln w="0">
            <a:noFill/>
          </a:ln>
        </p:spPr>
        <p:txBody>
          <a:bodyPr lIns="90000" rIns="90000" tIns="46800" bIns="46800" anchor="b">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Comic Sans MS"/>
              </a:rPr>
              <a:t>Important Test-Taking Hints</a:t>
            </a:r>
            <a:endParaRPr b="0" lang="en-IN" sz="2400" strike="noStrike" u="none">
              <a:solidFill>
                <a:srgbClr val="000000"/>
              </a:solidFill>
              <a:effectLst/>
              <a:uFillTx/>
              <a:latin typeface="Comic Sans MS"/>
            </a:endParaRPr>
          </a:p>
        </p:txBody>
      </p:sp>
      <p:sp>
        <p:nvSpPr>
          <p:cNvPr id="118" name="PlaceHolder 2"/>
          <p:cNvSpPr>
            <a:spLocks noGrp="1"/>
          </p:cNvSpPr>
          <p:nvPr>
            <p:ph/>
          </p:nvPr>
        </p:nvSpPr>
        <p:spPr>
          <a:xfrm>
            <a:off x="685800" y="1295280"/>
            <a:ext cx="3772080" cy="4191120"/>
          </a:xfrm>
          <a:prstGeom prst="rect">
            <a:avLst/>
          </a:prstGeom>
          <a:noFill/>
          <a:ln w="0">
            <a:noFill/>
          </a:ln>
        </p:spPr>
        <p:txBody>
          <a:bodyPr lIns="90000" rIns="90000" tIns="46800" bIns="46800" anchor="t">
            <a:normAutofit/>
          </a:bodyPr>
          <a:p>
            <a:pPr marL="343080" indent="-34308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sng">
                <a:solidFill>
                  <a:srgbClr val="000000"/>
                </a:solidFill>
                <a:effectLst/>
                <a:uFillTx/>
                <a:latin typeface="Comic Sans MS"/>
              </a:rPr>
              <a:t>Do’s:</a:t>
            </a:r>
            <a:endParaRPr b="0" lang="en-IN" sz="2400" strike="noStrike" u="none">
              <a:solidFill>
                <a:srgbClr val="000000"/>
              </a:solidFill>
              <a:effectLst/>
              <a:uFillTx/>
              <a:latin typeface="Comic Sans MS"/>
            </a:endParaRPr>
          </a:p>
          <a:p>
            <a:pPr marL="343080" indent="-343080">
              <a:spcBef>
                <a:spcPts val="601"/>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Comic Sans MS"/>
              </a:rPr>
              <a:t>Stay calm and focus on doing your best</a:t>
            </a:r>
            <a:endParaRPr b="0" lang="en-IN" sz="2400" strike="noStrike" u="none">
              <a:solidFill>
                <a:srgbClr val="000000"/>
              </a:solidFill>
              <a:effectLst/>
              <a:uFillTx/>
              <a:latin typeface="Comic Sans MS"/>
            </a:endParaRPr>
          </a:p>
          <a:p>
            <a:pPr marL="343080" indent="-343080">
              <a:spcBef>
                <a:spcPts val="601"/>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Comic Sans MS"/>
              </a:rPr>
              <a:t>Read each question carefully</a:t>
            </a:r>
            <a:r>
              <a:rPr b="0" lang="en-IN" sz="2400" strike="noStrike" u="none">
                <a:solidFill>
                  <a:srgbClr val="000000"/>
                </a:solidFill>
                <a:effectLst/>
                <a:uFillTx/>
                <a:latin typeface="Comic Sans MS"/>
              </a:rPr>
              <a:t>	</a:t>
            </a:r>
            <a:endParaRPr b="0" lang="en-IN" sz="2400" strike="noStrike" u="none">
              <a:solidFill>
                <a:srgbClr val="000000"/>
              </a:solidFill>
              <a:effectLst/>
              <a:uFillTx/>
              <a:latin typeface="Comic Sans MS"/>
            </a:endParaRPr>
          </a:p>
          <a:p>
            <a:pPr marL="343080" indent="-343080">
              <a:spcBef>
                <a:spcPts val="601"/>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Comic Sans MS"/>
              </a:rPr>
              <a:t>Check to make sure you answered all questions</a:t>
            </a:r>
            <a:endParaRPr b="0" lang="en-IN" sz="2400" strike="noStrike" u="none">
              <a:solidFill>
                <a:srgbClr val="000000"/>
              </a:solidFill>
              <a:effectLst/>
              <a:uFillTx/>
              <a:latin typeface="Comic Sans MS"/>
            </a:endParaRPr>
          </a:p>
          <a:p>
            <a:pPr marL="343080" indent="-343080">
              <a:spcBef>
                <a:spcPts val="601"/>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Comic Sans MS"/>
              </a:rPr>
              <a:t>Check for careless mistakes</a:t>
            </a:r>
            <a:r>
              <a:rPr b="0" lang="en-IN" sz="2400" strike="noStrike" u="none">
                <a:solidFill>
                  <a:srgbClr val="000000"/>
                </a:solidFill>
                <a:effectLst/>
                <a:uFillTx/>
                <a:latin typeface="Comic Sans MS"/>
              </a:rPr>
              <a:t>	</a:t>
            </a:r>
            <a:r>
              <a:rPr b="0" lang="en-IN" sz="2400" strike="noStrike" u="none">
                <a:solidFill>
                  <a:srgbClr val="000000"/>
                </a:solidFill>
                <a:effectLst/>
                <a:uFillTx/>
                <a:latin typeface="Comic Sans MS"/>
              </a:rPr>
              <a:t>	</a:t>
            </a:r>
            <a:endParaRPr b="0" lang="en-IN" sz="2400" strike="noStrike" u="none">
              <a:solidFill>
                <a:srgbClr val="000000"/>
              </a:solidFill>
              <a:effectLst/>
              <a:uFillTx/>
              <a:latin typeface="Comic Sans MS"/>
            </a:endParaRPr>
          </a:p>
          <a:p>
            <a:pPr marL="343080" indent="0">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Comic Sans MS"/>
            </a:endParaRPr>
          </a:p>
        </p:txBody>
      </p:sp>
      <p:sp>
        <p:nvSpPr>
          <p:cNvPr id="119" name="PlaceHolder 3"/>
          <p:cNvSpPr>
            <a:spLocks noGrp="1"/>
          </p:cNvSpPr>
          <p:nvPr>
            <p:ph/>
          </p:nvPr>
        </p:nvSpPr>
        <p:spPr>
          <a:xfrm>
            <a:off x="4609800" y="1295280"/>
            <a:ext cx="3771720" cy="4191120"/>
          </a:xfrm>
          <a:prstGeom prst="rect">
            <a:avLst/>
          </a:prstGeom>
          <a:noFill/>
          <a:ln w="0">
            <a:noFill/>
          </a:ln>
        </p:spPr>
        <p:txBody>
          <a:bodyPr lIns="90000" rIns="90000" tIns="46800" bIns="46800" anchor="t">
            <a:normAutofit/>
          </a:bodyPr>
          <a:p>
            <a:pPr marL="343080" indent="0">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Comic Sans MS"/>
            </a:endParaRPr>
          </a:p>
          <a:p>
            <a:pPr marL="343080" indent="-343080">
              <a:spcBef>
                <a:spcPts val="601"/>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Comic Sans MS"/>
              </a:rPr>
              <a:t>Get a good nights sleep</a:t>
            </a:r>
            <a:endParaRPr b="0" lang="en-IN" sz="2400" strike="noStrike" u="none">
              <a:solidFill>
                <a:srgbClr val="000000"/>
              </a:solidFill>
              <a:effectLst/>
              <a:uFillTx/>
              <a:latin typeface="Comic Sans MS"/>
            </a:endParaRPr>
          </a:p>
          <a:p>
            <a:pPr marL="343080" indent="-343080">
              <a:spcBef>
                <a:spcPts val="601"/>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Comic Sans MS"/>
              </a:rPr>
              <a:t>Eat a good breakfast</a:t>
            </a:r>
            <a:endParaRPr b="0" lang="en-IN" sz="2400" strike="noStrike" u="none">
              <a:solidFill>
                <a:srgbClr val="000000"/>
              </a:solidFill>
              <a:effectLst/>
              <a:uFillTx/>
              <a:latin typeface="Comic Sans MS"/>
            </a:endParaRPr>
          </a:p>
          <a:p>
            <a:pPr marL="343080" indent="-343080">
              <a:spcBef>
                <a:spcPts val="601"/>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sng">
                <a:solidFill>
                  <a:srgbClr val="000000"/>
                </a:solidFill>
                <a:effectLst/>
                <a:uFillTx/>
                <a:latin typeface="Comic Sans MS"/>
              </a:rPr>
              <a:t>Don’ts:</a:t>
            </a:r>
            <a:endParaRPr b="0" lang="en-IN" sz="2400" strike="noStrike" u="none">
              <a:solidFill>
                <a:srgbClr val="000000"/>
              </a:solidFill>
              <a:effectLst/>
              <a:uFillTx/>
              <a:latin typeface="Comic Sans MS"/>
            </a:endParaRPr>
          </a:p>
          <a:p>
            <a:pPr marL="343080" indent="-343080">
              <a:spcBef>
                <a:spcPts val="601"/>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Comic Sans MS"/>
              </a:rPr>
              <a:t>Be upset if you don’t know every answer</a:t>
            </a:r>
            <a:endParaRPr b="0" lang="en-IN" sz="2400" strike="noStrike" u="none">
              <a:solidFill>
                <a:srgbClr val="000000"/>
              </a:solidFill>
              <a:effectLst/>
              <a:uFillTx/>
              <a:latin typeface="Comic Sans MS"/>
            </a:endParaRPr>
          </a:p>
          <a:p>
            <a:pPr marL="343080" indent="-343080">
              <a:spcBef>
                <a:spcPts val="601"/>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Comic Sans MS"/>
              </a:rPr>
              <a:t>Rush through the test</a:t>
            </a:r>
            <a:r>
              <a:rPr b="0" lang="en-IN" sz="2400" strike="noStrike" u="none">
                <a:solidFill>
                  <a:srgbClr val="000000"/>
                </a:solidFill>
                <a:effectLst/>
                <a:uFillTx/>
                <a:latin typeface="Comic Sans MS"/>
              </a:rPr>
              <a:t>	</a:t>
            </a:r>
            <a:endParaRPr b="0" lang="en-IN" sz="2400" strike="noStrike" u="none">
              <a:solidFill>
                <a:srgbClr val="000000"/>
              </a:solidFill>
              <a:effectLst/>
              <a:uFillTx/>
              <a:latin typeface="Comic Sans MS"/>
            </a:endParaRPr>
          </a:p>
          <a:p>
            <a:pPr marL="343080" indent="0">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Comic Sans MS"/>
            </a:endParaRPr>
          </a:p>
          <a:p>
            <a:pPr marL="343080" indent="0">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Comic Sans MS"/>
            </a:endParaRPr>
          </a:p>
          <a:p>
            <a:pPr marL="343080" indent="0">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Comic Sans MS"/>
            </a:endParaRPr>
          </a:p>
          <a:p>
            <a:pPr marL="343080" indent="-34308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Comic Sans MS"/>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0" name="PlaceHolder 1"/>
          <p:cNvSpPr>
            <a:spLocks noGrp="1"/>
          </p:cNvSpPr>
          <p:nvPr>
            <p:ph type="title"/>
          </p:nvPr>
        </p:nvSpPr>
        <p:spPr>
          <a:xfrm>
            <a:off x="685440" y="151920"/>
            <a:ext cx="6870600" cy="1600200"/>
          </a:xfrm>
          <a:prstGeom prst="rect">
            <a:avLst/>
          </a:prstGeom>
          <a:noFill/>
          <a:ln w="0">
            <a:noFill/>
          </a:ln>
        </p:spPr>
        <p:txBody>
          <a:bodyPr lIns="90000" rIns="90000" tIns="46800" bIns="46800" anchor="b">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0000"/>
                </a:solidFill>
                <a:effectLst/>
                <a:uFillTx/>
                <a:latin typeface="Comic Sans MS"/>
              </a:rPr>
              <a:t>When will the PASS test be given?</a:t>
            </a:r>
            <a:endParaRPr b="0" lang="en-IN" sz="4400" strike="noStrike" u="none">
              <a:solidFill>
                <a:srgbClr val="000000"/>
              </a:solidFill>
              <a:effectLst/>
              <a:uFillTx/>
              <a:latin typeface="Comic Sans MS"/>
            </a:endParaRPr>
          </a:p>
        </p:txBody>
      </p:sp>
      <p:sp>
        <p:nvSpPr>
          <p:cNvPr id="121" name="PlaceHolder 2"/>
          <p:cNvSpPr>
            <a:spLocks noGrp="1"/>
          </p:cNvSpPr>
          <p:nvPr>
            <p:ph/>
          </p:nvPr>
        </p:nvSpPr>
        <p:spPr>
          <a:xfrm>
            <a:off x="685800" y="1828800"/>
            <a:ext cx="3772080" cy="3657600"/>
          </a:xfrm>
          <a:prstGeom prst="rect">
            <a:avLst/>
          </a:prstGeom>
          <a:noFill/>
          <a:ln w="0">
            <a:noFill/>
          </a:ln>
        </p:spPr>
        <p:txBody>
          <a:bodyPr lIns="90000" rIns="90000" tIns="46800" bIns="46800" anchor="t">
            <a:normAutofit/>
          </a:bodyPr>
          <a:p>
            <a:pPr marL="343080" indent="-343080">
              <a:spcBef>
                <a:spcPts val="499"/>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Comic Sans MS"/>
              </a:rPr>
              <a:t>May 12 (Tuesday)</a:t>
            </a:r>
            <a:endParaRPr b="0" lang="en-IN" sz="2000" strike="noStrike" u="none">
              <a:solidFill>
                <a:srgbClr val="000000"/>
              </a:solidFill>
              <a:effectLst/>
              <a:uFillTx/>
              <a:latin typeface="Comic Sans MS"/>
            </a:endParaRPr>
          </a:p>
          <a:p>
            <a:pPr marL="343080" indent="0">
              <a:spcBef>
                <a:spcPts val="4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Comic Sans MS"/>
            </a:endParaRPr>
          </a:p>
          <a:p>
            <a:pPr marL="343080" indent="-343080">
              <a:spcBef>
                <a:spcPts val="499"/>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Comic Sans MS"/>
              </a:rPr>
              <a:t>May 13 (Wednesday)</a:t>
            </a:r>
            <a:endParaRPr b="0" lang="en-IN" sz="2000" strike="noStrike" u="none">
              <a:solidFill>
                <a:srgbClr val="000000"/>
              </a:solidFill>
              <a:effectLst/>
              <a:uFillTx/>
              <a:latin typeface="Comic Sans MS"/>
            </a:endParaRPr>
          </a:p>
          <a:p>
            <a:pPr marL="343080" indent="0">
              <a:spcBef>
                <a:spcPts val="4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Comic Sans MS"/>
            </a:endParaRPr>
          </a:p>
          <a:p>
            <a:pPr marL="343080" indent="-343080">
              <a:spcBef>
                <a:spcPts val="499"/>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Comic Sans MS"/>
              </a:rPr>
              <a:t>May 14 (Thursday)</a:t>
            </a:r>
            <a:r>
              <a:rPr b="0" lang="en-IN" sz="2000" strike="noStrike" u="none">
                <a:solidFill>
                  <a:srgbClr val="000000"/>
                </a:solidFill>
                <a:effectLst/>
                <a:uFillTx/>
                <a:latin typeface="Comic Sans MS"/>
              </a:rPr>
              <a:t>	</a:t>
            </a:r>
            <a:endParaRPr b="0" lang="en-IN" sz="2000" strike="noStrike" u="none">
              <a:solidFill>
                <a:srgbClr val="000000"/>
              </a:solidFill>
              <a:effectLst/>
              <a:uFillTx/>
              <a:latin typeface="Comic Sans MS"/>
            </a:endParaRPr>
          </a:p>
          <a:p>
            <a:pPr marL="343080" indent="-343080">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Comic Sans MS"/>
            </a:endParaRPr>
          </a:p>
          <a:p>
            <a:pPr marL="343080" indent="-343080">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Comic Sans MS"/>
              </a:rPr>
              <a:t>	</a:t>
            </a:r>
            <a:r>
              <a:rPr b="0" lang="en-IN" sz="2000" strike="noStrike" u="none">
                <a:solidFill>
                  <a:srgbClr val="000000"/>
                </a:solidFill>
                <a:effectLst/>
                <a:uFillTx/>
                <a:latin typeface="Comic Sans MS"/>
              </a:rPr>
              <a:t>May 15 (Friday)</a:t>
            </a:r>
            <a:endParaRPr b="0" lang="en-IN" sz="2000" strike="noStrike" u="none">
              <a:solidFill>
                <a:srgbClr val="000000"/>
              </a:solidFill>
              <a:effectLst/>
              <a:uFillTx/>
              <a:latin typeface="Comic Sans MS"/>
            </a:endParaRPr>
          </a:p>
        </p:txBody>
      </p:sp>
      <p:sp>
        <p:nvSpPr>
          <p:cNvPr id="122" name="PlaceHolder 3"/>
          <p:cNvSpPr>
            <a:spLocks noGrp="1"/>
          </p:cNvSpPr>
          <p:nvPr>
            <p:ph/>
          </p:nvPr>
        </p:nvSpPr>
        <p:spPr>
          <a:xfrm>
            <a:off x="4609800" y="1828800"/>
            <a:ext cx="3771720" cy="3657600"/>
          </a:xfrm>
          <a:prstGeom prst="rect">
            <a:avLst/>
          </a:prstGeom>
          <a:noFill/>
          <a:ln w="0">
            <a:noFill/>
          </a:ln>
        </p:spPr>
        <p:txBody>
          <a:bodyPr lIns="90000" rIns="90000" tIns="46800" bIns="46800" anchor="t">
            <a:normAutofit/>
          </a:bodyPr>
          <a:p>
            <a:pPr marL="343080" indent="-343080">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Comic Sans MS"/>
              </a:rPr>
              <a:t>ELA (Reading and Research)</a:t>
            </a:r>
            <a:endParaRPr b="0" lang="en-IN" sz="2000" strike="noStrike" u="none">
              <a:solidFill>
                <a:srgbClr val="000000"/>
              </a:solidFill>
              <a:effectLst/>
              <a:uFillTx/>
              <a:latin typeface="Comic Sans MS"/>
            </a:endParaRPr>
          </a:p>
          <a:p>
            <a:pPr marL="343080" indent="-343080">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Comic Sans MS"/>
            </a:endParaRPr>
          </a:p>
          <a:p>
            <a:pPr marL="343080" indent="-343080">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Comic Sans MS"/>
              </a:rPr>
              <a:t>Mathematics</a:t>
            </a:r>
            <a:endParaRPr b="0" lang="en-IN" sz="2000" strike="noStrike" u="none">
              <a:solidFill>
                <a:srgbClr val="000000"/>
              </a:solidFill>
              <a:effectLst/>
              <a:uFillTx/>
              <a:latin typeface="Comic Sans MS"/>
            </a:endParaRPr>
          </a:p>
          <a:p>
            <a:pPr marL="343080" indent="-343080">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Comic Sans MS"/>
            </a:endParaRPr>
          </a:p>
          <a:p>
            <a:pPr marL="343080" indent="-343080">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Comic Sans MS"/>
              </a:rPr>
              <a:t>Science or Social Studies*</a:t>
            </a:r>
            <a:endParaRPr b="0" lang="en-IN" sz="2000" strike="noStrike" u="none">
              <a:solidFill>
                <a:srgbClr val="000000"/>
              </a:solidFill>
              <a:effectLst/>
              <a:uFillTx/>
              <a:latin typeface="Comic Sans MS"/>
            </a:endParaRPr>
          </a:p>
          <a:p>
            <a:pPr marL="343080" indent="-343080">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Comic Sans MS"/>
            </a:endParaRPr>
          </a:p>
          <a:p>
            <a:pPr marL="343080" indent="-343080">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Comic Sans MS"/>
              </a:rPr>
              <a:t>Social Studies**</a:t>
            </a:r>
            <a:endParaRPr b="0" lang="en-IN" sz="2000" strike="noStrike" u="none">
              <a:solidFill>
                <a:srgbClr val="000000"/>
              </a:solidFill>
              <a:effectLst/>
              <a:uFillTx/>
              <a:latin typeface="Comic Sans MS"/>
            </a:endParaRPr>
          </a:p>
        </p:txBody>
      </p:sp>
      <p:sp>
        <p:nvSpPr>
          <p:cNvPr id="123" name=""/>
          <p:cNvSpPr/>
          <p:nvPr/>
        </p:nvSpPr>
        <p:spPr>
          <a:xfrm>
            <a:off x="2057400" y="4952880"/>
            <a:ext cx="5715000" cy="4572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124" name=""/>
          <p:cNvSpPr/>
          <p:nvPr/>
        </p:nvSpPr>
        <p:spPr>
          <a:xfrm>
            <a:off x="1447920" y="4572000"/>
            <a:ext cx="7086600" cy="308124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Comic Sans MS"/>
              </a:rPr>
              <a:t>*All students in grades 3, 5, 6 and 8 will take either the science or the social studies test on May 14.  All students in grades 4 and 7 will take the science test.</a:t>
            </a:r>
            <a:endParaRPr b="0" lang="en-IN" sz="1600" strike="noStrike" u="none">
              <a:solidFill>
                <a:srgbClr val="000000"/>
              </a:solidFill>
              <a:effectLst/>
              <a:uFillTx/>
              <a:latin typeface="Arial"/>
            </a:endParaRPr>
          </a:p>
          <a:p>
            <a:pPr>
              <a:lnSpc>
                <a:spcPct val="100000"/>
              </a:lnSpc>
              <a:spcBef>
                <a:spcPts val="1001"/>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a:lnSpc>
                <a:spcPct val="100000"/>
              </a:lnSpc>
              <a:spcBef>
                <a:spcPts val="1001"/>
              </a:spcBef>
              <a:buClr>
                <a:srgbClr val="00b2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Comic Sans MS"/>
              </a:rPr>
              <a:t>**All students in grades 4 and 7 will take the social studies test on this date.</a:t>
            </a:r>
            <a:endParaRPr b="0" lang="en-IN" sz="1600" strike="noStrike" u="none">
              <a:solidFill>
                <a:srgbClr val="000000"/>
              </a:solidFill>
              <a:effectLst/>
              <a:uFillTx/>
              <a:latin typeface="Arial"/>
            </a:endParaRPr>
          </a:p>
          <a:p>
            <a:pPr>
              <a:lnSpc>
                <a:spcPct val="100000"/>
              </a:lnSpc>
              <a:spcBef>
                <a:spcPts val="1001"/>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a:lnSpc>
                <a:spcPct val="100000"/>
              </a:lnSpc>
              <a:spcBef>
                <a:spcPts val="1001"/>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5" name="PlaceHolder 1"/>
          <p:cNvSpPr>
            <a:spLocks noGrp="1"/>
          </p:cNvSpPr>
          <p:nvPr>
            <p:ph type="title"/>
          </p:nvPr>
        </p:nvSpPr>
        <p:spPr>
          <a:xfrm>
            <a:off x="685440" y="151920"/>
            <a:ext cx="6870600" cy="685800"/>
          </a:xfrm>
          <a:prstGeom prst="rect">
            <a:avLst/>
          </a:prstGeom>
          <a:noFill/>
          <a:ln w="0">
            <a:noFill/>
          </a:ln>
        </p:spPr>
        <p:txBody>
          <a:bodyPr lIns="90000" rIns="90000" tIns="46800" bIns="46800" anchor="b">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Comic Sans MS"/>
              </a:rPr>
              <a:t>Links to Additional Information</a:t>
            </a:r>
            <a:endParaRPr b="0" lang="en-IN" sz="2400" strike="noStrike" u="none">
              <a:solidFill>
                <a:srgbClr val="000000"/>
              </a:solidFill>
              <a:effectLst/>
              <a:uFillTx/>
              <a:latin typeface="Comic Sans MS"/>
            </a:endParaRPr>
          </a:p>
        </p:txBody>
      </p:sp>
      <p:sp>
        <p:nvSpPr>
          <p:cNvPr id="126" name="PlaceHolder 2"/>
          <p:cNvSpPr>
            <a:spLocks noGrp="1"/>
          </p:cNvSpPr>
          <p:nvPr>
            <p:ph/>
          </p:nvPr>
        </p:nvSpPr>
        <p:spPr>
          <a:xfrm>
            <a:off x="685800" y="1828800"/>
            <a:ext cx="7696080" cy="3657600"/>
          </a:xfrm>
          <a:prstGeom prst="rect">
            <a:avLst/>
          </a:prstGeom>
          <a:noFill/>
          <a:ln w="0">
            <a:noFill/>
          </a:ln>
        </p:spPr>
        <p:txBody>
          <a:bodyPr lIns="90000" rIns="90000" tIns="46800" bIns="46800" anchor="t">
            <a:normAutofit/>
          </a:bodyPr>
          <a:p>
            <a:pPr marL="343080" indent="-343080">
              <a:spcBef>
                <a:spcPts val="499"/>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Comic Sans MS"/>
              </a:rPr>
              <a:t>For more detailed information about PASS, click on the </a:t>
            </a:r>
            <a:r>
              <a:rPr b="0" lang="en-IN" sz="2000" strike="noStrike" u="none">
                <a:solidFill>
                  <a:srgbClr val="ff0000"/>
                </a:solidFill>
                <a:effectLst/>
                <a:uFillTx/>
                <a:latin typeface="Comic Sans MS"/>
              </a:rPr>
              <a:t>PASS Test Information</a:t>
            </a:r>
            <a:r>
              <a:rPr b="0" lang="en-IN" sz="2000" strike="noStrike" u="none">
                <a:solidFill>
                  <a:srgbClr val="000000"/>
                </a:solidFill>
                <a:effectLst/>
                <a:uFillTx/>
                <a:latin typeface="Comic Sans MS"/>
              </a:rPr>
              <a:t> button on the home page of the South Carolina Department of Education Web site:  </a:t>
            </a:r>
            <a:r>
              <a:rPr b="0" lang="en-IN" sz="2000" strike="noStrike" u="none">
                <a:solidFill>
                  <a:srgbClr val="ff0000"/>
                </a:solidFill>
                <a:effectLst/>
                <a:uFillTx/>
                <a:latin typeface="Comic Sans MS"/>
              </a:rPr>
              <a:t>http://www.ed.sc.gov</a:t>
            </a:r>
            <a:endParaRPr b="0" lang="en-IN" sz="2000" strike="noStrike" u="none">
              <a:solidFill>
                <a:srgbClr val="000000"/>
              </a:solidFill>
              <a:effectLst/>
              <a:uFillTx/>
              <a:latin typeface="Comic Sans MS"/>
            </a:endParaRPr>
          </a:p>
          <a:p>
            <a:pPr marL="343080" indent="-343080">
              <a:spcBef>
                <a:spcPts val="499"/>
              </a:spcBef>
              <a:buClr>
                <a:srgbClr val="000000"/>
              </a:buClr>
              <a:buFont typeface="Comic Sans M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Comic Sans MS"/>
              </a:rPr>
              <a:t>In the pop-up window, click on </a:t>
            </a:r>
            <a:r>
              <a:rPr b="0" lang="en-IN" sz="2000" strike="noStrike" u="none">
                <a:solidFill>
                  <a:srgbClr val="ff0000"/>
                </a:solidFill>
                <a:effectLst/>
                <a:uFillTx/>
                <a:latin typeface="Comic Sans MS"/>
              </a:rPr>
              <a:t>PASS TEST INFORMATION</a:t>
            </a:r>
            <a:endParaRPr b="0" lang="en-IN" sz="2000" strike="noStrike" u="none">
              <a:solidFill>
                <a:srgbClr val="000000"/>
              </a:solidFill>
              <a:effectLst/>
              <a:uFillTx/>
              <a:latin typeface="Comic Sans MS"/>
            </a:endParaRPr>
          </a:p>
          <a:p>
            <a:pPr marL="343080" indent="-343080">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0000"/>
                </a:solidFill>
                <a:effectLst/>
                <a:uFillTx/>
                <a:latin typeface="Comic Sans MS"/>
              </a:rPr>
              <a:t>     </a:t>
            </a:r>
            <a:r>
              <a:rPr b="0" lang="en-IN" sz="2000" strike="noStrike" u="none">
                <a:solidFill>
                  <a:srgbClr val="000000"/>
                </a:solidFill>
                <a:effectLst/>
                <a:uFillTx/>
                <a:latin typeface="Comic Sans MS"/>
              </a:rPr>
              <a:t>to open the Office of Assessment PASS Web page.  The links for writing, English language arts, mathematics, science, and social studies provide additional information about each test.</a:t>
            </a:r>
            <a:endParaRPr b="0" lang="en-IN" sz="2000" strike="noStrike" u="none">
              <a:solidFill>
                <a:srgbClr val="000000"/>
              </a:solidFill>
              <a:effectLst/>
              <a:uFillTx/>
              <a:latin typeface="Comic Sans MS"/>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290</TotalTime>
  <Application>LibreOffice/25.2.3.2$Windows_X86_64 LibreOffice_project/bbb074479178df812d175f709636b368952c2ce3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2009-04-14T06:34:52Z</dcterms:created>
  <dc:creator>zzzusers</dc:creator>
  <dc:description/>
  <dc:language>en-IN</dc:language>
  <cp:lastModifiedBy>zzzusers</cp:lastModifiedBy>
  <dcterms:modified xsi:type="dcterms:W3CDTF">2009-04-16T10:58:02Z</dcterms:modified>
  <cp:revision>4</cp:revision>
  <dc:subject/>
  <dc:title>Palmetto Assessment of State Standards</dc:title>
</cp:coreProperties>
</file>