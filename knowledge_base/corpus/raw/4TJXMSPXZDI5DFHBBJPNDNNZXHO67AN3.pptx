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notesMasters/notesMaster1.xml" ContentType="application/vnd.openxmlformats-officedocument.presentationml.notesMaster+xml"/>
  <Override PartName="/ppt/notesMasters/_rels/notesMaster1.xml.rels" ContentType="application/vnd.openxmlformats-package.relationships+xml"/>
  <Override PartName="/ppt/theme/theme1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_rels/notesSlide1.xml.rels" ContentType="application/vnd.openxmlformats-package.relationships+xml"/>
  <Override PartName="/ppt/notesSlides/_rels/notesSlide2.xml.rels" ContentType="application/vnd.openxmlformats-package.relationships+xml"/>
  <Override PartName="/ppt/notesSlides/_rels/notesSlide3.xml.rels" ContentType="application/vnd.openxmlformats-package.relationships+xml"/>
  <Override PartName="/ppt/notesSlides/_rels/notesSlide4.xml.rels" ContentType="application/vnd.openxmlformats-package.relationships+xml"/>
  <Override PartName="/ppt/notesSlides/_rels/notesSlide5.xml.rels" ContentType="application/vnd.openxmlformats-package.relationships+xml"/>
  <Override PartName="/ppt/notesSlides/_rels/notesSlide6.xml.rels" ContentType="application/vnd.openxmlformats-package.relationships+xml"/>
  <Override PartName="/ppt/notesSlides/_rels/notesSlide7.xml.rels" ContentType="application/vnd.openxmlformats-package.relationships+xml"/>
  <Override PartName="/ppt/notesSlides/_rels/notesSlide8.xml.rels" ContentType="application/vnd.openxmlformats-package.relationships+xml"/>
  <Override PartName="/ppt/notesSlides/_rels/notesSlide9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1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2.xml.rels" ContentType="application/vnd.openxmlformats-package.relationships+xml"/>
  <Override PartName="/ppt/media/image1.png" ContentType="image/png"/>
  <Override PartName="/ppt/media/image2.jpeg" ContentType="image/jpeg"/>
  <Override PartName="/ppt/media/image7.wmf" ContentType="image/x-wmf"/>
  <Override PartName="/ppt/media/image8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wmf" ContentType="image/x-wmf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presProps.xml" ContentType="application/vnd.openxmlformats-officedocument.presentationml.presProps+xml"/>
  <Override PartName="/ppt/_rels/presentation.xml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9144000" cy="6858000"/>
  <p:notesSz cx="6951663" cy="923766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3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"/>
          <p:cNvSpPr/>
          <p:nvPr/>
        </p:nvSpPr>
        <p:spPr>
          <a:xfrm>
            <a:off x="0" y="0"/>
            <a:ext cx="6951600" cy="9237600"/>
          </a:xfrm>
          <a:prstGeom prst="rect">
            <a:avLst/>
          </a:prstGeom>
          <a:solidFill>
            <a:srgbClr val="ffffff"/>
          </a:solidFill>
          <a:ln w="9360">
            <a:noFill/>
          </a:ln>
        </p:spPr>
        <p:txBody>
          <a:bodyPr lIns="90000" rIns="90000" tIns="45000" bIns="45000" anchor="ctr" anchorCtr="1">
            <a:noAutofit/>
          </a:bodyPr>
          <a:p>
            <a:pPr>
              <a:lnSpc>
                <a:spcPct val="47000"/>
              </a:lnSpc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IN" sz="1800" strike="noStrike" u="none">
              <a:solidFill>
                <a:srgbClr val="292929"/>
              </a:solidFill>
              <a:effectLst/>
              <a:uFillTx/>
              <a:latin typeface="Arial"/>
            </a:endParaRPr>
          </a:p>
        </p:txBody>
      </p:sp>
      <p:sp>
        <p:nvSpPr>
          <p:cNvPr id="20" name=""/>
          <p:cNvSpPr/>
          <p:nvPr/>
        </p:nvSpPr>
        <p:spPr>
          <a:xfrm>
            <a:off x="0" y="0"/>
            <a:ext cx="6951600" cy="9237600"/>
          </a:xfrm>
          <a:custGeom>
            <a:avLst/>
            <a:gdLst>
              <a:gd name="textAreaLeft" fmla="*/ 360 w 6951600"/>
              <a:gd name="textAreaRight" fmla="*/ 6951240 w 6951600"/>
              <a:gd name="textAreaTop" fmla="*/ 360 h 9237600"/>
              <a:gd name="textAreaBottom" fmla="*/ 9237240 h 9237600"/>
            </a:gdLst>
            <a:ahLst/>
            <a:cxnLst/>
            <a:rect l="textAreaLeft" t="textAreaTop" r="textAreaRight" b="textAreaBottom"/>
            <a:pathLst>
              <a:path w="21600" h="28703">
                <a:moveTo>
                  <a:pt x="4" y="0"/>
                </a:moveTo>
                <a:arcTo wR="4" hR="4" stAng="16200000" swAng="-5400000"/>
                <a:lnTo>
                  <a:pt x="0" y="28699"/>
                </a:lnTo>
                <a:arcTo wR="4" hR="4" stAng="10800000" swAng="-5400000"/>
                <a:lnTo>
                  <a:pt x="21596" y="28703"/>
                </a:lnTo>
                <a:arcTo wR="4" hR="4" stAng="5400000" swAng="-5400000"/>
                <a:lnTo>
                  <a:pt x="21600" y="4"/>
                </a:lnTo>
                <a:arcTo wR="4" hR="4" stAng="0" swAng="-5400000"/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lnSpc>
                <a:spcPct val="47000"/>
              </a:lnSpc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IN" sz="1800" strike="noStrike" u="none">
              <a:solidFill>
                <a:srgbClr val="292929"/>
              </a:solidFill>
              <a:effectLst/>
              <a:uFillTx/>
              <a:latin typeface="Arial"/>
            </a:endParaRPr>
          </a:p>
        </p:txBody>
      </p:sp>
      <p:sp>
        <p:nvSpPr>
          <p:cNvPr id="21" name=""/>
          <p:cNvSpPr/>
          <p:nvPr/>
        </p:nvSpPr>
        <p:spPr>
          <a:xfrm>
            <a:off x="0" y="0"/>
            <a:ext cx="6951600" cy="9237600"/>
          </a:xfrm>
          <a:custGeom>
            <a:avLst/>
            <a:gdLst>
              <a:gd name="textAreaLeft" fmla="*/ 360 w 6951600"/>
              <a:gd name="textAreaRight" fmla="*/ 6951240 w 6951600"/>
              <a:gd name="textAreaTop" fmla="*/ 360 h 9237600"/>
              <a:gd name="textAreaBottom" fmla="*/ 9237240 h 9237600"/>
            </a:gdLst>
            <a:ahLst/>
            <a:cxnLst/>
            <a:rect l="textAreaLeft" t="textAreaTop" r="textAreaRight" b="textAreaBottom"/>
            <a:pathLst>
              <a:path w="21600" h="28703">
                <a:moveTo>
                  <a:pt x="4" y="0"/>
                </a:moveTo>
                <a:arcTo wR="4" hR="4" stAng="16200000" swAng="-5400000"/>
                <a:lnTo>
                  <a:pt x="0" y="28699"/>
                </a:lnTo>
                <a:arcTo wR="4" hR="4" stAng="10800000" swAng="-5400000"/>
                <a:lnTo>
                  <a:pt x="21596" y="28703"/>
                </a:lnTo>
                <a:arcTo wR="4" hR="4" stAng="5400000" swAng="-5400000"/>
                <a:lnTo>
                  <a:pt x="21600" y="4"/>
                </a:lnTo>
                <a:arcTo wR="4" hR="4" stAng="0" swAng="-5400000"/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lnSpc>
                <a:spcPct val="47000"/>
              </a:lnSpc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IN" sz="1800" strike="noStrike" u="none">
              <a:solidFill>
                <a:srgbClr val="292929"/>
              </a:solidFill>
              <a:effectLst/>
              <a:uFillTx/>
              <a:latin typeface="Arial"/>
            </a:endParaRPr>
          </a:p>
        </p:txBody>
      </p:sp>
      <p:sp>
        <p:nvSpPr>
          <p:cNvPr id="22" name=""/>
          <p:cNvSpPr/>
          <p:nvPr/>
        </p:nvSpPr>
        <p:spPr>
          <a:xfrm>
            <a:off x="0" y="0"/>
            <a:ext cx="6951600" cy="9237600"/>
          </a:xfrm>
          <a:custGeom>
            <a:avLst/>
            <a:gdLst>
              <a:gd name="textAreaLeft" fmla="*/ 360 w 6951600"/>
              <a:gd name="textAreaRight" fmla="*/ 6951240 w 6951600"/>
              <a:gd name="textAreaTop" fmla="*/ 360 h 9237600"/>
              <a:gd name="textAreaBottom" fmla="*/ 9237240 h 9237600"/>
            </a:gdLst>
            <a:ahLst/>
            <a:cxnLst/>
            <a:rect l="textAreaLeft" t="textAreaTop" r="textAreaRight" b="textAreaBottom"/>
            <a:pathLst>
              <a:path w="21600" h="28703">
                <a:moveTo>
                  <a:pt x="4" y="0"/>
                </a:moveTo>
                <a:arcTo wR="4" hR="4" stAng="16200000" swAng="-5400000"/>
                <a:lnTo>
                  <a:pt x="0" y="28699"/>
                </a:lnTo>
                <a:arcTo wR="4" hR="4" stAng="10800000" swAng="-5400000"/>
                <a:lnTo>
                  <a:pt x="21596" y="28703"/>
                </a:lnTo>
                <a:arcTo wR="4" hR="4" stAng="5400000" swAng="-5400000"/>
                <a:lnTo>
                  <a:pt x="21600" y="4"/>
                </a:lnTo>
                <a:arcTo wR="4" hR="4" stAng="0" swAng="-5400000"/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lnSpc>
                <a:spcPct val="47000"/>
              </a:lnSpc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IN" sz="1800" strike="noStrike" u="none">
              <a:solidFill>
                <a:srgbClr val="292929"/>
              </a:solidFill>
              <a:effectLst/>
              <a:uFillTx/>
              <a:latin typeface="Arial"/>
            </a:endParaRPr>
          </a:p>
        </p:txBody>
      </p:sp>
      <p:sp>
        <p:nvSpPr>
          <p:cNvPr id="23" name=""/>
          <p:cNvSpPr/>
          <p:nvPr/>
        </p:nvSpPr>
        <p:spPr>
          <a:xfrm>
            <a:off x="0" y="0"/>
            <a:ext cx="6951600" cy="9237600"/>
          </a:xfrm>
          <a:custGeom>
            <a:avLst/>
            <a:gdLst>
              <a:gd name="textAreaLeft" fmla="*/ 360 w 6951600"/>
              <a:gd name="textAreaRight" fmla="*/ 6951240 w 6951600"/>
              <a:gd name="textAreaTop" fmla="*/ 360 h 9237600"/>
              <a:gd name="textAreaBottom" fmla="*/ 9237240 h 9237600"/>
            </a:gdLst>
            <a:ahLst/>
            <a:cxnLst/>
            <a:rect l="textAreaLeft" t="textAreaTop" r="textAreaRight" b="textAreaBottom"/>
            <a:pathLst>
              <a:path w="21600" h="28703">
                <a:moveTo>
                  <a:pt x="4" y="0"/>
                </a:moveTo>
                <a:arcTo wR="4" hR="4" stAng="16200000" swAng="-5400000"/>
                <a:lnTo>
                  <a:pt x="0" y="28699"/>
                </a:lnTo>
                <a:arcTo wR="4" hR="4" stAng="10800000" swAng="-5400000"/>
                <a:lnTo>
                  <a:pt x="21596" y="28703"/>
                </a:lnTo>
                <a:arcTo wR="4" hR="4" stAng="5400000" swAng="-5400000"/>
                <a:lnTo>
                  <a:pt x="21600" y="4"/>
                </a:lnTo>
                <a:arcTo wR="4" hR="4" stAng="0" swAng="-5400000"/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lnSpc>
                <a:spcPct val="47000"/>
              </a:lnSpc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IN" sz="1800" strike="noStrike" u="none">
              <a:solidFill>
                <a:srgbClr val="292929"/>
              </a:solidFill>
              <a:effectLst/>
              <a:uFillTx/>
              <a:latin typeface="Arial"/>
            </a:endParaRPr>
          </a:p>
        </p:txBody>
      </p:sp>
      <p:sp>
        <p:nvSpPr>
          <p:cNvPr id="24" name=""/>
          <p:cNvSpPr/>
          <p:nvPr/>
        </p:nvSpPr>
        <p:spPr>
          <a:xfrm>
            <a:off x="0" y="0"/>
            <a:ext cx="6951600" cy="9237600"/>
          </a:xfrm>
          <a:custGeom>
            <a:avLst/>
            <a:gdLst>
              <a:gd name="textAreaLeft" fmla="*/ 360 w 6951600"/>
              <a:gd name="textAreaRight" fmla="*/ 6951240 w 6951600"/>
              <a:gd name="textAreaTop" fmla="*/ 360 h 9237600"/>
              <a:gd name="textAreaBottom" fmla="*/ 9237240 h 9237600"/>
            </a:gdLst>
            <a:ahLst/>
            <a:cxnLst/>
            <a:rect l="textAreaLeft" t="textAreaTop" r="textAreaRight" b="textAreaBottom"/>
            <a:pathLst>
              <a:path w="21600" h="28703">
                <a:moveTo>
                  <a:pt x="4" y="0"/>
                </a:moveTo>
                <a:arcTo wR="4" hR="4" stAng="16200000" swAng="-5400000"/>
                <a:lnTo>
                  <a:pt x="0" y="28699"/>
                </a:lnTo>
                <a:arcTo wR="4" hR="4" stAng="10800000" swAng="-5400000"/>
                <a:lnTo>
                  <a:pt x="21596" y="28703"/>
                </a:lnTo>
                <a:arcTo wR="4" hR="4" stAng="5400000" swAng="-5400000"/>
                <a:lnTo>
                  <a:pt x="21600" y="4"/>
                </a:lnTo>
                <a:arcTo wR="4" hR="4" stAng="0" swAng="-5400000"/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lnSpc>
                <a:spcPct val="47000"/>
              </a:lnSpc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IN" sz="1800" strike="noStrike" u="none">
              <a:solidFill>
                <a:srgbClr val="292929"/>
              </a:solidFill>
              <a:effectLst/>
              <a:uFillTx/>
              <a:latin typeface="Arial"/>
            </a:endParaRPr>
          </a:p>
        </p:txBody>
      </p:sp>
      <p:sp>
        <p:nvSpPr>
          <p:cNvPr id="25" name=""/>
          <p:cNvSpPr/>
          <p:nvPr/>
        </p:nvSpPr>
        <p:spPr>
          <a:xfrm>
            <a:off x="0" y="0"/>
            <a:ext cx="6951600" cy="9237600"/>
          </a:xfrm>
          <a:custGeom>
            <a:avLst/>
            <a:gdLst>
              <a:gd name="textAreaLeft" fmla="*/ 360 w 6951600"/>
              <a:gd name="textAreaRight" fmla="*/ 6951240 w 6951600"/>
              <a:gd name="textAreaTop" fmla="*/ 360 h 9237600"/>
              <a:gd name="textAreaBottom" fmla="*/ 9237240 h 9237600"/>
            </a:gdLst>
            <a:ahLst/>
            <a:cxnLst/>
            <a:rect l="textAreaLeft" t="textAreaTop" r="textAreaRight" b="textAreaBottom"/>
            <a:pathLst>
              <a:path w="21600" h="28703">
                <a:moveTo>
                  <a:pt x="4" y="0"/>
                </a:moveTo>
                <a:arcTo wR="4" hR="4" stAng="16200000" swAng="-5400000"/>
                <a:lnTo>
                  <a:pt x="0" y="28699"/>
                </a:lnTo>
                <a:arcTo wR="4" hR="4" stAng="10800000" swAng="-5400000"/>
                <a:lnTo>
                  <a:pt x="21596" y="28703"/>
                </a:lnTo>
                <a:arcTo wR="4" hR="4" stAng="5400000" swAng="-5400000"/>
                <a:lnTo>
                  <a:pt x="21600" y="4"/>
                </a:lnTo>
                <a:arcTo wR="4" hR="4" stAng="0" swAng="-5400000"/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lnSpc>
                <a:spcPct val="47000"/>
              </a:lnSpc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IN" sz="1800" strike="noStrike" u="none">
              <a:solidFill>
                <a:srgbClr val="292929"/>
              </a:solidFill>
              <a:effectLst/>
              <a:uFillTx/>
              <a:latin typeface="Arial"/>
            </a:endParaRPr>
          </a:p>
        </p:txBody>
      </p:sp>
      <p:sp>
        <p:nvSpPr>
          <p:cNvPr id="26" name=""/>
          <p:cNvSpPr/>
          <p:nvPr/>
        </p:nvSpPr>
        <p:spPr>
          <a:xfrm>
            <a:off x="0" y="0"/>
            <a:ext cx="6951600" cy="9237600"/>
          </a:xfrm>
          <a:custGeom>
            <a:avLst/>
            <a:gdLst>
              <a:gd name="textAreaLeft" fmla="*/ 360 w 6951600"/>
              <a:gd name="textAreaRight" fmla="*/ 6951240 w 6951600"/>
              <a:gd name="textAreaTop" fmla="*/ 360 h 9237600"/>
              <a:gd name="textAreaBottom" fmla="*/ 9237240 h 9237600"/>
            </a:gdLst>
            <a:ahLst/>
            <a:cxnLst/>
            <a:rect l="textAreaLeft" t="textAreaTop" r="textAreaRight" b="textAreaBottom"/>
            <a:pathLst>
              <a:path w="21600" h="28703">
                <a:moveTo>
                  <a:pt x="4" y="0"/>
                </a:moveTo>
                <a:arcTo wR="4" hR="4" stAng="16200000" swAng="-5400000"/>
                <a:lnTo>
                  <a:pt x="0" y="28699"/>
                </a:lnTo>
                <a:arcTo wR="4" hR="4" stAng="10800000" swAng="-5400000"/>
                <a:lnTo>
                  <a:pt x="21596" y="28703"/>
                </a:lnTo>
                <a:arcTo wR="4" hR="4" stAng="5400000" swAng="-5400000"/>
                <a:lnTo>
                  <a:pt x="21600" y="4"/>
                </a:lnTo>
                <a:arcTo wR="4" hR="4" stAng="0" swAng="-5400000"/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lnSpc>
                <a:spcPct val="47000"/>
              </a:lnSpc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IN" sz="1800" strike="noStrike" u="none">
              <a:solidFill>
                <a:srgbClr val="292929"/>
              </a:solidFill>
              <a:effectLst/>
              <a:uFillTx/>
              <a:latin typeface="Arial"/>
            </a:endParaRPr>
          </a:p>
        </p:txBody>
      </p:sp>
      <p:sp>
        <p:nvSpPr>
          <p:cNvPr id="27" name=""/>
          <p:cNvSpPr/>
          <p:nvPr/>
        </p:nvSpPr>
        <p:spPr>
          <a:xfrm>
            <a:off x="0" y="0"/>
            <a:ext cx="6951600" cy="9237600"/>
          </a:xfrm>
          <a:custGeom>
            <a:avLst/>
            <a:gdLst>
              <a:gd name="textAreaLeft" fmla="*/ 360 w 6951600"/>
              <a:gd name="textAreaRight" fmla="*/ 6951240 w 6951600"/>
              <a:gd name="textAreaTop" fmla="*/ 360 h 9237600"/>
              <a:gd name="textAreaBottom" fmla="*/ 9237240 h 9237600"/>
            </a:gdLst>
            <a:ahLst/>
            <a:cxnLst/>
            <a:rect l="textAreaLeft" t="textAreaTop" r="textAreaRight" b="textAreaBottom"/>
            <a:pathLst>
              <a:path w="21600" h="28703">
                <a:moveTo>
                  <a:pt x="4" y="0"/>
                </a:moveTo>
                <a:arcTo wR="4" hR="4" stAng="16200000" swAng="-5400000"/>
                <a:lnTo>
                  <a:pt x="0" y="28699"/>
                </a:lnTo>
                <a:arcTo wR="4" hR="4" stAng="10800000" swAng="-5400000"/>
                <a:lnTo>
                  <a:pt x="21596" y="28703"/>
                </a:lnTo>
                <a:arcTo wR="4" hR="4" stAng="5400000" swAng="-5400000"/>
                <a:lnTo>
                  <a:pt x="21600" y="4"/>
                </a:lnTo>
                <a:arcTo wR="4" hR="4" stAng="0" swAng="-5400000"/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lnSpc>
                <a:spcPct val="47000"/>
              </a:lnSpc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IN" sz="1800" strike="noStrike" u="none">
              <a:solidFill>
                <a:srgbClr val="292929"/>
              </a:solidFill>
              <a:effectLst/>
              <a:uFillTx/>
              <a:latin typeface="Arial"/>
            </a:endParaRPr>
          </a:p>
        </p:txBody>
      </p:sp>
      <p:sp>
        <p:nvSpPr>
          <p:cNvPr id="28" name=""/>
          <p:cNvSpPr/>
          <p:nvPr/>
        </p:nvSpPr>
        <p:spPr>
          <a:xfrm>
            <a:off x="0" y="0"/>
            <a:ext cx="6951600" cy="9237600"/>
          </a:xfrm>
          <a:custGeom>
            <a:avLst/>
            <a:gdLst>
              <a:gd name="textAreaLeft" fmla="*/ 360 w 6951600"/>
              <a:gd name="textAreaRight" fmla="*/ 6951240 w 6951600"/>
              <a:gd name="textAreaTop" fmla="*/ 360 h 9237600"/>
              <a:gd name="textAreaBottom" fmla="*/ 9237240 h 9237600"/>
            </a:gdLst>
            <a:ahLst/>
            <a:cxnLst/>
            <a:rect l="textAreaLeft" t="textAreaTop" r="textAreaRight" b="textAreaBottom"/>
            <a:pathLst>
              <a:path w="21600" h="28703">
                <a:moveTo>
                  <a:pt x="4" y="0"/>
                </a:moveTo>
                <a:arcTo wR="4" hR="4" stAng="16200000" swAng="-5400000"/>
                <a:lnTo>
                  <a:pt x="0" y="28699"/>
                </a:lnTo>
                <a:arcTo wR="4" hR="4" stAng="10800000" swAng="-5400000"/>
                <a:lnTo>
                  <a:pt x="21596" y="28703"/>
                </a:lnTo>
                <a:arcTo wR="4" hR="4" stAng="5400000" swAng="-5400000"/>
                <a:lnTo>
                  <a:pt x="21600" y="4"/>
                </a:lnTo>
                <a:arcTo wR="4" hR="4" stAng="0" swAng="-5400000"/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lnSpc>
                <a:spcPct val="47000"/>
              </a:lnSpc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IN" sz="1800" strike="noStrike" u="none">
              <a:solidFill>
                <a:srgbClr val="292929"/>
              </a:solidFill>
              <a:effectLst/>
              <a:uFillTx/>
              <a:latin typeface="Arial"/>
            </a:endParaRPr>
          </a:p>
        </p:txBody>
      </p:sp>
      <p:sp>
        <p:nvSpPr>
          <p:cNvPr id="29" name=""/>
          <p:cNvSpPr/>
          <p:nvPr/>
        </p:nvSpPr>
        <p:spPr>
          <a:xfrm>
            <a:off x="0" y="0"/>
            <a:ext cx="6951600" cy="9237600"/>
          </a:xfrm>
          <a:custGeom>
            <a:avLst/>
            <a:gdLst>
              <a:gd name="textAreaLeft" fmla="*/ 360 w 6951600"/>
              <a:gd name="textAreaRight" fmla="*/ 6951240 w 6951600"/>
              <a:gd name="textAreaTop" fmla="*/ 360 h 9237600"/>
              <a:gd name="textAreaBottom" fmla="*/ 9237240 h 9237600"/>
            </a:gdLst>
            <a:ahLst/>
            <a:cxnLst/>
            <a:rect l="textAreaLeft" t="textAreaTop" r="textAreaRight" b="textAreaBottom"/>
            <a:pathLst>
              <a:path w="21600" h="28703">
                <a:moveTo>
                  <a:pt x="4" y="0"/>
                </a:moveTo>
                <a:arcTo wR="4" hR="4" stAng="16200000" swAng="-5400000"/>
                <a:lnTo>
                  <a:pt x="0" y="28699"/>
                </a:lnTo>
                <a:arcTo wR="4" hR="4" stAng="10800000" swAng="-5400000"/>
                <a:lnTo>
                  <a:pt x="21596" y="28703"/>
                </a:lnTo>
                <a:arcTo wR="4" hR="4" stAng="5400000" swAng="-5400000"/>
                <a:lnTo>
                  <a:pt x="21600" y="4"/>
                </a:lnTo>
                <a:arcTo wR="4" hR="4" stAng="0" swAng="-5400000"/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lnSpc>
                <a:spcPct val="47000"/>
              </a:lnSpc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IN" sz="1800" strike="noStrike" u="none">
              <a:solidFill>
                <a:srgbClr val="292929"/>
              </a:solidFill>
              <a:effectLst/>
              <a:uFillTx/>
              <a:latin typeface="Arial"/>
            </a:endParaRPr>
          </a:p>
        </p:txBody>
      </p:sp>
      <p:sp>
        <p:nvSpPr>
          <p:cNvPr id="30" name=""/>
          <p:cNvSpPr/>
          <p:nvPr/>
        </p:nvSpPr>
        <p:spPr>
          <a:xfrm>
            <a:off x="0" y="0"/>
            <a:ext cx="6951600" cy="9237600"/>
          </a:xfrm>
          <a:custGeom>
            <a:avLst/>
            <a:gdLst>
              <a:gd name="textAreaLeft" fmla="*/ 360 w 6951600"/>
              <a:gd name="textAreaRight" fmla="*/ 6951240 w 6951600"/>
              <a:gd name="textAreaTop" fmla="*/ 360 h 9237600"/>
              <a:gd name="textAreaBottom" fmla="*/ 9237240 h 9237600"/>
            </a:gdLst>
            <a:ahLst/>
            <a:cxnLst/>
            <a:rect l="textAreaLeft" t="textAreaTop" r="textAreaRight" b="textAreaBottom"/>
            <a:pathLst>
              <a:path w="21600" h="28703">
                <a:moveTo>
                  <a:pt x="4" y="0"/>
                </a:moveTo>
                <a:arcTo wR="4" hR="4" stAng="16200000" swAng="-5400000"/>
                <a:lnTo>
                  <a:pt x="0" y="28699"/>
                </a:lnTo>
                <a:arcTo wR="4" hR="4" stAng="10800000" swAng="-5400000"/>
                <a:lnTo>
                  <a:pt x="21596" y="28703"/>
                </a:lnTo>
                <a:arcTo wR="4" hR="4" stAng="5400000" swAng="-5400000"/>
                <a:lnTo>
                  <a:pt x="21600" y="4"/>
                </a:lnTo>
                <a:arcTo wR="4" hR="4" stAng="0" swAng="-5400000"/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lnSpc>
                <a:spcPct val="47000"/>
              </a:lnSpc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IN" sz="1800" strike="noStrike" u="none">
              <a:solidFill>
                <a:srgbClr val="292929"/>
              </a:solidFill>
              <a:effectLst/>
              <a:uFillTx/>
              <a:latin typeface="Arial"/>
            </a:endParaRPr>
          </a:p>
        </p:txBody>
      </p:sp>
      <p:sp>
        <p:nvSpPr>
          <p:cNvPr id="31" name="PlaceHolder 1"/>
          <p:cNvSpPr>
            <a:spLocks noGrp="1"/>
          </p:cNvSpPr>
          <p:nvPr>
            <p:ph type="hdr"/>
          </p:nvPr>
        </p:nvSpPr>
        <p:spPr>
          <a:xfrm>
            <a:off x="-360" y="0"/>
            <a:ext cx="2994120" cy="455760"/>
          </a:xfrm>
          <a:prstGeom prst="rect">
            <a:avLst/>
          </a:prstGeom>
          <a:noFill/>
          <a:ln w="0">
            <a:noFill/>
          </a:ln>
        </p:spPr>
        <p:txBody>
          <a:bodyPr lIns="92520" rIns="92520" tIns="46080" bIns="4608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  <a:tab algn="l" pos="723960"/>
                <a:tab algn="l" pos="1447920"/>
                <a:tab algn="l" pos="2171880"/>
                <a:tab algn="l" pos="289548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lang="en-GB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b="0" lang="en-IN" sz="1200" strike="noStrike" u="none">
              <a:solidFill>
                <a:srgbClr val="292929"/>
              </a:solidFill>
              <a:effectLst/>
              <a:uFillTx/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dt" idx="3"/>
          </p:nvPr>
        </p:nvSpPr>
        <p:spPr>
          <a:xfrm>
            <a:off x="3936600" y="0"/>
            <a:ext cx="2994120" cy="455760"/>
          </a:xfrm>
          <a:prstGeom prst="rect">
            <a:avLst/>
          </a:prstGeom>
          <a:noFill/>
          <a:ln w="0">
            <a:noFill/>
          </a:ln>
        </p:spPr>
        <p:txBody>
          <a:bodyPr lIns="92520" rIns="92520" tIns="46080" bIns="4608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  <a:tab algn="l" pos="723960"/>
                <a:tab algn="l" pos="1447920"/>
                <a:tab algn="l" pos="2171880"/>
                <a:tab algn="l" pos="289548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  <a:defRPr b="0" lang="en-GB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  <a:tab algn="l" pos="723960"/>
                <a:tab algn="l" pos="1447920"/>
                <a:tab algn="l" pos="2171880"/>
                <a:tab algn="l" pos="289548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lang="en-GB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IN" sz="1200" strike="noStrike" u="none">
              <a:solidFill>
                <a:srgbClr val="292929"/>
              </a:solidFill>
              <a:effectLst/>
              <a:uFillTx/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sldImg"/>
          </p:nvPr>
        </p:nvSpPr>
        <p:spPr>
          <a:xfrm>
            <a:off x="1165320" y="691920"/>
            <a:ext cx="4602240" cy="344628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/>
          </a:ln>
        </p:spPr>
        <p:txBody>
          <a:bodyPr lIns="90000" rIns="90000" tIns="46800" bIns="46800" anchor="ctr">
            <a:noAutofit/>
          </a:bodyPr>
          <a:p>
            <a:pPr indent="0">
              <a:lnSpc>
                <a:spcPct val="47000"/>
              </a:lnSpc>
              <a:buNone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move the slide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body"/>
          </p:nvPr>
        </p:nvSpPr>
        <p:spPr>
          <a:xfrm>
            <a:off x="694800" y="4387320"/>
            <a:ext cx="5542200" cy="4156200"/>
          </a:xfrm>
          <a:prstGeom prst="rect">
            <a:avLst/>
          </a:prstGeom>
          <a:noFill/>
          <a:ln w="0">
            <a:noFill/>
          </a:ln>
        </p:spPr>
        <p:txBody>
          <a:bodyPr lIns="92520" rIns="92520" tIns="46080" bIns="4608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en-IN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Click to edit the notes format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ftr" idx="4"/>
          </p:nvPr>
        </p:nvSpPr>
        <p:spPr>
          <a:xfrm>
            <a:off x="-360" y="8772120"/>
            <a:ext cx="2994120" cy="459000"/>
          </a:xfrm>
          <a:prstGeom prst="rect">
            <a:avLst/>
          </a:prstGeom>
          <a:noFill/>
          <a:ln w="0">
            <a:noFill/>
          </a:ln>
        </p:spPr>
        <p:txBody>
          <a:bodyPr lIns="92520" rIns="92520" tIns="46080" bIns="46080" anchor="b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  <a:tab algn="l" pos="723960"/>
                <a:tab algn="l" pos="1447920"/>
                <a:tab algn="l" pos="2171880"/>
                <a:tab algn="l" pos="289548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  <a:defRPr b="0" lang="en-GB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  <a:tab algn="l" pos="723960"/>
                <a:tab algn="l" pos="1447920"/>
                <a:tab algn="l" pos="2171880"/>
                <a:tab algn="l" pos="289548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lang="en-GB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IN" sz="1200" strike="noStrike" u="none">
              <a:solidFill>
                <a:srgbClr val="292929"/>
              </a:solidFill>
              <a:effectLst/>
              <a:uFillTx/>
              <a:latin typeface="Arial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 type="sldNum" idx="5"/>
          </p:nvPr>
        </p:nvSpPr>
        <p:spPr>
          <a:xfrm>
            <a:off x="3936600" y="8772120"/>
            <a:ext cx="2994120" cy="459000"/>
          </a:xfrm>
          <a:prstGeom prst="rect">
            <a:avLst/>
          </a:prstGeom>
          <a:noFill/>
          <a:ln w="0">
            <a:noFill/>
          </a:ln>
        </p:spPr>
        <p:txBody>
          <a:bodyPr lIns="92520" rIns="92520" tIns="46080" bIns="4608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  <a:tab algn="l" pos="723960"/>
                <a:tab algn="l" pos="1447920"/>
                <a:tab algn="l" pos="2171880"/>
                <a:tab algn="l" pos="289548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  <a:defRPr b="0" lang="en-GB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  <a:tab algn="l" pos="723960"/>
                <a:tab algn="l" pos="1447920"/>
                <a:tab algn="l" pos="2171880"/>
                <a:tab algn="l" pos="289548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fld id="{8470FF63-DB03-4BF1-8B53-C31E313FEDD4}" type="slidenum">
              <a:rPr b="0" lang="en-GB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IN" sz="1200" strike="noStrike" u="none">
              <a:solidFill>
                <a:srgbClr val="292929"/>
              </a:solidFill>
              <a:effectLst/>
              <a:uFillTx/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"/>
          <p:cNvSpPr/>
          <p:nvPr/>
        </p:nvSpPr>
        <p:spPr>
          <a:xfrm>
            <a:off x="1133640" y="771480"/>
            <a:ext cx="4906800" cy="335772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lnSpc>
                <a:spcPct val="47000"/>
              </a:lnSpc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IN" sz="1800" strike="noStrike" u="none">
              <a:solidFill>
                <a:srgbClr val="292929"/>
              </a:solidFill>
              <a:effectLst/>
              <a:uFillTx/>
              <a:latin typeface="Arial"/>
            </a:endParaRPr>
          </a:p>
        </p:txBody>
      </p:sp>
      <p:sp>
        <p:nvSpPr>
          <p:cNvPr id="117" name="PlaceHolder 1"/>
          <p:cNvSpPr>
            <a:spLocks noGrp="1"/>
          </p:cNvSpPr>
          <p:nvPr>
            <p:ph type="body"/>
          </p:nvPr>
        </p:nvSpPr>
        <p:spPr>
          <a:xfrm>
            <a:off x="1141200" y="4470120"/>
            <a:ext cx="4911480" cy="3593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"/>
          <p:cNvSpPr/>
          <p:nvPr/>
        </p:nvSpPr>
        <p:spPr>
          <a:xfrm>
            <a:off x="1165320" y="692280"/>
            <a:ext cx="4619520" cy="346392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lnSpc>
                <a:spcPct val="47000"/>
              </a:lnSpc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IN" sz="1800" strike="noStrike" u="none">
              <a:solidFill>
                <a:srgbClr val="292929"/>
              </a:solidFill>
              <a:effectLst/>
              <a:uFillTx/>
              <a:latin typeface="Arial"/>
            </a:endParaRPr>
          </a:p>
        </p:txBody>
      </p:sp>
      <p:sp>
        <p:nvSpPr>
          <p:cNvPr id="119" name="PlaceHolder 1"/>
          <p:cNvSpPr>
            <a:spLocks noGrp="1"/>
          </p:cNvSpPr>
          <p:nvPr>
            <p:ph type="body"/>
          </p:nvPr>
        </p:nvSpPr>
        <p:spPr>
          <a:xfrm>
            <a:off x="1112400" y="4752720"/>
            <a:ext cx="4783320" cy="3824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"/>
          <p:cNvSpPr/>
          <p:nvPr/>
        </p:nvSpPr>
        <p:spPr>
          <a:xfrm>
            <a:off x="1165320" y="692280"/>
            <a:ext cx="4619520" cy="346392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lnSpc>
                <a:spcPct val="47000"/>
              </a:lnSpc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IN" sz="1800" strike="noStrike" u="none">
              <a:solidFill>
                <a:srgbClr val="292929"/>
              </a:solidFill>
              <a:effectLst/>
              <a:uFillTx/>
              <a:latin typeface="Arial"/>
            </a:endParaRPr>
          </a:p>
        </p:txBody>
      </p:sp>
      <p:sp>
        <p:nvSpPr>
          <p:cNvPr id="121" name="PlaceHolder 1"/>
          <p:cNvSpPr>
            <a:spLocks noGrp="1"/>
          </p:cNvSpPr>
          <p:nvPr>
            <p:ph type="body"/>
          </p:nvPr>
        </p:nvSpPr>
        <p:spPr>
          <a:xfrm>
            <a:off x="1112400" y="4752720"/>
            <a:ext cx="4783320" cy="3824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"/>
          <p:cNvSpPr/>
          <p:nvPr/>
        </p:nvSpPr>
        <p:spPr>
          <a:xfrm>
            <a:off x="1165320" y="692280"/>
            <a:ext cx="4619520" cy="346392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lnSpc>
                <a:spcPct val="47000"/>
              </a:lnSpc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IN" sz="1800" strike="noStrike" u="none">
              <a:solidFill>
                <a:srgbClr val="292929"/>
              </a:solidFill>
              <a:effectLst/>
              <a:uFillTx/>
              <a:latin typeface="Arial"/>
            </a:endParaRPr>
          </a:p>
        </p:txBody>
      </p:sp>
      <p:sp>
        <p:nvSpPr>
          <p:cNvPr id="123" name="PlaceHolder 1"/>
          <p:cNvSpPr>
            <a:spLocks noGrp="1"/>
          </p:cNvSpPr>
          <p:nvPr>
            <p:ph type="body"/>
          </p:nvPr>
        </p:nvSpPr>
        <p:spPr>
          <a:xfrm>
            <a:off x="1112400" y="4752720"/>
            <a:ext cx="4783320" cy="3824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"/>
          <p:cNvSpPr/>
          <p:nvPr/>
        </p:nvSpPr>
        <p:spPr>
          <a:xfrm>
            <a:off x="1165320" y="692280"/>
            <a:ext cx="4619520" cy="346392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lnSpc>
                <a:spcPct val="47000"/>
              </a:lnSpc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IN" sz="1800" strike="noStrike" u="none">
              <a:solidFill>
                <a:srgbClr val="292929"/>
              </a:solidFill>
              <a:effectLst/>
              <a:uFillTx/>
              <a:latin typeface="Arial"/>
            </a:endParaRPr>
          </a:p>
        </p:txBody>
      </p:sp>
      <p:sp>
        <p:nvSpPr>
          <p:cNvPr id="125" name="PlaceHolder 1"/>
          <p:cNvSpPr>
            <a:spLocks noGrp="1"/>
          </p:cNvSpPr>
          <p:nvPr>
            <p:ph type="body"/>
          </p:nvPr>
        </p:nvSpPr>
        <p:spPr>
          <a:xfrm>
            <a:off x="1112400" y="4752720"/>
            <a:ext cx="4783320" cy="3824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"/>
          <p:cNvSpPr/>
          <p:nvPr/>
        </p:nvSpPr>
        <p:spPr>
          <a:xfrm>
            <a:off x="1165320" y="692280"/>
            <a:ext cx="4619520" cy="346392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lnSpc>
                <a:spcPct val="47000"/>
              </a:lnSpc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IN" sz="1800" strike="noStrike" u="none">
              <a:solidFill>
                <a:srgbClr val="292929"/>
              </a:solidFill>
              <a:effectLst/>
              <a:uFillTx/>
              <a:latin typeface="Arial"/>
            </a:endParaRPr>
          </a:p>
        </p:txBody>
      </p:sp>
      <p:sp>
        <p:nvSpPr>
          <p:cNvPr id="127" name="PlaceHolder 1"/>
          <p:cNvSpPr>
            <a:spLocks noGrp="1"/>
          </p:cNvSpPr>
          <p:nvPr>
            <p:ph type="body"/>
          </p:nvPr>
        </p:nvSpPr>
        <p:spPr>
          <a:xfrm>
            <a:off x="1112400" y="4752720"/>
            <a:ext cx="4783320" cy="3824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"/>
          <p:cNvSpPr/>
          <p:nvPr/>
        </p:nvSpPr>
        <p:spPr>
          <a:xfrm>
            <a:off x="1165320" y="692280"/>
            <a:ext cx="4619520" cy="346392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lnSpc>
                <a:spcPct val="47000"/>
              </a:lnSpc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IN" sz="1800" strike="noStrike" u="none">
              <a:solidFill>
                <a:srgbClr val="292929"/>
              </a:solidFill>
              <a:effectLst/>
              <a:uFillTx/>
              <a:latin typeface="Arial"/>
            </a:endParaRPr>
          </a:p>
        </p:txBody>
      </p:sp>
      <p:sp>
        <p:nvSpPr>
          <p:cNvPr id="129" name="PlaceHolder 1"/>
          <p:cNvSpPr>
            <a:spLocks noGrp="1"/>
          </p:cNvSpPr>
          <p:nvPr>
            <p:ph type="body"/>
          </p:nvPr>
        </p:nvSpPr>
        <p:spPr>
          <a:xfrm>
            <a:off x="1112400" y="4752720"/>
            <a:ext cx="4783320" cy="3824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"/>
          <p:cNvSpPr/>
          <p:nvPr/>
        </p:nvSpPr>
        <p:spPr>
          <a:xfrm>
            <a:off x="1165320" y="692280"/>
            <a:ext cx="4619520" cy="346392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lnSpc>
                <a:spcPct val="47000"/>
              </a:lnSpc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IN" sz="1800" strike="noStrike" u="none">
              <a:solidFill>
                <a:srgbClr val="292929"/>
              </a:solidFill>
              <a:effectLst/>
              <a:uFillTx/>
              <a:latin typeface="Arial"/>
            </a:endParaRPr>
          </a:p>
        </p:txBody>
      </p:sp>
      <p:sp>
        <p:nvSpPr>
          <p:cNvPr id="131" name="PlaceHolder 1"/>
          <p:cNvSpPr>
            <a:spLocks noGrp="1"/>
          </p:cNvSpPr>
          <p:nvPr>
            <p:ph type="body"/>
          </p:nvPr>
        </p:nvSpPr>
        <p:spPr>
          <a:xfrm>
            <a:off x="1112400" y="4752720"/>
            <a:ext cx="4783320" cy="3824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"/>
          <p:cNvSpPr/>
          <p:nvPr/>
        </p:nvSpPr>
        <p:spPr>
          <a:xfrm>
            <a:off x="1143000" y="685800"/>
            <a:ext cx="4619520" cy="36576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lnSpc>
                <a:spcPct val="47000"/>
              </a:lnSpc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IN" sz="1800" strike="noStrike" u="none">
              <a:solidFill>
                <a:srgbClr val="292929"/>
              </a:solidFill>
              <a:effectLst/>
              <a:uFillTx/>
              <a:latin typeface="Arial"/>
            </a:endParaRPr>
          </a:p>
        </p:txBody>
      </p:sp>
      <p:sp>
        <p:nvSpPr>
          <p:cNvPr id="133" name="PlaceHolder 1"/>
          <p:cNvSpPr>
            <a:spLocks noGrp="1"/>
          </p:cNvSpPr>
          <p:nvPr>
            <p:ph type="body"/>
          </p:nvPr>
        </p:nvSpPr>
        <p:spPr>
          <a:xfrm>
            <a:off x="694800" y="4387680"/>
            <a:ext cx="5558040" cy="416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1" lang="en-IN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"/>
          <p:cNvSpPr/>
          <p:nvPr/>
        </p:nvSpPr>
        <p:spPr>
          <a:xfrm>
            <a:off x="1165320" y="692280"/>
            <a:ext cx="4619520" cy="346392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lnSpc>
                <a:spcPct val="47000"/>
              </a:lnSpc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IN" sz="1800" strike="noStrike" u="none">
              <a:solidFill>
                <a:srgbClr val="292929"/>
              </a:solidFill>
              <a:effectLst/>
              <a:uFillTx/>
              <a:latin typeface="Arial"/>
            </a:endParaRPr>
          </a:p>
        </p:txBody>
      </p:sp>
      <p:sp>
        <p:nvSpPr>
          <p:cNvPr id="135" name="PlaceHolder 1"/>
          <p:cNvSpPr>
            <a:spLocks noGrp="1"/>
          </p:cNvSpPr>
          <p:nvPr>
            <p:ph type="body"/>
          </p:nvPr>
        </p:nvSpPr>
        <p:spPr>
          <a:xfrm>
            <a:off x="1112400" y="4752720"/>
            <a:ext cx="4783320" cy="3824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"/>
          <p:cNvSpPr/>
          <p:nvPr/>
        </p:nvSpPr>
        <p:spPr>
          <a:xfrm>
            <a:off x="1133640" y="771480"/>
            <a:ext cx="4906800" cy="335772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lnSpc>
                <a:spcPct val="47000"/>
              </a:lnSpc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IN" sz="1800" strike="noStrike" u="none">
              <a:solidFill>
                <a:srgbClr val="292929"/>
              </a:solidFill>
              <a:effectLst/>
              <a:uFillTx/>
              <a:latin typeface="Arial"/>
            </a:endParaRPr>
          </a:p>
        </p:txBody>
      </p:sp>
      <p:sp>
        <p:nvSpPr>
          <p:cNvPr id="137" name="PlaceHolder 1"/>
          <p:cNvSpPr>
            <a:spLocks noGrp="1"/>
          </p:cNvSpPr>
          <p:nvPr>
            <p:ph type="body"/>
          </p:nvPr>
        </p:nvSpPr>
        <p:spPr>
          <a:xfrm>
            <a:off x="1141200" y="4470120"/>
            <a:ext cx="4911480" cy="3593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dt" idx="1"/>
          </p:nvPr>
        </p:nvSpPr>
        <p:spPr>
          <a:xfrm>
            <a:off x="685440" y="6248160"/>
            <a:ext cx="1887480" cy="439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  <a:tab algn="l" pos="723960"/>
                <a:tab algn="l" pos="144792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  <a:defRPr b="0" lang="en-GB" sz="10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  <a:tab algn="l" pos="723960"/>
                <a:tab algn="l" pos="144792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lang="en-GB" sz="10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IN" sz="1000" strike="noStrike" u="none">
              <a:solidFill>
                <a:srgbClr val="292929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sldNum" idx="2"/>
          </p:nvPr>
        </p:nvSpPr>
        <p:spPr>
          <a:xfrm>
            <a:off x="6552720" y="6248160"/>
            <a:ext cx="1887480" cy="439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  <a:tab algn="l" pos="723960"/>
                <a:tab algn="l" pos="144792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  <a:defRPr b="0" lang="en-GB" sz="10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  <a:tab algn="l" pos="723960"/>
                <a:tab algn="l" pos="144792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fld id="{25A8F3FC-3774-4194-A735-CE75F392E009}" type="slidenum">
              <a:rPr b="0" lang="en-GB" sz="10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IN" sz="1000" strike="noStrike" u="none">
              <a:solidFill>
                <a:srgbClr val="292929"/>
              </a:solidFill>
              <a:effectLst/>
              <a:uFillTx/>
              <a:latin typeface="Arial"/>
            </a:endParaRPr>
          </a:p>
        </p:txBody>
      </p:sp>
      <p:sp>
        <p:nvSpPr>
          <p:cNvPr id="2" name=""/>
          <p:cNvSpPr/>
          <p:nvPr/>
        </p:nvSpPr>
        <p:spPr>
          <a:xfrm>
            <a:off x="228600" y="228600"/>
            <a:ext cx="2514600" cy="2438280"/>
          </a:xfrm>
          <a:prstGeom prst="ellipse">
            <a:avLst/>
          </a:prstGeom>
          <a:noFill/>
          <a:ln w="12600">
            <a:solidFill>
              <a:srgbClr val="cc99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indent="0">
              <a:lnSpc>
                <a:spcPct val="47000"/>
              </a:lnSpc>
              <a:buNone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IN" sz="1800" strike="noStrike" u="none">
              <a:solidFill>
                <a:srgbClr val="292929"/>
              </a:solidFill>
              <a:effectLst/>
              <a:uFillTx/>
              <a:latin typeface="Arial"/>
            </a:endParaRPr>
          </a:p>
        </p:txBody>
      </p:sp>
      <p:sp>
        <p:nvSpPr>
          <p:cNvPr id="3" name=""/>
          <p:cNvSpPr/>
          <p:nvPr/>
        </p:nvSpPr>
        <p:spPr>
          <a:xfrm>
            <a:off x="0" y="609480"/>
            <a:ext cx="4724280" cy="1752840"/>
          </a:xfrm>
          <a:prstGeom prst="rect">
            <a:avLst/>
          </a:prstGeom>
          <a:solidFill>
            <a:srgbClr val="cccc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indent="0">
              <a:lnSpc>
                <a:spcPct val="47000"/>
              </a:lnSpc>
              <a:buNone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IN" sz="1800" strike="noStrike" u="none">
              <a:solidFill>
                <a:srgbClr val="292929"/>
              </a:solidFill>
              <a:effectLst/>
              <a:uFillTx/>
              <a:latin typeface="Arial"/>
            </a:endParaRPr>
          </a:p>
        </p:txBody>
      </p:sp>
      <p:sp>
        <p:nvSpPr>
          <p:cNvPr id="4" name=""/>
          <p:cNvSpPr/>
          <p:nvPr/>
        </p:nvSpPr>
        <p:spPr>
          <a:xfrm>
            <a:off x="3962520" y="609480"/>
            <a:ext cx="4724280" cy="1752840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cccc99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indent="0">
              <a:lnSpc>
                <a:spcPct val="47000"/>
              </a:lnSpc>
              <a:buNone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IN" sz="1800" strike="noStrike" u="none">
              <a:solidFill>
                <a:srgbClr val="292929"/>
              </a:solidFill>
              <a:effectLst/>
              <a:uFillTx/>
              <a:latin typeface="Arial"/>
            </a:endParaRPr>
          </a:p>
        </p:txBody>
      </p:sp>
      <p:sp>
        <p:nvSpPr>
          <p:cNvPr id="5" name=""/>
          <p:cNvSpPr/>
          <p:nvPr/>
        </p:nvSpPr>
        <p:spPr>
          <a:xfrm>
            <a:off x="609480" y="457200"/>
            <a:ext cx="228600" cy="2057400"/>
          </a:xfrm>
          <a:custGeom>
            <a:avLst/>
            <a:gdLst/>
            <a:ahLst/>
            <a:rect l="l" t="t" r="r" b="b"/>
            <a:pathLst>
              <a:path w="1000" h="1000">
                <a:moveTo>
                  <a:pt x="1000" y="1000"/>
                </a:moveTo>
                <a:lnTo>
                  <a:pt x="0" y="1000"/>
                </a:ln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7632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indent="0">
              <a:lnSpc>
                <a:spcPct val="47000"/>
              </a:lnSpc>
              <a:buNone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IN" sz="1800" strike="noStrike" u="none">
              <a:solidFill>
                <a:srgbClr val="292929"/>
              </a:solidFill>
              <a:effectLst/>
              <a:uFillTx/>
              <a:latin typeface="Arial"/>
            </a:endParaRPr>
          </a:p>
        </p:txBody>
      </p:sp>
      <p:sp>
        <p:nvSpPr>
          <p:cNvPr id="6" name=""/>
          <p:cNvSpPr/>
          <p:nvPr/>
        </p:nvSpPr>
        <p:spPr>
          <a:xfrm>
            <a:off x="8153280" y="514440"/>
            <a:ext cx="304920" cy="1695240"/>
          </a:xfrm>
          <a:custGeom>
            <a:avLst/>
            <a:gdLst/>
            <a:ahLst/>
            <a:rect l="l" t="t" r="r" b="b"/>
            <a:pathLst>
              <a:path w="1000" h="1000">
                <a:moveTo>
                  <a:pt x="0" y="0"/>
                </a:moveTo>
                <a:lnTo>
                  <a:pt x="1000" y="0"/>
                </a:lnTo>
                <a:lnTo>
                  <a:pt x="1000" y="1000"/>
                </a:lnTo>
                <a:lnTo>
                  <a:pt x="0" y="1000"/>
                </a:lnTo>
              </a:path>
            </a:pathLst>
          </a:custGeom>
          <a:noFill/>
          <a:ln w="76320">
            <a:solidFill>
              <a:srgbClr val="cc99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indent="0">
              <a:lnSpc>
                <a:spcPct val="47000"/>
              </a:lnSpc>
              <a:buNone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IN" sz="1800" strike="noStrike" u="none">
              <a:solidFill>
                <a:srgbClr val="292929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 type="title"/>
          </p:nvPr>
        </p:nvSpPr>
        <p:spPr>
          <a:xfrm>
            <a:off x="838080" y="681120"/>
            <a:ext cx="7297920" cy="1595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>
              <a:lnSpc>
                <a:spcPct val="47000"/>
              </a:lnSpc>
              <a:buNone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4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0200" indent="-430200">
              <a:lnSpc>
                <a:spcPct val="47000"/>
              </a:lnSpc>
              <a:spcBef>
                <a:spcPts val="799"/>
              </a:spcBef>
              <a:buClr>
                <a:srgbClr val="cc9900"/>
              </a:buClr>
              <a:buSzPct val="70000"/>
              <a:buFont typeface="Wingdings" charset="2"/>
              <a:buChar char=""/>
              <a:tabLst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en-IN" sz="3200" strike="noStrike" u="none">
                <a:solidFill>
                  <a:srgbClr val="292929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IN" sz="3200" strike="noStrike" u="none">
              <a:solidFill>
                <a:srgbClr val="292929"/>
              </a:solidFill>
              <a:effectLst/>
              <a:uFillTx/>
              <a:latin typeface="Arial"/>
            </a:endParaRPr>
          </a:p>
          <a:p>
            <a:pPr lvl="1" marL="871560" indent="-425520">
              <a:lnSpc>
                <a:spcPct val="47000"/>
              </a:lnSpc>
              <a:spcBef>
                <a:spcPts val="700"/>
              </a:spcBef>
              <a:buClr>
                <a:srgbClr val="999933"/>
              </a:buClr>
              <a:buSzPct val="65000"/>
              <a:buFont typeface="Wingdings" charset="2"/>
              <a:buChar char=""/>
              <a:tabLst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</a:tabLst>
            </a:pPr>
            <a:r>
              <a:rPr b="0" lang="en-IN" sz="2800" strike="noStrike" u="none">
                <a:solidFill>
                  <a:srgbClr val="292929"/>
                </a:solidFill>
                <a:effectLst/>
                <a:uFillTx/>
                <a:latin typeface="Arial"/>
              </a:rPr>
              <a:t>Second Outline Level</a:t>
            </a:r>
            <a:endParaRPr b="0" lang="en-IN" sz="2800" strike="noStrike" u="none">
              <a:solidFill>
                <a:srgbClr val="292929"/>
              </a:solidFill>
              <a:effectLst/>
              <a:uFillTx/>
              <a:latin typeface="Arial"/>
            </a:endParaRPr>
          </a:p>
          <a:p>
            <a:pPr lvl="2" marL="1276200" indent="-388800">
              <a:lnSpc>
                <a:spcPct val="47000"/>
              </a:lnSpc>
              <a:spcBef>
                <a:spcPts val="601"/>
              </a:spcBef>
              <a:buClr>
                <a:srgbClr val="cc9900"/>
              </a:buClr>
              <a:buSzPct val="70000"/>
              <a:buFont typeface="Wingdings" charset="2"/>
              <a:buChar char=""/>
              <a:tabLst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</a:tabLst>
            </a:pPr>
            <a:r>
              <a:rPr b="0" lang="en-IN" sz="2400" strike="noStrike" u="none">
                <a:solidFill>
                  <a:srgbClr val="292929"/>
                </a:solidFill>
                <a:effectLst/>
                <a:uFillTx/>
                <a:latin typeface="Arial"/>
              </a:rPr>
              <a:t>Third Outline Level</a:t>
            </a:r>
            <a:endParaRPr b="0" lang="en-IN" sz="2400" strike="noStrike" u="none">
              <a:solidFill>
                <a:srgbClr val="292929"/>
              </a:solidFill>
              <a:effectLst/>
              <a:uFillTx/>
              <a:latin typeface="Arial"/>
            </a:endParaRPr>
          </a:p>
          <a:p>
            <a:pPr lvl="3" marL="1663560" indent="-379440">
              <a:lnSpc>
                <a:spcPct val="47000"/>
              </a:lnSpc>
              <a:spcBef>
                <a:spcPts val="499"/>
              </a:spcBef>
              <a:buClr>
                <a:srgbClr val="999933"/>
              </a:buClr>
              <a:buSzPct val="75000"/>
              <a:buFont typeface="Wingdings" charset="2"/>
              <a:buChar char=""/>
              <a:tabLst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lang="en-IN" sz="2000" strike="noStrike" u="none">
                <a:solidFill>
                  <a:srgbClr val="292929"/>
                </a:solidFill>
                <a:effectLst/>
                <a:uFillTx/>
                <a:latin typeface="Arial"/>
              </a:rPr>
              <a:t>Fourth Outline Level</a:t>
            </a:r>
            <a:endParaRPr b="0" lang="en-IN" sz="2000" strike="noStrike" u="none">
              <a:solidFill>
                <a:srgbClr val="292929"/>
              </a:solidFill>
              <a:effectLst/>
              <a:uFillTx/>
              <a:latin typeface="Arial"/>
            </a:endParaRPr>
          </a:p>
          <a:p>
            <a:pPr lvl="4" marL="2057400" indent="-387360">
              <a:lnSpc>
                <a:spcPct val="47000"/>
              </a:lnSpc>
              <a:spcBef>
                <a:spcPts val="499"/>
              </a:spcBef>
              <a:buClr>
                <a:srgbClr val="999933"/>
              </a:buClr>
              <a:buSzPct val="70000"/>
              <a:buFont typeface="Wingdings" charset="2"/>
              <a:buChar char=""/>
              <a:tabLst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lang="en-IN" sz="2000" strike="noStrike" u="none">
                <a:solidFill>
                  <a:srgbClr val="292929"/>
                </a:solidFill>
                <a:effectLst/>
                <a:uFillTx/>
                <a:latin typeface="Arial"/>
              </a:rPr>
              <a:t>Fifth Outline Level</a:t>
            </a:r>
            <a:endParaRPr b="0" lang="en-IN" sz="2000" strike="noStrike" u="none">
              <a:solidFill>
                <a:srgbClr val="292929"/>
              </a:solidFill>
              <a:effectLst/>
              <a:uFillTx/>
              <a:latin typeface="Arial"/>
            </a:endParaRPr>
          </a:p>
          <a:p>
            <a:pPr lvl="5" marL="2057400" indent="-387360">
              <a:spcBef>
                <a:spcPts val="499"/>
              </a:spcBef>
              <a:buClr>
                <a:srgbClr val="000000"/>
              </a:buClr>
              <a:buSzPct val="70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trike="noStrike" u="none">
                <a:solidFill>
                  <a:srgbClr val="292929"/>
                </a:solidFill>
                <a:effectLst/>
                <a:uFillTx/>
                <a:latin typeface="Arial"/>
              </a:rPr>
              <a:t>Sixth Outline Level</a:t>
            </a:r>
            <a:endParaRPr b="0" lang="en-IN" sz="2000" strike="noStrike" u="none">
              <a:solidFill>
                <a:srgbClr val="292929"/>
              </a:solidFill>
              <a:effectLst/>
              <a:uFillTx/>
              <a:latin typeface="Arial"/>
            </a:endParaRPr>
          </a:p>
          <a:p>
            <a:pPr lvl="6" marL="2057400" indent="-387360">
              <a:spcBef>
                <a:spcPts val="499"/>
              </a:spcBef>
              <a:buClr>
                <a:srgbClr val="000000"/>
              </a:buClr>
              <a:buSzPct val="70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trike="noStrike" u="none">
                <a:solidFill>
                  <a:srgbClr val="292929"/>
                </a:solidFill>
                <a:effectLst/>
                <a:uFillTx/>
                <a:latin typeface="Arial"/>
              </a:rPr>
              <a:t>Seventh Outline Level</a:t>
            </a:r>
            <a:endParaRPr b="0" lang="en-IN" sz="2000" strike="noStrike" u="none">
              <a:solidFill>
                <a:srgbClr val="292929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8280" y="749160"/>
            <a:ext cx="8301240" cy="633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lnSpc>
                <a:spcPct val="84000"/>
              </a:lnSpc>
              <a:buNone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1" lang="en-IN" sz="3800" strike="noStrike" u="none">
                <a:solidFill>
                  <a:srgbClr val="5382a1"/>
                </a:solidFill>
                <a:effectLst/>
                <a:uFillTx/>
                <a:latin typeface="Arial"/>
              </a:rPr>
              <a:t>Click to edit the title text format</a:t>
            </a:r>
            <a:endParaRPr b="1" lang="en-IN" sz="3800" strike="noStrike" u="none">
              <a:solidFill>
                <a:srgbClr val="5382a1"/>
              </a:solidFill>
              <a:effectLst/>
              <a:uFillTx/>
              <a:latin typeface="Arial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393840" y="1568520"/>
            <a:ext cx="8146800" cy="462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11120" indent="-291960">
              <a:lnSpc>
                <a:spcPct val="80000"/>
              </a:lnSpc>
              <a:spcBef>
                <a:spcPts val="1301"/>
              </a:spcBef>
              <a:buClr>
                <a:srgbClr val="e76f00"/>
              </a:buClr>
              <a:buFont typeface="Arial"/>
              <a:buChar char="•"/>
              <a:tabLst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Arial Narrow"/>
              </a:rPr>
              <a:t>Click to edit the outline text format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 Narrow"/>
            </a:endParaRPr>
          </a:p>
          <a:p>
            <a:pPr lvl="1" marL="766800" indent="-301680">
              <a:lnSpc>
                <a:spcPct val="80000"/>
              </a:lnSpc>
              <a:spcBef>
                <a:spcPts val="1301"/>
              </a:spcBef>
              <a:buClr>
                <a:srgbClr val="e76f00"/>
              </a:buClr>
              <a:buSzPct val="90000"/>
              <a:buFont typeface="Arial"/>
              <a:buChar char="&gt;"/>
              <a:tabLst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Arial Narrow"/>
              </a:rPr>
              <a:t>Second Outline Level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 Narrow"/>
            </a:endParaRPr>
          </a:p>
          <a:p>
            <a:pPr lvl="2" marL="1114560" indent="-228600">
              <a:lnSpc>
                <a:spcPct val="80000"/>
              </a:lnSpc>
              <a:spcBef>
                <a:spcPts val="1301"/>
              </a:spcBef>
              <a:buClr>
                <a:srgbClr val="e76f00"/>
              </a:buClr>
              <a:buFont typeface="Arial"/>
              <a:buChar char="&gt;"/>
              <a:tabLst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Arial Narrow"/>
              </a:rPr>
              <a:t>Third Outline Level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 Narrow"/>
            </a:endParaRPr>
          </a:p>
          <a:p>
            <a:pPr lvl="3" marL="1727280" indent="-216000">
              <a:lnSpc>
                <a:spcPct val="80000"/>
              </a:lnSpc>
              <a:spcBef>
                <a:spcPts val="1301"/>
              </a:spcBef>
              <a:buClr>
                <a:srgbClr val="e16600"/>
              </a:buClr>
              <a:buSzPct val="75000"/>
              <a:buFont typeface="Symbol" charset="2"/>
              <a:buChar char=""/>
              <a:tabLst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Arial Narrow"/>
              </a:rPr>
              <a:t>Fourth Outline Level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 Narrow"/>
            </a:endParaRPr>
          </a:p>
          <a:p>
            <a:pPr lvl="4" marL="2158920" indent="-215640">
              <a:lnSpc>
                <a:spcPct val="80000"/>
              </a:lnSpc>
              <a:spcBef>
                <a:spcPts val="1301"/>
              </a:spcBef>
              <a:buClr>
                <a:srgbClr val="e16600"/>
              </a:buClr>
              <a:buSzPct val="45000"/>
              <a:buFont typeface="Wingdings" charset="2"/>
              <a:buChar char=""/>
              <a:tabLst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Arial Narrow"/>
              </a:rPr>
              <a:t>Fifth Outline Level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 Narrow"/>
            </a:endParaRPr>
          </a:p>
          <a:p>
            <a:pPr lvl="5" marL="2158920" indent="-215640">
              <a:lnSpc>
                <a:spcPct val="80000"/>
              </a:lnSpc>
              <a:spcBef>
                <a:spcPts val="13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Arial Narrow"/>
              </a:rPr>
              <a:t>Sixth Outline Level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 Narrow"/>
            </a:endParaRPr>
          </a:p>
          <a:p>
            <a:pPr lvl="6" marL="2158920" indent="-215640">
              <a:lnSpc>
                <a:spcPct val="80000"/>
              </a:lnSpc>
              <a:spcBef>
                <a:spcPts val="13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Arial Narrow"/>
              </a:rPr>
              <a:t>Seventh Outline Level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 Narrow"/>
            </a:endParaRPr>
          </a:p>
        </p:txBody>
      </p:sp>
      <p:sp>
        <p:nvSpPr>
          <p:cNvPr id="11" name=""/>
          <p:cNvSpPr/>
          <p:nvPr/>
        </p:nvSpPr>
        <p:spPr>
          <a:xfrm>
            <a:off x="2803680" y="6556320"/>
            <a:ext cx="3538440" cy="30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pPr indent="0" algn="ctr">
              <a:lnSpc>
                <a:spcPct val="47000"/>
              </a:lnSpc>
              <a:buNone/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lang="en-IN" sz="1000" strike="noStrike" u="none">
                <a:solidFill>
                  <a:srgbClr val="999999"/>
                </a:solidFill>
                <a:effectLst/>
                <a:uFillTx/>
                <a:latin typeface="Arial"/>
              </a:rPr>
              <a:t>Sun Proprietary/Confidential: Internal Use Only</a:t>
            </a:r>
            <a:endParaRPr b="0" lang="en-IN" sz="1000" strike="noStrike" u="none">
              <a:solidFill>
                <a:srgbClr val="292929"/>
              </a:solidFill>
              <a:effectLst/>
              <a:uFillTx/>
              <a:latin typeface="Arial"/>
            </a:endParaRPr>
          </a:p>
        </p:txBody>
      </p:sp>
      <p:pic>
        <p:nvPicPr>
          <p:cNvPr id="18" name="" descr=""/>
          <p:cNvPicPr/>
          <p:nvPr/>
        </p:nvPicPr>
        <p:blipFill>
          <a:blip r:embed="rId2"/>
          <a:stretch/>
        </p:blipFill>
        <p:spPr>
          <a:xfrm>
            <a:off x="0" y="0"/>
            <a:ext cx="9144000" cy="45576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8280" y="749160"/>
            <a:ext cx="8301240" cy="633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lnSpc>
                <a:spcPct val="84000"/>
              </a:lnSpc>
              <a:buNone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1" lang="en-IN" sz="3800" strike="noStrike" u="none">
                <a:solidFill>
                  <a:srgbClr val="5382a1"/>
                </a:solidFill>
                <a:effectLst/>
                <a:uFillTx/>
                <a:latin typeface="Arial"/>
              </a:rPr>
              <a:t>Click to edit the title text format</a:t>
            </a:r>
            <a:endParaRPr b="1" lang="en-IN" sz="3800" strike="noStrike" u="none">
              <a:solidFill>
                <a:srgbClr val="5382a1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393840" y="1568520"/>
            <a:ext cx="8146800" cy="462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11120" indent="-291960">
              <a:lnSpc>
                <a:spcPct val="80000"/>
              </a:lnSpc>
              <a:spcBef>
                <a:spcPts val="1301"/>
              </a:spcBef>
              <a:buClr>
                <a:srgbClr val="e76f00"/>
              </a:buClr>
              <a:buFont typeface="Arial"/>
              <a:buChar char="•"/>
              <a:tabLst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Arial Narrow"/>
              </a:rPr>
              <a:t>Click to edit the outline text format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 Narrow"/>
            </a:endParaRPr>
          </a:p>
          <a:p>
            <a:pPr lvl="1" marL="766800" indent="-301680">
              <a:lnSpc>
                <a:spcPct val="80000"/>
              </a:lnSpc>
              <a:spcBef>
                <a:spcPts val="1301"/>
              </a:spcBef>
              <a:buClr>
                <a:srgbClr val="e76f00"/>
              </a:buClr>
              <a:buSzPct val="90000"/>
              <a:buFont typeface="Arial"/>
              <a:buChar char="&gt;"/>
              <a:tabLst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Arial Narrow"/>
              </a:rPr>
              <a:t>Second Outline Level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 Narrow"/>
            </a:endParaRPr>
          </a:p>
          <a:p>
            <a:pPr lvl="2" marL="1114560" indent="-228600">
              <a:lnSpc>
                <a:spcPct val="80000"/>
              </a:lnSpc>
              <a:spcBef>
                <a:spcPts val="1301"/>
              </a:spcBef>
              <a:buClr>
                <a:srgbClr val="e76f00"/>
              </a:buClr>
              <a:buFont typeface="Arial"/>
              <a:buChar char="&gt;"/>
              <a:tabLst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Arial Narrow"/>
              </a:rPr>
              <a:t>Third Outline Level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 Narrow"/>
            </a:endParaRPr>
          </a:p>
          <a:p>
            <a:pPr lvl="3" marL="1727280" indent="-216000">
              <a:lnSpc>
                <a:spcPct val="80000"/>
              </a:lnSpc>
              <a:spcBef>
                <a:spcPts val="1301"/>
              </a:spcBef>
              <a:buClr>
                <a:srgbClr val="e16600"/>
              </a:buClr>
              <a:buSzPct val="75000"/>
              <a:buFont typeface="Symbol" charset="2"/>
              <a:buChar char=""/>
              <a:tabLst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Arial Narrow"/>
              </a:rPr>
              <a:t>Fourth Outline Level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 Narrow"/>
            </a:endParaRPr>
          </a:p>
          <a:p>
            <a:pPr lvl="4" marL="2158920" indent="-215640">
              <a:lnSpc>
                <a:spcPct val="80000"/>
              </a:lnSpc>
              <a:spcBef>
                <a:spcPts val="1301"/>
              </a:spcBef>
              <a:buClr>
                <a:srgbClr val="e16600"/>
              </a:buClr>
              <a:buSzPct val="45000"/>
              <a:buFont typeface="Wingdings" charset="2"/>
              <a:buChar char=""/>
              <a:tabLst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Arial Narrow"/>
              </a:rPr>
              <a:t>Fifth Outline Level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 Narrow"/>
            </a:endParaRPr>
          </a:p>
          <a:p>
            <a:pPr lvl="5" marL="2158920" indent="-215640">
              <a:lnSpc>
                <a:spcPct val="80000"/>
              </a:lnSpc>
              <a:spcBef>
                <a:spcPts val="13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Arial Narrow"/>
              </a:rPr>
              <a:t>Sixth Outline Level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 Narrow"/>
            </a:endParaRPr>
          </a:p>
          <a:p>
            <a:pPr lvl="6" marL="2158920" indent="-215640">
              <a:lnSpc>
                <a:spcPct val="80000"/>
              </a:lnSpc>
              <a:spcBef>
                <a:spcPts val="13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Arial Narrow"/>
              </a:rPr>
              <a:t>Seventh Outline Level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 Narrow"/>
            </a:endParaRPr>
          </a:p>
        </p:txBody>
      </p:sp>
      <p:sp>
        <p:nvSpPr>
          <p:cNvPr id="11" name=""/>
          <p:cNvSpPr/>
          <p:nvPr/>
        </p:nvSpPr>
        <p:spPr>
          <a:xfrm>
            <a:off x="2803680" y="6556320"/>
            <a:ext cx="3538440" cy="30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pPr indent="0" algn="ctr">
              <a:lnSpc>
                <a:spcPct val="47000"/>
              </a:lnSpc>
              <a:buNone/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lang="en-IN" sz="1000" strike="noStrike" u="none">
                <a:solidFill>
                  <a:srgbClr val="999999"/>
                </a:solidFill>
                <a:effectLst/>
                <a:uFillTx/>
                <a:latin typeface="Arial"/>
              </a:rPr>
              <a:t>Sun Proprietary/Confidential: Internal Use Only</a:t>
            </a:r>
            <a:endParaRPr b="0" lang="en-IN" sz="1000" strike="noStrike" u="none">
              <a:solidFill>
                <a:srgbClr val="292929"/>
              </a:solidFill>
              <a:effectLst/>
              <a:uFillTx/>
              <a:latin typeface="Arial"/>
            </a:endParaRPr>
          </a:p>
        </p:txBody>
      </p:sp>
      <p:pic>
        <p:nvPicPr>
          <p:cNvPr id="12" name="" descr=""/>
          <p:cNvPicPr/>
          <p:nvPr/>
        </p:nvPicPr>
        <p:blipFill>
          <a:blip r:embed="rId2"/>
          <a:stretch/>
        </p:blipFill>
        <p:spPr>
          <a:xfrm>
            <a:off x="0" y="0"/>
            <a:ext cx="9144000" cy="45576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458280" y="749160"/>
            <a:ext cx="8301240" cy="633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lnSpc>
                <a:spcPct val="84000"/>
              </a:lnSpc>
              <a:buNone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1" lang="en-IN" sz="3800" strike="noStrike" u="none">
                <a:solidFill>
                  <a:srgbClr val="5382a1"/>
                </a:solidFill>
                <a:effectLst/>
                <a:uFillTx/>
                <a:latin typeface="Arial"/>
              </a:rPr>
              <a:t>Click to edit the title text format</a:t>
            </a:r>
            <a:endParaRPr b="1" lang="en-IN" sz="3800" strike="noStrike" u="none">
              <a:solidFill>
                <a:srgbClr val="5382a1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393840" y="1568520"/>
            <a:ext cx="8146800" cy="462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11120" indent="-291960">
              <a:lnSpc>
                <a:spcPct val="80000"/>
              </a:lnSpc>
              <a:spcBef>
                <a:spcPts val="1301"/>
              </a:spcBef>
              <a:buClr>
                <a:srgbClr val="e76f00"/>
              </a:buClr>
              <a:buFont typeface="Arial"/>
              <a:buChar char="•"/>
              <a:tabLst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Arial Narrow"/>
              </a:rPr>
              <a:t>Click to edit the outline text format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 Narrow"/>
            </a:endParaRPr>
          </a:p>
          <a:p>
            <a:pPr lvl="1" marL="766800" indent="-301680">
              <a:lnSpc>
                <a:spcPct val="80000"/>
              </a:lnSpc>
              <a:spcBef>
                <a:spcPts val="1301"/>
              </a:spcBef>
              <a:buClr>
                <a:srgbClr val="e76f00"/>
              </a:buClr>
              <a:buSzPct val="90000"/>
              <a:buFont typeface="Arial"/>
              <a:buChar char="&gt;"/>
              <a:tabLst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Arial Narrow"/>
              </a:rPr>
              <a:t>Second Outline Level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 Narrow"/>
            </a:endParaRPr>
          </a:p>
          <a:p>
            <a:pPr lvl="2" marL="1114560" indent="-228600">
              <a:lnSpc>
                <a:spcPct val="80000"/>
              </a:lnSpc>
              <a:spcBef>
                <a:spcPts val="1301"/>
              </a:spcBef>
              <a:buClr>
                <a:srgbClr val="e76f00"/>
              </a:buClr>
              <a:buFont typeface="Arial"/>
              <a:buChar char="&gt;"/>
              <a:tabLst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Arial Narrow"/>
              </a:rPr>
              <a:t>Third Outline Level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 Narrow"/>
            </a:endParaRPr>
          </a:p>
          <a:p>
            <a:pPr lvl="3" marL="1727280" indent="-216000">
              <a:lnSpc>
                <a:spcPct val="80000"/>
              </a:lnSpc>
              <a:spcBef>
                <a:spcPts val="1301"/>
              </a:spcBef>
              <a:buClr>
                <a:srgbClr val="e16600"/>
              </a:buClr>
              <a:buSzPct val="75000"/>
              <a:buFont typeface="Symbol" charset="2"/>
              <a:buChar char=""/>
              <a:tabLst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Arial Narrow"/>
              </a:rPr>
              <a:t>Fourth Outline Level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 Narrow"/>
            </a:endParaRPr>
          </a:p>
          <a:p>
            <a:pPr lvl="4" marL="2158920" indent="-215640">
              <a:lnSpc>
                <a:spcPct val="80000"/>
              </a:lnSpc>
              <a:spcBef>
                <a:spcPts val="1301"/>
              </a:spcBef>
              <a:buClr>
                <a:srgbClr val="e16600"/>
              </a:buClr>
              <a:buSzPct val="45000"/>
              <a:buFont typeface="Wingdings" charset="2"/>
              <a:buChar char=""/>
              <a:tabLst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Arial Narrow"/>
              </a:rPr>
              <a:t>Fifth Outline Level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 Narrow"/>
            </a:endParaRPr>
          </a:p>
          <a:p>
            <a:pPr lvl="5" marL="2158920" indent="-215640">
              <a:lnSpc>
                <a:spcPct val="80000"/>
              </a:lnSpc>
              <a:spcBef>
                <a:spcPts val="13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Arial Narrow"/>
              </a:rPr>
              <a:t>Sixth Outline Level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 Narrow"/>
            </a:endParaRPr>
          </a:p>
          <a:p>
            <a:pPr lvl="6" marL="2158920" indent="-215640">
              <a:lnSpc>
                <a:spcPct val="80000"/>
              </a:lnSpc>
              <a:spcBef>
                <a:spcPts val="13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Arial Narrow"/>
              </a:rPr>
              <a:t>Seventh Outline Level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 Narrow"/>
            </a:endParaRPr>
          </a:p>
        </p:txBody>
      </p:sp>
      <p:sp>
        <p:nvSpPr>
          <p:cNvPr id="11" name=""/>
          <p:cNvSpPr/>
          <p:nvPr/>
        </p:nvSpPr>
        <p:spPr>
          <a:xfrm>
            <a:off x="2803680" y="6556320"/>
            <a:ext cx="3538440" cy="30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pPr indent="0" algn="ctr">
              <a:lnSpc>
                <a:spcPct val="47000"/>
              </a:lnSpc>
              <a:buNone/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lang="en-IN" sz="1000" strike="noStrike" u="none">
                <a:solidFill>
                  <a:srgbClr val="999999"/>
                </a:solidFill>
                <a:effectLst/>
                <a:uFillTx/>
                <a:latin typeface="Arial"/>
              </a:rPr>
              <a:t>Sun Proprietary/Confidential: Internal Use Only</a:t>
            </a:r>
            <a:endParaRPr b="0" lang="en-IN" sz="1000" strike="noStrike" u="none">
              <a:solidFill>
                <a:srgbClr val="292929"/>
              </a:solidFill>
              <a:effectLst/>
              <a:uFillTx/>
              <a:latin typeface="Arial"/>
            </a:endParaRPr>
          </a:p>
        </p:txBody>
      </p:sp>
      <p:pic>
        <p:nvPicPr>
          <p:cNvPr id="15" name="" descr=""/>
          <p:cNvPicPr/>
          <p:nvPr/>
        </p:nvPicPr>
        <p:blipFill>
          <a:blip r:embed="rId2"/>
          <a:stretch/>
        </p:blipFill>
        <p:spPr>
          <a:xfrm>
            <a:off x="0" y="0"/>
            <a:ext cx="9144000" cy="45576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6.wmf"/><Relationship Id="rId2" Type="http://schemas.openxmlformats.org/officeDocument/2006/relationships/image" Target="../media/image7.wmf"/><Relationship Id="rId3" Type="http://schemas.openxmlformats.org/officeDocument/2006/relationships/image" Target="../media/image6.wmf"/><Relationship Id="rId4" Type="http://schemas.openxmlformats.org/officeDocument/2006/relationships/image" Target="../media/image6.wmf"/><Relationship Id="rId5" Type="http://schemas.openxmlformats.org/officeDocument/2006/relationships/image" Target="../media/image6.wmf"/><Relationship Id="rId6" Type="http://schemas.openxmlformats.org/officeDocument/2006/relationships/image" Target="../media/image6.wmf"/><Relationship Id="rId7" Type="http://schemas.openxmlformats.org/officeDocument/2006/relationships/image" Target="../media/image6.wmf"/><Relationship Id="rId8" Type="http://schemas.openxmlformats.org/officeDocument/2006/relationships/image" Target="../media/image7.wmf"/><Relationship Id="rId9" Type="http://schemas.openxmlformats.org/officeDocument/2006/relationships/image" Target="../media/image8.png"/><Relationship Id="rId10" Type="http://schemas.openxmlformats.org/officeDocument/2006/relationships/image" Target="../media/image8.png"/><Relationship Id="rId11" Type="http://schemas.openxmlformats.org/officeDocument/2006/relationships/image" Target="../media/image8.png"/><Relationship Id="rId12" Type="http://schemas.openxmlformats.org/officeDocument/2006/relationships/image" Target="../media/image8.png"/><Relationship Id="rId13" Type="http://schemas.openxmlformats.org/officeDocument/2006/relationships/image" Target="../media/image8.png"/><Relationship Id="rId14" Type="http://schemas.openxmlformats.org/officeDocument/2006/relationships/image" Target="../media/image7.wmf"/><Relationship Id="rId15" Type="http://schemas.openxmlformats.org/officeDocument/2006/relationships/image" Target="../media/image6.wmf"/><Relationship Id="rId16" Type="http://schemas.openxmlformats.org/officeDocument/2006/relationships/image" Target="../media/image6.wmf"/><Relationship Id="rId17" Type="http://schemas.openxmlformats.org/officeDocument/2006/relationships/image" Target="../media/image6.wmf"/><Relationship Id="rId18" Type="http://schemas.openxmlformats.org/officeDocument/2006/relationships/image" Target="../media/image6.wmf"/><Relationship Id="rId19" Type="http://schemas.openxmlformats.org/officeDocument/2006/relationships/image" Target="../media/image6.wmf"/><Relationship Id="rId20" Type="http://schemas.openxmlformats.org/officeDocument/2006/relationships/image" Target="../media/image6.wmf"/><Relationship Id="rId21" Type="http://schemas.openxmlformats.org/officeDocument/2006/relationships/image" Target="../media/image6.wmf"/><Relationship Id="rId22" Type="http://schemas.openxmlformats.org/officeDocument/2006/relationships/image" Target="../media/image6.wmf"/><Relationship Id="rId23" Type="http://schemas.openxmlformats.org/officeDocument/2006/relationships/image" Target="../media/image6.wmf"/><Relationship Id="rId24" Type="http://schemas.openxmlformats.org/officeDocument/2006/relationships/image" Target="../media/image8.png"/><Relationship Id="rId25" Type="http://schemas.openxmlformats.org/officeDocument/2006/relationships/slideLayout" Target="../slideLayouts/slideLayout3.xml"/><Relationship Id="rId26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image" Target="../media/image3.png"/><Relationship Id="rId3" Type="http://schemas.openxmlformats.org/officeDocument/2006/relationships/hyperlink" Target="mailto:michelle.dennedy@sun.com" TargetMode="Externa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" descr=""/>
          <p:cNvPicPr/>
          <p:nvPr/>
        </p:nvPicPr>
        <p:blipFill>
          <a:blip r:embed="rId1"/>
          <a:stretch/>
        </p:blipFill>
        <p:spPr>
          <a:xfrm>
            <a:off x="-49320" y="0"/>
            <a:ext cx="9193320" cy="6858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8" name="" descr=""/>
          <p:cNvPicPr/>
          <p:nvPr/>
        </p:nvPicPr>
        <p:blipFill>
          <a:blip r:embed="rId2"/>
          <a:stretch/>
        </p:blipFill>
        <p:spPr>
          <a:xfrm>
            <a:off x="0" y="0"/>
            <a:ext cx="5865840" cy="6858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228240" y="1828800"/>
            <a:ext cx="4800600" cy="914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indent="0">
              <a:lnSpc>
                <a:spcPct val="100000"/>
              </a:lnSpc>
              <a:spcBef>
                <a:spcPts val="2837"/>
              </a:spcBef>
              <a:buNone/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lang="en-IN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Engineering for Data </a:t>
            </a:r>
            <a:br>
              <a:rPr sz="2800"/>
            </a:br>
            <a:r>
              <a:rPr b="0" lang="en-IN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Protection and Accountability</a:t>
            </a:r>
            <a:endParaRPr b="0" lang="en-IN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228240" y="4439880"/>
            <a:ext cx="6032520" cy="2011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0000"/>
              </a:lnSpc>
              <a:spcBef>
                <a:spcPts val="799"/>
              </a:spcBef>
              <a:buNone/>
              <a:tabLst>
                <a:tab algn="l" pos="0"/>
                <a:tab algn="l" pos="15840"/>
                <a:tab algn="l" pos="465120"/>
                <a:tab algn="l" pos="914400"/>
                <a:tab algn="l" pos="1363680"/>
                <a:tab algn="l" pos="1812960"/>
                <a:tab algn="l" pos="2262240"/>
                <a:tab algn="l" pos="2711520"/>
                <a:tab algn="l" pos="3160800"/>
                <a:tab algn="l" pos="3610080"/>
                <a:tab algn="l" pos="4059360"/>
                <a:tab algn="l" pos="4508640"/>
                <a:tab algn="l" pos="4957920"/>
                <a:tab algn="l" pos="5407200"/>
                <a:tab algn="l" pos="5856120"/>
                <a:tab algn="l" pos="6305400"/>
                <a:tab algn="l" pos="6754680"/>
                <a:tab algn="l" pos="7203960"/>
                <a:tab algn="l" pos="7653240"/>
                <a:tab algn="l" pos="8102520"/>
                <a:tab algn="l" pos="85518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lang="en-IN" sz="2800" strike="noStrike" u="none">
                <a:solidFill>
                  <a:srgbClr val="292929"/>
                </a:solidFill>
                <a:effectLst/>
                <a:uFillTx/>
                <a:latin typeface="Times New Roman"/>
              </a:rPr>
              <a:t>Michelle Finneran Dennedy</a:t>
            </a:r>
            <a:endParaRPr b="0" lang="en-IN" sz="2800" strike="noStrike" u="none">
              <a:solidFill>
                <a:srgbClr val="292929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799"/>
              </a:spcBef>
              <a:buNone/>
              <a:tabLst>
                <a:tab algn="l" pos="0"/>
                <a:tab algn="l" pos="15840"/>
                <a:tab algn="l" pos="465120"/>
                <a:tab algn="l" pos="914400"/>
                <a:tab algn="l" pos="1363680"/>
                <a:tab algn="l" pos="1812960"/>
                <a:tab algn="l" pos="2262240"/>
                <a:tab algn="l" pos="2711520"/>
                <a:tab algn="l" pos="3160800"/>
                <a:tab algn="l" pos="3610080"/>
                <a:tab algn="l" pos="4059360"/>
                <a:tab algn="l" pos="4508640"/>
                <a:tab algn="l" pos="4957920"/>
                <a:tab algn="l" pos="5407200"/>
                <a:tab algn="l" pos="5856120"/>
                <a:tab algn="l" pos="6305400"/>
                <a:tab algn="l" pos="6754680"/>
                <a:tab algn="l" pos="7203960"/>
                <a:tab algn="l" pos="7653240"/>
                <a:tab algn="l" pos="8102520"/>
                <a:tab algn="l" pos="85518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lang="en-IN" sz="2800" strike="noStrike" u="none">
                <a:solidFill>
                  <a:srgbClr val="292929"/>
                </a:solidFill>
                <a:effectLst/>
                <a:uFillTx/>
                <a:latin typeface="Times New Roman"/>
              </a:rPr>
              <a:t>Sun Microsystems, Inc.</a:t>
            </a:r>
            <a:endParaRPr b="0" lang="en-IN" sz="2800" strike="noStrike" u="none">
              <a:solidFill>
                <a:srgbClr val="292929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799"/>
              </a:spcBef>
              <a:buNone/>
              <a:tabLst>
                <a:tab algn="l" pos="0"/>
                <a:tab algn="l" pos="15840"/>
                <a:tab algn="l" pos="465120"/>
                <a:tab algn="l" pos="914400"/>
                <a:tab algn="l" pos="1363680"/>
                <a:tab algn="l" pos="1812960"/>
                <a:tab algn="l" pos="2262240"/>
                <a:tab algn="l" pos="2711520"/>
                <a:tab algn="l" pos="3160800"/>
                <a:tab algn="l" pos="3610080"/>
                <a:tab algn="l" pos="4059360"/>
                <a:tab algn="l" pos="4508640"/>
                <a:tab algn="l" pos="4957920"/>
                <a:tab algn="l" pos="5407200"/>
                <a:tab algn="l" pos="5856120"/>
                <a:tab algn="l" pos="6305400"/>
                <a:tab algn="l" pos="6754680"/>
                <a:tab algn="l" pos="7203960"/>
                <a:tab algn="l" pos="7653240"/>
                <a:tab algn="l" pos="8102520"/>
                <a:tab algn="l" pos="85518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lang="en-IN" sz="28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michelle.dennedy@sun.com</a:t>
            </a:r>
            <a:endParaRPr b="0" lang="en-IN" sz="2800" strike="noStrike" u="none">
              <a:solidFill>
                <a:srgbClr val="292929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799"/>
              </a:spcBef>
              <a:buNone/>
              <a:tabLst>
                <a:tab algn="l" pos="0"/>
                <a:tab algn="l" pos="15840"/>
                <a:tab algn="l" pos="465120"/>
                <a:tab algn="l" pos="914400"/>
                <a:tab algn="l" pos="1363680"/>
                <a:tab algn="l" pos="1812960"/>
                <a:tab algn="l" pos="2262240"/>
                <a:tab algn="l" pos="2711520"/>
                <a:tab algn="l" pos="3160800"/>
                <a:tab algn="l" pos="3610080"/>
                <a:tab algn="l" pos="4059360"/>
                <a:tab algn="l" pos="4508640"/>
                <a:tab algn="l" pos="4957920"/>
                <a:tab algn="l" pos="5407200"/>
                <a:tab algn="l" pos="5856120"/>
                <a:tab algn="l" pos="6305400"/>
                <a:tab algn="l" pos="6754680"/>
                <a:tab algn="l" pos="7203960"/>
                <a:tab algn="l" pos="7653240"/>
                <a:tab algn="l" pos="8102520"/>
                <a:tab algn="l" pos="85518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lang="en-IN" sz="28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www.sun.com</a:t>
            </a:r>
            <a:endParaRPr b="0" lang="en-IN" sz="2800" strike="noStrike" u="none">
              <a:solidFill>
                <a:srgbClr val="292929"/>
              </a:solidFill>
              <a:effectLst/>
              <a:uFillTx/>
              <a:latin typeface="Arial"/>
            </a:endParaRPr>
          </a:p>
        </p:txBody>
      </p:sp>
    </p:spTree>
  </p:cSld>
  <p:transition>
    <p:wipe dir="r"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"/>
          <p:cNvSpPr/>
          <p:nvPr/>
        </p:nvSpPr>
        <p:spPr>
          <a:xfrm>
            <a:off x="1058760" y="577800"/>
            <a:ext cx="6929640" cy="581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723960"/>
                <a:tab algn="l" pos="1447920"/>
                <a:tab algn="l" pos="2171880"/>
                <a:tab algn="l" pos="2895480"/>
                <a:tab algn="l" pos="3619440"/>
                <a:tab algn="l" pos="4343400"/>
                <a:tab algn="l" pos="5067360"/>
                <a:tab algn="l" pos="5791320"/>
                <a:tab algn="l" pos="651528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1" lang="en-IN" sz="3200" strike="noStrike" u="none">
                <a:solidFill>
                  <a:srgbClr val="5382a1"/>
                </a:solidFill>
                <a:effectLst/>
                <a:uFillTx/>
                <a:latin typeface="Arial"/>
                <a:ea typeface="Arial"/>
              </a:rPr>
              <a:t>Agenda</a:t>
            </a:r>
            <a:endParaRPr b="0" lang="en-IN" sz="3200" strike="noStrike" u="none">
              <a:solidFill>
                <a:srgbClr val="292929"/>
              </a:solidFill>
              <a:effectLst/>
              <a:uFillTx/>
              <a:latin typeface="Arial"/>
            </a:endParaRPr>
          </a:p>
        </p:txBody>
      </p:sp>
      <p:sp>
        <p:nvSpPr>
          <p:cNvPr id="42" name=""/>
          <p:cNvSpPr/>
          <p:nvPr/>
        </p:nvSpPr>
        <p:spPr>
          <a:xfrm>
            <a:off x="539640" y="1766880"/>
            <a:ext cx="8280360" cy="435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marL="430200" indent="-430200">
              <a:lnSpc>
                <a:spcPct val="150000"/>
              </a:lnSpc>
              <a:buClr>
                <a:srgbClr val="cc9900"/>
              </a:buClr>
              <a:buFont typeface="Wingdings" charset="2"/>
              <a:buChar char=""/>
              <a:tabLst>
                <a:tab algn="l" pos="723960"/>
                <a:tab algn="l" pos="1447920"/>
                <a:tab algn="l" pos="2171880"/>
                <a:tab algn="l" pos="2895480"/>
                <a:tab algn="l" pos="3619440"/>
                <a:tab algn="l" pos="4343400"/>
                <a:tab algn="l" pos="5067360"/>
                <a:tab algn="l" pos="5791320"/>
                <a:tab algn="l" pos="6515280"/>
                <a:tab algn="l" pos="7238880"/>
                <a:tab algn="l" pos="796284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lang="en-I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Basic Considerations- Where should technology fit?</a:t>
            </a:r>
            <a:endParaRPr b="0" lang="en-IN" sz="2000" strike="noStrike" u="none">
              <a:solidFill>
                <a:srgbClr val="292929"/>
              </a:solidFill>
              <a:effectLst/>
              <a:uFillTx/>
              <a:latin typeface="Arial"/>
            </a:endParaRPr>
          </a:p>
          <a:p>
            <a:pPr marL="430200" indent="-430200">
              <a:lnSpc>
                <a:spcPct val="150000"/>
              </a:lnSpc>
              <a:buClr>
                <a:srgbClr val="cc9900"/>
              </a:buClr>
              <a:buFont typeface="Wingdings" charset="2"/>
              <a:buChar char=""/>
              <a:tabLst>
                <a:tab algn="l" pos="723960"/>
                <a:tab algn="l" pos="1447920"/>
                <a:tab algn="l" pos="2171880"/>
                <a:tab algn="l" pos="2895480"/>
                <a:tab algn="l" pos="3619440"/>
                <a:tab algn="l" pos="4343400"/>
                <a:tab algn="l" pos="5067360"/>
                <a:tab algn="l" pos="5791320"/>
                <a:tab algn="l" pos="6515280"/>
                <a:tab algn="l" pos="7238880"/>
                <a:tab algn="l" pos="796284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lang="en-I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The Dynamic Data Environment</a:t>
            </a:r>
            <a:r>
              <a:rPr b="1" lang="en-I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   </a:t>
            </a:r>
            <a:endParaRPr b="0" lang="en-IN" sz="2000" strike="noStrike" u="none">
              <a:solidFill>
                <a:srgbClr val="292929"/>
              </a:solidFill>
              <a:effectLst/>
              <a:uFillTx/>
              <a:latin typeface="Arial"/>
            </a:endParaRPr>
          </a:p>
          <a:p>
            <a:pPr marL="430200" indent="-430200">
              <a:lnSpc>
                <a:spcPct val="150000"/>
              </a:lnSpc>
              <a:buClr>
                <a:srgbClr val="cc9900"/>
              </a:buClr>
              <a:buFont typeface="Wingdings" charset="2"/>
              <a:buChar char=""/>
              <a:tabLst>
                <a:tab algn="l" pos="723960"/>
                <a:tab algn="l" pos="1447920"/>
                <a:tab algn="l" pos="2171880"/>
                <a:tab algn="l" pos="2895480"/>
                <a:tab algn="l" pos="3619440"/>
                <a:tab algn="l" pos="4343400"/>
                <a:tab algn="l" pos="5067360"/>
                <a:tab algn="l" pos="5791320"/>
                <a:tab algn="l" pos="6515280"/>
                <a:tab algn="l" pos="7238880"/>
                <a:tab algn="l" pos="796284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lang="en-I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Business/ Organization Goals for Data Protection</a:t>
            </a:r>
            <a:endParaRPr b="0" lang="en-IN" sz="2000" strike="noStrike" u="none">
              <a:solidFill>
                <a:srgbClr val="292929"/>
              </a:solidFill>
              <a:effectLst/>
              <a:uFillTx/>
              <a:latin typeface="Arial"/>
            </a:endParaRPr>
          </a:p>
          <a:p>
            <a:pPr marL="430200" indent="-430200">
              <a:lnSpc>
                <a:spcPct val="150000"/>
              </a:lnSpc>
              <a:buClr>
                <a:srgbClr val="cc9900"/>
              </a:buClr>
              <a:buFont typeface="Wingdings" charset="2"/>
              <a:buChar char=""/>
              <a:tabLst>
                <a:tab algn="l" pos="723960"/>
                <a:tab algn="l" pos="1447920"/>
                <a:tab algn="l" pos="2171880"/>
                <a:tab algn="l" pos="2895480"/>
                <a:tab algn="l" pos="3619440"/>
                <a:tab algn="l" pos="4343400"/>
                <a:tab algn="l" pos="5067360"/>
                <a:tab algn="l" pos="5791320"/>
                <a:tab algn="l" pos="6515280"/>
                <a:tab algn="l" pos="7238880"/>
                <a:tab algn="l" pos="796284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lang="en-I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Engineering Goals for Data Protection</a:t>
            </a:r>
            <a:endParaRPr b="0" lang="en-IN" sz="2000" strike="noStrike" u="none">
              <a:solidFill>
                <a:srgbClr val="292929"/>
              </a:solidFill>
              <a:effectLst/>
              <a:uFillTx/>
              <a:latin typeface="Arial"/>
            </a:endParaRPr>
          </a:p>
          <a:p>
            <a:pPr marL="430200" indent="-430200">
              <a:lnSpc>
                <a:spcPct val="150000"/>
              </a:lnSpc>
              <a:buClr>
                <a:srgbClr val="cc9900"/>
              </a:buClr>
              <a:buFont typeface="Wingdings" charset="2"/>
              <a:buChar char=""/>
              <a:tabLst>
                <a:tab algn="l" pos="723960"/>
                <a:tab algn="l" pos="1447920"/>
                <a:tab algn="l" pos="2171880"/>
                <a:tab algn="l" pos="2895480"/>
                <a:tab algn="l" pos="3619440"/>
                <a:tab algn="l" pos="4343400"/>
                <a:tab algn="l" pos="5067360"/>
                <a:tab algn="l" pos="5791320"/>
                <a:tab algn="l" pos="6515280"/>
                <a:tab algn="l" pos="7238880"/>
                <a:tab algn="l" pos="796284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lang="en-I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Tools and Techniques for Data Governance and Accountability</a:t>
            </a:r>
            <a:endParaRPr b="0" lang="en-IN" sz="2000" strike="noStrike" u="none">
              <a:solidFill>
                <a:srgbClr val="292929"/>
              </a:solidFill>
              <a:effectLst/>
              <a:uFillTx/>
              <a:latin typeface="Arial"/>
            </a:endParaRPr>
          </a:p>
          <a:p>
            <a:pPr marL="430200" indent="-430200">
              <a:lnSpc>
                <a:spcPct val="150000"/>
              </a:lnSpc>
              <a:buClr>
                <a:srgbClr val="cc9900"/>
              </a:buClr>
              <a:buFont typeface="Wingdings" charset="2"/>
              <a:buChar char=""/>
              <a:tabLst>
                <a:tab algn="l" pos="723960"/>
                <a:tab algn="l" pos="1447920"/>
                <a:tab algn="l" pos="2171880"/>
                <a:tab algn="l" pos="2895480"/>
                <a:tab algn="l" pos="3619440"/>
                <a:tab algn="l" pos="4343400"/>
                <a:tab algn="l" pos="5067360"/>
                <a:tab algn="l" pos="5791320"/>
                <a:tab algn="l" pos="6515280"/>
                <a:tab algn="l" pos="7238880"/>
                <a:tab algn="l" pos="796284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lang="en-I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Final Comments</a:t>
            </a:r>
            <a:endParaRPr b="0" lang="en-IN" sz="2000" strike="noStrike" u="none">
              <a:solidFill>
                <a:srgbClr val="292929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BFF0EC0D-FD55-4C7A-81A2-74464BF8EE21}" type="slidenum">
              <a:t>2</a:t>
            </a:fld>
          </a:p>
        </p:txBody>
      </p:sp>
    </p:spTree>
  </p:cSld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528120" y="639360"/>
            <a:ext cx="8129880" cy="490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  <a:tab algn="l" pos="723960"/>
                <a:tab algn="l" pos="1447920"/>
                <a:tab algn="l" pos="2171880"/>
                <a:tab algn="l" pos="2895480"/>
                <a:tab algn="l" pos="3619440"/>
                <a:tab algn="l" pos="4343400"/>
                <a:tab algn="l" pos="5067360"/>
                <a:tab algn="l" pos="5791320"/>
                <a:tab algn="l" pos="6515280"/>
                <a:tab algn="l" pos="7238880"/>
                <a:tab algn="l" pos="796284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1" lang="en-IN" sz="2600" strike="noStrike" u="none">
                <a:solidFill>
                  <a:srgbClr val="5382a1"/>
                </a:solidFill>
                <a:effectLst/>
                <a:uFillTx/>
                <a:latin typeface="Arial"/>
              </a:rPr>
              <a:t>Basic Considerations-  Where should technology fit?</a:t>
            </a:r>
            <a:endParaRPr b="1" lang="en-IN" sz="2600" strike="noStrike" u="none">
              <a:solidFill>
                <a:srgbClr val="5382a1"/>
              </a:solidFill>
              <a:effectLst/>
              <a:uFillTx/>
              <a:latin typeface="Arial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/>
          </p:nvPr>
        </p:nvSpPr>
        <p:spPr>
          <a:xfrm>
            <a:off x="720720" y="1476000"/>
            <a:ext cx="7920000" cy="4668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431640" indent="-430200">
              <a:lnSpc>
                <a:spcPct val="150000"/>
              </a:lnSpc>
              <a:buClr>
                <a:srgbClr val="e76f00"/>
              </a:buClr>
              <a:buFont typeface="Arial"/>
              <a:buChar char="•"/>
              <a:tabLst>
                <a:tab algn="l" pos="723960"/>
                <a:tab algn="l" pos="1447920"/>
                <a:tab algn="l" pos="2171880"/>
                <a:tab algn="l" pos="2895480"/>
                <a:tab algn="l" pos="3619440"/>
                <a:tab algn="l" pos="4343400"/>
                <a:tab algn="l" pos="5067360"/>
                <a:tab algn="l" pos="5791320"/>
                <a:tab algn="l" pos="6515280"/>
                <a:tab algn="l" pos="723888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1" lang="en-IN" sz="2000" strike="noStrike" u="none">
                <a:solidFill>
                  <a:srgbClr val="000000"/>
                </a:solidFill>
                <a:effectLst/>
                <a:uFillTx/>
                <a:latin typeface="Arial Narrow"/>
              </a:rPr>
              <a:t>What information does a company need to protect?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 Narrow"/>
            </a:endParaRPr>
          </a:p>
          <a:p>
            <a:pPr marL="431640" indent="-430200">
              <a:lnSpc>
                <a:spcPct val="150000"/>
              </a:lnSpc>
              <a:buClr>
                <a:srgbClr val="e76f00"/>
              </a:buClr>
              <a:buFont typeface="Arial"/>
              <a:buChar char="•"/>
              <a:tabLst>
                <a:tab algn="l" pos="723960"/>
                <a:tab algn="l" pos="1447920"/>
                <a:tab algn="l" pos="2171880"/>
                <a:tab algn="l" pos="2895480"/>
                <a:tab algn="l" pos="3619440"/>
                <a:tab algn="l" pos="4343400"/>
                <a:tab algn="l" pos="5067360"/>
                <a:tab algn="l" pos="5791320"/>
                <a:tab algn="l" pos="6515280"/>
                <a:tab algn="l" pos="723888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1" lang="en-IN" sz="2000" strike="noStrike" u="none">
                <a:solidFill>
                  <a:srgbClr val="000000"/>
                </a:solidFill>
                <a:effectLst/>
                <a:uFillTx/>
                <a:latin typeface="Arial Narrow"/>
              </a:rPr>
              <a:t>What do I need my systems to do for my organization? 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 Narrow"/>
            </a:endParaRPr>
          </a:p>
          <a:p>
            <a:pPr marL="431640" indent="-430200">
              <a:lnSpc>
                <a:spcPct val="150000"/>
              </a:lnSpc>
              <a:buClr>
                <a:srgbClr val="e76f00"/>
              </a:buClr>
              <a:buFont typeface="Arial"/>
              <a:buChar char="•"/>
              <a:tabLst>
                <a:tab algn="l" pos="723960"/>
                <a:tab algn="l" pos="1447920"/>
                <a:tab algn="l" pos="2171880"/>
                <a:tab algn="l" pos="2895480"/>
                <a:tab algn="l" pos="3619440"/>
                <a:tab algn="l" pos="4343400"/>
                <a:tab algn="l" pos="5067360"/>
                <a:tab algn="l" pos="5791320"/>
                <a:tab algn="l" pos="6515280"/>
                <a:tab algn="l" pos="723888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1" lang="en-IN" sz="2000" strike="noStrike" u="none">
                <a:solidFill>
                  <a:srgbClr val="000000"/>
                </a:solidFill>
                <a:effectLst/>
                <a:uFillTx/>
                <a:latin typeface="Arial Narrow"/>
              </a:rPr>
              <a:t>How is the information being used? 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 Narrow"/>
            </a:endParaRPr>
          </a:p>
          <a:p>
            <a:pPr marL="431640" indent="-430200">
              <a:lnSpc>
                <a:spcPct val="150000"/>
              </a:lnSpc>
              <a:buClr>
                <a:srgbClr val="e76f00"/>
              </a:buClr>
              <a:buFont typeface="Arial"/>
              <a:buChar char="•"/>
              <a:tabLst>
                <a:tab algn="l" pos="723960"/>
                <a:tab algn="l" pos="1447920"/>
                <a:tab algn="l" pos="2171880"/>
                <a:tab algn="l" pos="2895480"/>
                <a:tab algn="l" pos="3619440"/>
                <a:tab algn="l" pos="4343400"/>
                <a:tab algn="l" pos="5067360"/>
                <a:tab algn="l" pos="5791320"/>
                <a:tab algn="l" pos="6515280"/>
                <a:tab algn="l" pos="723888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1" lang="en-IN" sz="2000" strike="noStrike" u="none">
                <a:solidFill>
                  <a:srgbClr val="000000"/>
                </a:solidFill>
                <a:effectLst/>
                <a:uFillTx/>
                <a:latin typeface="Arial Narrow"/>
              </a:rPr>
              <a:t>Who will the users be?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 Narrow"/>
            </a:endParaRPr>
          </a:p>
          <a:p>
            <a:pPr marL="431640" indent="-430200">
              <a:lnSpc>
                <a:spcPct val="150000"/>
              </a:lnSpc>
              <a:buClr>
                <a:srgbClr val="e76f00"/>
              </a:buClr>
              <a:buFont typeface="Arial"/>
              <a:buChar char="•"/>
              <a:tabLst>
                <a:tab algn="l" pos="723960"/>
                <a:tab algn="l" pos="1447920"/>
                <a:tab algn="l" pos="2171880"/>
                <a:tab algn="l" pos="2895480"/>
                <a:tab algn="l" pos="3619440"/>
                <a:tab algn="l" pos="4343400"/>
                <a:tab algn="l" pos="5067360"/>
                <a:tab algn="l" pos="5791320"/>
                <a:tab algn="l" pos="6515280"/>
                <a:tab algn="l" pos="723888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1" lang="en-IN" sz="2000" strike="noStrike" u="none">
                <a:solidFill>
                  <a:srgbClr val="000000"/>
                </a:solidFill>
                <a:effectLst/>
                <a:uFillTx/>
                <a:latin typeface="Arial Narrow"/>
              </a:rPr>
              <a:t>What happens to information after it is no longer necessary for a business purpose?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 Narrow"/>
            </a:endParaRPr>
          </a:p>
          <a:p>
            <a:pPr marL="431640" indent="-430200">
              <a:lnSpc>
                <a:spcPct val="100000"/>
              </a:lnSpc>
              <a:buNone/>
              <a:tabLst>
                <a:tab algn="l" pos="0"/>
                <a:tab algn="l" pos="723960"/>
                <a:tab algn="l" pos="1447920"/>
                <a:tab algn="l" pos="2171880"/>
                <a:tab algn="l" pos="2895480"/>
                <a:tab algn="l" pos="3619440"/>
                <a:tab algn="l" pos="4343400"/>
                <a:tab algn="l" pos="5067360"/>
                <a:tab algn="l" pos="5791320"/>
                <a:tab algn="l" pos="6515280"/>
                <a:tab algn="l" pos="723888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endParaRPr b="0" lang="en-IN" sz="2000" strike="noStrike" u="none">
              <a:solidFill>
                <a:srgbClr val="000000"/>
              </a:solidFill>
              <a:effectLst/>
              <a:uFillTx/>
              <a:latin typeface="Arial Narrow"/>
            </a:endParaRPr>
          </a:p>
          <a:p>
            <a:pPr marL="431640" indent="-430200">
              <a:lnSpc>
                <a:spcPct val="100000"/>
              </a:lnSpc>
              <a:buNone/>
              <a:tabLst>
                <a:tab algn="l" pos="0"/>
                <a:tab algn="l" pos="723960"/>
                <a:tab algn="l" pos="1447920"/>
                <a:tab algn="l" pos="2171880"/>
                <a:tab algn="l" pos="2895480"/>
                <a:tab algn="l" pos="3619440"/>
                <a:tab algn="l" pos="4343400"/>
                <a:tab algn="l" pos="5067360"/>
                <a:tab algn="l" pos="5791320"/>
                <a:tab algn="l" pos="6515280"/>
                <a:tab algn="l" pos="723888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1" lang="en-IN" sz="2000" strike="noStrike" u="none">
                <a:solidFill>
                  <a:srgbClr val="000000"/>
                </a:solidFill>
                <a:effectLst/>
                <a:uFillTx/>
                <a:latin typeface="楷体_GB2312"/>
              </a:rPr>
              <a:t>   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 Narrow"/>
            </a:endParaRPr>
          </a:p>
          <a:p>
            <a:pPr marL="431640" indent="-430200">
              <a:lnSpc>
                <a:spcPct val="100000"/>
              </a:lnSpc>
              <a:buNone/>
              <a:tabLst>
                <a:tab algn="l" pos="0"/>
                <a:tab algn="l" pos="723960"/>
                <a:tab algn="l" pos="1447920"/>
                <a:tab algn="l" pos="2171880"/>
                <a:tab algn="l" pos="2895480"/>
                <a:tab algn="l" pos="3619440"/>
                <a:tab algn="l" pos="4343400"/>
                <a:tab algn="l" pos="5067360"/>
                <a:tab algn="l" pos="5791320"/>
                <a:tab algn="l" pos="6515280"/>
                <a:tab algn="l" pos="723888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1" lang="en-IN" sz="2000" strike="noStrike" u="none">
                <a:solidFill>
                  <a:srgbClr val="000000"/>
                </a:solidFill>
                <a:effectLst/>
                <a:uFillTx/>
                <a:latin typeface="Arial Narrow"/>
              </a:rPr>
              <a:t>      Organizations tasked with data protection must have the tools they need to fulfil privacy promises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 Narrow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7961FE3B-D9F5-41BA-AA2C-2DFC48B3A371}" type="slidenum">
              <a:t>3</a:t>
            </a:fld>
          </a:p>
        </p:txBody>
      </p:sp>
    </p:spTree>
  </p:cSld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1115640" y="433080"/>
            <a:ext cx="7543800" cy="711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  <a:tab algn="l" pos="723960"/>
                <a:tab algn="l" pos="1447920"/>
                <a:tab algn="l" pos="2171880"/>
                <a:tab algn="l" pos="2895480"/>
                <a:tab algn="l" pos="3619440"/>
                <a:tab algn="l" pos="4343400"/>
                <a:tab algn="l" pos="5067360"/>
                <a:tab algn="l" pos="5791320"/>
                <a:tab algn="l" pos="6515280"/>
                <a:tab algn="l" pos="723888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1" lang="en-IN" sz="3800" strike="noStrike" u="none">
                <a:solidFill>
                  <a:srgbClr val="5382a1"/>
                </a:solidFill>
                <a:effectLst/>
                <a:uFillTx/>
                <a:latin typeface="Arial"/>
                <a:ea typeface="Arial"/>
              </a:rPr>
              <a:t>The Dynamic Data Environment</a:t>
            </a:r>
            <a:endParaRPr b="1" lang="en-IN" sz="3800" strike="noStrike" u="none">
              <a:solidFill>
                <a:srgbClr val="5382a1"/>
              </a:solidFill>
              <a:effectLst/>
              <a:uFillTx/>
              <a:latin typeface="Arial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/>
          </p:nvPr>
        </p:nvSpPr>
        <p:spPr>
          <a:xfrm>
            <a:off x="720720" y="1665360"/>
            <a:ext cx="7920000" cy="3782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411120" indent="-291960">
              <a:lnSpc>
                <a:spcPct val="150000"/>
              </a:lnSpc>
              <a:buClr>
                <a:srgbClr val="e76f00"/>
              </a:buClr>
              <a:buFont typeface="Arial"/>
              <a:buChar char="•"/>
              <a:tabLst>
                <a:tab algn="l" pos="723960"/>
                <a:tab algn="l" pos="1447920"/>
                <a:tab algn="l" pos="2171880"/>
                <a:tab algn="l" pos="2895480"/>
                <a:tab algn="l" pos="3619440"/>
                <a:tab algn="l" pos="4343400"/>
                <a:tab algn="l" pos="5067360"/>
                <a:tab algn="l" pos="5791320"/>
                <a:tab algn="l" pos="6515280"/>
                <a:tab algn="l" pos="723888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1" lang="en-IN" sz="2000" strike="noStrike" u="none">
                <a:solidFill>
                  <a:srgbClr val="000000"/>
                </a:solidFill>
                <a:effectLst/>
                <a:uFillTx/>
                <a:latin typeface="Arial Narrow"/>
              </a:rPr>
              <a:t>Data and applications are built to invite two way participation by users and systems owners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 Narrow"/>
            </a:endParaRPr>
          </a:p>
          <a:p>
            <a:pPr marL="411120" indent="-291960">
              <a:lnSpc>
                <a:spcPct val="150000"/>
              </a:lnSpc>
              <a:buClr>
                <a:srgbClr val="e76f00"/>
              </a:buClr>
              <a:buFont typeface="Arial"/>
              <a:buChar char="•"/>
              <a:tabLst>
                <a:tab algn="l" pos="723960"/>
                <a:tab algn="l" pos="1447920"/>
                <a:tab algn="l" pos="2171880"/>
                <a:tab algn="l" pos="2895480"/>
                <a:tab algn="l" pos="3619440"/>
                <a:tab algn="l" pos="4343400"/>
                <a:tab algn="l" pos="5067360"/>
                <a:tab algn="l" pos="5791320"/>
                <a:tab algn="l" pos="6515280"/>
                <a:tab algn="l" pos="723888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1" lang="en-IN" sz="2000" strike="noStrike" u="none">
                <a:solidFill>
                  <a:srgbClr val="000000"/>
                </a:solidFill>
                <a:effectLst/>
                <a:uFillTx/>
                <a:latin typeface="Arial Narrow"/>
              </a:rPr>
              <a:t>Increased data creation and movement create both risk and opportunity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 Narrow"/>
            </a:endParaRPr>
          </a:p>
          <a:p>
            <a:pPr marL="411120" indent="-291960">
              <a:lnSpc>
                <a:spcPct val="150000"/>
              </a:lnSpc>
              <a:buClr>
                <a:srgbClr val="e76f00"/>
              </a:buClr>
              <a:buFont typeface="Arial"/>
              <a:buChar char="•"/>
              <a:tabLst>
                <a:tab algn="l" pos="723960"/>
                <a:tab algn="l" pos="1447920"/>
                <a:tab algn="l" pos="2171880"/>
                <a:tab algn="l" pos="2895480"/>
                <a:tab algn="l" pos="3619440"/>
                <a:tab algn="l" pos="4343400"/>
                <a:tab algn="l" pos="5067360"/>
                <a:tab algn="l" pos="5791320"/>
                <a:tab algn="l" pos="6515280"/>
                <a:tab algn="l" pos="723888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1" lang="en-IN" sz="2000" strike="noStrike" u="none">
                <a:solidFill>
                  <a:srgbClr val="000000"/>
                </a:solidFill>
                <a:effectLst/>
                <a:uFillTx/>
                <a:latin typeface="Arial Narrow"/>
              </a:rPr>
              <a:t>Protection of data becomes the foundation of control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 Narrow"/>
            </a:endParaRPr>
          </a:p>
          <a:p>
            <a:pPr marL="411120" indent="-291960">
              <a:lnSpc>
                <a:spcPct val="150000"/>
              </a:lnSpc>
              <a:buClr>
                <a:srgbClr val="e76f00"/>
              </a:buClr>
              <a:buFont typeface="Arial"/>
              <a:buChar char="•"/>
              <a:tabLst>
                <a:tab algn="l" pos="723960"/>
                <a:tab algn="l" pos="1447920"/>
                <a:tab algn="l" pos="2171880"/>
                <a:tab algn="l" pos="2895480"/>
                <a:tab algn="l" pos="3619440"/>
                <a:tab algn="l" pos="4343400"/>
                <a:tab algn="l" pos="5067360"/>
                <a:tab algn="l" pos="5791320"/>
                <a:tab algn="l" pos="6515280"/>
                <a:tab algn="l" pos="723888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1" lang="en-IN" sz="2000" strike="noStrike" u="none">
                <a:solidFill>
                  <a:srgbClr val="000000"/>
                </a:solidFill>
                <a:effectLst/>
                <a:uFillTx/>
                <a:latin typeface="Arial Narrow"/>
              </a:rPr>
              <a:t>A foundation of control creates the possibility for governance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 Narrow"/>
            </a:endParaRPr>
          </a:p>
          <a:p>
            <a:pPr marL="411120" indent="-291960">
              <a:lnSpc>
                <a:spcPct val="150000"/>
              </a:lnSpc>
              <a:buClr>
                <a:srgbClr val="e76f00"/>
              </a:buClr>
              <a:buFont typeface="Arial"/>
              <a:buChar char="•"/>
              <a:tabLst>
                <a:tab algn="l" pos="723960"/>
                <a:tab algn="l" pos="1447920"/>
                <a:tab algn="l" pos="2171880"/>
                <a:tab algn="l" pos="2895480"/>
                <a:tab algn="l" pos="3619440"/>
                <a:tab algn="l" pos="4343400"/>
                <a:tab algn="l" pos="5067360"/>
                <a:tab algn="l" pos="5791320"/>
                <a:tab algn="l" pos="6515280"/>
                <a:tab algn="l" pos="723888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1" lang="en-IN" sz="2000" strike="noStrike" u="none">
                <a:solidFill>
                  <a:srgbClr val="000000"/>
                </a:solidFill>
                <a:effectLst/>
                <a:uFillTx/>
                <a:latin typeface="Arial Narrow"/>
              </a:rPr>
              <a:t>Good governance creates a culture of accounta</a:t>
            </a:r>
            <a:r>
              <a:rPr b="1" lang="en-IN" sz="2200" strike="noStrike" u="none">
                <a:solidFill>
                  <a:srgbClr val="000000"/>
                </a:solidFill>
                <a:effectLst/>
                <a:uFillTx/>
                <a:latin typeface="Arial Narrow"/>
              </a:rPr>
              <a:t>bility</a:t>
            </a:r>
            <a:endParaRPr b="0" lang="en-IN" sz="2200" strike="noStrike" u="none">
              <a:solidFill>
                <a:srgbClr val="000000"/>
              </a:solidFill>
              <a:effectLst/>
              <a:uFillTx/>
              <a:latin typeface="Arial Narrow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9E7FBDB4-14D5-4D03-BFF8-9256F3E36A6C}" type="slidenum">
              <a:t>4</a:t>
            </a:fld>
          </a:p>
        </p:txBody>
      </p:sp>
    </p:spTree>
  </p:cSld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942480" y="204840"/>
            <a:ext cx="7156440" cy="1271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p>
            <a:pPr indent="0">
              <a:lnSpc>
                <a:spcPct val="92000"/>
              </a:lnSpc>
              <a:buNone/>
              <a:tabLst>
                <a:tab algn="l" pos="0"/>
                <a:tab algn="l" pos="723960"/>
                <a:tab algn="l" pos="1447920"/>
                <a:tab algn="l" pos="2171880"/>
                <a:tab algn="l" pos="2895480"/>
                <a:tab algn="l" pos="3619440"/>
                <a:tab algn="l" pos="4343400"/>
                <a:tab algn="l" pos="5067360"/>
                <a:tab algn="l" pos="5791320"/>
                <a:tab algn="l" pos="651528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br>
              <a:rPr sz="2800"/>
            </a:br>
            <a:r>
              <a:rPr b="1" lang="en-IN" sz="2800" strike="noStrike" u="none">
                <a:solidFill>
                  <a:srgbClr val="5382a1"/>
                </a:solidFill>
                <a:effectLst/>
                <a:uFillTx/>
                <a:latin typeface="Arial"/>
              </a:rPr>
              <a:t>Participation on the Network Drives Governance and Accountability Challenges </a:t>
            </a:r>
            <a:endParaRPr b="1" lang="en-IN" sz="2800" strike="noStrike" u="none">
              <a:solidFill>
                <a:srgbClr val="5382a1"/>
              </a:solidFill>
              <a:effectLst/>
              <a:uFillTx/>
              <a:latin typeface="Arial"/>
            </a:endParaRPr>
          </a:p>
        </p:txBody>
      </p:sp>
      <p:pic>
        <p:nvPicPr>
          <p:cNvPr id="48" name="" descr=""/>
          <p:cNvPicPr/>
          <p:nvPr/>
        </p:nvPicPr>
        <p:blipFill>
          <a:blip r:embed="rId1"/>
          <a:stretch/>
        </p:blipFill>
        <p:spPr>
          <a:xfrm>
            <a:off x="914040" y="2743200"/>
            <a:ext cx="7659720" cy="4114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9" name="" descr=""/>
          <p:cNvPicPr/>
          <p:nvPr/>
        </p:nvPicPr>
        <p:blipFill>
          <a:blip r:embed="rId2"/>
          <a:stretch/>
        </p:blipFill>
        <p:spPr>
          <a:xfrm>
            <a:off x="1600200" y="2160720"/>
            <a:ext cx="5867280" cy="3782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D6699E6F-95E9-4788-B113-284375746E88}" type="slidenum">
              <a:t>5</a:t>
            </a:fld>
          </a:p>
        </p:txBody>
      </p:sp>
    </p:spTree>
  </p:cSld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1142640" y="167760"/>
            <a:ext cx="7010280" cy="1070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  <a:tab algn="l" pos="723960"/>
                <a:tab algn="l" pos="1447920"/>
                <a:tab algn="l" pos="2171880"/>
                <a:tab algn="l" pos="2895480"/>
                <a:tab algn="l" pos="3619440"/>
                <a:tab algn="l" pos="4343400"/>
                <a:tab algn="l" pos="5067360"/>
                <a:tab algn="l" pos="5791320"/>
                <a:tab algn="l" pos="651528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br>
              <a:rPr sz="3800"/>
            </a:br>
            <a:r>
              <a:rPr b="0" lang="en-IN" sz="3800" strike="noStrike" u="none">
                <a:solidFill>
                  <a:srgbClr val="5382a1"/>
                </a:solidFill>
                <a:effectLst/>
                <a:uFillTx/>
                <a:latin typeface="Arial"/>
                <a:ea typeface="Arial"/>
              </a:rPr>
              <a:t>Business Goals for Data Protection</a:t>
            </a:r>
            <a:endParaRPr b="1" lang="en-IN" sz="3800" strike="noStrike" u="none">
              <a:solidFill>
                <a:srgbClr val="5382a1"/>
              </a:solidFill>
              <a:effectLst/>
              <a:uFillTx/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/>
          </p:nvPr>
        </p:nvSpPr>
        <p:spPr>
          <a:xfrm>
            <a:off x="720360" y="1800000"/>
            <a:ext cx="7661160" cy="4057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431640" indent="-430200">
              <a:lnSpc>
                <a:spcPct val="150000"/>
              </a:lnSpc>
              <a:buClr>
                <a:srgbClr val="e76f00"/>
              </a:buClr>
              <a:buFont typeface="Arial"/>
              <a:buChar char="•"/>
              <a:tabLst>
                <a:tab algn="l" pos="723960"/>
                <a:tab algn="l" pos="1447920"/>
                <a:tab algn="l" pos="2171880"/>
                <a:tab algn="l" pos="2895480"/>
                <a:tab algn="l" pos="3619440"/>
                <a:tab algn="l" pos="4343400"/>
                <a:tab algn="l" pos="5067360"/>
                <a:tab algn="l" pos="5791320"/>
                <a:tab algn="l" pos="6515280"/>
                <a:tab algn="l" pos="723888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1" lang="en-IN" sz="2000" strike="noStrike" u="none">
                <a:solidFill>
                  <a:srgbClr val="000000"/>
                </a:solidFill>
                <a:effectLst/>
                <a:uFillTx/>
                <a:latin typeface="Arial Narrow"/>
              </a:rPr>
              <a:t>What information does a company need to protect?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 Narrow"/>
            </a:endParaRPr>
          </a:p>
          <a:p>
            <a:pPr marL="431640" indent="-430200">
              <a:lnSpc>
                <a:spcPct val="150000"/>
              </a:lnSpc>
              <a:buClr>
                <a:srgbClr val="e76f00"/>
              </a:buClr>
              <a:buFont typeface="Arial"/>
              <a:buChar char="•"/>
              <a:tabLst>
                <a:tab algn="l" pos="723960"/>
                <a:tab algn="l" pos="1447920"/>
                <a:tab algn="l" pos="2171880"/>
                <a:tab algn="l" pos="2895480"/>
                <a:tab algn="l" pos="3619440"/>
                <a:tab algn="l" pos="4343400"/>
                <a:tab algn="l" pos="5067360"/>
                <a:tab algn="l" pos="5791320"/>
                <a:tab algn="l" pos="6515280"/>
                <a:tab algn="l" pos="723888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1" lang="en-IN" sz="2000" strike="noStrike" u="none">
                <a:solidFill>
                  <a:srgbClr val="000000"/>
                </a:solidFill>
                <a:effectLst/>
                <a:uFillTx/>
                <a:latin typeface="Arial Narrow"/>
              </a:rPr>
              <a:t>What do I need my systems to do for my organization? 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 Narrow"/>
            </a:endParaRPr>
          </a:p>
          <a:p>
            <a:pPr marL="431640" indent="-430200">
              <a:lnSpc>
                <a:spcPct val="150000"/>
              </a:lnSpc>
              <a:buClr>
                <a:srgbClr val="e76f00"/>
              </a:buClr>
              <a:buFont typeface="Arial"/>
              <a:buChar char="•"/>
              <a:tabLst>
                <a:tab algn="l" pos="723960"/>
                <a:tab algn="l" pos="1447920"/>
                <a:tab algn="l" pos="2171880"/>
                <a:tab algn="l" pos="2895480"/>
                <a:tab algn="l" pos="3619440"/>
                <a:tab algn="l" pos="4343400"/>
                <a:tab algn="l" pos="5067360"/>
                <a:tab algn="l" pos="5791320"/>
                <a:tab algn="l" pos="6515280"/>
                <a:tab algn="l" pos="723888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1" lang="en-IN" sz="2000" strike="noStrike" u="none">
                <a:solidFill>
                  <a:srgbClr val="000000"/>
                </a:solidFill>
                <a:effectLst/>
                <a:uFillTx/>
                <a:latin typeface="Arial Narrow"/>
              </a:rPr>
              <a:t>How is the information being used? 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 Narrow"/>
            </a:endParaRPr>
          </a:p>
          <a:p>
            <a:pPr marL="431640" indent="-430200">
              <a:lnSpc>
                <a:spcPct val="150000"/>
              </a:lnSpc>
              <a:buClr>
                <a:srgbClr val="e76f00"/>
              </a:buClr>
              <a:buFont typeface="Arial"/>
              <a:buChar char="•"/>
              <a:tabLst>
                <a:tab algn="l" pos="723960"/>
                <a:tab algn="l" pos="1447920"/>
                <a:tab algn="l" pos="2171880"/>
                <a:tab algn="l" pos="2895480"/>
                <a:tab algn="l" pos="3619440"/>
                <a:tab algn="l" pos="4343400"/>
                <a:tab algn="l" pos="5067360"/>
                <a:tab algn="l" pos="5791320"/>
                <a:tab algn="l" pos="6515280"/>
                <a:tab algn="l" pos="723888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1" lang="en-IN" sz="2000" strike="noStrike" u="none">
                <a:solidFill>
                  <a:srgbClr val="000000"/>
                </a:solidFill>
                <a:effectLst/>
                <a:uFillTx/>
                <a:latin typeface="Arial Narrow"/>
              </a:rPr>
              <a:t>Who will the users be?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 Narrow"/>
            </a:endParaRPr>
          </a:p>
          <a:p>
            <a:pPr marL="431640" indent="-430200">
              <a:lnSpc>
                <a:spcPct val="150000"/>
              </a:lnSpc>
              <a:buClr>
                <a:srgbClr val="e76f00"/>
              </a:buClr>
              <a:buFont typeface="Arial"/>
              <a:buChar char="•"/>
              <a:tabLst>
                <a:tab algn="l" pos="723960"/>
                <a:tab algn="l" pos="1447920"/>
                <a:tab algn="l" pos="2171880"/>
                <a:tab algn="l" pos="2895480"/>
                <a:tab algn="l" pos="3619440"/>
                <a:tab algn="l" pos="4343400"/>
                <a:tab algn="l" pos="5067360"/>
                <a:tab algn="l" pos="5791320"/>
                <a:tab algn="l" pos="6515280"/>
                <a:tab algn="l" pos="723888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1" lang="en-IN" sz="2000" strike="noStrike" u="none">
                <a:solidFill>
                  <a:srgbClr val="000000"/>
                </a:solidFill>
                <a:effectLst/>
                <a:uFillTx/>
                <a:latin typeface="Arial Narrow"/>
              </a:rPr>
              <a:t>What happens to information after it is no longer necessary for a business purpose?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 Narrow"/>
            </a:endParaRPr>
          </a:p>
          <a:p>
            <a:pPr marL="431640" indent="-430200">
              <a:lnSpc>
                <a:spcPct val="150000"/>
              </a:lnSpc>
              <a:buClr>
                <a:srgbClr val="e76f00"/>
              </a:buClr>
              <a:buFont typeface="Arial"/>
              <a:buChar char="•"/>
              <a:tabLst>
                <a:tab algn="l" pos="723960"/>
                <a:tab algn="l" pos="1447920"/>
                <a:tab algn="l" pos="2171880"/>
                <a:tab algn="l" pos="2895480"/>
                <a:tab algn="l" pos="3619440"/>
                <a:tab algn="l" pos="4343400"/>
                <a:tab algn="l" pos="5067360"/>
                <a:tab algn="l" pos="5791320"/>
                <a:tab algn="l" pos="6515280"/>
                <a:tab algn="l" pos="723888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1" lang="en-IN" sz="2000" strike="noStrike" u="none">
                <a:solidFill>
                  <a:srgbClr val="000000"/>
                </a:solidFill>
                <a:effectLst/>
                <a:uFillTx/>
                <a:latin typeface="Arial Narrow"/>
              </a:rPr>
              <a:t>How much will this cost?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 Narrow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E24E105A-FDDE-4C31-AC16-590928A45A42}" type="slidenum">
              <a:t>6</a:t>
            </a:fld>
          </a:p>
        </p:txBody>
      </p:sp>
    </p:spTree>
  </p:cSld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1042560" y="217440"/>
            <a:ext cx="7543800" cy="1069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  <a:tab algn="l" pos="723960"/>
                <a:tab algn="l" pos="1447920"/>
                <a:tab algn="l" pos="2171880"/>
                <a:tab algn="l" pos="2895480"/>
                <a:tab algn="l" pos="3619440"/>
                <a:tab algn="l" pos="4343400"/>
                <a:tab algn="l" pos="5067360"/>
                <a:tab algn="l" pos="5791320"/>
                <a:tab algn="l" pos="6515280"/>
                <a:tab algn="l" pos="723888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br>
              <a:rPr sz="3800"/>
            </a:br>
            <a:r>
              <a:rPr b="1" lang="en-IN" sz="3800" strike="noStrike" u="none">
                <a:solidFill>
                  <a:srgbClr val="5382a1"/>
                </a:solidFill>
                <a:effectLst/>
                <a:uFillTx/>
                <a:latin typeface="Arial"/>
                <a:ea typeface="Arial"/>
              </a:rPr>
              <a:t>Engineering Goals for Data Protection</a:t>
            </a:r>
            <a:endParaRPr b="1" lang="en-IN" sz="3800" strike="noStrike" u="none">
              <a:solidFill>
                <a:srgbClr val="5382a1"/>
              </a:solidFill>
              <a:effectLst/>
              <a:uFillTx/>
              <a:latin typeface="Arial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/>
          </p:nvPr>
        </p:nvSpPr>
        <p:spPr>
          <a:xfrm>
            <a:off x="720360" y="1979640"/>
            <a:ext cx="7661160" cy="414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431640" indent="-430200">
              <a:lnSpc>
                <a:spcPct val="150000"/>
              </a:lnSpc>
              <a:buClr>
                <a:srgbClr val="e76f00"/>
              </a:buClr>
              <a:buFont typeface="Arial"/>
              <a:buChar char="•"/>
              <a:tabLst>
                <a:tab algn="l" pos="723960"/>
                <a:tab algn="l" pos="1447920"/>
                <a:tab algn="l" pos="2171880"/>
                <a:tab algn="l" pos="2895480"/>
                <a:tab algn="l" pos="3619440"/>
                <a:tab algn="l" pos="4343400"/>
                <a:tab algn="l" pos="5067360"/>
                <a:tab algn="l" pos="5791320"/>
                <a:tab algn="l" pos="6515280"/>
                <a:tab algn="l" pos="723888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1" lang="en-IN" sz="2000" strike="noStrike" u="none">
                <a:solidFill>
                  <a:srgbClr val="000000"/>
                </a:solidFill>
                <a:effectLst/>
                <a:uFillTx/>
                <a:latin typeface="Arial Narrow"/>
              </a:rPr>
              <a:t>How will the company plan to protect information?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 Narrow"/>
            </a:endParaRPr>
          </a:p>
          <a:p>
            <a:pPr marL="431640" indent="-430200">
              <a:lnSpc>
                <a:spcPct val="150000"/>
              </a:lnSpc>
              <a:buClr>
                <a:srgbClr val="e76f00"/>
              </a:buClr>
              <a:buFont typeface="Arial"/>
              <a:buChar char="•"/>
              <a:tabLst>
                <a:tab algn="l" pos="723960"/>
                <a:tab algn="l" pos="1447920"/>
                <a:tab algn="l" pos="2171880"/>
                <a:tab algn="l" pos="2895480"/>
                <a:tab algn="l" pos="3619440"/>
                <a:tab algn="l" pos="4343400"/>
                <a:tab algn="l" pos="5067360"/>
                <a:tab algn="l" pos="5791320"/>
                <a:tab algn="l" pos="6515280"/>
                <a:tab algn="l" pos="723888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1" lang="en-IN" sz="2000" strike="noStrike" u="none">
                <a:solidFill>
                  <a:srgbClr val="000000"/>
                </a:solidFill>
                <a:effectLst/>
                <a:uFillTx/>
                <a:latin typeface="Arial Narrow"/>
              </a:rPr>
              <a:t>How will systems adapt to changing business requirements? 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 Narrow"/>
            </a:endParaRPr>
          </a:p>
          <a:p>
            <a:pPr marL="431640" indent="-430200">
              <a:lnSpc>
                <a:spcPct val="150000"/>
              </a:lnSpc>
              <a:buClr>
                <a:srgbClr val="e76f00"/>
              </a:buClr>
              <a:buFont typeface="Arial"/>
              <a:buChar char="•"/>
              <a:tabLst>
                <a:tab algn="l" pos="723960"/>
                <a:tab algn="l" pos="1447920"/>
                <a:tab algn="l" pos="2171880"/>
                <a:tab algn="l" pos="2895480"/>
                <a:tab algn="l" pos="3619440"/>
                <a:tab algn="l" pos="4343400"/>
                <a:tab algn="l" pos="5067360"/>
                <a:tab algn="l" pos="5791320"/>
                <a:tab algn="l" pos="6515280"/>
                <a:tab algn="l" pos="723888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1" lang="en-IN" sz="2000" strike="noStrike" u="none">
                <a:solidFill>
                  <a:srgbClr val="000000"/>
                </a:solidFill>
                <a:effectLst/>
                <a:uFillTx/>
                <a:latin typeface="Arial Narrow"/>
              </a:rPr>
              <a:t>How is the information being used? 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 Narrow"/>
            </a:endParaRPr>
          </a:p>
          <a:p>
            <a:pPr marL="431640" indent="-430200">
              <a:lnSpc>
                <a:spcPct val="150000"/>
              </a:lnSpc>
              <a:buClr>
                <a:srgbClr val="e76f00"/>
              </a:buClr>
              <a:buFont typeface="Arial"/>
              <a:buChar char="•"/>
              <a:tabLst>
                <a:tab algn="l" pos="723960"/>
                <a:tab algn="l" pos="1447920"/>
                <a:tab algn="l" pos="2171880"/>
                <a:tab algn="l" pos="2895480"/>
                <a:tab algn="l" pos="3619440"/>
                <a:tab algn="l" pos="4343400"/>
                <a:tab algn="l" pos="5067360"/>
                <a:tab algn="l" pos="5791320"/>
                <a:tab algn="l" pos="6515280"/>
                <a:tab algn="l" pos="723888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1" lang="en-IN" sz="2000" strike="noStrike" u="none">
                <a:solidFill>
                  <a:srgbClr val="000000"/>
                </a:solidFill>
                <a:effectLst/>
                <a:uFillTx/>
                <a:latin typeface="Arial Narrow"/>
              </a:rPr>
              <a:t>Who will the users be?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 Narrow"/>
            </a:endParaRPr>
          </a:p>
          <a:p>
            <a:pPr marL="431640" indent="-430200">
              <a:lnSpc>
                <a:spcPct val="150000"/>
              </a:lnSpc>
              <a:buClr>
                <a:srgbClr val="e76f00"/>
              </a:buClr>
              <a:buFont typeface="Arial"/>
              <a:buChar char="•"/>
              <a:tabLst>
                <a:tab algn="l" pos="723960"/>
                <a:tab algn="l" pos="1447920"/>
                <a:tab algn="l" pos="2171880"/>
                <a:tab algn="l" pos="2895480"/>
                <a:tab algn="l" pos="3619440"/>
                <a:tab algn="l" pos="4343400"/>
                <a:tab algn="l" pos="5067360"/>
                <a:tab algn="l" pos="5791320"/>
                <a:tab algn="l" pos="6515280"/>
                <a:tab algn="l" pos="723888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1" lang="en-IN" sz="2000" strike="noStrike" u="none">
                <a:solidFill>
                  <a:srgbClr val="000000"/>
                </a:solidFill>
                <a:effectLst/>
                <a:uFillTx/>
                <a:latin typeface="Arial Narrow"/>
              </a:rPr>
              <a:t>How will the business begin to shape this system?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 Narrow"/>
            </a:endParaRPr>
          </a:p>
          <a:p>
            <a:pPr marL="431640" indent="-430200">
              <a:lnSpc>
                <a:spcPct val="150000"/>
              </a:lnSpc>
              <a:buClr>
                <a:srgbClr val="e76f00"/>
              </a:buClr>
              <a:buFont typeface="Arial"/>
              <a:buChar char="•"/>
              <a:tabLst>
                <a:tab algn="l" pos="723960"/>
                <a:tab algn="l" pos="1447920"/>
                <a:tab algn="l" pos="2171880"/>
                <a:tab algn="l" pos="2895480"/>
                <a:tab algn="l" pos="3619440"/>
                <a:tab algn="l" pos="4343400"/>
                <a:tab algn="l" pos="5067360"/>
                <a:tab algn="l" pos="5791320"/>
                <a:tab algn="l" pos="6515280"/>
                <a:tab algn="l" pos="723888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1" lang="en-IN" sz="2000" strike="noStrike" u="none">
                <a:solidFill>
                  <a:srgbClr val="000000"/>
                </a:solidFill>
                <a:effectLst/>
                <a:uFillTx/>
                <a:latin typeface="Arial Narrow"/>
              </a:rPr>
              <a:t>How much do I have to spend?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 Narrow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CAF8F327-2AB1-4953-B8B9-01C50AAFA21B}" type="slidenum">
              <a:t>7</a:t>
            </a:fld>
          </a:p>
        </p:txBody>
      </p:sp>
    </p:spTree>
  </p:cSld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888840" y="70920"/>
            <a:ext cx="7561440" cy="1070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  <a:tab algn="l" pos="723960"/>
                <a:tab algn="l" pos="1447920"/>
                <a:tab algn="l" pos="2171880"/>
                <a:tab algn="l" pos="2895480"/>
                <a:tab algn="l" pos="3619440"/>
                <a:tab algn="l" pos="4343400"/>
                <a:tab algn="l" pos="5067360"/>
                <a:tab algn="l" pos="5791320"/>
                <a:tab algn="l" pos="6515280"/>
                <a:tab algn="l" pos="723888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br>
              <a:rPr sz="3800"/>
            </a:br>
            <a:r>
              <a:rPr b="1" lang="en-IN" sz="3800" strike="noStrike" u="none">
                <a:solidFill>
                  <a:srgbClr val="5382a1"/>
                </a:solidFill>
                <a:effectLst/>
                <a:uFillTx/>
                <a:latin typeface="Arial"/>
                <a:ea typeface="Arial"/>
              </a:rPr>
              <a:t>Governance Requires a Systemic View</a:t>
            </a:r>
            <a:endParaRPr b="1" lang="en-IN" sz="3800" strike="noStrike" u="none">
              <a:solidFill>
                <a:srgbClr val="5382a1"/>
              </a:solidFill>
              <a:effectLst/>
              <a:uFillTx/>
              <a:latin typeface="Arial"/>
            </a:endParaRPr>
          </a:p>
        </p:txBody>
      </p:sp>
      <p:grpSp>
        <p:nvGrpSpPr>
          <p:cNvPr id="55" name=""/>
          <p:cNvGrpSpPr/>
          <p:nvPr/>
        </p:nvGrpSpPr>
        <p:grpSpPr>
          <a:xfrm>
            <a:off x="609480" y="1779480"/>
            <a:ext cx="7845120" cy="4389120"/>
            <a:chOff x="609480" y="1779480"/>
            <a:chExt cx="7845120" cy="4389120"/>
          </a:xfrm>
        </p:grpSpPr>
        <p:sp>
          <p:nvSpPr>
            <p:cNvPr id="56" name=""/>
            <p:cNvSpPr/>
            <p:nvPr/>
          </p:nvSpPr>
          <p:spPr>
            <a:xfrm>
              <a:off x="609480" y="4900680"/>
              <a:ext cx="1447560" cy="583920"/>
            </a:xfrm>
            <a:prstGeom prst="roundRect">
              <a:avLst>
                <a:gd name="adj" fmla="val 269"/>
              </a:avLst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84000"/>
                </a:lnSpc>
                <a:spcBef>
                  <a:spcPts val="286"/>
                </a:spcBef>
                <a:tabLst>
                  <a:tab algn="l" pos="0"/>
                  <a:tab algn="l" pos="447840"/>
                  <a:tab algn="l" pos="896760"/>
                  <a:tab algn="l" pos="1346040"/>
                  <a:tab algn="l" pos="1795320"/>
                  <a:tab algn="l" pos="2244600"/>
                  <a:tab algn="l" pos="2693880"/>
                  <a:tab algn="l" pos="3143160"/>
                  <a:tab algn="l" pos="3592440"/>
                  <a:tab algn="l" pos="4041720"/>
                  <a:tab algn="l" pos="4491000"/>
                  <a:tab algn="l" pos="4940280"/>
                  <a:tab algn="l" pos="5389560"/>
                  <a:tab algn="l" pos="5838840"/>
                  <a:tab algn="l" pos="6288120"/>
                  <a:tab algn="l" pos="6737400"/>
                  <a:tab algn="l" pos="7186680"/>
                  <a:tab algn="l" pos="7635960"/>
                  <a:tab algn="l" pos="8085240"/>
                  <a:tab algn="l" pos="8534520"/>
                  <a:tab algn="l" pos="8983800"/>
                  <a:tab algn="l" pos="9144000"/>
                  <a:tab algn="l" pos="9601200"/>
                  <a:tab algn="l" pos="10058400"/>
                  <a:tab algn="l" pos="10515600"/>
                </a:tabLst>
              </a:pPr>
              <a:endParaRPr b="0" lang="en-IN" sz="1600" strike="noStrike" u="none">
                <a:solidFill>
                  <a:srgbClr val="292929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84000"/>
                </a:lnSpc>
                <a:spcBef>
                  <a:spcPts val="286"/>
                </a:spcBef>
                <a:tabLst>
                  <a:tab algn="l" pos="0"/>
                  <a:tab algn="l" pos="447840"/>
                  <a:tab algn="l" pos="896760"/>
                  <a:tab algn="l" pos="1346040"/>
                  <a:tab algn="l" pos="1795320"/>
                  <a:tab algn="l" pos="2244600"/>
                  <a:tab algn="l" pos="2693880"/>
                  <a:tab algn="l" pos="3143160"/>
                  <a:tab algn="l" pos="3592440"/>
                  <a:tab algn="l" pos="4041720"/>
                  <a:tab algn="l" pos="4491000"/>
                  <a:tab algn="l" pos="4940280"/>
                  <a:tab algn="l" pos="5389560"/>
                  <a:tab algn="l" pos="5838840"/>
                  <a:tab algn="l" pos="6288120"/>
                  <a:tab algn="l" pos="6737400"/>
                  <a:tab algn="l" pos="7186680"/>
                  <a:tab algn="l" pos="7635960"/>
                  <a:tab algn="l" pos="8085240"/>
                  <a:tab algn="l" pos="8534520"/>
                  <a:tab algn="l" pos="8983800"/>
                  <a:tab algn="l" pos="9144000"/>
                  <a:tab algn="l" pos="9601200"/>
                  <a:tab algn="l" pos="10058400"/>
                  <a:tab algn="l" pos="10515600"/>
                </a:tabLst>
              </a:pPr>
              <a:r>
                <a:rPr b="1" lang="en-IN" sz="1600" strike="noStrike" u="none">
                  <a:solidFill>
                    <a:srgbClr val="000000"/>
                  </a:solidFill>
                  <a:effectLst/>
                  <a:uFillTx/>
                  <a:latin typeface="Arial Narrow"/>
                </a:rPr>
                <a:t>Data Collected</a:t>
              </a:r>
              <a:endParaRPr b="0" lang="en-IN" sz="1600" strike="noStrike" u="none">
                <a:solidFill>
                  <a:srgbClr val="292929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84000"/>
                </a:lnSpc>
                <a:spcBef>
                  <a:spcPts val="286"/>
                </a:spcBef>
                <a:tabLst>
                  <a:tab algn="l" pos="0"/>
                  <a:tab algn="l" pos="447840"/>
                  <a:tab algn="l" pos="896760"/>
                  <a:tab algn="l" pos="1346040"/>
                  <a:tab algn="l" pos="1795320"/>
                  <a:tab algn="l" pos="2244600"/>
                  <a:tab algn="l" pos="2693880"/>
                  <a:tab algn="l" pos="3143160"/>
                  <a:tab algn="l" pos="3592440"/>
                  <a:tab algn="l" pos="4041720"/>
                  <a:tab algn="l" pos="4491000"/>
                  <a:tab algn="l" pos="4940280"/>
                  <a:tab algn="l" pos="5389560"/>
                  <a:tab algn="l" pos="5838840"/>
                  <a:tab algn="l" pos="6288120"/>
                  <a:tab algn="l" pos="6737400"/>
                  <a:tab algn="l" pos="7186680"/>
                  <a:tab algn="l" pos="7635960"/>
                  <a:tab algn="l" pos="8085240"/>
                  <a:tab algn="l" pos="8534520"/>
                  <a:tab algn="l" pos="8983800"/>
                  <a:tab algn="l" pos="9144000"/>
                  <a:tab algn="l" pos="9601200"/>
                  <a:tab algn="l" pos="10058400"/>
                  <a:tab algn="l" pos="10515600"/>
                </a:tabLst>
              </a:pPr>
              <a:r>
                <a:rPr b="1" lang="en-IN" sz="1600" strike="noStrike" u="none">
                  <a:solidFill>
                    <a:srgbClr val="ff0000"/>
                  </a:solidFill>
                  <a:effectLst/>
                  <a:uFillTx/>
                  <a:latin typeface="Arial Narrow"/>
                </a:rPr>
                <a:t>Securely</a:t>
              </a:r>
              <a:endParaRPr b="0" lang="en-IN" sz="1600" strike="noStrike" u="none">
                <a:solidFill>
                  <a:srgbClr val="292929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7" name=""/>
            <p:cNvSpPr/>
            <p:nvPr/>
          </p:nvSpPr>
          <p:spPr>
            <a:xfrm>
              <a:off x="2621880" y="4946760"/>
              <a:ext cx="1171080" cy="583920"/>
            </a:xfrm>
            <a:prstGeom prst="roundRect">
              <a:avLst>
                <a:gd name="adj" fmla="val 269"/>
              </a:avLst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84000"/>
                </a:lnSpc>
                <a:spcBef>
                  <a:spcPts val="286"/>
                </a:spcBef>
                <a:tabLst>
                  <a:tab algn="l" pos="0"/>
                  <a:tab algn="l" pos="447840"/>
                  <a:tab algn="l" pos="896760"/>
                  <a:tab algn="l" pos="1346040"/>
                  <a:tab algn="l" pos="1795320"/>
                  <a:tab algn="l" pos="2244600"/>
                  <a:tab algn="l" pos="2693880"/>
                  <a:tab algn="l" pos="3143160"/>
                  <a:tab algn="l" pos="3592440"/>
                  <a:tab algn="l" pos="4041720"/>
                  <a:tab algn="l" pos="4491000"/>
                  <a:tab algn="l" pos="4940280"/>
                  <a:tab algn="l" pos="5389560"/>
                  <a:tab algn="l" pos="5838840"/>
                  <a:tab algn="l" pos="6288120"/>
                  <a:tab algn="l" pos="6737400"/>
                  <a:tab algn="l" pos="7186680"/>
                  <a:tab algn="l" pos="7635960"/>
                  <a:tab algn="l" pos="8085240"/>
                  <a:tab algn="l" pos="8534520"/>
                  <a:tab algn="l" pos="8983800"/>
                  <a:tab algn="l" pos="9144000"/>
                  <a:tab algn="l" pos="9601200"/>
                  <a:tab algn="l" pos="10058400"/>
                  <a:tab algn="l" pos="10515600"/>
                </a:tabLst>
              </a:pPr>
              <a:endParaRPr b="0" lang="en-IN" sz="1600" strike="noStrike" u="none">
                <a:solidFill>
                  <a:srgbClr val="292929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84000"/>
                </a:lnSpc>
                <a:spcBef>
                  <a:spcPts val="286"/>
                </a:spcBef>
                <a:tabLst>
                  <a:tab algn="l" pos="0"/>
                  <a:tab algn="l" pos="447840"/>
                  <a:tab algn="l" pos="896760"/>
                  <a:tab algn="l" pos="1346040"/>
                  <a:tab algn="l" pos="1795320"/>
                  <a:tab algn="l" pos="2244600"/>
                  <a:tab algn="l" pos="2693880"/>
                  <a:tab algn="l" pos="3143160"/>
                  <a:tab algn="l" pos="3592440"/>
                  <a:tab algn="l" pos="4041720"/>
                  <a:tab algn="l" pos="4491000"/>
                  <a:tab algn="l" pos="4940280"/>
                  <a:tab algn="l" pos="5389560"/>
                  <a:tab algn="l" pos="5838840"/>
                  <a:tab algn="l" pos="6288120"/>
                  <a:tab algn="l" pos="6737400"/>
                  <a:tab algn="l" pos="7186680"/>
                  <a:tab algn="l" pos="7635960"/>
                  <a:tab algn="l" pos="8085240"/>
                  <a:tab algn="l" pos="8534520"/>
                  <a:tab algn="l" pos="8983800"/>
                  <a:tab algn="l" pos="9144000"/>
                  <a:tab algn="l" pos="9601200"/>
                  <a:tab algn="l" pos="10058400"/>
                  <a:tab algn="l" pos="10515600"/>
                </a:tabLst>
              </a:pPr>
              <a:r>
                <a:rPr b="1" lang="en-IN" sz="1600" strike="noStrike" u="none">
                  <a:solidFill>
                    <a:srgbClr val="000000"/>
                  </a:solidFill>
                  <a:effectLst/>
                  <a:uFillTx/>
                  <a:latin typeface="Arial Narrow"/>
                </a:rPr>
                <a:t>Data Stored</a:t>
              </a:r>
              <a:endParaRPr b="0" lang="en-IN" sz="1600" strike="noStrike" u="none">
                <a:solidFill>
                  <a:srgbClr val="292929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84000"/>
                </a:lnSpc>
                <a:spcBef>
                  <a:spcPts val="286"/>
                </a:spcBef>
                <a:tabLst>
                  <a:tab algn="l" pos="0"/>
                  <a:tab algn="l" pos="447840"/>
                  <a:tab algn="l" pos="896760"/>
                  <a:tab algn="l" pos="1346040"/>
                  <a:tab algn="l" pos="1795320"/>
                  <a:tab algn="l" pos="2244600"/>
                  <a:tab algn="l" pos="2693880"/>
                  <a:tab algn="l" pos="3143160"/>
                  <a:tab algn="l" pos="3592440"/>
                  <a:tab algn="l" pos="4041720"/>
                  <a:tab algn="l" pos="4491000"/>
                  <a:tab algn="l" pos="4940280"/>
                  <a:tab algn="l" pos="5389560"/>
                  <a:tab algn="l" pos="5838840"/>
                  <a:tab algn="l" pos="6288120"/>
                  <a:tab algn="l" pos="6737400"/>
                  <a:tab algn="l" pos="7186680"/>
                  <a:tab algn="l" pos="7635960"/>
                  <a:tab algn="l" pos="8085240"/>
                  <a:tab algn="l" pos="8534520"/>
                  <a:tab algn="l" pos="8983800"/>
                  <a:tab algn="l" pos="9144000"/>
                  <a:tab algn="l" pos="9601200"/>
                  <a:tab algn="l" pos="10058400"/>
                  <a:tab algn="l" pos="10515600"/>
                </a:tabLst>
              </a:pPr>
              <a:r>
                <a:rPr b="1" lang="en-IN" sz="1600" strike="noStrike" u="none">
                  <a:solidFill>
                    <a:srgbClr val="ff0000"/>
                  </a:solidFill>
                  <a:effectLst/>
                  <a:uFillTx/>
                  <a:latin typeface="Arial Narrow"/>
                </a:rPr>
                <a:t>Securely</a:t>
              </a:r>
              <a:endParaRPr b="0" lang="en-IN" sz="1600" strike="noStrike" u="none">
                <a:solidFill>
                  <a:srgbClr val="292929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8" name=""/>
            <p:cNvSpPr/>
            <p:nvPr/>
          </p:nvSpPr>
          <p:spPr>
            <a:xfrm>
              <a:off x="4350240" y="4946760"/>
              <a:ext cx="1667880" cy="920160"/>
            </a:xfrm>
            <a:prstGeom prst="roundRect">
              <a:avLst>
                <a:gd name="adj" fmla="val 167"/>
              </a:avLst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84000"/>
                </a:lnSpc>
                <a:spcBef>
                  <a:spcPts val="286"/>
                </a:spcBef>
                <a:tabLst>
                  <a:tab algn="l" pos="0"/>
                  <a:tab algn="l" pos="447840"/>
                  <a:tab algn="l" pos="896760"/>
                  <a:tab algn="l" pos="1346040"/>
                  <a:tab algn="l" pos="1795320"/>
                  <a:tab algn="l" pos="2244600"/>
                  <a:tab algn="l" pos="2693880"/>
                  <a:tab algn="l" pos="3143160"/>
                  <a:tab algn="l" pos="3592440"/>
                  <a:tab algn="l" pos="4041720"/>
                  <a:tab algn="l" pos="4491000"/>
                  <a:tab algn="l" pos="4940280"/>
                  <a:tab algn="l" pos="5389560"/>
                  <a:tab algn="l" pos="5838840"/>
                  <a:tab algn="l" pos="6288120"/>
                  <a:tab algn="l" pos="6737400"/>
                  <a:tab algn="l" pos="7186680"/>
                  <a:tab algn="l" pos="7635960"/>
                  <a:tab algn="l" pos="8085240"/>
                  <a:tab algn="l" pos="8534520"/>
                  <a:tab algn="l" pos="8983800"/>
                  <a:tab algn="l" pos="9144000"/>
                  <a:tab algn="l" pos="9601200"/>
                  <a:tab algn="l" pos="10058400"/>
                  <a:tab algn="l" pos="10515600"/>
                </a:tabLst>
              </a:pPr>
              <a:endParaRPr b="0" lang="en-IN" sz="1600" strike="noStrike" u="none">
                <a:solidFill>
                  <a:srgbClr val="292929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84000"/>
                </a:lnSpc>
                <a:spcBef>
                  <a:spcPts val="286"/>
                </a:spcBef>
                <a:tabLst>
                  <a:tab algn="l" pos="0"/>
                  <a:tab algn="l" pos="447840"/>
                  <a:tab algn="l" pos="896760"/>
                  <a:tab algn="l" pos="1346040"/>
                  <a:tab algn="l" pos="1795320"/>
                  <a:tab algn="l" pos="2244600"/>
                  <a:tab algn="l" pos="2693880"/>
                  <a:tab algn="l" pos="3143160"/>
                  <a:tab algn="l" pos="3592440"/>
                  <a:tab algn="l" pos="4041720"/>
                  <a:tab algn="l" pos="4491000"/>
                  <a:tab algn="l" pos="4940280"/>
                  <a:tab algn="l" pos="5389560"/>
                  <a:tab algn="l" pos="5838840"/>
                  <a:tab algn="l" pos="6288120"/>
                  <a:tab algn="l" pos="6737400"/>
                  <a:tab algn="l" pos="7186680"/>
                  <a:tab algn="l" pos="7635960"/>
                  <a:tab algn="l" pos="8085240"/>
                  <a:tab algn="l" pos="8534520"/>
                  <a:tab algn="l" pos="8983800"/>
                  <a:tab algn="l" pos="9144000"/>
                  <a:tab algn="l" pos="9601200"/>
                  <a:tab algn="l" pos="10058400"/>
                  <a:tab algn="l" pos="10515600"/>
                </a:tabLst>
              </a:pPr>
              <a:r>
                <a:rPr b="1" lang="en-IN" sz="1600" strike="noStrike" u="none">
                  <a:solidFill>
                    <a:srgbClr val="000000"/>
                  </a:solidFill>
                  <a:effectLst/>
                  <a:uFillTx/>
                  <a:latin typeface="Arial Narrow"/>
                </a:rPr>
                <a:t>Data Accessed/</a:t>
              </a:r>
              <a:endParaRPr b="0" lang="en-IN" sz="1600" strike="noStrike" u="none">
                <a:solidFill>
                  <a:srgbClr val="292929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84000"/>
                </a:lnSpc>
                <a:spcBef>
                  <a:spcPts val="286"/>
                </a:spcBef>
                <a:tabLst>
                  <a:tab algn="l" pos="0"/>
                  <a:tab algn="l" pos="447840"/>
                  <a:tab algn="l" pos="896760"/>
                  <a:tab algn="l" pos="1346040"/>
                  <a:tab algn="l" pos="1795320"/>
                  <a:tab algn="l" pos="2244600"/>
                  <a:tab algn="l" pos="2693880"/>
                  <a:tab algn="l" pos="3143160"/>
                  <a:tab algn="l" pos="3592440"/>
                  <a:tab algn="l" pos="4041720"/>
                  <a:tab algn="l" pos="4491000"/>
                  <a:tab algn="l" pos="4940280"/>
                  <a:tab algn="l" pos="5389560"/>
                  <a:tab algn="l" pos="5838840"/>
                  <a:tab algn="l" pos="6288120"/>
                  <a:tab algn="l" pos="6737400"/>
                  <a:tab algn="l" pos="7186680"/>
                  <a:tab algn="l" pos="7635960"/>
                  <a:tab algn="l" pos="8085240"/>
                  <a:tab algn="l" pos="8534520"/>
                  <a:tab algn="l" pos="8983800"/>
                  <a:tab algn="l" pos="9144000"/>
                  <a:tab algn="l" pos="9601200"/>
                  <a:tab algn="l" pos="10058400"/>
                  <a:tab algn="l" pos="10515600"/>
                </a:tabLst>
              </a:pPr>
              <a:r>
                <a:rPr b="1" lang="en-IN" sz="1600" strike="noStrike" u="none">
                  <a:solidFill>
                    <a:srgbClr val="000000"/>
                  </a:solidFill>
                  <a:effectLst/>
                  <a:uFillTx/>
                  <a:latin typeface="Arial Narrow"/>
                  <a:ea typeface="Arial"/>
                </a:rPr>
                <a:t>Distribute/Used</a:t>
              </a:r>
              <a:endParaRPr b="0" lang="en-IN" sz="1600" strike="noStrike" u="none">
                <a:solidFill>
                  <a:srgbClr val="292929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84000"/>
                </a:lnSpc>
                <a:spcBef>
                  <a:spcPts val="286"/>
                </a:spcBef>
                <a:tabLst>
                  <a:tab algn="l" pos="0"/>
                  <a:tab algn="l" pos="447840"/>
                  <a:tab algn="l" pos="896760"/>
                  <a:tab algn="l" pos="1346040"/>
                  <a:tab algn="l" pos="1795320"/>
                  <a:tab algn="l" pos="2244600"/>
                  <a:tab algn="l" pos="2693880"/>
                  <a:tab algn="l" pos="3143160"/>
                  <a:tab algn="l" pos="3592440"/>
                  <a:tab algn="l" pos="4041720"/>
                  <a:tab algn="l" pos="4491000"/>
                  <a:tab algn="l" pos="4940280"/>
                  <a:tab algn="l" pos="5389560"/>
                  <a:tab algn="l" pos="5838840"/>
                  <a:tab algn="l" pos="6288120"/>
                  <a:tab algn="l" pos="6737400"/>
                  <a:tab algn="l" pos="7186680"/>
                  <a:tab algn="l" pos="7635960"/>
                  <a:tab algn="l" pos="8085240"/>
                  <a:tab algn="l" pos="8534520"/>
                  <a:tab algn="l" pos="8983800"/>
                  <a:tab algn="l" pos="9144000"/>
                  <a:tab algn="l" pos="9601200"/>
                  <a:tab algn="l" pos="10058400"/>
                  <a:tab algn="l" pos="10515600"/>
                </a:tabLst>
              </a:pPr>
              <a:r>
                <a:rPr b="1" lang="en-IN" sz="1600" strike="noStrike" u="none">
                  <a:solidFill>
                    <a:srgbClr val="ff0000"/>
                  </a:solidFill>
                  <a:effectLst/>
                  <a:uFillTx/>
                  <a:latin typeface="Arial Narrow"/>
                  <a:ea typeface="Arial"/>
                </a:rPr>
                <a:t>Securely</a:t>
              </a:r>
              <a:endParaRPr b="0" lang="en-IN" sz="1600" strike="noStrike" u="none">
                <a:solidFill>
                  <a:srgbClr val="292929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9" name=""/>
            <p:cNvSpPr/>
            <p:nvPr/>
          </p:nvSpPr>
          <p:spPr>
            <a:xfrm>
              <a:off x="6867720" y="4911840"/>
              <a:ext cx="1586880" cy="1256760"/>
            </a:xfrm>
            <a:prstGeom prst="roundRect">
              <a:avLst>
                <a:gd name="adj" fmla="val 120"/>
              </a:avLst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84000"/>
                </a:lnSpc>
                <a:spcBef>
                  <a:spcPts val="286"/>
                </a:spcBef>
                <a:tabLst>
                  <a:tab algn="l" pos="0"/>
                  <a:tab algn="l" pos="447840"/>
                  <a:tab algn="l" pos="896760"/>
                  <a:tab algn="l" pos="1346040"/>
                  <a:tab algn="l" pos="1795320"/>
                  <a:tab algn="l" pos="2244600"/>
                  <a:tab algn="l" pos="2693880"/>
                  <a:tab algn="l" pos="3143160"/>
                  <a:tab algn="l" pos="3592440"/>
                  <a:tab algn="l" pos="4041720"/>
                  <a:tab algn="l" pos="4491000"/>
                  <a:tab algn="l" pos="4940280"/>
                  <a:tab algn="l" pos="5389560"/>
                  <a:tab algn="l" pos="5838840"/>
                  <a:tab algn="l" pos="6288120"/>
                  <a:tab algn="l" pos="6737400"/>
                  <a:tab algn="l" pos="7186680"/>
                  <a:tab algn="l" pos="7635960"/>
                  <a:tab algn="l" pos="8085240"/>
                  <a:tab algn="l" pos="8534520"/>
                  <a:tab algn="l" pos="8983800"/>
                  <a:tab algn="l" pos="9144000"/>
                  <a:tab algn="l" pos="9601200"/>
                  <a:tab algn="l" pos="10058400"/>
                  <a:tab algn="l" pos="10515600"/>
                </a:tabLst>
              </a:pPr>
              <a:endParaRPr b="0" lang="en-IN" sz="1600" strike="noStrike" u="none">
                <a:solidFill>
                  <a:srgbClr val="292929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84000"/>
                </a:lnSpc>
                <a:spcBef>
                  <a:spcPts val="286"/>
                </a:spcBef>
                <a:tabLst>
                  <a:tab algn="l" pos="0"/>
                  <a:tab algn="l" pos="447840"/>
                  <a:tab algn="l" pos="896760"/>
                  <a:tab algn="l" pos="1346040"/>
                  <a:tab algn="l" pos="1795320"/>
                  <a:tab algn="l" pos="2244600"/>
                  <a:tab algn="l" pos="2693880"/>
                  <a:tab algn="l" pos="3143160"/>
                  <a:tab algn="l" pos="3592440"/>
                  <a:tab algn="l" pos="4041720"/>
                  <a:tab algn="l" pos="4491000"/>
                  <a:tab algn="l" pos="4940280"/>
                  <a:tab algn="l" pos="5389560"/>
                  <a:tab algn="l" pos="5838840"/>
                  <a:tab algn="l" pos="6288120"/>
                  <a:tab algn="l" pos="6737400"/>
                  <a:tab algn="l" pos="7186680"/>
                  <a:tab algn="l" pos="7635960"/>
                  <a:tab algn="l" pos="8085240"/>
                  <a:tab algn="l" pos="8534520"/>
                  <a:tab algn="l" pos="8983800"/>
                  <a:tab algn="l" pos="9144000"/>
                  <a:tab algn="l" pos="9601200"/>
                  <a:tab algn="l" pos="10058400"/>
                  <a:tab algn="l" pos="10515600"/>
                </a:tabLst>
              </a:pPr>
              <a:r>
                <a:rPr b="1" lang="en-IN" sz="1600" strike="noStrike" u="none">
                  <a:solidFill>
                    <a:srgbClr val="000000"/>
                  </a:solidFill>
                  <a:effectLst/>
                  <a:uFillTx/>
                  <a:latin typeface="Arial Narrow"/>
                </a:rPr>
                <a:t>Data Deleted/</a:t>
              </a:r>
              <a:endParaRPr b="0" lang="en-IN" sz="1600" strike="noStrike" u="none">
                <a:solidFill>
                  <a:srgbClr val="292929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84000"/>
                </a:lnSpc>
                <a:spcBef>
                  <a:spcPts val="286"/>
                </a:spcBef>
                <a:tabLst>
                  <a:tab algn="l" pos="0"/>
                  <a:tab algn="l" pos="447840"/>
                  <a:tab algn="l" pos="896760"/>
                  <a:tab algn="l" pos="1346040"/>
                  <a:tab algn="l" pos="1795320"/>
                  <a:tab algn="l" pos="2244600"/>
                  <a:tab algn="l" pos="2693880"/>
                  <a:tab algn="l" pos="3143160"/>
                  <a:tab algn="l" pos="3592440"/>
                  <a:tab algn="l" pos="4041720"/>
                  <a:tab algn="l" pos="4491000"/>
                  <a:tab algn="l" pos="4940280"/>
                  <a:tab algn="l" pos="5389560"/>
                  <a:tab algn="l" pos="5838840"/>
                  <a:tab algn="l" pos="6288120"/>
                  <a:tab algn="l" pos="6737400"/>
                  <a:tab algn="l" pos="7186680"/>
                  <a:tab algn="l" pos="7635960"/>
                  <a:tab algn="l" pos="8085240"/>
                  <a:tab algn="l" pos="8534520"/>
                  <a:tab algn="l" pos="8983800"/>
                  <a:tab algn="l" pos="9144000"/>
                  <a:tab algn="l" pos="9601200"/>
                  <a:tab algn="l" pos="10058400"/>
                  <a:tab algn="l" pos="10515600"/>
                </a:tabLst>
              </a:pPr>
              <a:r>
                <a:rPr b="1" lang="en-IN" sz="1600" strike="noStrike" u="none">
                  <a:solidFill>
                    <a:srgbClr val="000000"/>
                  </a:solidFill>
                  <a:effectLst/>
                  <a:uFillTx/>
                  <a:latin typeface="Arial Narrow"/>
                </a:rPr>
                <a:t>System/ Access</a:t>
              </a:r>
              <a:endParaRPr b="0" lang="en-IN" sz="1600" strike="noStrike" u="none">
                <a:solidFill>
                  <a:srgbClr val="292929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84000"/>
                </a:lnSpc>
                <a:spcBef>
                  <a:spcPts val="286"/>
                </a:spcBef>
                <a:tabLst>
                  <a:tab algn="l" pos="0"/>
                  <a:tab algn="l" pos="447840"/>
                  <a:tab algn="l" pos="896760"/>
                  <a:tab algn="l" pos="1346040"/>
                  <a:tab algn="l" pos="1795320"/>
                  <a:tab algn="l" pos="2244600"/>
                  <a:tab algn="l" pos="2693880"/>
                  <a:tab algn="l" pos="3143160"/>
                  <a:tab algn="l" pos="3592440"/>
                  <a:tab algn="l" pos="4041720"/>
                  <a:tab algn="l" pos="4491000"/>
                  <a:tab algn="l" pos="4940280"/>
                  <a:tab algn="l" pos="5389560"/>
                  <a:tab algn="l" pos="5838840"/>
                  <a:tab algn="l" pos="6288120"/>
                  <a:tab algn="l" pos="6737400"/>
                  <a:tab algn="l" pos="7186680"/>
                  <a:tab algn="l" pos="7635960"/>
                  <a:tab algn="l" pos="8085240"/>
                  <a:tab algn="l" pos="8534520"/>
                  <a:tab algn="l" pos="8983800"/>
                  <a:tab algn="l" pos="9144000"/>
                  <a:tab algn="l" pos="9601200"/>
                  <a:tab algn="l" pos="10058400"/>
                  <a:tab algn="l" pos="10515600"/>
                </a:tabLst>
              </a:pPr>
              <a:r>
                <a:rPr b="1" lang="en-IN" sz="1600" strike="noStrike" u="none">
                  <a:solidFill>
                    <a:srgbClr val="000000"/>
                  </a:solidFill>
                  <a:effectLst/>
                  <a:uFillTx/>
                  <a:latin typeface="Arial Narrow"/>
                </a:rPr>
                <a:t>Terminated</a:t>
              </a:r>
              <a:endParaRPr b="0" lang="en-IN" sz="1600" strike="noStrike" u="none">
                <a:solidFill>
                  <a:srgbClr val="292929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84000"/>
                </a:lnSpc>
                <a:spcBef>
                  <a:spcPts val="286"/>
                </a:spcBef>
                <a:tabLst>
                  <a:tab algn="l" pos="0"/>
                  <a:tab algn="l" pos="447840"/>
                  <a:tab algn="l" pos="896760"/>
                  <a:tab algn="l" pos="1346040"/>
                  <a:tab algn="l" pos="1795320"/>
                  <a:tab algn="l" pos="2244600"/>
                  <a:tab algn="l" pos="2693880"/>
                  <a:tab algn="l" pos="3143160"/>
                  <a:tab algn="l" pos="3592440"/>
                  <a:tab algn="l" pos="4041720"/>
                  <a:tab algn="l" pos="4491000"/>
                  <a:tab algn="l" pos="4940280"/>
                  <a:tab algn="l" pos="5389560"/>
                  <a:tab algn="l" pos="5838840"/>
                  <a:tab algn="l" pos="6288120"/>
                  <a:tab algn="l" pos="6737400"/>
                  <a:tab algn="l" pos="7186680"/>
                  <a:tab algn="l" pos="7635960"/>
                  <a:tab algn="l" pos="8085240"/>
                  <a:tab algn="l" pos="8534520"/>
                  <a:tab algn="l" pos="8983800"/>
                  <a:tab algn="l" pos="9144000"/>
                  <a:tab algn="l" pos="9601200"/>
                  <a:tab algn="l" pos="10058400"/>
                  <a:tab algn="l" pos="10515600"/>
                </a:tabLst>
              </a:pPr>
              <a:r>
                <a:rPr b="1" lang="en-IN" sz="1600" strike="noStrike" u="none">
                  <a:solidFill>
                    <a:srgbClr val="ff0000"/>
                  </a:solidFill>
                  <a:effectLst/>
                  <a:uFillTx/>
                  <a:latin typeface="Arial Narrow"/>
                </a:rPr>
                <a:t>Securely</a:t>
              </a:r>
              <a:endParaRPr b="0" lang="en-IN" sz="1600" strike="noStrike" u="none">
                <a:solidFill>
                  <a:srgbClr val="292929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0" name=""/>
            <p:cNvSpPr/>
            <p:nvPr/>
          </p:nvSpPr>
          <p:spPr>
            <a:xfrm>
              <a:off x="6504120" y="2820240"/>
              <a:ext cx="1080" cy="3076920"/>
            </a:xfrm>
            <a:prstGeom prst="line">
              <a:avLst/>
            </a:prstGeom>
            <a:ln w="18360">
              <a:solidFill>
                <a:srgbClr val="000000"/>
              </a:solidFill>
              <a:prstDash val="sysDot"/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pPr>
                <a:lnSpc>
                  <a:spcPct val="47000"/>
                </a:lnSpc>
                <a:tabLst>
                  <a:tab algn="l" pos="0"/>
                  <a:tab algn="l" pos="457200"/>
                  <a:tab algn="l" pos="914400"/>
                  <a:tab algn="l" pos="1371600"/>
                  <a:tab algn="l" pos="1828800"/>
                  <a:tab algn="l" pos="2286000"/>
                  <a:tab algn="l" pos="2743200"/>
                  <a:tab algn="l" pos="3200400"/>
                  <a:tab algn="l" pos="3657600"/>
                  <a:tab algn="l" pos="4114800"/>
                  <a:tab algn="l" pos="4572000"/>
                  <a:tab algn="l" pos="5029200"/>
                  <a:tab algn="l" pos="5486400"/>
                  <a:tab algn="l" pos="5943600"/>
                  <a:tab algn="l" pos="6400800"/>
                  <a:tab algn="l" pos="6858000"/>
                  <a:tab algn="l" pos="7315200"/>
                  <a:tab algn="l" pos="7772400"/>
                  <a:tab algn="l" pos="8229600"/>
                  <a:tab algn="l" pos="8686800"/>
                  <a:tab algn="l" pos="9144000"/>
                </a:tabLst>
              </a:pPr>
              <a:endParaRPr b="0" lang="en-IN" sz="1800" strike="noStrike" u="none">
                <a:solidFill>
                  <a:srgbClr val="292929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61" name="" descr=""/>
            <p:cNvPicPr/>
            <p:nvPr/>
          </p:nvPicPr>
          <p:blipFill>
            <a:blip r:embed="rId1">
              <a:lum contrast="-28000"/>
            </a:blip>
            <a:stretch/>
          </p:blipFill>
          <p:spPr>
            <a:xfrm>
              <a:off x="3241080" y="3455280"/>
              <a:ext cx="456840" cy="63144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62" name=""/>
            <p:cNvSpPr/>
            <p:nvPr/>
          </p:nvSpPr>
          <p:spPr>
            <a:xfrm>
              <a:off x="769680" y="3331440"/>
              <a:ext cx="1371240" cy="215640"/>
            </a:xfrm>
            <a:prstGeom prst="roundRect">
              <a:avLst>
                <a:gd name="adj" fmla="val 722"/>
              </a:avLst>
            </a:prstGeom>
            <a:solidFill>
              <a:srgbClr val="5382a1"/>
            </a:solidFill>
            <a:ln w="18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pPr>
                <a:lnSpc>
                  <a:spcPct val="47000"/>
                </a:lnSpc>
                <a:tabLst>
                  <a:tab algn="l" pos="0"/>
                  <a:tab algn="l" pos="457200"/>
                  <a:tab algn="l" pos="914400"/>
                  <a:tab algn="l" pos="1371600"/>
                  <a:tab algn="l" pos="1828800"/>
                  <a:tab algn="l" pos="2286000"/>
                  <a:tab algn="l" pos="2743200"/>
                  <a:tab algn="l" pos="3200400"/>
                  <a:tab algn="l" pos="3657600"/>
                  <a:tab algn="l" pos="4114800"/>
                  <a:tab algn="l" pos="4572000"/>
                  <a:tab algn="l" pos="5029200"/>
                  <a:tab algn="l" pos="5486400"/>
                  <a:tab algn="l" pos="5943600"/>
                  <a:tab algn="l" pos="6400800"/>
                  <a:tab algn="l" pos="6858000"/>
                  <a:tab algn="l" pos="7315200"/>
                  <a:tab algn="l" pos="7772400"/>
                  <a:tab algn="l" pos="8229600"/>
                  <a:tab algn="l" pos="8686800"/>
                  <a:tab algn="l" pos="9144000"/>
                </a:tabLst>
              </a:pPr>
              <a:endParaRPr b="0" lang="en-IN" sz="1800" strike="noStrike" u="none">
                <a:solidFill>
                  <a:srgbClr val="292929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3" name=""/>
            <p:cNvSpPr/>
            <p:nvPr/>
          </p:nvSpPr>
          <p:spPr>
            <a:xfrm>
              <a:off x="769680" y="3686760"/>
              <a:ext cx="1371240" cy="217080"/>
            </a:xfrm>
            <a:prstGeom prst="roundRect">
              <a:avLst>
                <a:gd name="adj" fmla="val 722"/>
              </a:avLst>
            </a:prstGeom>
            <a:solidFill>
              <a:srgbClr val="5382a1"/>
            </a:solidFill>
            <a:ln w="18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pPr>
                <a:lnSpc>
                  <a:spcPct val="47000"/>
                </a:lnSpc>
                <a:tabLst>
                  <a:tab algn="l" pos="0"/>
                  <a:tab algn="l" pos="457200"/>
                  <a:tab algn="l" pos="914400"/>
                  <a:tab algn="l" pos="1371600"/>
                  <a:tab algn="l" pos="1828800"/>
                  <a:tab algn="l" pos="2286000"/>
                  <a:tab algn="l" pos="2743200"/>
                  <a:tab algn="l" pos="3200400"/>
                  <a:tab algn="l" pos="3657600"/>
                  <a:tab algn="l" pos="4114800"/>
                  <a:tab algn="l" pos="4572000"/>
                  <a:tab algn="l" pos="5029200"/>
                  <a:tab algn="l" pos="5486400"/>
                  <a:tab algn="l" pos="5943600"/>
                  <a:tab algn="l" pos="6400800"/>
                  <a:tab algn="l" pos="6858000"/>
                  <a:tab algn="l" pos="7315200"/>
                  <a:tab algn="l" pos="7772400"/>
                  <a:tab algn="l" pos="8229600"/>
                  <a:tab algn="l" pos="8686800"/>
                  <a:tab algn="l" pos="9144000"/>
                </a:tabLst>
              </a:pPr>
              <a:endParaRPr b="0" lang="en-IN" sz="1800" strike="noStrike" u="none">
                <a:solidFill>
                  <a:srgbClr val="292929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4" name=""/>
            <p:cNvSpPr/>
            <p:nvPr/>
          </p:nvSpPr>
          <p:spPr>
            <a:xfrm>
              <a:off x="769680" y="4042440"/>
              <a:ext cx="1371240" cy="215280"/>
            </a:xfrm>
            <a:prstGeom prst="roundRect">
              <a:avLst>
                <a:gd name="adj" fmla="val 722"/>
              </a:avLst>
            </a:prstGeom>
            <a:solidFill>
              <a:srgbClr val="5382a1"/>
            </a:solidFill>
            <a:ln w="18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pPr>
                <a:lnSpc>
                  <a:spcPct val="47000"/>
                </a:lnSpc>
                <a:tabLst>
                  <a:tab algn="l" pos="0"/>
                  <a:tab algn="l" pos="457200"/>
                  <a:tab algn="l" pos="914400"/>
                  <a:tab algn="l" pos="1371600"/>
                  <a:tab algn="l" pos="1828800"/>
                  <a:tab algn="l" pos="2286000"/>
                  <a:tab algn="l" pos="2743200"/>
                  <a:tab algn="l" pos="3200400"/>
                  <a:tab algn="l" pos="3657600"/>
                  <a:tab algn="l" pos="4114800"/>
                  <a:tab algn="l" pos="4572000"/>
                  <a:tab algn="l" pos="5029200"/>
                  <a:tab algn="l" pos="5486400"/>
                  <a:tab algn="l" pos="5943600"/>
                  <a:tab algn="l" pos="6400800"/>
                  <a:tab algn="l" pos="6858000"/>
                  <a:tab algn="l" pos="7315200"/>
                  <a:tab algn="l" pos="7772400"/>
                  <a:tab algn="l" pos="8229600"/>
                  <a:tab algn="l" pos="8686800"/>
                  <a:tab algn="l" pos="9144000"/>
                </a:tabLst>
              </a:pPr>
              <a:endParaRPr b="0" lang="en-IN" sz="1800" strike="noStrike" u="none">
                <a:solidFill>
                  <a:srgbClr val="292929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5" name=""/>
            <p:cNvSpPr/>
            <p:nvPr/>
          </p:nvSpPr>
          <p:spPr>
            <a:xfrm>
              <a:off x="769680" y="4396320"/>
              <a:ext cx="1371240" cy="215640"/>
            </a:xfrm>
            <a:prstGeom prst="roundRect">
              <a:avLst>
                <a:gd name="adj" fmla="val 722"/>
              </a:avLst>
            </a:prstGeom>
            <a:solidFill>
              <a:srgbClr val="5382a1"/>
            </a:solidFill>
            <a:ln w="18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pPr>
                <a:lnSpc>
                  <a:spcPct val="47000"/>
                </a:lnSpc>
                <a:tabLst>
                  <a:tab algn="l" pos="0"/>
                  <a:tab algn="l" pos="457200"/>
                  <a:tab algn="l" pos="914400"/>
                  <a:tab algn="l" pos="1371600"/>
                  <a:tab algn="l" pos="1828800"/>
                  <a:tab algn="l" pos="2286000"/>
                  <a:tab algn="l" pos="2743200"/>
                  <a:tab algn="l" pos="3200400"/>
                  <a:tab algn="l" pos="3657600"/>
                  <a:tab algn="l" pos="4114800"/>
                  <a:tab algn="l" pos="4572000"/>
                  <a:tab algn="l" pos="5029200"/>
                  <a:tab algn="l" pos="5486400"/>
                  <a:tab algn="l" pos="5943600"/>
                  <a:tab algn="l" pos="6400800"/>
                  <a:tab algn="l" pos="6858000"/>
                  <a:tab algn="l" pos="7315200"/>
                  <a:tab algn="l" pos="7772400"/>
                  <a:tab algn="l" pos="8229600"/>
                  <a:tab algn="l" pos="8686800"/>
                  <a:tab algn="l" pos="9144000"/>
                </a:tabLst>
              </a:pPr>
              <a:endParaRPr b="0" lang="en-IN" sz="1800" strike="noStrike" u="none">
                <a:solidFill>
                  <a:srgbClr val="292929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66" name="" descr=""/>
            <p:cNvPicPr/>
            <p:nvPr/>
          </p:nvPicPr>
          <p:blipFill>
            <a:blip r:embed="rId2"/>
            <a:stretch/>
          </p:blipFill>
          <p:spPr>
            <a:xfrm>
              <a:off x="1199880" y="3726360"/>
              <a:ext cx="456840" cy="45036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67" name="" descr=""/>
            <p:cNvPicPr/>
            <p:nvPr/>
          </p:nvPicPr>
          <p:blipFill>
            <a:blip r:embed="rId3">
              <a:lum contrast="-28000"/>
            </a:blip>
            <a:stretch/>
          </p:blipFill>
          <p:spPr>
            <a:xfrm>
              <a:off x="1785600" y="3447360"/>
              <a:ext cx="274320" cy="37908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68" name="" descr=""/>
            <p:cNvPicPr/>
            <p:nvPr/>
          </p:nvPicPr>
          <p:blipFill>
            <a:blip r:embed="rId4">
              <a:lum contrast="-28000"/>
            </a:blip>
            <a:stretch/>
          </p:blipFill>
          <p:spPr>
            <a:xfrm>
              <a:off x="1749240" y="3980520"/>
              <a:ext cx="273960" cy="37908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69" name="" descr=""/>
            <p:cNvPicPr/>
            <p:nvPr/>
          </p:nvPicPr>
          <p:blipFill>
            <a:blip r:embed="rId5">
              <a:lum contrast="-28000"/>
            </a:blip>
            <a:stretch/>
          </p:blipFill>
          <p:spPr>
            <a:xfrm>
              <a:off x="1317240" y="4299480"/>
              <a:ext cx="274320" cy="37908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70" name="" descr=""/>
            <p:cNvPicPr/>
            <p:nvPr/>
          </p:nvPicPr>
          <p:blipFill>
            <a:blip r:embed="rId6">
              <a:lum contrast="-28000"/>
            </a:blip>
            <a:stretch/>
          </p:blipFill>
          <p:spPr>
            <a:xfrm>
              <a:off x="885600" y="3447360"/>
              <a:ext cx="274320" cy="37908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71" name="" descr=""/>
            <p:cNvPicPr/>
            <p:nvPr/>
          </p:nvPicPr>
          <p:blipFill>
            <a:blip r:embed="rId7">
              <a:lum contrast="-28000"/>
            </a:blip>
            <a:stretch/>
          </p:blipFill>
          <p:spPr>
            <a:xfrm>
              <a:off x="885600" y="3981960"/>
              <a:ext cx="274320" cy="37908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72" name=""/>
            <p:cNvSpPr/>
            <p:nvPr/>
          </p:nvSpPr>
          <p:spPr>
            <a:xfrm>
              <a:off x="6922800" y="3331440"/>
              <a:ext cx="1371240" cy="215640"/>
            </a:xfrm>
            <a:prstGeom prst="roundRect">
              <a:avLst>
                <a:gd name="adj" fmla="val 722"/>
              </a:avLst>
            </a:prstGeom>
            <a:solidFill>
              <a:srgbClr val="5382a1"/>
            </a:solidFill>
            <a:ln w="18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pPr>
                <a:lnSpc>
                  <a:spcPct val="47000"/>
                </a:lnSpc>
                <a:tabLst>
                  <a:tab algn="l" pos="0"/>
                  <a:tab algn="l" pos="457200"/>
                  <a:tab algn="l" pos="914400"/>
                  <a:tab algn="l" pos="1371600"/>
                  <a:tab algn="l" pos="1828800"/>
                  <a:tab algn="l" pos="2286000"/>
                  <a:tab algn="l" pos="2743200"/>
                  <a:tab algn="l" pos="3200400"/>
                  <a:tab algn="l" pos="3657600"/>
                  <a:tab algn="l" pos="4114800"/>
                  <a:tab algn="l" pos="4572000"/>
                  <a:tab algn="l" pos="5029200"/>
                  <a:tab algn="l" pos="5486400"/>
                  <a:tab algn="l" pos="5943600"/>
                  <a:tab algn="l" pos="6400800"/>
                  <a:tab algn="l" pos="6858000"/>
                  <a:tab algn="l" pos="7315200"/>
                  <a:tab algn="l" pos="7772400"/>
                  <a:tab algn="l" pos="8229600"/>
                  <a:tab algn="l" pos="8686800"/>
                  <a:tab algn="l" pos="9144000"/>
                </a:tabLst>
              </a:pPr>
              <a:endParaRPr b="0" lang="en-IN" sz="1800" strike="noStrike" u="none">
                <a:solidFill>
                  <a:srgbClr val="292929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3" name=""/>
            <p:cNvSpPr/>
            <p:nvPr/>
          </p:nvSpPr>
          <p:spPr>
            <a:xfrm>
              <a:off x="6922800" y="3686760"/>
              <a:ext cx="1371240" cy="217080"/>
            </a:xfrm>
            <a:prstGeom prst="roundRect">
              <a:avLst>
                <a:gd name="adj" fmla="val 722"/>
              </a:avLst>
            </a:prstGeom>
            <a:solidFill>
              <a:srgbClr val="5382a1"/>
            </a:solidFill>
            <a:ln w="18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pPr>
                <a:lnSpc>
                  <a:spcPct val="47000"/>
                </a:lnSpc>
                <a:tabLst>
                  <a:tab algn="l" pos="0"/>
                  <a:tab algn="l" pos="457200"/>
                  <a:tab algn="l" pos="914400"/>
                  <a:tab algn="l" pos="1371600"/>
                  <a:tab algn="l" pos="1828800"/>
                  <a:tab algn="l" pos="2286000"/>
                  <a:tab algn="l" pos="2743200"/>
                  <a:tab algn="l" pos="3200400"/>
                  <a:tab algn="l" pos="3657600"/>
                  <a:tab algn="l" pos="4114800"/>
                  <a:tab algn="l" pos="4572000"/>
                  <a:tab algn="l" pos="5029200"/>
                  <a:tab algn="l" pos="5486400"/>
                  <a:tab algn="l" pos="5943600"/>
                  <a:tab algn="l" pos="6400800"/>
                  <a:tab algn="l" pos="6858000"/>
                  <a:tab algn="l" pos="7315200"/>
                  <a:tab algn="l" pos="7772400"/>
                  <a:tab algn="l" pos="8229600"/>
                  <a:tab algn="l" pos="8686800"/>
                  <a:tab algn="l" pos="9144000"/>
                </a:tabLst>
              </a:pPr>
              <a:endParaRPr b="0" lang="en-IN" sz="1800" strike="noStrike" u="none">
                <a:solidFill>
                  <a:srgbClr val="292929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4" name=""/>
            <p:cNvSpPr/>
            <p:nvPr/>
          </p:nvSpPr>
          <p:spPr>
            <a:xfrm>
              <a:off x="6922800" y="4042440"/>
              <a:ext cx="1371240" cy="215280"/>
            </a:xfrm>
            <a:prstGeom prst="roundRect">
              <a:avLst>
                <a:gd name="adj" fmla="val 722"/>
              </a:avLst>
            </a:prstGeom>
            <a:solidFill>
              <a:srgbClr val="5382a1"/>
            </a:solidFill>
            <a:ln w="18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pPr>
                <a:lnSpc>
                  <a:spcPct val="47000"/>
                </a:lnSpc>
                <a:tabLst>
                  <a:tab algn="l" pos="0"/>
                  <a:tab algn="l" pos="457200"/>
                  <a:tab algn="l" pos="914400"/>
                  <a:tab algn="l" pos="1371600"/>
                  <a:tab algn="l" pos="1828800"/>
                  <a:tab algn="l" pos="2286000"/>
                  <a:tab algn="l" pos="2743200"/>
                  <a:tab algn="l" pos="3200400"/>
                  <a:tab algn="l" pos="3657600"/>
                  <a:tab algn="l" pos="4114800"/>
                  <a:tab algn="l" pos="4572000"/>
                  <a:tab algn="l" pos="5029200"/>
                  <a:tab algn="l" pos="5486400"/>
                  <a:tab algn="l" pos="5943600"/>
                  <a:tab algn="l" pos="6400800"/>
                  <a:tab algn="l" pos="6858000"/>
                  <a:tab algn="l" pos="7315200"/>
                  <a:tab algn="l" pos="7772400"/>
                  <a:tab algn="l" pos="8229600"/>
                  <a:tab algn="l" pos="8686800"/>
                  <a:tab algn="l" pos="9144000"/>
                </a:tabLst>
              </a:pPr>
              <a:endParaRPr b="0" lang="en-IN" sz="1800" strike="noStrike" u="none">
                <a:solidFill>
                  <a:srgbClr val="292929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5" name=""/>
            <p:cNvSpPr/>
            <p:nvPr/>
          </p:nvSpPr>
          <p:spPr>
            <a:xfrm>
              <a:off x="6922800" y="4396320"/>
              <a:ext cx="1371240" cy="215640"/>
            </a:xfrm>
            <a:prstGeom prst="roundRect">
              <a:avLst>
                <a:gd name="adj" fmla="val 722"/>
              </a:avLst>
            </a:prstGeom>
            <a:solidFill>
              <a:srgbClr val="5382a1"/>
            </a:solidFill>
            <a:ln w="18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pPr>
                <a:lnSpc>
                  <a:spcPct val="47000"/>
                </a:lnSpc>
                <a:tabLst>
                  <a:tab algn="l" pos="0"/>
                  <a:tab algn="l" pos="457200"/>
                  <a:tab algn="l" pos="914400"/>
                  <a:tab algn="l" pos="1371600"/>
                  <a:tab algn="l" pos="1828800"/>
                  <a:tab algn="l" pos="2286000"/>
                  <a:tab algn="l" pos="2743200"/>
                  <a:tab algn="l" pos="3200400"/>
                  <a:tab algn="l" pos="3657600"/>
                  <a:tab algn="l" pos="4114800"/>
                  <a:tab algn="l" pos="4572000"/>
                  <a:tab algn="l" pos="5029200"/>
                  <a:tab algn="l" pos="5486400"/>
                  <a:tab algn="l" pos="5943600"/>
                  <a:tab algn="l" pos="6400800"/>
                  <a:tab algn="l" pos="6858000"/>
                  <a:tab algn="l" pos="7315200"/>
                  <a:tab algn="l" pos="7772400"/>
                  <a:tab algn="l" pos="8229600"/>
                  <a:tab algn="l" pos="8686800"/>
                  <a:tab algn="l" pos="9144000"/>
                </a:tabLst>
              </a:pPr>
              <a:endParaRPr b="0" lang="en-IN" sz="1800" strike="noStrike" u="none">
                <a:solidFill>
                  <a:srgbClr val="292929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76" name="" descr=""/>
            <p:cNvPicPr/>
            <p:nvPr/>
          </p:nvPicPr>
          <p:blipFill>
            <a:blip r:embed="rId8">
              <a:lum bright="70000" contrast="-70000"/>
            </a:blip>
            <a:stretch/>
          </p:blipFill>
          <p:spPr>
            <a:xfrm>
              <a:off x="7353000" y="3726360"/>
              <a:ext cx="456840" cy="45036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77" name="" descr=""/>
            <p:cNvPicPr/>
            <p:nvPr/>
          </p:nvPicPr>
          <p:blipFill>
            <a:blip r:embed="rId9"/>
            <a:stretch/>
          </p:blipFill>
          <p:spPr>
            <a:xfrm>
              <a:off x="7938720" y="3447360"/>
              <a:ext cx="274320" cy="37908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78" name="" descr=""/>
            <p:cNvPicPr/>
            <p:nvPr/>
          </p:nvPicPr>
          <p:blipFill>
            <a:blip r:embed="rId10"/>
            <a:stretch/>
          </p:blipFill>
          <p:spPr>
            <a:xfrm>
              <a:off x="7902360" y="3981960"/>
              <a:ext cx="274320" cy="37908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79" name="" descr=""/>
            <p:cNvPicPr/>
            <p:nvPr/>
          </p:nvPicPr>
          <p:blipFill>
            <a:blip r:embed="rId11"/>
            <a:stretch/>
          </p:blipFill>
          <p:spPr>
            <a:xfrm>
              <a:off x="7492680" y="4299480"/>
              <a:ext cx="274320" cy="37908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80" name="" descr=""/>
            <p:cNvPicPr/>
            <p:nvPr/>
          </p:nvPicPr>
          <p:blipFill>
            <a:blip r:embed="rId12"/>
            <a:stretch/>
          </p:blipFill>
          <p:spPr>
            <a:xfrm>
              <a:off x="7038720" y="3447360"/>
              <a:ext cx="261720" cy="42336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81" name="" descr=""/>
            <p:cNvPicPr/>
            <p:nvPr/>
          </p:nvPicPr>
          <p:blipFill>
            <a:blip r:embed="rId13"/>
            <a:stretch/>
          </p:blipFill>
          <p:spPr>
            <a:xfrm>
              <a:off x="7038720" y="3981960"/>
              <a:ext cx="274320" cy="37908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82" name=""/>
            <p:cNvSpPr/>
            <p:nvPr/>
          </p:nvSpPr>
          <p:spPr>
            <a:xfrm>
              <a:off x="4763160" y="3686760"/>
              <a:ext cx="1371240" cy="217080"/>
            </a:xfrm>
            <a:prstGeom prst="roundRect">
              <a:avLst>
                <a:gd name="adj" fmla="val 722"/>
              </a:avLst>
            </a:prstGeom>
            <a:solidFill>
              <a:srgbClr val="5382a1"/>
            </a:solidFill>
            <a:ln w="18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pPr>
                <a:lnSpc>
                  <a:spcPct val="47000"/>
                </a:lnSpc>
                <a:tabLst>
                  <a:tab algn="l" pos="0"/>
                  <a:tab algn="l" pos="457200"/>
                  <a:tab algn="l" pos="914400"/>
                  <a:tab algn="l" pos="1371600"/>
                  <a:tab algn="l" pos="1828800"/>
                  <a:tab algn="l" pos="2286000"/>
                  <a:tab algn="l" pos="2743200"/>
                  <a:tab algn="l" pos="3200400"/>
                  <a:tab algn="l" pos="3657600"/>
                  <a:tab algn="l" pos="4114800"/>
                  <a:tab algn="l" pos="4572000"/>
                  <a:tab algn="l" pos="5029200"/>
                  <a:tab algn="l" pos="5486400"/>
                  <a:tab algn="l" pos="5943600"/>
                  <a:tab algn="l" pos="6400800"/>
                  <a:tab algn="l" pos="6858000"/>
                  <a:tab algn="l" pos="7315200"/>
                  <a:tab algn="l" pos="7772400"/>
                  <a:tab algn="l" pos="8229600"/>
                  <a:tab algn="l" pos="8686800"/>
                  <a:tab algn="l" pos="9144000"/>
                </a:tabLst>
              </a:pPr>
              <a:endParaRPr b="0" lang="en-IN" sz="1800" strike="noStrike" u="none">
                <a:solidFill>
                  <a:srgbClr val="292929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3" name=""/>
            <p:cNvSpPr/>
            <p:nvPr/>
          </p:nvSpPr>
          <p:spPr>
            <a:xfrm>
              <a:off x="4764600" y="4042440"/>
              <a:ext cx="1371240" cy="215280"/>
            </a:xfrm>
            <a:prstGeom prst="roundRect">
              <a:avLst>
                <a:gd name="adj" fmla="val 722"/>
              </a:avLst>
            </a:prstGeom>
            <a:solidFill>
              <a:srgbClr val="5382a1"/>
            </a:solidFill>
            <a:ln w="18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pPr>
                <a:lnSpc>
                  <a:spcPct val="47000"/>
                </a:lnSpc>
                <a:tabLst>
                  <a:tab algn="l" pos="0"/>
                  <a:tab algn="l" pos="457200"/>
                  <a:tab algn="l" pos="914400"/>
                  <a:tab algn="l" pos="1371600"/>
                  <a:tab algn="l" pos="1828800"/>
                  <a:tab algn="l" pos="2286000"/>
                  <a:tab algn="l" pos="2743200"/>
                  <a:tab algn="l" pos="3200400"/>
                  <a:tab algn="l" pos="3657600"/>
                  <a:tab algn="l" pos="4114800"/>
                  <a:tab algn="l" pos="4572000"/>
                  <a:tab algn="l" pos="5029200"/>
                  <a:tab algn="l" pos="5486400"/>
                  <a:tab algn="l" pos="5943600"/>
                  <a:tab algn="l" pos="6400800"/>
                  <a:tab algn="l" pos="6858000"/>
                  <a:tab algn="l" pos="7315200"/>
                  <a:tab algn="l" pos="7772400"/>
                  <a:tab algn="l" pos="8229600"/>
                  <a:tab algn="l" pos="8686800"/>
                  <a:tab algn="l" pos="9144000"/>
                </a:tabLst>
              </a:pPr>
              <a:endParaRPr b="0" lang="en-IN" sz="1800" strike="noStrike" u="none">
                <a:solidFill>
                  <a:srgbClr val="292929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4" name=""/>
            <p:cNvSpPr/>
            <p:nvPr/>
          </p:nvSpPr>
          <p:spPr>
            <a:xfrm>
              <a:off x="4764600" y="4396320"/>
              <a:ext cx="1371240" cy="215640"/>
            </a:xfrm>
            <a:prstGeom prst="roundRect">
              <a:avLst>
                <a:gd name="adj" fmla="val 722"/>
              </a:avLst>
            </a:prstGeom>
            <a:solidFill>
              <a:srgbClr val="5382a1"/>
            </a:solidFill>
            <a:ln w="18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pPr>
                <a:lnSpc>
                  <a:spcPct val="47000"/>
                </a:lnSpc>
                <a:tabLst>
                  <a:tab algn="l" pos="0"/>
                  <a:tab algn="l" pos="457200"/>
                  <a:tab algn="l" pos="914400"/>
                  <a:tab algn="l" pos="1371600"/>
                  <a:tab algn="l" pos="1828800"/>
                  <a:tab algn="l" pos="2286000"/>
                  <a:tab algn="l" pos="2743200"/>
                  <a:tab algn="l" pos="3200400"/>
                  <a:tab algn="l" pos="3657600"/>
                  <a:tab algn="l" pos="4114800"/>
                  <a:tab algn="l" pos="4572000"/>
                  <a:tab algn="l" pos="5029200"/>
                  <a:tab algn="l" pos="5486400"/>
                  <a:tab algn="l" pos="5943600"/>
                  <a:tab algn="l" pos="6400800"/>
                  <a:tab algn="l" pos="6858000"/>
                  <a:tab algn="l" pos="7315200"/>
                  <a:tab algn="l" pos="7772400"/>
                  <a:tab algn="l" pos="8229600"/>
                  <a:tab algn="l" pos="8686800"/>
                  <a:tab algn="l" pos="9144000"/>
                </a:tabLst>
              </a:pPr>
              <a:endParaRPr b="0" lang="en-IN" sz="1800" strike="noStrike" u="none">
                <a:solidFill>
                  <a:srgbClr val="292929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85" name="" descr=""/>
            <p:cNvPicPr/>
            <p:nvPr/>
          </p:nvPicPr>
          <p:blipFill>
            <a:blip r:embed="rId14"/>
            <a:stretch/>
          </p:blipFill>
          <p:spPr>
            <a:xfrm>
              <a:off x="5193360" y="3726360"/>
              <a:ext cx="456840" cy="45036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86" name="" descr=""/>
            <p:cNvPicPr/>
            <p:nvPr/>
          </p:nvPicPr>
          <p:blipFill>
            <a:blip r:embed="rId15">
              <a:lum contrast="-28000"/>
            </a:blip>
            <a:stretch/>
          </p:blipFill>
          <p:spPr>
            <a:xfrm>
              <a:off x="5742000" y="3981960"/>
              <a:ext cx="274320" cy="37908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87" name="" descr=""/>
            <p:cNvPicPr/>
            <p:nvPr/>
          </p:nvPicPr>
          <p:blipFill>
            <a:blip r:embed="rId16">
              <a:lum contrast="-28000"/>
            </a:blip>
            <a:stretch/>
          </p:blipFill>
          <p:spPr>
            <a:xfrm>
              <a:off x="5310720" y="4299480"/>
              <a:ext cx="274320" cy="37908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88" name="" descr=""/>
            <p:cNvPicPr/>
            <p:nvPr/>
          </p:nvPicPr>
          <p:blipFill>
            <a:blip r:embed="rId17">
              <a:lum contrast="-28000"/>
            </a:blip>
            <a:stretch/>
          </p:blipFill>
          <p:spPr>
            <a:xfrm>
              <a:off x="4878720" y="3981960"/>
              <a:ext cx="274320" cy="37908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89" name="" descr=""/>
            <p:cNvPicPr/>
            <p:nvPr/>
          </p:nvPicPr>
          <p:blipFill>
            <a:blip r:embed="rId18">
              <a:lum contrast="-28000"/>
            </a:blip>
            <a:stretch/>
          </p:blipFill>
          <p:spPr>
            <a:xfrm>
              <a:off x="3133080" y="3562920"/>
              <a:ext cx="456840" cy="6314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90" name="" descr=""/>
            <p:cNvPicPr/>
            <p:nvPr/>
          </p:nvPicPr>
          <p:blipFill>
            <a:blip r:embed="rId19">
              <a:lum contrast="-28000"/>
            </a:blip>
            <a:stretch/>
          </p:blipFill>
          <p:spPr>
            <a:xfrm>
              <a:off x="3002760" y="3705840"/>
              <a:ext cx="456840" cy="63144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91" name=""/>
            <p:cNvSpPr/>
            <p:nvPr/>
          </p:nvSpPr>
          <p:spPr>
            <a:xfrm flipV="1">
              <a:off x="2232720" y="3913560"/>
              <a:ext cx="757080" cy="56880"/>
            </a:xfrm>
            <a:prstGeom prst="line">
              <a:avLst/>
            </a:prstGeom>
            <a:ln w="36720">
              <a:solidFill>
                <a:srgbClr val="000000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0080" bIns="10080" anchor="t">
              <a:noAutofit/>
            </a:bodyPr>
            <a:p>
              <a:pPr>
                <a:lnSpc>
                  <a:spcPct val="47000"/>
                </a:lnSpc>
                <a:tabLst>
                  <a:tab algn="l" pos="0"/>
                  <a:tab algn="l" pos="457200"/>
                  <a:tab algn="l" pos="914400"/>
                  <a:tab algn="l" pos="1371600"/>
                  <a:tab algn="l" pos="1828800"/>
                  <a:tab algn="l" pos="2286000"/>
                  <a:tab algn="l" pos="2743200"/>
                  <a:tab algn="l" pos="3200400"/>
                  <a:tab algn="l" pos="3657600"/>
                  <a:tab algn="l" pos="4114800"/>
                  <a:tab algn="l" pos="4572000"/>
                  <a:tab algn="l" pos="5029200"/>
                  <a:tab algn="l" pos="5486400"/>
                  <a:tab algn="l" pos="5943600"/>
                  <a:tab algn="l" pos="6400800"/>
                  <a:tab algn="l" pos="6858000"/>
                  <a:tab algn="l" pos="7315200"/>
                  <a:tab algn="l" pos="7772400"/>
                  <a:tab algn="l" pos="8229600"/>
                  <a:tab algn="l" pos="8686800"/>
                  <a:tab algn="l" pos="9144000"/>
                </a:tabLst>
              </a:pPr>
              <a:endParaRPr b="0" lang="en-IN" sz="1800" strike="noStrike" u="none">
                <a:solidFill>
                  <a:srgbClr val="292929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2" name=""/>
            <p:cNvSpPr/>
            <p:nvPr/>
          </p:nvSpPr>
          <p:spPr>
            <a:xfrm flipV="1">
              <a:off x="3756600" y="3526200"/>
              <a:ext cx="807480" cy="431640"/>
            </a:xfrm>
            <a:prstGeom prst="line">
              <a:avLst/>
            </a:prstGeom>
            <a:ln w="36720">
              <a:solidFill>
                <a:srgbClr val="000000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pPr>
                <a:lnSpc>
                  <a:spcPct val="47000"/>
                </a:lnSpc>
                <a:tabLst>
                  <a:tab algn="l" pos="0"/>
                  <a:tab algn="l" pos="457200"/>
                  <a:tab algn="l" pos="914400"/>
                  <a:tab algn="l" pos="1371600"/>
                  <a:tab algn="l" pos="1828800"/>
                  <a:tab algn="l" pos="2286000"/>
                  <a:tab algn="l" pos="2743200"/>
                  <a:tab algn="l" pos="3200400"/>
                  <a:tab algn="l" pos="3657600"/>
                  <a:tab algn="l" pos="4114800"/>
                  <a:tab algn="l" pos="4572000"/>
                  <a:tab algn="l" pos="5029200"/>
                  <a:tab algn="l" pos="5486400"/>
                  <a:tab algn="l" pos="5943600"/>
                  <a:tab algn="l" pos="6400800"/>
                  <a:tab algn="l" pos="6858000"/>
                  <a:tab algn="l" pos="7315200"/>
                  <a:tab algn="l" pos="7772400"/>
                  <a:tab algn="l" pos="8229600"/>
                  <a:tab algn="l" pos="8686800"/>
                  <a:tab algn="l" pos="9144000"/>
                </a:tabLst>
              </a:pPr>
              <a:endParaRPr b="0" lang="en-IN" sz="1800" strike="noStrike" u="none">
                <a:solidFill>
                  <a:srgbClr val="292929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3" name=""/>
            <p:cNvSpPr/>
            <p:nvPr/>
          </p:nvSpPr>
          <p:spPr>
            <a:xfrm flipV="1">
              <a:off x="3756600" y="3913200"/>
              <a:ext cx="856800" cy="45720"/>
            </a:xfrm>
            <a:prstGeom prst="line">
              <a:avLst/>
            </a:prstGeom>
            <a:ln w="36720">
              <a:solidFill>
                <a:srgbClr val="000000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080" bIns="-1080" anchor="t">
              <a:noAutofit/>
            </a:bodyPr>
            <a:p>
              <a:pPr>
                <a:lnSpc>
                  <a:spcPct val="47000"/>
                </a:lnSpc>
                <a:tabLst>
                  <a:tab algn="l" pos="0"/>
                  <a:tab algn="l" pos="457200"/>
                  <a:tab algn="l" pos="914400"/>
                  <a:tab algn="l" pos="1371600"/>
                  <a:tab algn="l" pos="1828800"/>
                  <a:tab algn="l" pos="2286000"/>
                  <a:tab algn="l" pos="2743200"/>
                  <a:tab algn="l" pos="3200400"/>
                  <a:tab algn="l" pos="3657600"/>
                  <a:tab algn="l" pos="4114800"/>
                  <a:tab algn="l" pos="4572000"/>
                  <a:tab algn="l" pos="5029200"/>
                  <a:tab algn="l" pos="5486400"/>
                  <a:tab algn="l" pos="5943600"/>
                  <a:tab algn="l" pos="6400800"/>
                  <a:tab algn="l" pos="6858000"/>
                  <a:tab algn="l" pos="7315200"/>
                  <a:tab algn="l" pos="7772400"/>
                  <a:tab algn="l" pos="8229600"/>
                  <a:tab algn="l" pos="8686800"/>
                  <a:tab algn="l" pos="9144000"/>
                </a:tabLst>
              </a:pPr>
              <a:endParaRPr b="0" lang="en-IN" sz="1800" strike="noStrike" u="none">
                <a:solidFill>
                  <a:srgbClr val="292929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4" name=""/>
            <p:cNvSpPr/>
            <p:nvPr/>
          </p:nvSpPr>
          <p:spPr>
            <a:xfrm>
              <a:off x="3756600" y="3939120"/>
              <a:ext cx="820440" cy="418680"/>
            </a:xfrm>
            <a:prstGeom prst="line">
              <a:avLst/>
            </a:prstGeom>
            <a:ln w="36720">
              <a:solidFill>
                <a:srgbClr val="000000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pPr>
                <a:lnSpc>
                  <a:spcPct val="47000"/>
                </a:lnSpc>
                <a:tabLst>
                  <a:tab algn="l" pos="0"/>
                  <a:tab algn="l" pos="457200"/>
                  <a:tab algn="l" pos="914400"/>
                  <a:tab algn="l" pos="1371600"/>
                  <a:tab algn="l" pos="1828800"/>
                  <a:tab algn="l" pos="2286000"/>
                  <a:tab algn="l" pos="2743200"/>
                  <a:tab algn="l" pos="3200400"/>
                  <a:tab algn="l" pos="3657600"/>
                  <a:tab algn="l" pos="4114800"/>
                  <a:tab algn="l" pos="4572000"/>
                  <a:tab algn="l" pos="5029200"/>
                  <a:tab algn="l" pos="5486400"/>
                  <a:tab algn="l" pos="5943600"/>
                  <a:tab algn="l" pos="6400800"/>
                  <a:tab algn="l" pos="6858000"/>
                  <a:tab algn="l" pos="7315200"/>
                  <a:tab algn="l" pos="7772400"/>
                  <a:tab algn="l" pos="8229600"/>
                  <a:tab algn="l" pos="8686800"/>
                  <a:tab algn="l" pos="9144000"/>
                </a:tabLst>
              </a:pPr>
              <a:endParaRPr b="0" lang="en-IN" sz="1800" strike="noStrike" u="none">
                <a:solidFill>
                  <a:srgbClr val="292929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5" name=""/>
            <p:cNvSpPr/>
            <p:nvPr/>
          </p:nvSpPr>
          <p:spPr>
            <a:xfrm>
              <a:off x="4763160" y="3331440"/>
              <a:ext cx="1371240" cy="215640"/>
            </a:xfrm>
            <a:prstGeom prst="roundRect">
              <a:avLst>
                <a:gd name="adj" fmla="val 722"/>
              </a:avLst>
            </a:prstGeom>
            <a:solidFill>
              <a:srgbClr val="5382a1"/>
            </a:solidFill>
            <a:ln w="18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pPr>
                <a:lnSpc>
                  <a:spcPct val="47000"/>
                </a:lnSpc>
                <a:tabLst>
                  <a:tab algn="l" pos="0"/>
                  <a:tab algn="l" pos="457200"/>
                  <a:tab algn="l" pos="914400"/>
                  <a:tab algn="l" pos="1371600"/>
                  <a:tab algn="l" pos="1828800"/>
                  <a:tab algn="l" pos="2286000"/>
                  <a:tab algn="l" pos="2743200"/>
                  <a:tab algn="l" pos="3200400"/>
                  <a:tab algn="l" pos="3657600"/>
                  <a:tab algn="l" pos="4114800"/>
                  <a:tab algn="l" pos="4572000"/>
                  <a:tab algn="l" pos="5029200"/>
                  <a:tab algn="l" pos="5486400"/>
                  <a:tab algn="l" pos="5943600"/>
                  <a:tab algn="l" pos="6400800"/>
                  <a:tab algn="l" pos="6858000"/>
                  <a:tab algn="l" pos="7315200"/>
                  <a:tab algn="l" pos="7772400"/>
                  <a:tab algn="l" pos="8229600"/>
                  <a:tab algn="l" pos="8686800"/>
                  <a:tab algn="l" pos="9144000"/>
                </a:tabLst>
              </a:pPr>
              <a:endParaRPr b="0" lang="en-IN" sz="1800" strike="noStrike" u="none">
                <a:solidFill>
                  <a:srgbClr val="292929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96" name="" descr=""/>
            <p:cNvPicPr/>
            <p:nvPr/>
          </p:nvPicPr>
          <p:blipFill>
            <a:blip r:embed="rId20">
              <a:lum contrast="-28000"/>
            </a:blip>
            <a:stretch/>
          </p:blipFill>
          <p:spPr>
            <a:xfrm>
              <a:off x="5778720" y="3447360"/>
              <a:ext cx="274320" cy="37908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97" name="" descr=""/>
            <p:cNvPicPr/>
            <p:nvPr/>
          </p:nvPicPr>
          <p:blipFill>
            <a:blip r:embed="rId21">
              <a:lum contrast="-28000"/>
            </a:blip>
            <a:stretch/>
          </p:blipFill>
          <p:spPr>
            <a:xfrm>
              <a:off x="4878720" y="3447360"/>
              <a:ext cx="274320" cy="37908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98" name=""/>
            <p:cNvSpPr/>
            <p:nvPr/>
          </p:nvSpPr>
          <p:spPr>
            <a:xfrm flipH="1">
              <a:off x="1685520" y="2361960"/>
              <a:ext cx="2393280" cy="658440"/>
            </a:xfrm>
            <a:prstGeom prst="line">
              <a:avLst/>
            </a:prstGeom>
            <a:ln w="36720">
              <a:solidFill>
                <a:srgbClr val="000000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pPr>
                <a:lnSpc>
                  <a:spcPct val="47000"/>
                </a:lnSpc>
                <a:tabLst>
                  <a:tab algn="l" pos="0"/>
                  <a:tab algn="l" pos="457200"/>
                  <a:tab algn="l" pos="914400"/>
                  <a:tab algn="l" pos="1371600"/>
                  <a:tab algn="l" pos="1828800"/>
                  <a:tab algn="l" pos="2286000"/>
                  <a:tab algn="l" pos="2743200"/>
                  <a:tab algn="l" pos="3200400"/>
                  <a:tab algn="l" pos="3657600"/>
                  <a:tab algn="l" pos="4114800"/>
                  <a:tab algn="l" pos="4572000"/>
                  <a:tab algn="l" pos="5029200"/>
                  <a:tab algn="l" pos="5486400"/>
                  <a:tab algn="l" pos="5943600"/>
                  <a:tab algn="l" pos="6400800"/>
                  <a:tab algn="l" pos="6858000"/>
                  <a:tab algn="l" pos="7315200"/>
                  <a:tab algn="l" pos="7772400"/>
                  <a:tab algn="l" pos="8229600"/>
                  <a:tab algn="l" pos="8686800"/>
                  <a:tab algn="l" pos="9144000"/>
                </a:tabLst>
              </a:pPr>
              <a:endParaRPr b="0" lang="en-IN" sz="1800" strike="noStrike" u="none">
                <a:solidFill>
                  <a:srgbClr val="292929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9" name=""/>
            <p:cNvSpPr/>
            <p:nvPr/>
          </p:nvSpPr>
          <p:spPr>
            <a:xfrm flipH="1">
              <a:off x="3120120" y="2390400"/>
              <a:ext cx="869400" cy="755280"/>
            </a:xfrm>
            <a:prstGeom prst="line">
              <a:avLst/>
            </a:prstGeom>
            <a:ln w="36720">
              <a:solidFill>
                <a:srgbClr val="000000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pPr>
                <a:lnSpc>
                  <a:spcPct val="47000"/>
                </a:lnSpc>
                <a:tabLst>
                  <a:tab algn="l" pos="0"/>
                  <a:tab algn="l" pos="457200"/>
                  <a:tab algn="l" pos="914400"/>
                  <a:tab algn="l" pos="1371600"/>
                  <a:tab algn="l" pos="1828800"/>
                  <a:tab algn="l" pos="2286000"/>
                  <a:tab algn="l" pos="2743200"/>
                  <a:tab algn="l" pos="3200400"/>
                  <a:tab algn="l" pos="3657600"/>
                  <a:tab algn="l" pos="4114800"/>
                  <a:tab algn="l" pos="4572000"/>
                  <a:tab algn="l" pos="5029200"/>
                  <a:tab algn="l" pos="5486400"/>
                  <a:tab algn="l" pos="5943600"/>
                  <a:tab algn="l" pos="6400800"/>
                  <a:tab algn="l" pos="6858000"/>
                  <a:tab algn="l" pos="7315200"/>
                  <a:tab algn="l" pos="7772400"/>
                  <a:tab algn="l" pos="8229600"/>
                  <a:tab algn="l" pos="8686800"/>
                  <a:tab algn="l" pos="9144000"/>
                </a:tabLst>
              </a:pPr>
              <a:endParaRPr b="0" lang="en-IN" sz="1800" strike="noStrike" u="none">
                <a:solidFill>
                  <a:srgbClr val="292929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0" name=""/>
            <p:cNvSpPr/>
            <p:nvPr/>
          </p:nvSpPr>
          <p:spPr>
            <a:xfrm>
              <a:off x="4015440" y="2410920"/>
              <a:ext cx="651960" cy="658440"/>
            </a:xfrm>
            <a:prstGeom prst="line">
              <a:avLst/>
            </a:prstGeom>
            <a:ln w="36720">
              <a:solidFill>
                <a:srgbClr val="000000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pPr>
                <a:lnSpc>
                  <a:spcPct val="47000"/>
                </a:lnSpc>
                <a:tabLst>
                  <a:tab algn="l" pos="0"/>
                  <a:tab algn="l" pos="457200"/>
                  <a:tab algn="l" pos="914400"/>
                  <a:tab algn="l" pos="1371600"/>
                  <a:tab algn="l" pos="1828800"/>
                  <a:tab algn="l" pos="2286000"/>
                  <a:tab algn="l" pos="2743200"/>
                  <a:tab algn="l" pos="3200400"/>
                  <a:tab algn="l" pos="3657600"/>
                  <a:tab algn="l" pos="4114800"/>
                  <a:tab algn="l" pos="4572000"/>
                  <a:tab algn="l" pos="5029200"/>
                  <a:tab algn="l" pos="5486400"/>
                  <a:tab algn="l" pos="5943600"/>
                  <a:tab algn="l" pos="6400800"/>
                  <a:tab algn="l" pos="6858000"/>
                  <a:tab algn="l" pos="7315200"/>
                  <a:tab algn="l" pos="7772400"/>
                  <a:tab algn="l" pos="8229600"/>
                  <a:tab algn="l" pos="8686800"/>
                  <a:tab algn="l" pos="9144000"/>
                </a:tabLst>
              </a:pPr>
              <a:endParaRPr b="0" lang="en-IN" sz="1800" strike="noStrike" u="none">
                <a:solidFill>
                  <a:srgbClr val="292929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1" name=""/>
            <p:cNvSpPr/>
            <p:nvPr/>
          </p:nvSpPr>
          <p:spPr>
            <a:xfrm>
              <a:off x="3993120" y="2379240"/>
              <a:ext cx="3094920" cy="464760"/>
            </a:xfrm>
            <a:prstGeom prst="line">
              <a:avLst/>
            </a:prstGeom>
            <a:ln w="36720">
              <a:solidFill>
                <a:srgbClr val="000000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pPr>
                <a:lnSpc>
                  <a:spcPct val="47000"/>
                </a:lnSpc>
                <a:tabLst>
                  <a:tab algn="l" pos="0"/>
                  <a:tab algn="l" pos="457200"/>
                  <a:tab algn="l" pos="914400"/>
                  <a:tab algn="l" pos="1371600"/>
                  <a:tab algn="l" pos="1828800"/>
                  <a:tab algn="l" pos="2286000"/>
                  <a:tab algn="l" pos="2743200"/>
                  <a:tab algn="l" pos="3200400"/>
                  <a:tab algn="l" pos="3657600"/>
                  <a:tab algn="l" pos="4114800"/>
                  <a:tab algn="l" pos="4572000"/>
                  <a:tab algn="l" pos="5029200"/>
                  <a:tab algn="l" pos="5486400"/>
                  <a:tab algn="l" pos="5943600"/>
                  <a:tab algn="l" pos="6400800"/>
                  <a:tab algn="l" pos="6858000"/>
                  <a:tab algn="l" pos="7315200"/>
                  <a:tab algn="l" pos="7772400"/>
                  <a:tab algn="l" pos="8229600"/>
                  <a:tab algn="l" pos="8686800"/>
                  <a:tab algn="l" pos="9144000"/>
                </a:tabLst>
              </a:pPr>
              <a:endParaRPr b="0" lang="en-IN" sz="1800" strike="noStrike" u="none">
                <a:solidFill>
                  <a:srgbClr val="292929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102" name="" descr=""/>
            <p:cNvPicPr/>
            <p:nvPr/>
          </p:nvPicPr>
          <p:blipFill>
            <a:blip r:embed="rId22">
              <a:lum contrast="-28000"/>
            </a:blip>
            <a:stretch/>
          </p:blipFill>
          <p:spPr>
            <a:xfrm>
              <a:off x="1317240" y="3129840"/>
              <a:ext cx="274320" cy="37908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03" name="" descr=""/>
            <p:cNvPicPr/>
            <p:nvPr/>
          </p:nvPicPr>
          <p:blipFill>
            <a:blip r:embed="rId23">
              <a:lum contrast="-28000"/>
            </a:blip>
            <a:stretch/>
          </p:blipFill>
          <p:spPr>
            <a:xfrm>
              <a:off x="5346720" y="3129840"/>
              <a:ext cx="274320" cy="37908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04" name="" descr=""/>
            <p:cNvPicPr/>
            <p:nvPr/>
          </p:nvPicPr>
          <p:blipFill>
            <a:blip r:embed="rId24"/>
            <a:stretch/>
          </p:blipFill>
          <p:spPr>
            <a:xfrm>
              <a:off x="7470720" y="3093480"/>
              <a:ext cx="273960" cy="37872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105" name=""/>
            <p:cNvSpPr/>
            <p:nvPr/>
          </p:nvSpPr>
          <p:spPr>
            <a:xfrm>
              <a:off x="2057040" y="1779480"/>
              <a:ext cx="5729400" cy="456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79000"/>
                </a:lnSpc>
                <a:spcBef>
                  <a:spcPts val="726"/>
                </a:spcBef>
                <a:tabLst>
                  <a:tab algn="l" pos="0"/>
                  <a:tab algn="l" pos="447840"/>
                  <a:tab algn="l" pos="896760"/>
                  <a:tab algn="l" pos="1346040"/>
                  <a:tab algn="l" pos="1795320"/>
                  <a:tab algn="l" pos="2244600"/>
                  <a:tab algn="l" pos="2693880"/>
                  <a:tab algn="l" pos="3143160"/>
                  <a:tab algn="l" pos="3592440"/>
                  <a:tab algn="l" pos="4041720"/>
                  <a:tab algn="l" pos="4491000"/>
                  <a:tab algn="l" pos="4940280"/>
                  <a:tab algn="l" pos="5389560"/>
                  <a:tab algn="l" pos="5838840"/>
                  <a:tab algn="l" pos="6288120"/>
                  <a:tab algn="l" pos="6737400"/>
                  <a:tab algn="l" pos="7186680"/>
                  <a:tab algn="l" pos="7635960"/>
                  <a:tab algn="l" pos="8085240"/>
                  <a:tab algn="l" pos="8534520"/>
                  <a:tab algn="l" pos="8983800"/>
                  <a:tab algn="l" pos="9144000"/>
                  <a:tab algn="l" pos="9601200"/>
                  <a:tab algn="l" pos="10058400"/>
                  <a:tab algn="l" pos="10515600"/>
                </a:tabLst>
              </a:pPr>
              <a:r>
                <a:rPr b="0" lang="en-IN" sz="2000" strike="noStrike" u="none">
                  <a:solidFill>
                    <a:srgbClr val="000000"/>
                  </a:solidFill>
                  <a:effectLst/>
                  <a:uFillTx/>
                  <a:latin typeface="Arial"/>
                </a:rPr>
                <a:t>Secure from unauthorized access and use</a:t>
              </a:r>
              <a:endParaRPr b="0" lang="en-IN" sz="2000" strike="noStrike" u="none">
                <a:solidFill>
                  <a:srgbClr val="292929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B014B858-8AE9-49F7-9BB9-0E667903FAA3}" type="slidenum">
              <a:t>8</a:t>
            </a:fld>
          </a:p>
        </p:txBody>
      </p:sp>
    </p:spTree>
  </p:cSld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/>
          </p:nvPr>
        </p:nvSpPr>
        <p:spPr>
          <a:xfrm>
            <a:off x="720360" y="1728360"/>
            <a:ext cx="7380360" cy="4754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431640" indent="-430200">
              <a:lnSpc>
                <a:spcPct val="150000"/>
              </a:lnSpc>
              <a:buClr>
                <a:srgbClr val="e76f00"/>
              </a:buClr>
              <a:buFont typeface="Arial"/>
              <a:buChar char="•"/>
              <a:tabLst>
                <a:tab algn="l" pos="723960"/>
                <a:tab algn="l" pos="1447920"/>
                <a:tab algn="l" pos="2171880"/>
                <a:tab algn="l" pos="2895480"/>
                <a:tab algn="l" pos="3619440"/>
                <a:tab algn="l" pos="4343400"/>
                <a:tab algn="l" pos="5067360"/>
                <a:tab algn="l" pos="5791320"/>
                <a:tab algn="l" pos="6515280"/>
                <a:tab algn="l" pos="723888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1" lang="en-IN" sz="2000" strike="noStrike" u="none">
                <a:solidFill>
                  <a:srgbClr val="000000"/>
                </a:solidFill>
                <a:effectLst/>
                <a:uFillTx/>
                <a:latin typeface="Arial Narrow"/>
              </a:rPr>
              <a:t>Confidentiality/ Classification of data 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 Narrow"/>
            </a:endParaRPr>
          </a:p>
          <a:p>
            <a:pPr marL="431640" indent="-430200">
              <a:lnSpc>
                <a:spcPct val="150000"/>
              </a:lnSpc>
              <a:buClr>
                <a:srgbClr val="e76f00"/>
              </a:buClr>
              <a:buFont typeface="Arial"/>
              <a:buChar char="•"/>
              <a:tabLst>
                <a:tab algn="l" pos="723960"/>
                <a:tab algn="l" pos="1447920"/>
                <a:tab algn="l" pos="2171880"/>
                <a:tab algn="l" pos="2895480"/>
                <a:tab algn="l" pos="3619440"/>
                <a:tab algn="l" pos="4343400"/>
                <a:tab algn="l" pos="5067360"/>
                <a:tab algn="l" pos="5791320"/>
                <a:tab algn="l" pos="6515280"/>
                <a:tab algn="l" pos="723888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1" lang="en-IN" sz="2000" strike="noStrike" u="none">
                <a:solidFill>
                  <a:srgbClr val="000000"/>
                </a:solidFill>
                <a:effectLst/>
                <a:uFillTx/>
                <a:latin typeface="Arial Narrow"/>
              </a:rPr>
              <a:t>Systemic Security – A layered approach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 Narrow"/>
            </a:endParaRPr>
          </a:p>
          <a:p>
            <a:pPr marL="431640" indent="-430200">
              <a:lnSpc>
                <a:spcPct val="150000"/>
              </a:lnSpc>
              <a:buClr>
                <a:srgbClr val="e76f00"/>
              </a:buClr>
              <a:buFont typeface="Arial"/>
              <a:buChar char="•"/>
              <a:tabLst>
                <a:tab algn="l" pos="723960"/>
                <a:tab algn="l" pos="1447920"/>
                <a:tab algn="l" pos="2171880"/>
                <a:tab algn="l" pos="2895480"/>
                <a:tab algn="l" pos="3619440"/>
                <a:tab algn="l" pos="4343400"/>
                <a:tab algn="l" pos="5067360"/>
                <a:tab algn="l" pos="5791320"/>
                <a:tab algn="l" pos="6515280"/>
                <a:tab algn="l" pos="723888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1" lang="en-IN" sz="2000" strike="noStrike" u="none">
                <a:solidFill>
                  <a:srgbClr val="000000"/>
                </a:solidFill>
                <a:effectLst/>
                <a:uFillTx/>
                <a:latin typeface="Arial Narrow"/>
              </a:rPr>
              <a:t>Information Lifecycle Management 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 Narrow"/>
            </a:endParaRPr>
          </a:p>
          <a:p>
            <a:pPr marL="431640" indent="-430200">
              <a:lnSpc>
                <a:spcPct val="150000"/>
              </a:lnSpc>
              <a:buClr>
                <a:srgbClr val="e76f00"/>
              </a:buClr>
              <a:buFont typeface="Arial"/>
              <a:buChar char="•"/>
              <a:tabLst>
                <a:tab algn="l" pos="723960"/>
                <a:tab algn="l" pos="1447920"/>
                <a:tab algn="l" pos="2171880"/>
                <a:tab algn="l" pos="2895480"/>
                <a:tab algn="l" pos="3619440"/>
                <a:tab algn="l" pos="4343400"/>
                <a:tab algn="l" pos="5067360"/>
                <a:tab algn="l" pos="5791320"/>
                <a:tab algn="l" pos="6515280"/>
                <a:tab algn="l" pos="723888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1" lang="en-IN" sz="2000" strike="noStrike" u="none">
                <a:solidFill>
                  <a:srgbClr val="000000"/>
                </a:solidFill>
                <a:effectLst/>
                <a:uFillTx/>
                <a:latin typeface="Arial Narrow"/>
              </a:rPr>
              <a:t>Data Stewardship 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 Narrow"/>
            </a:endParaRPr>
          </a:p>
          <a:p>
            <a:pPr marL="431640" indent="-430200">
              <a:lnSpc>
                <a:spcPct val="150000"/>
              </a:lnSpc>
              <a:buClr>
                <a:srgbClr val="e76f00"/>
              </a:buClr>
              <a:buFont typeface="Arial"/>
              <a:buChar char="•"/>
              <a:tabLst>
                <a:tab algn="l" pos="723960"/>
                <a:tab algn="l" pos="1447920"/>
                <a:tab algn="l" pos="2171880"/>
                <a:tab algn="l" pos="2895480"/>
                <a:tab algn="l" pos="3619440"/>
                <a:tab algn="l" pos="4343400"/>
                <a:tab algn="l" pos="5067360"/>
                <a:tab algn="l" pos="5791320"/>
                <a:tab algn="l" pos="6515280"/>
                <a:tab algn="l" pos="723888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1" lang="en-IN" sz="2000" strike="noStrike" u="none">
                <a:solidFill>
                  <a:srgbClr val="000000"/>
                </a:solidFill>
                <a:effectLst/>
                <a:uFillTx/>
                <a:latin typeface="Arial Narrow"/>
              </a:rPr>
              <a:t>Standards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 Narrow"/>
            </a:endParaRPr>
          </a:p>
          <a:p>
            <a:pPr marL="431640" indent="-430200">
              <a:lnSpc>
                <a:spcPct val="150000"/>
              </a:lnSpc>
              <a:buClr>
                <a:srgbClr val="e76f00"/>
              </a:buClr>
              <a:buFont typeface="Arial"/>
              <a:buChar char="•"/>
              <a:tabLst>
                <a:tab algn="l" pos="723960"/>
                <a:tab algn="l" pos="1447920"/>
                <a:tab algn="l" pos="2171880"/>
                <a:tab algn="l" pos="2895480"/>
                <a:tab algn="l" pos="3619440"/>
                <a:tab algn="l" pos="4343400"/>
                <a:tab algn="l" pos="5067360"/>
                <a:tab algn="l" pos="5791320"/>
                <a:tab algn="l" pos="6515280"/>
                <a:tab algn="l" pos="723888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1" lang="en-IN" sz="2000" strike="noStrike" u="none">
                <a:solidFill>
                  <a:srgbClr val="000000"/>
                </a:solidFill>
                <a:effectLst/>
                <a:uFillTx/>
                <a:latin typeface="Arial Narrow"/>
              </a:rPr>
              <a:t>Identity Management 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 Narrow"/>
            </a:endParaRPr>
          </a:p>
          <a:p>
            <a:pPr marL="431640" indent="-430200">
              <a:lnSpc>
                <a:spcPct val="150000"/>
              </a:lnSpc>
              <a:buClr>
                <a:srgbClr val="e76f00"/>
              </a:buClr>
              <a:buFont typeface="Arial"/>
              <a:buChar char="•"/>
              <a:tabLst>
                <a:tab algn="l" pos="723960"/>
                <a:tab algn="l" pos="1447920"/>
                <a:tab algn="l" pos="2171880"/>
                <a:tab algn="l" pos="2895480"/>
                <a:tab algn="l" pos="3619440"/>
                <a:tab algn="l" pos="4343400"/>
                <a:tab algn="l" pos="5067360"/>
                <a:tab algn="l" pos="5791320"/>
                <a:tab algn="l" pos="6515280"/>
                <a:tab algn="l" pos="723888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1" lang="en-IN" sz="2000" strike="noStrike" u="none">
                <a:solidFill>
                  <a:srgbClr val="000000"/>
                </a:solidFill>
                <a:effectLst/>
                <a:uFillTx/>
                <a:latin typeface="Arial Narrow"/>
              </a:rPr>
              <a:t>Data Minimization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 Narrow"/>
            </a:endParaRPr>
          </a:p>
          <a:p>
            <a:pPr marL="431640" indent="-430200">
              <a:lnSpc>
                <a:spcPct val="150000"/>
              </a:lnSpc>
              <a:buClr>
                <a:srgbClr val="e76f00"/>
              </a:buClr>
              <a:buFont typeface="Arial"/>
              <a:buChar char="•"/>
              <a:tabLst>
                <a:tab algn="l" pos="723960"/>
                <a:tab algn="l" pos="1447920"/>
                <a:tab algn="l" pos="2171880"/>
                <a:tab algn="l" pos="2895480"/>
                <a:tab algn="l" pos="3619440"/>
                <a:tab algn="l" pos="4343400"/>
                <a:tab algn="l" pos="5067360"/>
                <a:tab algn="l" pos="5791320"/>
                <a:tab algn="l" pos="6515280"/>
                <a:tab algn="l" pos="723888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1" lang="en-IN" sz="2000" strike="noStrike" u="none">
                <a:solidFill>
                  <a:srgbClr val="000000"/>
                </a:solidFill>
                <a:effectLst/>
                <a:uFillTx/>
                <a:latin typeface="Arial Narrow"/>
              </a:rPr>
              <a:t>Secure Storage and Encryption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 Narrow"/>
            </a:endParaRPr>
          </a:p>
        </p:txBody>
      </p:sp>
      <p:sp>
        <p:nvSpPr>
          <p:cNvPr id="107" name="PlaceHolder 2"/>
          <p:cNvSpPr>
            <a:spLocks noGrp="1"/>
          </p:cNvSpPr>
          <p:nvPr>
            <p:ph type="title"/>
          </p:nvPr>
        </p:nvSpPr>
        <p:spPr>
          <a:xfrm>
            <a:off x="1079640" y="68400"/>
            <a:ext cx="7315200" cy="1374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  <a:tab algn="l" pos="723960"/>
                <a:tab algn="l" pos="1447920"/>
                <a:tab algn="l" pos="2171880"/>
                <a:tab algn="l" pos="2895480"/>
                <a:tab algn="l" pos="3619440"/>
                <a:tab algn="l" pos="4343400"/>
                <a:tab algn="l" pos="5067360"/>
                <a:tab algn="l" pos="5791320"/>
                <a:tab algn="l" pos="6515280"/>
                <a:tab algn="l" pos="723888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br>
              <a:rPr sz="2800"/>
            </a:br>
            <a:r>
              <a:rPr b="1" lang="en-IN" sz="2800" strike="noStrike" u="none">
                <a:solidFill>
                  <a:srgbClr val="5382a1"/>
                </a:solidFill>
                <a:effectLst/>
                <a:uFillTx/>
                <a:latin typeface="Arial"/>
                <a:ea typeface="Arial"/>
              </a:rPr>
              <a:t>Tools &amp; Techniques for Data Governance and Accountability</a:t>
            </a:r>
            <a:endParaRPr b="1" lang="en-IN" sz="2800" strike="noStrike" u="none">
              <a:solidFill>
                <a:srgbClr val="5382a1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FD2404AB-56B0-4F79-BE32-FB971969BF15}" type="slidenum">
              <a:t>9</a:t>
            </a:fld>
          </a:p>
        </p:txBody>
      </p:sp>
    </p:spTree>
  </p:cSld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1079640" y="190440"/>
            <a:ext cx="6610320" cy="1069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  <a:tab algn="l" pos="723960"/>
                <a:tab algn="l" pos="1447920"/>
                <a:tab algn="l" pos="2171880"/>
                <a:tab algn="l" pos="2895480"/>
                <a:tab algn="l" pos="3619440"/>
                <a:tab algn="l" pos="4343400"/>
                <a:tab algn="l" pos="5067360"/>
                <a:tab algn="l" pos="5791320"/>
                <a:tab algn="l" pos="651528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br>
              <a:rPr sz="3800"/>
            </a:br>
            <a:r>
              <a:rPr b="1" lang="en-IN" sz="3800" strike="noStrike" u="none">
                <a:solidFill>
                  <a:srgbClr val="5382a1"/>
                </a:solidFill>
                <a:effectLst/>
                <a:uFillTx/>
                <a:latin typeface="Arial"/>
                <a:ea typeface="Arial"/>
              </a:rPr>
              <a:t>Final Comments</a:t>
            </a:r>
            <a:endParaRPr b="1" lang="en-IN" sz="3800" strike="noStrike" u="none">
              <a:solidFill>
                <a:srgbClr val="5382a1"/>
              </a:solidFill>
              <a:effectLst/>
              <a:uFillTx/>
              <a:latin typeface="Arial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/>
          </p:nvPr>
        </p:nvSpPr>
        <p:spPr>
          <a:xfrm>
            <a:off x="769680" y="1979280"/>
            <a:ext cx="7691400" cy="4319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431640" indent="-430200">
              <a:lnSpc>
                <a:spcPct val="150000"/>
              </a:lnSpc>
              <a:buClr>
                <a:srgbClr val="e76f00"/>
              </a:buClr>
              <a:buFont typeface="Arial"/>
              <a:buChar char="•"/>
              <a:tabLst>
                <a:tab algn="l" pos="723960"/>
                <a:tab algn="l" pos="1447920"/>
                <a:tab algn="l" pos="2171880"/>
                <a:tab algn="l" pos="2895480"/>
                <a:tab algn="l" pos="3619440"/>
                <a:tab algn="l" pos="4343400"/>
                <a:tab algn="l" pos="5067360"/>
                <a:tab algn="l" pos="5791320"/>
                <a:tab algn="l" pos="6515280"/>
                <a:tab algn="l" pos="723888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1" lang="en-IN" sz="2000" strike="noStrike" u="none">
                <a:solidFill>
                  <a:srgbClr val="000000"/>
                </a:solidFill>
                <a:effectLst/>
                <a:uFillTx/>
                <a:latin typeface="Arial Narrow"/>
              </a:rPr>
              <a:t>Increased data flows accompany economic growth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 Narrow"/>
            </a:endParaRPr>
          </a:p>
          <a:p>
            <a:pPr marL="431640" indent="-430200">
              <a:lnSpc>
                <a:spcPct val="150000"/>
              </a:lnSpc>
              <a:buClr>
                <a:srgbClr val="e76f00"/>
              </a:buClr>
              <a:buFont typeface="Arial"/>
              <a:buChar char="•"/>
              <a:tabLst>
                <a:tab algn="l" pos="723960"/>
                <a:tab algn="l" pos="1447920"/>
                <a:tab algn="l" pos="2171880"/>
                <a:tab algn="l" pos="2895480"/>
                <a:tab algn="l" pos="3619440"/>
                <a:tab algn="l" pos="4343400"/>
                <a:tab algn="l" pos="5067360"/>
                <a:tab algn="l" pos="5791320"/>
                <a:tab algn="l" pos="6515280"/>
                <a:tab algn="l" pos="723888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1" lang="en-IN" sz="2000" strike="noStrike" u="none">
                <a:solidFill>
                  <a:srgbClr val="000000"/>
                </a:solidFill>
                <a:effectLst/>
                <a:uFillTx/>
                <a:latin typeface="Arial Narrow"/>
              </a:rPr>
              <a:t>Data flows will continue to expand and become more complex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 Narrow"/>
            </a:endParaRPr>
          </a:p>
          <a:p>
            <a:pPr marL="431640" indent="-430200">
              <a:lnSpc>
                <a:spcPct val="150000"/>
              </a:lnSpc>
              <a:buClr>
                <a:srgbClr val="e76f00"/>
              </a:buClr>
              <a:buFont typeface="Arial"/>
              <a:buChar char="•"/>
              <a:tabLst>
                <a:tab algn="l" pos="723960"/>
                <a:tab algn="l" pos="1447920"/>
                <a:tab algn="l" pos="2171880"/>
                <a:tab algn="l" pos="2895480"/>
                <a:tab algn="l" pos="3619440"/>
                <a:tab algn="l" pos="4343400"/>
                <a:tab algn="l" pos="5067360"/>
                <a:tab algn="l" pos="5791320"/>
                <a:tab algn="l" pos="6515280"/>
                <a:tab algn="l" pos="723888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1" lang="en-IN" sz="2000" strike="noStrike" u="none">
                <a:solidFill>
                  <a:srgbClr val="000000"/>
                </a:solidFill>
                <a:effectLst/>
                <a:uFillTx/>
                <a:latin typeface="Arial Narrow"/>
              </a:rPr>
              <a:t>Tools and techniques exist to manage data flows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 Narrow"/>
            </a:endParaRPr>
          </a:p>
          <a:p>
            <a:pPr marL="431640" indent="-430200">
              <a:lnSpc>
                <a:spcPct val="150000"/>
              </a:lnSpc>
              <a:buClr>
                <a:srgbClr val="e76f00"/>
              </a:buClr>
              <a:buFont typeface="Arial"/>
              <a:buChar char="•"/>
              <a:tabLst>
                <a:tab algn="l" pos="723960"/>
                <a:tab algn="l" pos="1447920"/>
                <a:tab algn="l" pos="2171880"/>
                <a:tab algn="l" pos="2895480"/>
                <a:tab algn="l" pos="3619440"/>
                <a:tab algn="l" pos="4343400"/>
                <a:tab algn="l" pos="5067360"/>
                <a:tab algn="l" pos="5791320"/>
                <a:tab algn="l" pos="6515280"/>
                <a:tab algn="l" pos="723888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1" lang="en-IN" sz="2000" strike="noStrike" u="none">
                <a:solidFill>
                  <a:srgbClr val="000000"/>
                </a:solidFill>
                <a:effectLst/>
                <a:uFillTx/>
                <a:latin typeface="Arial Narrow"/>
              </a:rPr>
              <a:t>A systemic approach that considers the entire life cycle of data can help create governance and accountability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 Narrow"/>
            </a:endParaRPr>
          </a:p>
          <a:p>
            <a:pPr marL="431640" indent="-430200">
              <a:lnSpc>
                <a:spcPct val="150000"/>
              </a:lnSpc>
              <a:buClr>
                <a:srgbClr val="e76f00"/>
              </a:buClr>
              <a:buFont typeface="Arial"/>
              <a:buChar char="•"/>
              <a:tabLst>
                <a:tab algn="l" pos="723960"/>
                <a:tab algn="l" pos="1447920"/>
                <a:tab algn="l" pos="2171880"/>
                <a:tab algn="l" pos="2895480"/>
                <a:tab algn="l" pos="3619440"/>
                <a:tab algn="l" pos="4343400"/>
                <a:tab algn="l" pos="5067360"/>
                <a:tab algn="l" pos="5791320"/>
                <a:tab algn="l" pos="6515280"/>
                <a:tab algn="l" pos="723888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1" lang="en-IN" sz="2000" strike="noStrike" u="none">
                <a:solidFill>
                  <a:srgbClr val="000000"/>
                </a:solidFill>
                <a:effectLst/>
                <a:uFillTx/>
                <a:latin typeface="Arial Narrow"/>
              </a:rPr>
              <a:t>That one begins the process to build governance systems and culture is more important than where one begins.  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 Narrow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2D8668F0-890E-4014-A878-656DFE51DC5D}" type="slidenum">
              <a:t>10</a:t>
            </a:fld>
          </a:p>
        </p:txBody>
      </p:sp>
    </p:spTree>
  </p:cSld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" descr=""/>
          <p:cNvPicPr/>
          <p:nvPr/>
        </p:nvPicPr>
        <p:blipFill>
          <a:blip r:embed="rId1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1" name="" descr=""/>
          <p:cNvPicPr/>
          <p:nvPr/>
        </p:nvPicPr>
        <p:blipFill>
          <a:blip r:embed="rId2"/>
          <a:stretch/>
        </p:blipFill>
        <p:spPr>
          <a:xfrm>
            <a:off x="0" y="0"/>
            <a:ext cx="5865840" cy="6858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2" name="PlaceHolder 1"/>
          <p:cNvSpPr>
            <a:spLocks noGrp="1"/>
          </p:cNvSpPr>
          <p:nvPr>
            <p:ph type="title"/>
          </p:nvPr>
        </p:nvSpPr>
        <p:spPr>
          <a:xfrm>
            <a:off x="541440" y="2869920"/>
            <a:ext cx="4991040" cy="149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indent="0">
              <a:lnSpc>
                <a:spcPct val="84000"/>
              </a:lnSpc>
              <a:buNone/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PlaceHolder 2"/>
          <p:cNvSpPr>
            <a:spLocks noGrp="1"/>
          </p:cNvSpPr>
          <p:nvPr>
            <p:ph/>
          </p:nvPr>
        </p:nvSpPr>
        <p:spPr>
          <a:xfrm>
            <a:off x="550440" y="4672080"/>
            <a:ext cx="6032520" cy="1342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80000"/>
              </a:lnSpc>
              <a:spcAft>
                <a:spcPts val="575"/>
              </a:spcAft>
              <a:buNone/>
              <a:tabLst>
                <a:tab algn="l" pos="0"/>
                <a:tab algn="l" pos="15840"/>
                <a:tab algn="l" pos="465120"/>
                <a:tab algn="l" pos="914400"/>
                <a:tab algn="l" pos="1363680"/>
                <a:tab algn="l" pos="1812960"/>
                <a:tab algn="l" pos="2262240"/>
                <a:tab algn="l" pos="2711520"/>
                <a:tab algn="l" pos="3160800"/>
                <a:tab algn="l" pos="3610080"/>
                <a:tab algn="l" pos="4059360"/>
                <a:tab algn="l" pos="4508640"/>
                <a:tab algn="l" pos="4957920"/>
                <a:tab algn="l" pos="5407200"/>
                <a:tab algn="l" pos="5856120"/>
                <a:tab algn="l" pos="6305400"/>
                <a:tab algn="l" pos="6754680"/>
                <a:tab algn="l" pos="7203960"/>
                <a:tab algn="l" pos="7653240"/>
                <a:tab algn="l" pos="8102520"/>
                <a:tab algn="l" pos="85518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lang="en-IN" sz="3200" strike="noStrike" u="none">
                <a:solidFill>
                  <a:srgbClr val="292929"/>
                </a:solidFill>
                <a:effectLst/>
                <a:uFillTx/>
                <a:latin typeface="Arial Narrow"/>
              </a:rPr>
              <a:t>Michelle Dennedy</a:t>
            </a:r>
            <a:endParaRPr b="0" lang="en-IN" sz="3200" strike="noStrike" u="none">
              <a:solidFill>
                <a:srgbClr val="292929"/>
              </a:solidFill>
              <a:effectLst/>
              <a:uFillTx/>
              <a:latin typeface="Arial"/>
            </a:endParaRPr>
          </a:p>
          <a:p>
            <a:pPr lvl="1" indent="0">
              <a:lnSpc>
                <a:spcPct val="85000"/>
              </a:lnSpc>
              <a:spcAft>
                <a:spcPts val="575"/>
              </a:spcAft>
              <a:buNone/>
              <a:tabLst>
                <a:tab algn="l" pos="0"/>
                <a:tab algn="l" pos="15840"/>
                <a:tab algn="l" pos="465120"/>
                <a:tab algn="l" pos="914400"/>
                <a:tab algn="l" pos="1363680"/>
                <a:tab algn="l" pos="1812960"/>
                <a:tab algn="l" pos="2262240"/>
                <a:tab algn="l" pos="2711520"/>
                <a:tab algn="l" pos="3160800"/>
                <a:tab algn="l" pos="3610080"/>
                <a:tab algn="l" pos="4059360"/>
                <a:tab algn="l" pos="4508640"/>
                <a:tab algn="l" pos="4957920"/>
                <a:tab algn="l" pos="5407200"/>
                <a:tab algn="l" pos="5856120"/>
                <a:tab algn="l" pos="6305400"/>
                <a:tab algn="l" pos="6754680"/>
                <a:tab algn="l" pos="7203960"/>
                <a:tab algn="l" pos="7653240"/>
                <a:tab algn="l" pos="8102520"/>
                <a:tab algn="l" pos="85518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lang="en-IN" sz="2800" strike="noStrike" u="sng">
                <a:solidFill>
                  <a:srgbClr val="ccccff"/>
                </a:solidFill>
                <a:effectLst/>
                <a:uFillTx/>
                <a:latin typeface="Arial Narrow"/>
                <a:hlinkClick r:id="rId3"/>
              </a:rPr>
              <a:t>michelle.dennedy@sun.com</a:t>
            </a:r>
            <a:endParaRPr b="0" lang="en-IN" sz="2800" strike="noStrike" u="none">
              <a:solidFill>
                <a:srgbClr val="292929"/>
              </a:solidFill>
              <a:effectLst/>
              <a:uFillTx/>
              <a:latin typeface="Arial"/>
            </a:endParaRPr>
          </a:p>
          <a:p>
            <a:pPr lvl="1" indent="0">
              <a:lnSpc>
                <a:spcPct val="85000"/>
              </a:lnSpc>
              <a:spcAft>
                <a:spcPts val="575"/>
              </a:spcAft>
              <a:buNone/>
              <a:tabLst>
                <a:tab algn="l" pos="0"/>
                <a:tab algn="l" pos="15840"/>
                <a:tab algn="l" pos="465120"/>
                <a:tab algn="l" pos="914400"/>
                <a:tab algn="l" pos="1363680"/>
                <a:tab algn="l" pos="1812960"/>
                <a:tab algn="l" pos="2262240"/>
                <a:tab algn="l" pos="2711520"/>
                <a:tab algn="l" pos="3160800"/>
                <a:tab algn="l" pos="3610080"/>
                <a:tab algn="l" pos="4059360"/>
                <a:tab algn="l" pos="4508640"/>
                <a:tab algn="l" pos="4957920"/>
                <a:tab algn="l" pos="5407200"/>
                <a:tab algn="l" pos="5856120"/>
                <a:tab algn="l" pos="6305400"/>
                <a:tab algn="l" pos="6754680"/>
                <a:tab algn="l" pos="7203960"/>
                <a:tab algn="l" pos="7653240"/>
                <a:tab algn="l" pos="8102520"/>
                <a:tab algn="l" pos="85518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endParaRPr b="0" lang="en-IN" sz="2800" strike="noStrike" u="none">
              <a:solidFill>
                <a:srgbClr val="292929"/>
              </a:solidFill>
              <a:effectLst/>
              <a:uFillTx/>
              <a:latin typeface="Arial"/>
            </a:endParaRPr>
          </a:p>
        </p:txBody>
      </p:sp>
      <p:sp>
        <p:nvSpPr>
          <p:cNvPr id="114" name=""/>
          <p:cNvSpPr/>
          <p:nvPr/>
        </p:nvSpPr>
        <p:spPr>
          <a:xfrm>
            <a:off x="4727520" y="6151680"/>
            <a:ext cx="1344600" cy="706320"/>
          </a:xfrm>
          <a:prstGeom prst="rect">
            <a:avLst/>
          </a:prstGeom>
          <a:solidFill>
            <a:srgbClr val="c5d5a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lnSpc>
                <a:spcPct val="47000"/>
              </a:lnSpc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IN" sz="1800" strike="noStrike" u="none">
              <a:solidFill>
                <a:srgbClr val="292929"/>
              </a:solidFill>
              <a:effectLst/>
              <a:uFillTx/>
              <a:latin typeface="Arial"/>
            </a:endParaRPr>
          </a:p>
        </p:txBody>
      </p:sp>
      <p:sp>
        <p:nvSpPr>
          <p:cNvPr id="115" name=""/>
          <p:cNvSpPr/>
          <p:nvPr/>
        </p:nvSpPr>
        <p:spPr>
          <a:xfrm>
            <a:off x="644400" y="2054160"/>
            <a:ext cx="2098800" cy="46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lvl="1">
              <a:lnSpc>
                <a:spcPct val="75000"/>
              </a:lnSpc>
              <a:spcAft>
                <a:spcPts val="575"/>
              </a:spcAft>
              <a:tabLst>
                <a:tab algn="l" pos="0"/>
                <a:tab algn="l" pos="15840"/>
                <a:tab algn="l" pos="465120"/>
                <a:tab algn="l" pos="914400"/>
                <a:tab algn="l" pos="1363680"/>
                <a:tab algn="l" pos="1812960"/>
                <a:tab algn="l" pos="2262240"/>
                <a:tab algn="l" pos="2711520"/>
                <a:tab algn="l" pos="3160800"/>
                <a:tab algn="l" pos="3610080"/>
                <a:tab algn="l" pos="4059360"/>
                <a:tab algn="l" pos="4508640"/>
                <a:tab algn="l" pos="4957920"/>
                <a:tab algn="l" pos="5407200"/>
                <a:tab algn="l" pos="5856120"/>
                <a:tab algn="l" pos="6305400"/>
                <a:tab algn="l" pos="6754680"/>
                <a:tab algn="l" pos="7203960"/>
                <a:tab algn="l" pos="7653240"/>
                <a:tab algn="l" pos="8102520"/>
                <a:tab algn="l" pos="85518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lang="en-IN" sz="3200" strike="noStrike" u="none">
                <a:solidFill>
                  <a:srgbClr val="292929"/>
                </a:solidFill>
                <a:effectLst/>
                <a:uFillTx/>
                <a:latin typeface="Arial Narrow"/>
              </a:rPr>
              <a:t>Thank You</a:t>
            </a:r>
            <a:endParaRPr b="0" lang="en-IN" sz="3200" strike="noStrike" u="none">
              <a:solidFill>
                <a:srgbClr val="292929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AA4EC64E-2CFA-4100-AF8D-F7998E3F9B68}" type="slidenum">
              <a:t>11</a:t>
            </a:fld>
          </a:p>
        </p:txBody>
      </p:sp>
    </p:spTree>
  </p:cSld>
  <p:transition>
    <p:wipe dir="r"/>
  </p:transition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LibreOffice/25.2.3.2$Windows_X86_64 LibreOffice_project/bbb074479178df812d175f709636b368952c2ce3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Rosa Umbach</cp:lastModifiedBy>
  <dcterms:modified xsi:type="dcterms:W3CDTF">2007-10-15T09:06:06Z</dcterms:modified>
  <cp:revision>2</cp:revision>
  <dc:subject/>
  <dc:title>幻灯片 1</dc:title>
</cp:coreProperties>
</file>