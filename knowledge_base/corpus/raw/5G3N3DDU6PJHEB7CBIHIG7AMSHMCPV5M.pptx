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embeddings/oleObject1.xlsx" ContentType="application/vnd.openxmlformats-officedocument.spreadsheetml.sheet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934200" cy="9220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F6CC6B-3DF4-4FF7-BCFC-68DC6D74D7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ECA62D-6BAC-49CB-A597-93E8FEF88E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056D86-9ED3-4B84-B2E1-AACEFE8339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FBB1E13-8844-4B43-8263-CFE87232B70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1736640"/>
            <a:ext cx="8229600" cy="192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FY10 NTHMP </a:t>
            </a:r>
            <a:br>
              <a:rPr sz="4400"/>
            </a:b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Budget Overview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Jenifer Rhoades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January 27, 2010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6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FY10 NOAA Tsunami Program Budget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" name=""/>
          <p:cNvGraphicFramePr/>
          <p:nvPr/>
        </p:nvGraphicFramePr>
        <p:xfrm>
          <a:off x="977760" y="1600200"/>
          <a:ext cx="7188480" cy="4525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977760" y="1600200"/>
                    <a:ext cx="7188480" cy="4525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FY10 NTHMP Budget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" name=""/>
          <p:cNvGraphicFramePr/>
          <p:nvPr/>
        </p:nvGraphicFramePr>
        <p:xfrm>
          <a:off x="457200" y="2057400"/>
          <a:ext cx="8229600" cy="320040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8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57200" y="2057400"/>
                    <a:ext cx="8229600" cy="32004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NTHMP FY10 Grants Process</a:t>
            </a:r>
            <a:br>
              <a:rPr sz="4000"/>
            </a:b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 New Proposals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7524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Call for New Proposals (Due November 15, 2009)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 New Proposals Only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3-Year Funding Request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Annual Project Plan and Budget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Tied to NTHMP Performance Metrics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Partners should request funding levels for activities they can reasonably accomplish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NTHMP-CC Review of New Proposals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Completed January 1, 2010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Comments sent to Applicant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NTHMP FY10 Grants Process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80880" y="167652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Guidance for Formal Applications for New Proposal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Distributed to NTHMP Partners  - January 12, 2010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Follow Guidance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Applications Due February 17, 2010 through NOAA Grants On-line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NOAA Subject Matter Expert Review of Applications (30 Days)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Using procedures outlined in Appendix B of the ROP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Dept. of Commerce Legal Review (14 Days)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Negotiation Period – if required (10 Days)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Award Processing – Working toward June 30, 2010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Notification of Grant Award (NOAA AGO)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Acceptance of Grant Award (Partner)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NTHMP Grants Process (cont.)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Continuing Grants for FY09-12 Awards (Ref.  NTHMP Rules of Procedure)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need to submit grant applications through process mentioned above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Continuation of Funding (FY10) influenced by Sub-Committee Reviews of Semi-Annual Progress Reports (submitted in August 2009 and February 2010) for FY08 and FY09 Grant Awards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Sub-Committee Review Reports will be provided to NTHMP Grant Review Panel; the Review Panel will make recommendations to NOAA on funding amounts for FY10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NTHMP Program Administrator will notify each grant awardee of Review Panel recommendation and negotiate FY10 funding award and project plan as necessary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Post-Award FY10 Grant Process (Partner)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Routine Financial Reporting (Due to Grants On-Line)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Semi-Annual progress reports to the NTHMP Administrator through Grants On-Line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Annual Report of accomplishments to the NTHMP-CC at the next Annual NTHMP Meeting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80000"/>
              </a:lnSpc>
              <a:spcBef>
                <a:spcPts val="349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Demonstrate how accomplishment supported NTHMP performance measures and milestones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80000"/>
              </a:lnSpc>
              <a:spcBef>
                <a:spcPts val="349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Coordinated in advance with relevant subcommittees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9725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2007-01-17T08:14:56Z</dcterms:created>
  <dc:creator>Jenifer Thomas</dc:creator>
  <dc:description/>
  <dc:language>en-IN</dc:language>
  <cp:lastModifiedBy>Jenifer Rhoades</cp:lastModifiedBy>
  <dcterms:modified xsi:type="dcterms:W3CDTF">2010-02-01T06:05:01Z</dcterms:modified>
  <cp:revision>218</cp:revision>
  <dc:subject/>
  <dc:title>Slide 1</dc:title>
</cp:coreProperties>
</file>