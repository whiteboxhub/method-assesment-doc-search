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3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embeddings/oleObject1.bin" ContentType="application/vnd.openxmlformats-officedocument.oleObject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media/image1.png" ContentType="image/png"/>
  <Override PartName="/ppt/media/image2.png" ContentType="image/png"/>
  <Override PartName="/ppt/media/image3.wmf" ContentType="image/x-wmf"/>
  <Override PartName="/ppt/media/image4.png" ContentType="image/png"/>
  <Override PartName="/ppt/media/image5.jpeg" ContentType="image/jpe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7008813" cy="9294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70092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dt" idx="5"/>
          </p:nvPr>
        </p:nvSpPr>
        <p:spPr>
          <a:xfrm>
            <a:off x="3970440" y="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move the slide</a:t>
            </a:r>
            <a:endParaRPr b="1" lang="en-IN" sz="18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701640" y="4416120"/>
            <a:ext cx="5608800" cy="418284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notes format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ftr" idx="6"/>
          </p:nvPr>
        </p:nvSpPr>
        <p:spPr>
          <a:xfrm>
            <a:off x="0" y="882972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p>
            <a:pPr indent="0">
              <a:buNone/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sldNum" idx="7"/>
          </p:nvPr>
        </p:nvSpPr>
        <p:spPr>
          <a:xfrm>
            <a:off x="3970440" y="8829720"/>
            <a:ext cx="3038400" cy="46512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b">
            <a:noAutofit/>
          </a:bodyPr>
          <a:lstStyle>
            <a:lvl1pPr marL="216000"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algn="l" pos="0"/>
                <a:tab algn="l" pos="923760"/>
                <a:tab algn="l" pos="1847880"/>
                <a:tab algn="l" pos="2771640"/>
                <a:tab algn="l" pos="3695760"/>
                <a:tab algn="l" pos="4619520"/>
                <a:tab algn="l" pos="5543640"/>
                <a:tab algn="l" pos="6467400"/>
                <a:tab algn="l" pos="7391520"/>
                <a:tab algn="l" pos="8315280"/>
                <a:tab algn="l" pos="9239400"/>
                <a:tab algn="l" pos="10163160"/>
              </a:tabLst>
            </a:pPr>
            <a:fld id="{471D2805-83A7-4E50-9227-C95CD0FC307C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0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21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284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Meese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23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284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Meese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25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Meese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27" name="PlaceHolder 2"/>
          <p:cNvSpPr>
            <a:spLocks noGrp="1"/>
          </p:cNvSpPr>
          <p:nvPr>
            <p:ph type="body"/>
          </p:nvPr>
        </p:nvSpPr>
        <p:spPr>
          <a:xfrm>
            <a:off x="934560" y="4416120"/>
            <a:ext cx="5140440" cy="4182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Meese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Listing of anticipated functions for MATOC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Note categories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Activities listed also coordinated or shared as necessary with individual agencies, with RESF-1, or other parties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PlaceHolder 1"/>
          <p:cNvSpPr>
            <a:spLocks noGrp="1"/>
          </p:cNvSpPr>
          <p:nvPr>
            <p:ph type="sldImg"/>
          </p:nvPr>
        </p:nvSpPr>
        <p:spPr>
          <a:xfrm>
            <a:off x="1181160" y="69696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29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284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Meese or Contestabile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This and the next slide show MATOC in the continuum of emergencies, from least to most severe. 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As severity increases, so does complexity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More institutions are involved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The bottom section shows how local agencies will be involved in all incidents including local. The MATOC Program will come into play when an incident becomes regional in nature.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The RESF/Emergency Management Structure comes into play for the most major incidents, particularly when it is a declared emergency, but locals and MATOC still have roles to play.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31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33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35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PlaceHolder 1"/>
          <p:cNvSpPr>
            <a:spLocks noGrp="1"/>
          </p:cNvSpPr>
          <p:nvPr>
            <p:ph type="sldImg"/>
          </p:nvPr>
        </p:nvSpPr>
        <p:spPr>
          <a:xfrm>
            <a:off x="1181160" y="698400"/>
            <a:ext cx="4648320" cy="3486240"/>
          </a:xfrm>
          <a:prstGeom prst="rect">
            <a:avLst/>
          </a:prstGeom>
          <a:ln w="0">
            <a:noFill/>
          </a:ln>
        </p:spPr>
      </p:sp>
      <p:sp>
        <p:nvSpPr>
          <p:cNvPr id="1437" name="PlaceHolder 2"/>
          <p:cNvSpPr>
            <a:spLocks noGrp="1"/>
          </p:cNvSpPr>
          <p:nvPr>
            <p:ph type="body"/>
          </p:nvPr>
        </p:nvSpPr>
        <p:spPr>
          <a:xfrm>
            <a:off x="701280" y="4416120"/>
            <a:ext cx="5607000" cy="4181400"/>
          </a:xfrm>
          <a:prstGeom prst="rect">
            <a:avLst/>
          </a:prstGeom>
          <a:noFill/>
          <a:ln w="0">
            <a:noFill/>
          </a:ln>
        </p:spPr>
        <p:txBody>
          <a:bodyPr lIns="92520" rIns="92520" tIns="46080" bIns="4608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5595840" y="4900680"/>
            <a:ext cx="3548160" cy="19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04920" y="1600200"/>
            <a:ext cx="77724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451"/>
              </a:spcBef>
              <a:buClr>
                <a:srgbClr val="ff8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Second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Third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Fourth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Fifth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Sixth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Seventh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1"/>
          </p:nvPr>
        </p:nvSpPr>
        <p:spPr>
          <a:xfrm>
            <a:off x="304920" y="6400440"/>
            <a:ext cx="83808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D8F353-7E70-4C68-9691-694ECD14861A}" type="slidenum">
              <a: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" descr=""/>
          <p:cNvPicPr/>
          <p:nvPr/>
        </p:nvPicPr>
        <p:blipFill>
          <a:blip r:embed="rId2"/>
          <a:stretch/>
        </p:blipFill>
        <p:spPr>
          <a:xfrm>
            <a:off x="5595840" y="4900680"/>
            <a:ext cx="3548160" cy="19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04920" y="1600200"/>
            <a:ext cx="77724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451"/>
              </a:spcBef>
              <a:buClr>
                <a:srgbClr val="ff8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Second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Third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Fourth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Fifth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Sixth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Seventh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304920" y="6400440"/>
            <a:ext cx="83808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949C60D-61B1-4EA5-A956-1CDBBFCD1CA9}" type="slidenum">
              <a: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" descr=""/>
          <p:cNvPicPr/>
          <p:nvPr/>
        </p:nvPicPr>
        <p:blipFill>
          <a:blip r:embed="rId2"/>
          <a:stretch/>
        </p:blipFill>
        <p:spPr>
          <a:xfrm>
            <a:off x="5595840" y="4900680"/>
            <a:ext cx="3548160" cy="19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04920" y="1600200"/>
            <a:ext cx="77724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451"/>
              </a:spcBef>
              <a:buClr>
                <a:srgbClr val="ff8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Second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Third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Fourth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Fifth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Sixth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Seventh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304920" y="6400440"/>
            <a:ext cx="83808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29F5E8E-CCEF-4EB6-951A-E1EE73BD0307}" type="slidenum">
              <a: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bl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 descr=""/>
          <p:cNvPicPr/>
          <p:nvPr/>
        </p:nvPicPr>
        <p:blipFill>
          <a:blip r:embed="rId2"/>
          <a:stretch/>
        </p:blipFill>
        <p:spPr>
          <a:xfrm>
            <a:off x="5595840" y="4900680"/>
            <a:ext cx="3548160" cy="195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04920" y="1600200"/>
            <a:ext cx="7772400" cy="4038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5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343080" indent="-343080">
              <a:spcBef>
                <a:spcPts val="451"/>
              </a:spcBef>
              <a:buClr>
                <a:srgbClr val="ff8000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Second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2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Third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3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Fourth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4" marL="343080" indent="-343080">
              <a:spcBef>
                <a:spcPts val="451"/>
              </a:spcBef>
              <a:buClr>
                <a:srgbClr val="00408d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Fifth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5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Sixth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6" marL="343080" indent="-343080">
              <a:spcBef>
                <a:spcPts val="451"/>
              </a:spcBef>
              <a:buClr>
                <a:srgbClr val="0060aa"/>
              </a:buClr>
              <a:buFont typeface="Arial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Seventh Outline Level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4"/>
          </p:nvPr>
        </p:nvSpPr>
        <p:spPr>
          <a:xfrm>
            <a:off x="304920" y="6400440"/>
            <a:ext cx="838080" cy="30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E522EB-C127-4A17-BD25-33CD12DDA95F}" type="slidenum">
              <a: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  <a:ea typeface="ＭＳ Ｐゴシック"/>
              </a:rPr>
              <a:t>&lt;number&gt;</a:t>
            </a:fld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" descr=""/>
          <p:cNvPicPr/>
          <p:nvPr/>
        </p:nvPicPr>
        <p:blipFill>
          <a:blip r:embed="rId2"/>
          <a:stretch/>
        </p:blipFill>
        <p:spPr>
          <a:xfrm>
            <a:off x="0" y="-1440"/>
            <a:ext cx="9145440" cy="685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371240" y="3580920"/>
            <a:ext cx="5334120" cy="12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18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34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4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Second Outline Level</a:t>
            </a:r>
            <a:endParaRPr b="1" lang="en-IN" sz="16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349"/>
              </a:spcBef>
              <a:buClr>
                <a:srgbClr val="00408d"/>
              </a:buClr>
              <a:buFont typeface="Arial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Third Outline Level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349"/>
              </a:spcBef>
              <a:buClr>
                <a:srgbClr val="00408d"/>
              </a:buClr>
              <a:buFont typeface="Arial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Fourth Outline Level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349"/>
              </a:spcBef>
              <a:buClr>
                <a:srgbClr val="00408d"/>
              </a:buClr>
              <a:buFont typeface="Arial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Fifth Outline Level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349"/>
              </a:spcBef>
              <a:buClr>
                <a:srgbClr val="0060aa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Sixth Outline Level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349"/>
              </a:spcBef>
              <a:buClr>
                <a:srgbClr val="0060aa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Seventh Outline Level</a:t>
            </a:r>
            <a:endParaRPr b="0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.wmf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4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C986AA4-FDE8-4A5B-8754-355CCBA50EC6}" type="slidenum">
              <a:rPr b="0" lang="en-IN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71600" y="3580920"/>
            <a:ext cx="6781680" cy="1295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Maryland Transportation Operations Summit</a:t>
            </a:r>
            <a:br>
              <a:rPr sz="2400"/>
            </a:b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Regional Coordination &amp; Communication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1371240" y="5028840"/>
            <a:ext cx="35053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Richard W Steeg, PE</a:t>
            </a:r>
            <a:endParaRPr b="0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Regional Operations Director</a:t>
            </a:r>
            <a:endParaRPr b="0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Northern Region</a:t>
            </a:r>
            <a:endParaRPr b="0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indent="0">
              <a:lnSpc>
                <a:spcPct val="90000"/>
              </a:lnSpc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May 1, 2008</a:t>
            </a:r>
            <a:endParaRPr b="0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698C569-3651-4871-9477-D4E4B62BE139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6024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MATOC Program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35040" y="1054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19999"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Metropolitan Area Transportation Operations Coordination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Regional Function that facilitates: </a:t>
            </a:r>
            <a:r>
              <a:rPr b="1" i="1" lang="en-IN" sz="2000" strike="noStrike" u="none">
                <a:solidFill>
                  <a:srgbClr val="f47735"/>
                </a:solidFill>
                <a:effectLst/>
                <a:uFillTx/>
                <a:latin typeface="Arial"/>
              </a:rPr>
              <a:t>interagency real-time transportation information and data sharing</a:t>
            </a:r>
            <a:r>
              <a:rPr b="1" lang="en-IN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, enabling coordinated management of transportation systems, incidents, emergency response, and public information needs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Objectives: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Provide timely &amp; accurate transportation information to the public especially during incidents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Improve technological systems for information and data sharing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Enhance standard operating procedures &amp; notification practices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Facilitate and maintain regional situational awareness of transportation operations for the NCR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Drill, exercise, assess regional incident preparedness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Assess performance and outcomes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A0A0E5A-302A-4F92-926C-675D201802DB}" type="slidenum">
              <a:t>2</a:t>
            </a:fld>
          </a:p>
        </p:txBody>
      </p:sp>
    </p:spTree>
  </p:cSld>
  <p:transition>
    <p:strips dir="rd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60240" y="3805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MATOC Focus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533520" y="1295280"/>
            <a:ext cx="8229600" cy="502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spcAft>
                <a:spcPts val="4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spcAft>
                <a:spcPts val="4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ff8000"/>
                </a:solidFill>
                <a:effectLst/>
                <a:uFillTx/>
                <a:latin typeface="Arial"/>
              </a:rPr>
              <a:t>People</a:t>
            </a: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 who will be responsible to ensure regional coordination and communication for transportation operations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spcAft>
                <a:spcPts val="4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spcAft>
                <a:spcPts val="499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ff8000"/>
                </a:solidFill>
                <a:effectLst/>
                <a:uFillTx/>
                <a:latin typeface="Arial"/>
              </a:rPr>
              <a:t>Process</a:t>
            </a: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 for developing and maintaining operational policies, procedures, and protocols to enable effective coordination and information sharing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sng">
                <a:solidFill>
                  <a:srgbClr val="ff8000"/>
                </a:solidFill>
                <a:effectLst/>
                <a:uFillTx/>
                <a:latin typeface="Arial"/>
              </a:rPr>
              <a:t>Technology</a:t>
            </a:r>
            <a:r>
              <a:rPr b="1" lang="en-IN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 through RITIS and other means to share timely, accurate transportation systems condition across the region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8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93DB4B0-4BF3-43D5-B5A2-346F9F4A2EEE}" type="slidenum">
              <a:t>3</a:t>
            </a:fld>
          </a:p>
        </p:txBody>
      </p:sp>
    </p:spTree>
  </p:cSld>
  <p:transition>
    <p:strips dir="rd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MATOC Program Background and Status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457200" y="167652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2005 TPB support, SAFETEA-LU funding through Congressman Moran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MATOC documents developed and signed spring / summer 2007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MOU, bylaws, funding agreement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Independent entity of its “owners” DDOT, MDOT, VDOT, WMATA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Appointment and Funding logistics finalized spring 2008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Contract for consultant support completed winter 2008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Award to Telvent Faradyne</a:t>
            </a: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Official entity with Board and By-laws – March 27, 2008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0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Development process underway – Concept Strawman by the Volpe Center, USDOT</a:t>
            </a: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spcAft>
                <a:spcPts val="876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D0BEAD4-9B8E-4087-B61E-923F97B55E30}" type="slidenum">
              <a:t>4</a:t>
            </a:fld>
          </a:p>
        </p:txBody>
      </p:sp>
    </p:spTree>
  </p:cSld>
  <p:transition>
    <p:strips dir="rd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240" y="228240"/>
            <a:ext cx="304812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Proposed MATOC Business Functions</a:t>
            </a:r>
            <a:br>
              <a:rPr sz="1000"/>
            </a:br>
            <a:r>
              <a:rPr b="0" lang="en-IN" sz="6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Adapted from 2006 Volpe Study</a:t>
            </a:r>
            <a:endParaRPr b="1" lang="en-IN" sz="6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grpSp>
        <p:nvGrpSpPr>
          <p:cNvPr id="36" name=""/>
          <p:cNvGrpSpPr/>
          <p:nvPr/>
        </p:nvGrpSpPr>
        <p:grpSpPr>
          <a:xfrm>
            <a:off x="704520" y="240480"/>
            <a:ext cx="8186760" cy="5459040"/>
            <a:chOff x="704520" y="240480"/>
            <a:chExt cx="8186760" cy="5459040"/>
          </a:xfrm>
        </p:grpSpPr>
        <p:sp>
          <p:nvSpPr>
            <p:cNvPr id="37" name=""/>
            <p:cNvSpPr/>
            <p:nvPr/>
          </p:nvSpPr>
          <p:spPr>
            <a:xfrm>
              <a:off x="3837960" y="327240"/>
              <a:ext cx="2030040" cy="909720"/>
            </a:xfrm>
            <a:custGeom>
              <a:avLst/>
              <a:gdLst/>
              <a:ahLst/>
              <a:rect l="l" t="t" r="r" b="b"/>
              <a:pathLst>
                <a:path w="2394" h="1198">
                  <a:moveTo>
                    <a:pt x="0" y="600"/>
                  </a:moveTo>
                  <a:lnTo>
                    <a:pt x="3" y="558"/>
                  </a:lnTo>
                  <a:lnTo>
                    <a:pt x="12" y="517"/>
                  </a:lnTo>
                  <a:lnTo>
                    <a:pt x="26" y="474"/>
                  </a:lnTo>
                  <a:lnTo>
                    <a:pt x="47" y="435"/>
                  </a:lnTo>
                  <a:lnTo>
                    <a:pt x="73" y="394"/>
                  </a:lnTo>
                  <a:lnTo>
                    <a:pt x="103" y="356"/>
                  </a:lnTo>
                  <a:lnTo>
                    <a:pt x="141" y="318"/>
                  </a:lnTo>
                  <a:lnTo>
                    <a:pt x="182" y="282"/>
                  </a:lnTo>
                  <a:lnTo>
                    <a:pt x="229" y="247"/>
                  </a:lnTo>
                  <a:lnTo>
                    <a:pt x="280" y="214"/>
                  </a:lnTo>
                  <a:lnTo>
                    <a:pt x="336" y="183"/>
                  </a:lnTo>
                  <a:lnTo>
                    <a:pt x="396" y="155"/>
                  </a:lnTo>
                  <a:lnTo>
                    <a:pt x="460" y="127"/>
                  </a:lnTo>
                  <a:lnTo>
                    <a:pt x="528" y="103"/>
                  </a:lnTo>
                  <a:lnTo>
                    <a:pt x="599" y="80"/>
                  </a:lnTo>
                  <a:lnTo>
                    <a:pt x="673" y="61"/>
                  </a:lnTo>
                  <a:lnTo>
                    <a:pt x="749" y="44"/>
                  </a:lnTo>
                  <a:lnTo>
                    <a:pt x="827" y="29"/>
                  </a:lnTo>
                  <a:lnTo>
                    <a:pt x="907" y="18"/>
                  </a:lnTo>
                  <a:lnTo>
                    <a:pt x="989" y="9"/>
                  </a:lnTo>
                  <a:lnTo>
                    <a:pt x="1072" y="3"/>
                  </a:lnTo>
                  <a:lnTo>
                    <a:pt x="1155" y="0"/>
                  </a:lnTo>
                  <a:lnTo>
                    <a:pt x="1239" y="0"/>
                  </a:lnTo>
                  <a:lnTo>
                    <a:pt x="1322" y="3"/>
                  </a:lnTo>
                  <a:lnTo>
                    <a:pt x="1405" y="9"/>
                  </a:lnTo>
                  <a:lnTo>
                    <a:pt x="1487" y="18"/>
                  </a:lnTo>
                  <a:lnTo>
                    <a:pt x="1567" y="29"/>
                  </a:lnTo>
                  <a:lnTo>
                    <a:pt x="1645" y="44"/>
                  </a:lnTo>
                  <a:lnTo>
                    <a:pt x="1722" y="61"/>
                  </a:lnTo>
                  <a:lnTo>
                    <a:pt x="1795" y="80"/>
                  </a:lnTo>
                  <a:lnTo>
                    <a:pt x="1866" y="103"/>
                  </a:lnTo>
                  <a:lnTo>
                    <a:pt x="1934" y="127"/>
                  </a:lnTo>
                  <a:lnTo>
                    <a:pt x="1998" y="155"/>
                  </a:lnTo>
                  <a:lnTo>
                    <a:pt x="2058" y="183"/>
                  </a:lnTo>
                  <a:lnTo>
                    <a:pt x="2114" y="214"/>
                  </a:lnTo>
                  <a:lnTo>
                    <a:pt x="2165" y="247"/>
                  </a:lnTo>
                  <a:lnTo>
                    <a:pt x="2212" y="282"/>
                  </a:lnTo>
                  <a:lnTo>
                    <a:pt x="2253" y="318"/>
                  </a:lnTo>
                  <a:lnTo>
                    <a:pt x="2291" y="356"/>
                  </a:lnTo>
                  <a:lnTo>
                    <a:pt x="2321" y="394"/>
                  </a:lnTo>
                  <a:lnTo>
                    <a:pt x="2347" y="435"/>
                  </a:lnTo>
                  <a:lnTo>
                    <a:pt x="2368" y="474"/>
                  </a:lnTo>
                  <a:lnTo>
                    <a:pt x="2382" y="517"/>
                  </a:lnTo>
                  <a:lnTo>
                    <a:pt x="2391" y="558"/>
                  </a:lnTo>
                  <a:lnTo>
                    <a:pt x="2394" y="600"/>
                  </a:lnTo>
                  <a:lnTo>
                    <a:pt x="2391" y="641"/>
                  </a:lnTo>
                  <a:lnTo>
                    <a:pt x="2382" y="683"/>
                  </a:lnTo>
                  <a:lnTo>
                    <a:pt x="2368" y="724"/>
                  </a:lnTo>
                  <a:lnTo>
                    <a:pt x="2347" y="765"/>
                  </a:lnTo>
                  <a:lnTo>
                    <a:pt x="2321" y="804"/>
                  </a:lnTo>
                  <a:lnTo>
                    <a:pt x="2291" y="844"/>
                  </a:lnTo>
                  <a:lnTo>
                    <a:pt x="2253" y="882"/>
                  </a:lnTo>
                  <a:lnTo>
                    <a:pt x="2212" y="916"/>
                  </a:lnTo>
                  <a:lnTo>
                    <a:pt x="2165" y="951"/>
                  </a:lnTo>
                  <a:lnTo>
                    <a:pt x="2114" y="985"/>
                  </a:lnTo>
                  <a:lnTo>
                    <a:pt x="2058" y="1016"/>
                  </a:lnTo>
                  <a:lnTo>
                    <a:pt x="1998" y="1045"/>
                  </a:lnTo>
                  <a:lnTo>
                    <a:pt x="1934" y="1072"/>
                  </a:lnTo>
                  <a:lnTo>
                    <a:pt x="1866" y="1097"/>
                  </a:lnTo>
                  <a:lnTo>
                    <a:pt x="1795" y="1118"/>
                  </a:lnTo>
                  <a:lnTo>
                    <a:pt x="1722" y="1138"/>
                  </a:lnTo>
                  <a:lnTo>
                    <a:pt x="1645" y="1156"/>
                  </a:lnTo>
                  <a:lnTo>
                    <a:pt x="1567" y="1169"/>
                  </a:lnTo>
                  <a:lnTo>
                    <a:pt x="1487" y="1181"/>
                  </a:lnTo>
                  <a:lnTo>
                    <a:pt x="1405" y="1191"/>
                  </a:lnTo>
                  <a:lnTo>
                    <a:pt x="1322" y="1195"/>
                  </a:lnTo>
                  <a:lnTo>
                    <a:pt x="1239" y="1198"/>
                  </a:lnTo>
                  <a:lnTo>
                    <a:pt x="1155" y="1198"/>
                  </a:lnTo>
                  <a:lnTo>
                    <a:pt x="1072" y="1195"/>
                  </a:lnTo>
                  <a:lnTo>
                    <a:pt x="989" y="1191"/>
                  </a:lnTo>
                  <a:lnTo>
                    <a:pt x="907" y="1181"/>
                  </a:lnTo>
                  <a:lnTo>
                    <a:pt x="827" y="1169"/>
                  </a:lnTo>
                  <a:lnTo>
                    <a:pt x="749" y="1156"/>
                  </a:lnTo>
                  <a:lnTo>
                    <a:pt x="673" y="1138"/>
                  </a:lnTo>
                  <a:lnTo>
                    <a:pt x="599" y="1118"/>
                  </a:lnTo>
                  <a:lnTo>
                    <a:pt x="528" y="1097"/>
                  </a:lnTo>
                  <a:lnTo>
                    <a:pt x="460" y="1072"/>
                  </a:lnTo>
                  <a:lnTo>
                    <a:pt x="396" y="1045"/>
                  </a:lnTo>
                  <a:lnTo>
                    <a:pt x="336" y="1016"/>
                  </a:lnTo>
                  <a:lnTo>
                    <a:pt x="280" y="985"/>
                  </a:lnTo>
                  <a:lnTo>
                    <a:pt x="229" y="951"/>
                  </a:lnTo>
                  <a:lnTo>
                    <a:pt x="182" y="916"/>
                  </a:lnTo>
                  <a:lnTo>
                    <a:pt x="141" y="882"/>
                  </a:lnTo>
                  <a:lnTo>
                    <a:pt x="103" y="844"/>
                  </a:lnTo>
                  <a:lnTo>
                    <a:pt x="73" y="804"/>
                  </a:lnTo>
                  <a:lnTo>
                    <a:pt x="47" y="765"/>
                  </a:lnTo>
                  <a:lnTo>
                    <a:pt x="26" y="724"/>
                  </a:lnTo>
                  <a:lnTo>
                    <a:pt x="12" y="683"/>
                  </a:lnTo>
                  <a:lnTo>
                    <a:pt x="3" y="641"/>
                  </a:lnTo>
                  <a:lnTo>
                    <a:pt x="0" y="60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3837960" y="327240"/>
              <a:ext cx="2030040" cy="909720"/>
            </a:xfrm>
            <a:custGeom>
              <a:avLst/>
              <a:gdLst/>
              <a:ahLst/>
              <a:rect l="l" t="t" r="r" b="b"/>
              <a:pathLst>
                <a:path w="2394" h="1198">
                  <a:moveTo>
                    <a:pt x="0" y="600"/>
                  </a:moveTo>
                  <a:lnTo>
                    <a:pt x="3" y="558"/>
                  </a:lnTo>
                  <a:lnTo>
                    <a:pt x="12" y="517"/>
                  </a:lnTo>
                  <a:lnTo>
                    <a:pt x="26" y="474"/>
                  </a:lnTo>
                  <a:lnTo>
                    <a:pt x="47" y="435"/>
                  </a:lnTo>
                  <a:lnTo>
                    <a:pt x="73" y="394"/>
                  </a:lnTo>
                  <a:lnTo>
                    <a:pt x="103" y="356"/>
                  </a:lnTo>
                  <a:lnTo>
                    <a:pt x="141" y="318"/>
                  </a:lnTo>
                  <a:lnTo>
                    <a:pt x="182" y="282"/>
                  </a:lnTo>
                  <a:lnTo>
                    <a:pt x="229" y="247"/>
                  </a:lnTo>
                  <a:lnTo>
                    <a:pt x="280" y="214"/>
                  </a:lnTo>
                  <a:lnTo>
                    <a:pt x="336" y="183"/>
                  </a:lnTo>
                  <a:lnTo>
                    <a:pt x="396" y="155"/>
                  </a:lnTo>
                  <a:lnTo>
                    <a:pt x="460" y="127"/>
                  </a:lnTo>
                  <a:lnTo>
                    <a:pt x="528" y="103"/>
                  </a:lnTo>
                  <a:lnTo>
                    <a:pt x="599" y="80"/>
                  </a:lnTo>
                  <a:lnTo>
                    <a:pt x="673" y="61"/>
                  </a:lnTo>
                  <a:lnTo>
                    <a:pt x="749" y="44"/>
                  </a:lnTo>
                  <a:lnTo>
                    <a:pt x="827" y="29"/>
                  </a:lnTo>
                  <a:lnTo>
                    <a:pt x="907" y="18"/>
                  </a:lnTo>
                  <a:lnTo>
                    <a:pt x="989" y="9"/>
                  </a:lnTo>
                  <a:lnTo>
                    <a:pt x="1072" y="3"/>
                  </a:lnTo>
                  <a:lnTo>
                    <a:pt x="1155" y="0"/>
                  </a:lnTo>
                  <a:lnTo>
                    <a:pt x="1239" y="0"/>
                  </a:lnTo>
                  <a:lnTo>
                    <a:pt x="1322" y="3"/>
                  </a:lnTo>
                  <a:lnTo>
                    <a:pt x="1405" y="9"/>
                  </a:lnTo>
                  <a:lnTo>
                    <a:pt x="1487" y="18"/>
                  </a:lnTo>
                  <a:lnTo>
                    <a:pt x="1567" y="29"/>
                  </a:lnTo>
                  <a:lnTo>
                    <a:pt x="1645" y="44"/>
                  </a:lnTo>
                  <a:lnTo>
                    <a:pt x="1722" y="61"/>
                  </a:lnTo>
                  <a:lnTo>
                    <a:pt x="1795" y="80"/>
                  </a:lnTo>
                  <a:lnTo>
                    <a:pt x="1866" y="103"/>
                  </a:lnTo>
                  <a:lnTo>
                    <a:pt x="1934" y="127"/>
                  </a:lnTo>
                  <a:lnTo>
                    <a:pt x="1998" y="155"/>
                  </a:lnTo>
                  <a:lnTo>
                    <a:pt x="2058" y="183"/>
                  </a:lnTo>
                  <a:lnTo>
                    <a:pt x="2114" y="214"/>
                  </a:lnTo>
                  <a:lnTo>
                    <a:pt x="2165" y="247"/>
                  </a:lnTo>
                  <a:lnTo>
                    <a:pt x="2212" y="282"/>
                  </a:lnTo>
                  <a:lnTo>
                    <a:pt x="2253" y="318"/>
                  </a:lnTo>
                  <a:lnTo>
                    <a:pt x="2291" y="356"/>
                  </a:lnTo>
                  <a:lnTo>
                    <a:pt x="2321" y="394"/>
                  </a:lnTo>
                  <a:lnTo>
                    <a:pt x="2347" y="435"/>
                  </a:lnTo>
                  <a:lnTo>
                    <a:pt x="2368" y="474"/>
                  </a:lnTo>
                  <a:lnTo>
                    <a:pt x="2382" y="517"/>
                  </a:lnTo>
                  <a:lnTo>
                    <a:pt x="2391" y="558"/>
                  </a:lnTo>
                  <a:lnTo>
                    <a:pt x="2394" y="600"/>
                  </a:lnTo>
                  <a:lnTo>
                    <a:pt x="2391" y="641"/>
                  </a:lnTo>
                  <a:lnTo>
                    <a:pt x="2382" y="683"/>
                  </a:lnTo>
                  <a:lnTo>
                    <a:pt x="2368" y="724"/>
                  </a:lnTo>
                  <a:lnTo>
                    <a:pt x="2347" y="765"/>
                  </a:lnTo>
                  <a:lnTo>
                    <a:pt x="2321" y="804"/>
                  </a:lnTo>
                  <a:lnTo>
                    <a:pt x="2291" y="844"/>
                  </a:lnTo>
                  <a:lnTo>
                    <a:pt x="2253" y="882"/>
                  </a:lnTo>
                  <a:lnTo>
                    <a:pt x="2212" y="916"/>
                  </a:lnTo>
                  <a:lnTo>
                    <a:pt x="2165" y="951"/>
                  </a:lnTo>
                  <a:lnTo>
                    <a:pt x="2114" y="985"/>
                  </a:lnTo>
                  <a:lnTo>
                    <a:pt x="2058" y="1016"/>
                  </a:lnTo>
                  <a:lnTo>
                    <a:pt x="1998" y="1045"/>
                  </a:lnTo>
                  <a:lnTo>
                    <a:pt x="1934" y="1072"/>
                  </a:lnTo>
                  <a:lnTo>
                    <a:pt x="1866" y="1097"/>
                  </a:lnTo>
                  <a:lnTo>
                    <a:pt x="1795" y="1118"/>
                  </a:lnTo>
                  <a:lnTo>
                    <a:pt x="1722" y="1138"/>
                  </a:lnTo>
                  <a:lnTo>
                    <a:pt x="1645" y="1156"/>
                  </a:lnTo>
                  <a:lnTo>
                    <a:pt x="1567" y="1169"/>
                  </a:lnTo>
                  <a:lnTo>
                    <a:pt x="1487" y="1181"/>
                  </a:lnTo>
                  <a:lnTo>
                    <a:pt x="1405" y="1191"/>
                  </a:lnTo>
                  <a:lnTo>
                    <a:pt x="1322" y="1195"/>
                  </a:lnTo>
                  <a:lnTo>
                    <a:pt x="1239" y="1198"/>
                  </a:lnTo>
                  <a:lnTo>
                    <a:pt x="1155" y="1198"/>
                  </a:lnTo>
                  <a:lnTo>
                    <a:pt x="1072" y="1195"/>
                  </a:lnTo>
                  <a:lnTo>
                    <a:pt x="989" y="1191"/>
                  </a:lnTo>
                  <a:lnTo>
                    <a:pt x="907" y="1181"/>
                  </a:lnTo>
                  <a:lnTo>
                    <a:pt x="827" y="1169"/>
                  </a:lnTo>
                  <a:lnTo>
                    <a:pt x="749" y="1156"/>
                  </a:lnTo>
                  <a:lnTo>
                    <a:pt x="673" y="1138"/>
                  </a:lnTo>
                  <a:lnTo>
                    <a:pt x="599" y="1118"/>
                  </a:lnTo>
                  <a:lnTo>
                    <a:pt x="528" y="1097"/>
                  </a:lnTo>
                  <a:lnTo>
                    <a:pt x="460" y="1072"/>
                  </a:lnTo>
                  <a:lnTo>
                    <a:pt x="396" y="1045"/>
                  </a:lnTo>
                  <a:lnTo>
                    <a:pt x="336" y="1016"/>
                  </a:lnTo>
                  <a:lnTo>
                    <a:pt x="280" y="985"/>
                  </a:lnTo>
                  <a:lnTo>
                    <a:pt x="229" y="951"/>
                  </a:lnTo>
                  <a:lnTo>
                    <a:pt x="182" y="916"/>
                  </a:lnTo>
                  <a:lnTo>
                    <a:pt x="141" y="882"/>
                  </a:lnTo>
                  <a:lnTo>
                    <a:pt x="103" y="844"/>
                  </a:lnTo>
                  <a:lnTo>
                    <a:pt x="73" y="804"/>
                  </a:lnTo>
                  <a:lnTo>
                    <a:pt x="47" y="765"/>
                  </a:lnTo>
                  <a:lnTo>
                    <a:pt x="26" y="724"/>
                  </a:lnTo>
                  <a:lnTo>
                    <a:pt x="12" y="683"/>
                  </a:lnTo>
                  <a:lnTo>
                    <a:pt x="3" y="641"/>
                  </a:lnTo>
                  <a:lnTo>
                    <a:pt x="0" y="600"/>
                  </a:lnTo>
                </a:path>
              </a:pathLst>
            </a:custGeom>
            <a:noFill/>
            <a:ln w="32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3741120" y="240480"/>
              <a:ext cx="2031480" cy="910080"/>
            </a:xfrm>
            <a:custGeom>
              <a:avLst/>
              <a:gdLst/>
              <a:ahLst/>
              <a:rect l="l" t="t" r="r" b="b"/>
              <a:pathLst>
                <a:path w="2393" h="1198">
                  <a:moveTo>
                    <a:pt x="0" y="599"/>
                  </a:moveTo>
                  <a:lnTo>
                    <a:pt x="3" y="557"/>
                  </a:lnTo>
                  <a:lnTo>
                    <a:pt x="12" y="516"/>
                  </a:lnTo>
                  <a:lnTo>
                    <a:pt x="26" y="474"/>
                  </a:lnTo>
                  <a:lnTo>
                    <a:pt x="47" y="434"/>
                  </a:lnTo>
                  <a:lnTo>
                    <a:pt x="72" y="393"/>
                  </a:lnTo>
                  <a:lnTo>
                    <a:pt x="103" y="356"/>
                  </a:lnTo>
                  <a:lnTo>
                    <a:pt x="141" y="318"/>
                  </a:lnTo>
                  <a:lnTo>
                    <a:pt x="181" y="281"/>
                  </a:lnTo>
                  <a:lnTo>
                    <a:pt x="228" y="246"/>
                  </a:lnTo>
                  <a:lnTo>
                    <a:pt x="280" y="213"/>
                  </a:lnTo>
                  <a:lnTo>
                    <a:pt x="336" y="183"/>
                  </a:lnTo>
                  <a:lnTo>
                    <a:pt x="396" y="154"/>
                  </a:lnTo>
                  <a:lnTo>
                    <a:pt x="460" y="127"/>
                  </a:lnTo>
                  <a:lnTo>
                    <a:pt x="528" y="103"/>
                  </a:lnTo>
                  <a:lnTo>
                    <a:pt x="599" y="80"/>
                  </a:lnTo>
                  <a:lnTo>
                    <a:pt x="673" y="60"/>
                  </a:lnTo>
                  <a:lnTo>
                    <a:pt x="748" y="44"/>
                  </a:lnTo>
                  <a:lnTo>
                    <a:pt x="827" y="28"/>
                  </a:lnTo>
                  <a:lnTo>
                    <a:pt x="907" y="18"/>
                  </a:lnTo>
                  <a:lnTo>
                    <a:pt x="989" y="9"/>
                  </a:lnTo>
                  <a:lnTo>
                    <a:pt x="1072" y="3"/>
                  </a:lnTo>
                  <a:lnTo>
                    <a:pt x="1155" y="0"/>
                  </a:lnTo>
                  <a:lnTo>
                    <a:pt x="1238" y="0"/>
                  </a:lnTo>
                  <a:lnTo>
                    <a:pt x="1321" y="3"/>
                  </a:lnTo>
                  <a:lnTo>
                    <a:pt x="1404" y="9"/>
                  </a:lnTo>
                  <a:lnTo>
                    <a:pt x="1486" y="18"/>
                  </a:lnTo>
                  <a:lnTo>
                    <a:pt x="1566" y="28"/>
                  </a:lnTo>
                  <a:lnTo>
                    <a:pt x="1645" y="44"/>
                  </a:lnTo>
                  <a:lnTo>
                    <a:pt x="1722" y="60"/>
                  </a:lnTo>
                  <a:lnTo>
                    <a:pt x="1795" y="80"/>
                  </a:lnTo>
                  <a:lnTo>
                    <a:pt x="1866" y="103"/>
                  </a:lnTo>
                  <a:lnTo>
                    <a:pt x="1934" y="127"/>
                  </a:lnTo>
                  <a:lnTo>
                    <a:pt x="1997" y="154"/>
                  </a:lnTo>
                  <a:lnTo>
                    <a:pt x="2058" y="183"/>
                  </a:lnTo>
                  <a:lnTo>
                    <a:pt x="2114" y="213"/>
                  </a:lnTo>
                  <a:lnTo>
                    <a:pt x="2165" y="246"/>
                  </a:lnTo>
                  <a:lnTo>
                    <a:pt x="2212" y="281"/>
                  </a:lnTo>
                  <a:lnTo>
                    <a:pt x="2253" y="318"/>
                  </a:lnTo>
                  <a:lnTo>
                    <a:pt x="2290" y="356"/>
                  </a:lnTo>
                  <a:lnTo>
                    <a:pt x="2321" y="393"/>
                  </a:lnTo>
                  <a:lnTo>
                    <a:pt x="2346" y="434"/>
                  </a:lnTo>
                  <a:lnTo>
                    <a:pt x="2368" y="474"/>
                  </a:lnTo>
                  <a:lnTo>
                    <a:pt x="2381" y="516"/>
                  </a:lnTo>
                  <a:lnTo>
                    <a:pt x="2390" y="557"/>
                  </a:lnTo>
                  <a:lnTo>
                    <a:pt x="2393" y="599"/>
                  </a:lnTo>
                  <a:lnTo>
                    <a:pt x="2390" y="640"/>
                  </a:lnTo>
                  <a:lnTo>
                    <a:pt x="2381" y="683"/>
                  </a:lnTo>
                  <a:lnTo>
                    <a:pt x="2368" y="724"/>
                  </a:lnTo>
                  <a:lnTo>
                    <a:pt x="2346" y="764"/>
                  </a:lnTo>
                  <a:lnTo>
                    <a:pt x="2321" y="804"/>
                  </a:lnTo>
                  <a:lnTo>
                    <a:pt x="2290" y="843"/>
                  </a:lnTo>
                  <a:lnTo>
                    <a:pt x="2253" y="881"/>
                  </a:lnTo>
                  <a:lnTo>
                    <a:pt x="2212" y="916"/>
                  </a:lnTo>
                  <a:lnTo>
                    <a:pt x="2165" y="951"/>
                  </a:lnTo>
                  <a:lnTo>
                    <a:pt x="2114" y="984"/>
                  </a:lnTo>
                  <a:lnTo>
                    <a:pt x="2058" y="1016"/>
                  </a:lnTo>
                  <a:lnTo>
                    <a:pt x="1997" y="1045"/>
                  </a:lnTo>
                  <a:lnTo>
                    <a:pt x="1934" y="1072"/>
                  </a:lnTo>
                  <a:lnTo>
                    <a:pt x="1866" y="1096"/>
                  </a:lnTo>
                  <a:lnTo>
                    <a:pt x="1795" y="1117"/>
                  </a:lnTo>
                  <a:lnTo>
                    <a:pt x="1722" y="1137"/>
                  </a:lnTo>
                  <a:lnTo>
                    <a:pt x="1645" y="1155"/>
                  </a:lnTo>
                  <a:lnTo>
                    <a:pt x="1566" y="1169"/>
                  </a:lnTo>
                  <a:lnTo>
                    <a:pt x="1486" y="1181"/>
                  </a:lnTo>
                  <a:lnTo>
                    <a:pt x="1404" y="1190"/>
                  </a:lnTo>
                  <a:lnTo>
                    <a:pt x="1321" y="1194"/>
                  </a:lnTo>
                  <a:lnTo>
                    <a:pt x="1238" y="1198"/>
                  </a:lnTo>
                  <a:lnTo>
                    <a:pt x="1155" y="1198"/>
                  </a:lnTo>
                  <a:lnTo>
                    <a:pt x="1072" y="1194"/>
                  </a:lnTo>
                  <a:lnTo>
                    <a:pt x="989" y="1190"/>
                  </a:lnTo>
                  <a:lnTo>
                    <a:pt x="907" y="1181"/>
                  </a:lnTo>
                  <a:lnTo>
                    <a:pt x="827" y="1169"/>
                  </a:lnTo>
                  <a:lnTo>
                    <a:pt x="748" y="1155"/>
                  </a:lnTo>
                  <a:lnTo>
                    <a:pt x="673" y="1137"/>
                  </a:lnTo>
                  <a:lnTo>
                    <a:pt x="599" y="1117"/>
                  </a:lnTo>
                  <a:lnTo>
                    <a:pt x="528" y="1096"/>
                  </a:lnTo>
                  <a:lnTo>
                    <a:pt x="460" y="1072"/>
                  </a:lnTo>
                  <a:lnTo>
                    <a:pt x="396" y="1045"/>
                  </a:lnTo>
                  <a:lnTo>
                    <a:pt x="336" y="1016"/>
                  </a:lnTo>
                  <a:lnTo>
                    <a:pt x="280" y="984"/>
                  </a:lnTo>
                  <a:lnTo>
                    <a:pt x="228" y="951"/>
                  </a:lnTo>
                  <a:lnTo>
                    <a:pt x="181" y="916"/>
                  </a:lnTo>
                  <a:lnTo>
                    <a:pt x="141" y="881"/>
                  </a:lnTo>
                  <a:lnTo>
                    <a:pt x="103" y="843"/>
                  </a:lnTo>
                  <a:lnTo>
                    <a:pt x="72" y="804"/>
                  </a:lnTo>
                  <a:lnTo>
                    <a:pt x="47" y="764"/>
                  </a:lnTo>
                  <a:lnTo>
                    <a:pt x="26" y="724"/>
                  </a:lnTo>
                  <a:lnTo>
                    <a:pt x="12" y="683"/>
                  </a:lnTo>
                  <a:lnTo>
                    <a:pt x="3" y="640"/>
                  </a:lnTo>
                  <a:lnTo>
                    <a:pt x="0" y="599"/>
                  </a:lnTo>
                  <a:close/>
                </a:path>
              </a:pathLst>
            </a:custGeom>
            <a:solidFill>
              <a:srgbClr val="00ffff"/>
            </a:solidFill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379400" y="283320"/>
              <a:ext cx="1440" cy="273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136760" y="489960"/>
              <a:ext cx="180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4293720" y="550440"/>
              <a:ext cx="826200" cy="27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800" strike="noStrike" u="none">
                  <a:solidFill>
                    <a:srgbClr val="0060aa"/>
                  </a:solidFill>
                  <a:effectLst/>
                  <a:uFillTx/>
                  <a:latin typeface="Arial"/>
                </a:rPr>
                <a:t>MATOC</a:t>
              </a:r>
              <a:endParaRPr b="0" lang="en-IN" sz="18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4388040" y="904320"/>
              <a:ext cx="1440" cy="27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01000" y="1537920"/>
              <a:ext cx="134748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8" y="260"/>
                  </a:lnTo>
                  <a:lnTo>
                    <a:pt x="74" y="229"/>
                  </a:lnTo>
                  <a:lnTo>
                    <a:pt x="106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3" y="92"/>
                  </a:lnTo>
                  <a:lnTo>
                    <a:pt x="339" y="71"/>
                  </a:lnTo>
                  <a:lnTo>
                    <a:pt x="396" y="53"/>
                  </a:lnTo>
                  <a:lnTo>
                    <a:pt x="458" y="36"/>
                  </a:lnTo>
                  <a:lnTo>
                    <a:pt x="522" y="24"/>
                  </a:lnTo>
                  <a:lnTo>
                    <a:pt x="588" y="13"/>
                  </a:lnTo>
                  <a:lnTo>
                    <a:pt x="656" y="6"/>
                  </a:lnTo>
                  <a:lnTo>
                    <a:pt x="724" y="1"/>
                  </a:lnTo>
                  <a:lnTo>
                    <a:pt x="794" y="0"/>
                  </a:lnTo>
                  <a:lnTo>
                    <a:pt x="863" y="1"/>
                  </a:lnTo>
                  <a:lnTo>
                    <a:pt x="931" y="6"/>
                  </a:lnTo>
                  <a:lnTo>
                    <a:pt x="999" y="13"/>
                  </a:lnTo>
                  <a:lnTo>
                    <a:pt x="1066" y="24"/>
                  </a:lnTo>
                  <a:lnTo>
                    <a:pt x="1129" y="36"/>
                  </a:lnTo>
                  <a:lnTo>
                    <a:pt x="1190" y="53"/>
                  </a:lnTo>
                  <a:lnTo>
                    <a:pt x="1249" y="71"/>
                  </a:lnTo>
                  <a:lnTo>
                    <a:pt x="1303" y="92"/>
                  </a:lnTo>
                  <a:lnTo>
                    <a:pt x="1355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39" y="260"/>
                  </a:lnTo>
                  <a:lnTo>
                    <a:pt x="1560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0" y="500"/>
                  </a:lnTo>
                  <a:lnTo>
                    <a:pt x="1539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5" y="678"/>
                  </a:lnTo>
                  <a:lnTo>
                    <a:pt x="1303" y="701"/>
                  </a:lnTo>
                  <a:lnTo>
                    <a:pt x="1249" y="722"/>
                  </a:lnTo>
                  <a:lnTo>
                    <a:pt x="1190" y="742"/>
                  </a:lnTo>
                  <a:lnTo>
                    <a:pt x="1129" y="757"/>
                  </a:lnTo>
                  <a:lnTo>
                    <a:pt x="1066" y="771"/>
                  </a:lnTo>
                  <a:lnTo>
                    <a:pt x="999" y="781"/>
                  </a:lnTo>
                  <a:lnTo>
                    <a:pt x="931" y="789"/>
                  </a:lnTo>
                  <a:lnTo>
                    <a:pt x="863" y="793"/>
                  </a:lnTo>
                  <a:lnTo>
                    <a:pt x="794" y="795"/>
                  </a:lnTo>
                  <a:lnTo>
                    <a:pt x="724" y="793"/>
                  </a:lnTo>
                  <a:lnTo>
                    <a:pt x="656" y="789"/>
                  </a:lnTo>
                  <a:lnTo>
                    <a:pt x="588" y="781"/>
                  </a:lnTo>
                  <a:lnTo>
                    <a:pt x="522" y="771"/>
                  </a:lnTo>
                  <a:lnTo>
                    <a:pt x="458" y="757"/>
                  </a:lnTo>
                  <a:lnTo>
                    <a:pt x="396" y="742"/>
                  </a:lnTo>
                  <a:lnTo>
                    <a:pt x="339" y="722"/>
                  </a:lnTo>
                  <a:lnTo>
                    <a:pt x="283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801000" y="1537920"/>
              <a:ext cx="134748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8" y="260"/>
                  </a:lnTo>
                  <a:lnTo>
                    <a:pt x="74" y="229"/>
                  </a:lnTo>
                  <a:lnTo>
                    <a:pt x="106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3" y="92"/>
                  </a:lnTo>
                  <a:lnTo>
                    <a:pt x="339" y="71"/>
                  </a:lnTo>
                  <a:lnTo>
                    <a:pt x="396" y="53"/>
                  </a:lnTo>
                  <a:lnTo>
                    <a:pt x="458" y="36"/>
                  </a:lnTo>
                  <a:lnTo>
                    <a:pt x="522" y="24"/>
                  </a:lnTo>
                  <a:lnTo>
                    <a:pt x="588" y="13"/>
                  </a:lnTo>
                  <a:lnTo>
                    <a:pt x="656" y="6"/>
                  </a:lnTo>
                  <a:lnTo>
                    <a:pt x="724" y="1"/>
                  </a:lnTo>
                  <a:lnTo>
                    <a:pt x="794" y="0"/>
                  </a:lnTo>
                  <a:lnTo>
                    <a:pt x="863" y="1"/>
                  </a:lnTo>
                  <a:lnTo>
                    <a:pt x="931" y="6"/>
                  </a:lnTo>
                  <a:lnTo>
                    <a:pt x="999" y="13"/>
                  </a:lnTo>
                  <a:lnTo>
                    <a:pt x="1066" y="24"/>
                  </a:lnTo>
                  <a:lnTo>
                    <a:pt x="1129" y="36"/>
                  </a:lnTo>
                  <a:lnTo>
                    <a:pt x="1190" y="53"/>
                  </a:lnTo>
                  <a:lnTo>
                    <a:pt x="1249" y="71"/>
                  </a:lnTo>
                  <a:lnTo>
                    <a:pt x="1303" y="92"/>
                  </a:lnTo>
                  <a:lnTo>
                    <a:pt x="1355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39" y="260"/>
                  </a:lnTo>
                  <a:lnTo>
                    <a:pt x="1560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0" y="500"/>
                  </a:lnTo>
                  <a:lnTo>
                    <a:pt x="1539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5" y="678"/>
                  </a:lnTo>
                  <a:lnTo>
                    <a:pt x="1303" y="701"/>
                  </a:lnTo>
                  <a:lnTo>
                    <a:pt x="1249" y="722"/>
                  </a:lnTo>
                  <a:lnTo>
                    <a:pt x="1190" y="742"/>
                  </a:lnTo>
                  <a:lnTo>
                    <a:pt x="1129" y="757"/>
                  </a:lnTo>
                  <a:lnTo>
                    <a:pt x="1066" y="771"/>
                  </a:lnTo>
                  <a:lnTo>
                    <a:pt x="999" y="781"/>
                  </a:lnTo>
                  <a:lnTo>
                    <a:pt x="931" y="789"/>
                  </a:lnTo>
                  <a:lnTo>
                    <a:pt x="863" y="793"/>
                  </a:lnTo>
                  <a:lnTo>
                    <a:pt x="794" y="795"/>
                  </a:lnTo>
                  <a:lnTo>
                    <a:pt x="724" y="793"/>
                  </a:lnTo>
                  <a:lnTo>
                    <a:pt x="656" y="789"/>
                  </a:lnTo>
                  <a:lnTo>
                    <a:pt x="588" y="781"/>
                  </a:lnTo>
                  <a:lnTo>
                    <a:pt x="522" y="771"/>
                  </a:lnTo>
                  <a:lnTo>
                    <a:pt x="458" y="757"/>
                  </a:lnTo>
                  <a:lnTo>
                    <a:pt x="396" y="742"/>
                  </a:lnTo>
                  <a:lnTo>
                    <a:pt x="339" y="722"/>
                  </a:lnTo>
                  <a:lnTo>
                    <a:pt x="283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</a:path>
              </a:pathLst>
            </a:custGeom>
            <a:noFill/>
            <a:ln w="32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704520" y="1452960"/>
              <a:ext cx="1347480" cy="603000"/>
            </a:xfrm>
            <a:custGeom>
              <a:avLst/>
              <a:gdLst/>
              <a:ahLst/>
              <a:rect l="l" t="t" r="r" b="b"/>
              <a:pathLst>
                <a:path w="1587" h="795">
                  <a:moveTo>
                    <a:pt x="0" y="397"/>
                  </a:moveTo>
                  <a:lnTo>
                    <a:pt x="3" y="362"/>
                  </a:lnTo>
                  <a:lnTo>
                    <a:pt x="12" y="329"/>
                  </a:lnTo>
                  <a:lnTo>
                    <a:pt x="27" y="294"/>
                  </a:lnTo>
                  <a:lnTo>
                    <a:pt x="48" y="261"/>
                  </a:lnTo>
                  <a:lnTo>
                    <a:pt x="74" y="229"/>
                  </a:lnTo>
                  <a:lnTo>
                    <a:pt x="106" y="199"/>
                  </a:lnTo>
                  <a:lnTo>
                    <a:pt x="143" y="170"/>
                  </a:lnTo>
                  <a:lnTo>
                    <a:pt x="186" y="141"/>
                  </a:lnTo>
                  <a:lnTo>
                    <a:pt x="233" y="117"/>
                  </a:lnTo>
                  <a:lnTo>
                    <a:pt x="282" y="93"/>
                  </a:lnTo>
                  <a:lnTo>
                    <a:pt x="338" y="71"/>
                  </a:lnTo>
                  <a:lnTo>
                    <a:pt x="396" y="53"/>
                  </a:lnTo>
                  <a:lnTo>
                    <a:pt x="458" y="37"/>
                  </a:lnTo>
                  <a:lnTo>
                    <a:pt x="521" y="25"/>
                  </a:lnTo>
                  <a:lnTo>
                    <a:pt x="588" y="14"/>
                  </a:lnTo>
                  <a:lnTo>
                    <a:pt x="656" y="6"/>
                  </a:lnTo>
                  <a:lnTo>
                    <a:pt x="724" y="2"/>
                  </a:lnTo>
                  <a:lnTo>
                    <a:pt x="793" y="0"/>
                  </a:lnTo>
                  <a:lnTo>
                    <a:pt x="863" y="2"/>
                  </a:lnTo>
                  <a:lnTo>
                    <a:pt x="931" y="6"/>
                  </a:lnTo>
                  <a:lnTo>
                    <a:pt x="999" y="14"/>
                  </a:lnTo>
                  <a:lnTo>
                    <a:pt x="1064" y="25"/>
                  </a:lnTo>
                  <a:lnTo>
                    <a:pt x="1129" y="37"/>
                  </a:lnTo>
                  <a:lnTo>
                    <a:pt x="1190" y="53"/>
                  </a:lnTo>
                  <a:lnTo>
                    <a:pt x="1249" y="71"/>
                  </a:lnTo>
                  <a:lnTo>
                    <a:pt x="1303" y="93"/>
                  </a:lnTo>
                  <a:lnTo>
                    <a:pt x="1354" y="117"/>
                  </a:lnTo>
                  <a:lnTo>
                    <a:pt x="1401" y="141"/>
                  </a:lnTo>
                  <a:lnTo>
                    <a:pt x="1444" y="170"/>
                  </a:lnTo>
                  <a:lnTo>
                    <a:pt x="1481" y="199"/>
                  </a:lnTo>
                  <a:lnTo>
                    <a:pt x="1513" y="229"/>
                  </a:lnTo>
                  <a:lnTo>
                    <a:pt x="1539" y="261"/>
                  </a:lnTo>
                  <a:lnTo>
                    <a:pt x="1560" y="294"/>
                  </a:lnTo>
                  <a:lnTo>
                    <a:pt x="1575" y="329"/>
                  </a:lnTo>
                  <a:lnTo>
                    <a:pt x="1584" y="362"/>
                  </a:lnTo>
                  <a:lnTo>
                    <a:pt x="1587" y="397"/>
                  </a:lnTo>
                  <a:lnTo>
                    <a:pt x="1584" y="432"/>
                  </a:lnTo>
                  <a:lnTo>
                    <a:pt x="1575" y="467"/>
                  </a:lnTo>
                  <a:lnTo>
                    <a:pt x="1560" y="500"/>
                  </a:lnTo>
                  <a:lnTo>
                    <a:pt x="1539" y="533"/>
                  </a:lnTo>
                  <a:lnTo>
                    <a:pt x="1513" y="565"/>
                  </a:lnTo>
                  <a:lnTo>
                    <a:pt x="1481" y="595"/>
                  </a:lnTo>
                  <a:lnTo>
                    <a:pt x="1444" y="626"/>
                  </a:lnTo>
                  <a:lnTo>
                    <a:pt x="1401" y="653"/>
                  </a:lnTo>
                  <a:lnTo>
                    <a:pt x="1354" y="679"/>
                  </a:lnTo>
                  <a:lnTo>
                    <a:pt x="1303" y="701"/>
                  </a:lnTo>
                  <a:lnTo>
                    <a:pt x="1249" y="723"/>
                  </a:lnTo>
                  <a:lnTo>
                    <a:pt x="1190" y="742"/>
                  </a:lnTo>
                  <a:lnTo>
                    <a:pt x="1129" y="757"/>
                  </a:lnTo>
                  <a:lnTo>
                    <a:pt x="1064" y="771"/>
                  </a:lnTo>
                  <a:lnTo>
                    <a:pt x="999" y="782"/>
                  </a:lnTo>
                  <a:lnTo>
                    <a:pt x="931" y="789"/>
                  </a:lnTo>
                  <a:lnTo>
                    <a:pt x="863" y="794"/>
                  </a:lnTo>
                  <a:lnTo>
                    <a:pt x="793" y="795"/>
                  </a:lnTo>
                  <a:lnTo>
                    <a:pt x="724" y="794"/>
                  </a:lnTo>
                  <a:lnTo>
                    <a:pt x="656" y="789"/>
                  </a:lnTo>
                  <a:lnTo>
                    <a:pt x="588" y="782"/>
                  </a:lnTo>
                  <a:lnTo>
                    <a:pt x="521" y="771"/>
                  </a:lnTo>
                  <a:lnTo>
                    <a:pt x="458" y="757"/>
                  </a:lnTo>
                  <a:lnTo>
                    <a:pt x="396" y="742"/>
                  </a:lnTo>
                  <a:lnTo>
                    <a:pt x="338" y="723"/>
                  </a:lnTo>
                  <a:lnTo>
                    <a:pt x="282" y="701"/>
                  </a:lnTo>
                  <a:lnTo>
                    <a:pt x="233" y="679"/>
                  </a:lnTo>
                  <a:lnTo>
                    <a:pt x="186" y="653"/>
                  </a:lnTo>
                  <a:lnTo>
                    <a:pt x="143" y="626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7"/>
                  </a:lnTo>
                  <a:lnTo>
                    <a:pt x="3" y="432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00ffff"/>
            </a:solidFill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964080" y="1612440"/>
              <a:ext cx="767160" cy="305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Regional Ops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Planning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3120120" y="1537920"/>
              <a:ext cx="1349280" cy="604440"/>
            </a:xfrm>
            <a:custGeom>
              <a:avLst/>
              <a:gdLst/>
              <a:ahLst/>
              <a:rect l="l" t="t" r="r" b="b"/>
              <a:pathLst>
                <a:path w="1589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9" y="260"/>
                  </a:lnTo>
                  <a:lnTo>
                    <a:pt x="76" y="229"/>
                  </a:lnTo>
                  <a:lnTo>
                    <a:pt x="107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4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60" y="36"/>
                  </a:lnTo>
                  <a:lnTo>
                    <a:pt x="523" y="24"/>
                  </a:lnTo>
                  <a:lnTo>
                    <a:pt x="590" y="13"/>
                  </a:lnTo>
                  <a:lnTo>
                    <a:pt x="656" y="6"/>
                  </a:lnTo>
                  <a:lnTo>
                    <a:pt x="726" y="1"/>
                  </a:lnTo>
                  <a:lnTo>
                    <a:pt x="794" y="0"/>
                  </a:lnTo>
                  <a:lnTo>
                    <a:pt x="863" y="1"/>
                  </a:lnTo>
                  <a:lnTo>
                    <a:pt x="933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50" y="71"/>
                  </a:lnTo>
                  <a:lnTo>
                    <a:pt x="1305" y="92"/>
                  </a:lnTo>
                  <a:lnTo>
                    <a:pt x="1356" y="116"/>
                  </a:lnTo>
                  <a:lnTo>
                    <a:pt x="1403" y="141"/>
                  </a:lnTo>
                  <a:lnTo>
                    <a:pt x="1446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41" y="260"/>
                  </a:lnTo>
                  <a:lnTo>
                    <a:pt x="1562" y="294"/>
                  </a:lnTo>
                  <a:lnTo>
                    <a:pt x="1577" y="328"/>
                  </a:lnTo>
                  <a:lnTo>
                    <a:pt x="1586" y="362"/>
                  </a:lnTo>
                  <a:lnTo>
                    <a:pt x="1589" y="397"/>
                  </a:lnTo>
                  <a:lnTo>
                    <a:pt x="1586" y="431"/>
                  </a:lnTo>
                  <a:lnTo>
                    <a:pt x="1577" y="466"/>
                  </a:lnTo>
                  <a:lnTo>
                    <a:pt x="1562" y="500"/>
                  </a:lnTo>
                  <a:lnTo>
                    <a:pt x="1541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6" y="625"/>
                  </a:lnTo>
                  <a:lnTo>
                    <a:pt x="1403" y="653"/>
                  </a:lnTo>
                  <a:lnTo>
                    <a:pt x="1356" y="678"/>
                  </a:lnTo>
                  <a:lnTo>
                    <a:pt x="1305" y="701"/>
                  </a:lnTo>
                  <a:lnTo>
                    <a:pt x="1250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3" y="789"/>
                  </a:lnTo>
                  <a:lnTo>
                    <a:pt x="863" y="793"/>
                  </a:lnTo>
                  <a:lnTo>
                    <a:pt x="794" y="795"/>
                  </a:lnTo>
                  <a:lnTo>
                    <a:pt x="726" y="793"/>
                  </a:lnTo>
                  <a:lnTo>
                    <a:pt x="656" y="789"/>
                  </a:lnTo>
                  <a:lnTo>
                    <a:pt x="590" y="781"/>
                  </a:lnTo>
                  <a:lnTo>
                    <a:pt x="523" y="771"/>
                  </a:lnTo>
                  <a:lnTo>
                    <a:pt x="460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4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7" y="595"/>
                  </a:lnTo>
                  <a:lnTo>
                    <a:pt x="76" y="565"/>
                  </a:lnTo>
                  <a:lnTo>
                    <a:pt x="49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3120120" y="1537920"/>
              <a:ext cx="1349280" cy="604440"/>
            </a:xfrm>
            <a:custGeom>
              <a:avLst/>
              <a:gdLst/>
              <a:ahLst/>
              <a:rect l="l" t="t" r="r" b="b"/>
              <a:pathLst>
                <a:path w="1589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9" y="260"/>
                  </a:lnTo>
                  <a:lnTo>
                    <a:pt x="76" y="229"/>
                  </a:lnTo>
                  <a:lnTo>
                    <a:pt x="107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4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60" y="36"/>
                  </a:lnTo>
                  <a:lnTo>
                    <a:pt x="523" y="24"/>
                  </a:lnTo>
                  <a:lnTo>
                    <a:pt x="590" y="13"/>
                  </a:lnTo>
                  <a:lnTo>
                    <a:pt x="656" y="6"/>
                  </a:lnTo>
                  <a:lnTo>
                    <a:pt x="726" y="1"/>
                  </a:lnTo>
                  <a:lnTo>
                    <a:pt x="794" y="0"/>
                  </a:lnTo>
                  <a:lnTo>
                    <a:pt x="863" y="1"/>
                  </a:lnTo>
                  <a:lnTo>
                    <a:pt x="933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50" y="71"/>
                  </a:lnTo>
                  <a:lnTo>
                    <a:pt x="1305" y="92"/>
                  </a:lnTo>
                  <a:lnTo>
                    <a:pt x="1356" y="116"/>
                  </a:lnTo>
                  <a:lnTo>
                    <a:pt x="1403" y="141"/>
                  </a:lnTo>
                  <a:lnTo>
                    <a:pt x="1446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41" y="260"/>
                  </a:lnTo>
                  <a:lnTo>
                    <a:pt x="1562" y="294"/>
                  </a:lnTo>
                  <a:lnTo>
                    <a:pt x="1577" y="328"/>
                  </a:lnTo>
                  <a:lnTo>
                    <a:pt x="1586" y="362"/>
                  </a:lnTo>
                  <a:lnTo>
                    <a:pt x="1589" y="397"/>
                  </a:lnTo>
                  <a:lnTo>
                    <a:pt x="1586" y="431"/>
                  </a:lnTo>
                  <a:lnTo>
                    <a:pt x="1577" y="466"/>
                  </a:lnTo>
                  <a:lnTo>
                    <a:pt x="1562" y="500"/>
                  </a:lnTo>
                  <a:lnTo>
                    <a:pt x="1541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6" y="625"/>
                  </a:lnTo>
                  <a:lnTo>
                    <a:pt x="1403" y="653"/>
                  </a:lnTo>
                  <a:lnTo>
                    <a:pt x="1356" y="678"/>
                  </a:lnTo>
                  <a:lnTo>
                    <a:pt x="1305" y="701"/>
                  </a:lnTo>
                  <a:lnTo>
                    <a:pt x="1250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3" y="789"/>
                  </a:lnTo>
                  <a:lnTo>
                    <a:pt x="863" y="793"/>
                  </a:lnTo>
                  <a:lnTo>
                    <a:pt x="794" y="795"/>
                  </a:lnTo>
                  <a:lnTo>
                    <a:pt x="726" y="793"/>
                  </a:lnTo>
                  <a:lnTo>
                    <a:pt x="656" y="789"/>
                  </a:lnTo>
                  <a:lnTo>
                    <a:pt x="590" y="781"/>
                  </a:lnTo>
                  <a:lnTo>
                    <a:pt x="523" y="771"/>
                  </a:lnTo>
                  <a:lnTo>
                    <a:pt x="460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4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7" y="595"/>
                  </a:lnTo>
                  <a:lnTo>
                    <a:pt x="76" y="565"/>
                  </a:lnTo>
                  <a:lnTo>
                    <a:pt x="49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</a:path>
              </a:pathLst>
            </a:custGeom>
            <a:noFill/>
            <a:ln w="32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3022920" y="1452960"/>
              <a:ext cx="1349280" cy="603000"/>
            </a:xfrm>
            <a:custGeom>
              <a:avLst/>
              <a:gdLst/>
              <a:ahLst/>
              <a:rect l="l" t="t" r="r" b="b"/>
              <a:pathLst>
                <a:path w="1589" h="795">
                  <a:moveTo>
                    <a:pt x="0" y="397"/>
                  </a:moveTo>
                  <a:lnTo>
                    <a:pt x="3" y="362"/>
                  </a:lnTo>
                  <a:lnTo>
                    <a:pt x="12" y="329"/>
                  </a:lnTo>
                  <a:lnTo>
                    <a:pt x="27" y="294"/>
                  </a:lnTo>
                  <a:lnTo>
                    <a:pt x="48" y="261"/>
                  </a:lnTo>
                  <a:lnTo>
                    <a:pt x="75" y="229"/>
                  </a:lnTo>
                  <a:lnTo>
                    <a:pt x="107" y="199"/>
                  </a:lnTo>
                  <a:lnTo>
                    <a:pt x="143" y="170"/>
                  </a:lnTo>
                  <a:lnTo>
                    <a:pt x="186" y="141"/>
                  </a:lnTo>
                  <a:lnTo>
                    <a:pt x="233" y="117"/>
                  </a:lnTo>
                  <a:lnTo>
                    <a:pt x="284" y="93"/>
                  </a:lnTo>
                  <a:lnTo>
                    <a:pt x="338" y="71"/>
                  </a:lnTo>
                  <a:lnTo>
                    <a:pt x="397" y="53"/>
                  </a:lnTo>
                  <a:lnTo>
                    <a:pt x="459" y="37"/>
                  </a:lnTo>
                  <a:lnTo>
                    <a:pt x="523" y="25"/>
                  </a:lnTo>
                  <a:lnTo>
                    <a:pt x="589" y="14"/>
                  </a:lnTo>
                  <a:lnTo>
                    <a:pt x="656" y="6"/>
                  </a:lnTo>
                  <a:lnTo>
                    <a:pt x="725" y="2"/>
                  </a:lnTo>
                  <a:lnTo>
                    <a:pt x="793" y="0"/>
                  </a:lnTo>
                  <a:lnTo>
                    <a:pt x="863" y="2"/>
                  </a:lnTo>
                  <a:lnTo>
                    <a:pt x="933" y="6"/>
                  </a:lnTo>
                  <a:lnTo>
                    <a:pt x="999" y="14"/>
                  </a:lnTo>
                  <a:lnTo>
                    <a:pt x="1066" y="25"/>
                  </a:lnTo>
                  <a:lnTo>
                    <a:pt x="1129" y="37"/>
                  </a:lnTo>
                  <a:lnTo>
                    <a:pt x="1191" y="53"/>
                  </a:lnTo>
                  <a:lnTo>
                    <a:pt x="1250" y="71"/>
                  </a:lnTo>
                  <a:lnTo>
                    <a:pt x="1305" y="93"/>
                  </a:lnTo>
                  <a:lnTo>
                    <a:pt x="1356" y="117"/>
                  </a:lnTo>
                  <a:lnTo>
                    <a:pt x="1403" y="141"/>
                  </a:lnTo>
                  <a:lnTo>
                    <a:pt x="1445" y="170"/>
                  </a:lnTo>
                  <a:lnTo>
                    <a:pt x="1481" y="199"/>
                  </a:lnTo>
                  <a:lnTo>
                    <a:pt x="1513" y="229"/>
                  </a:lnTo>
                  <a:lnTo>
                    <a:pt x="1540" y="261"/>
                  </a:lnTo>
                  <a:lnTo>
                    <a:pt x="1562" y="294"/>
                  </a:lnTo>
                  <a:lnTo>
                    <a:pt x="1577" y="329"/>
                  </a:lnTo>
                  <a:lnTo>
                    <a:pt x="1586" y="362"/>
                  </a:lnTo>
                  <a:lnTo>
                    <a:pt x="1589" y="397"/>
                  </a:lnTo>
                  <a:lnTo>
                    <a:pt x="1586" y="432"/>
                  </a:lnTo>
                  <a:lnTo>
                    <a:pt x="1577" y="467"/>
                  </a:lnTo>
                  <a:lnTo>
                    <a:pt x="1562" y="500"/>
                  </a:lnTo>
                  <a:lnTo>
                    <a:pt x="1540" y="533"/>
                  </a:lnTo>
                  <a:lnTo>
                    <a:pt x="1513" y="565"/>
                  </a:lnTo>
                  <a:lnTo>
                    <a:pt x="1481" y="595"/>
                  </a:lnTo>
                  <a:lnTo>
                    <a:pt x="1445" y="626"/>
                  </a:lnTo>
                  <a:lnTo>
                    <a:pt x="1403" y="653"/>
                  </a:lnTo>
                  <a:lnTo>
                    <a:pt x="1356" y="679"/>
                  </a:lnTo>
                  <a:lnTo>
                    <a:pt x="1305" y="701"/>
                  </a:lnTo>
                  <a:lnTo>
                    <a:pt x="1250" y="723"/>
                  </a:lnTo>
                  <a:lnTo>
                    <a:pt x="1191" y="742"/>
                  </a:lnTo>
                  <a:lnTo>
                    <a:pt x="1129" y="757"/>
                  </a:lnTo>
                  <a:lnTo>
                    <a:pt x="1066" y="771"/>
                  </a:lnTo>
                  <a:lnTo>
                    <a:pt x="999" y="782"/>
                  </a:lnTo>
                  <a:lnTo>
                    <a:pt x="933" y="789"/>
                  </a:lnTo>
                  <a:lnTo>
                    <a:pt x="863" y="794"/>
                  </a:lnTo>
                  <a:lnTo>
                    <a:pt x="793" y="795"/>
                  </a:lnTo>
                  <a:lnTo>
                    <a:pt x="725" y="794"/>
                  </a:lnTo>
                  <a:lnTo>
                    <a:pt x="656" y="789"/>
                  </a:lnTo>
                  <a:lnTo>
                    <a:pt x="589" y="782"/>
                  </a:lnTo>
                  <a:lnTo>
                    <a:pt x="523" y="771"/>
                  </a:lnTo>
                  <a:lnTo>
                    <a:pt x="459" y="757"/>
                  </a:lnTo>
                  <a:lnTo>
                    <a:pt x="397" y="742"/>
                  </a:lnTo>
                  <a:lnTo>
                    <a:pt x="338" y="723"/>
                  </a:lnTo>
                  <a:lnTo>
                    <a:pt x="284" y="701"/>
                  </a:lnTo>
                  <a:lnTo>
                    <a:pt x="233" y="679"/>
                  </a:lnTo>
                  <a:lnTo>
                    <a:pt x="186" y="653"/>
                  </a:lnTo>
                  <a:lnTo>
                    <a:pt x="143" y="626"/>
                  </a:lnTo>
                  <a:lnTo>
                    <a:pt x="107" y="595"/>
                  </a:lnTo>
                  <a:lnTo>
                    <a:pt x="75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7"/>
                  </a:lnTo>
                  <a:lnTo>
                    <a:pt x="3" y="432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00ffff"/>
            </a:solidFill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3201120" y="1644480"/>
              <a:ext cx="9302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spAutoFit/>
            </a:bodyPr>
            <a:p>
              <a:pPr algn="ctr"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Regional Ops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3332880" y="1753920"/>
              <a:ext cx="7178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Coordination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704520" y="1753920"/>
              <a:ext cx="1440" cy="394380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704520" y="2419200"/>
              <a:ext cx="125100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746640" y="2282400"/>
              <a:ext cx="90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60aa"/>
                  </a:solidFill>
                  <a:effectLst/>
                  <a:uFillTx/>
                  <a:latin typeface="Arial"/>
                </a:rPr>
                <a:t>Establish</a:t>
              </a: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 MOUs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704520" y="2765520"/>
              <a:ext cx="125100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745200" y="2629080"/>
              <a:ext cx="619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Plan SOPs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704520" y="3116520"/>
              <a:ext cx="191592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744480" y="2955600"/>
              <a:ext cx="19555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Advise Pre-Planning of Responses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704520" y="4447800"/>
              <a:ext cx="17769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44120" y="4311000"/>
              <a:ext cx="15829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Document Lessons Learned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04520" y="4749840"/>
              <a:ext cx="179748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747000" y="4595040"/>
              <a:ext cx="9284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Train &amp; Exercise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704520" y="5072040"/>
              <a:ext cx="177696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45200" y="4917240"/>
              <a:ext cx="13226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Act as Regional Liaison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897840" y="3116520"/>
              <a:ext cx="1800" cy="25812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897840" y="3368880"/>
              <a:ext cx="16041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937440" y="3213720"/>
              <a:ext cx="82368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Planned Event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97840" y="3368880"/>
              <a:ext cx="1800" cy="25812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897840" y="3627360"/>
              <a:ext cx="16041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38880" y="3472200"/>
              <a:ext cx="14490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Emergency/1st Response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897840" y="3627360"/>
              <a:ext cx="1800" cy="25956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897840" y="3886920"/>
              <a:ext cx="16041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4" name=""/>
            <p:cNvSpPr/>
            <p:nvPr/>
          </p:nvSpPr>
          <p:spPr>
            <a:xfrm>
              <a:off x="938880" y="3732120"/>
              <a:ext cx="10976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Day-to-day Incident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897840" y="3886920"/>
              <a:ext cx="1800" cy="25776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897840" y="4145040"/>
              <a:ext cx="161424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939600" y="3990600"/>
              <a:ext cx="7106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Construction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3022920" y="2423880"/>
              <a:ext cx="178236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3065760" y="2268720"/>
              <a:ext cx="7671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Compile Data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3022920" y="2793240"/>
              <a:ext cx="177048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3062880" y="2613600"/>
              <a:ext cx="142128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Identify Regional Incident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3022920" y="3584520"/>
              <a:ext cx="180612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3065040" y="3273120"/>
              <a:ext cx="9075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Collaborate with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3063960" y="3411720"/>
              <a:ext cx="13719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Transportation Agencies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3022920" y="1753920"/>
              <a:ext cx="1800" cy="260676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3022920" y="3955320"/>
              <a:ext cx="181800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7" name=""/>
            <p:cNvSpPr/>
            <p:nvPr/>
          </p:nvSpPr>
          <p:spPr>
            <a:xfrm>
              <a:off x="3065400" y="3774240"/>
              <a:ext cx="16880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Communicate with 3rd Parties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8" name=""/>
            <p:cNvSpPr/>
            <p:nvPr/>
          </p:nvSpPr>
          <p:spPr>
            <a:xfrm>
              <a:off x="3022920" y="4361040"/>
              <a:ext cx="177552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3065400" y="4206240"/>
              <a:ext cx="8373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Distribute Data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5524920" y="1537920"/>
              <a:ext cx="134784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4" y="362"/>
                  </a:lnTo>
                  <a:lnTo>
                    <a:pt x="13" y="328"/>
                  </a:lnTo>
                  <a:lnTo>
                    <a:pt x="28" y="294"/>
                  </a:lnTo>
                  <a:lnTo>
                    <a:pt x="49" y="260"/>
                  </a:lnTo>
                  <a:lnTo>
                    <a:pt x="75" y="229"/>
                  </a:lnTo>
                  <a:lnTo>
                    <a:pt x="108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5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9" y="36"/>
                  </a:lnTo>
                  <a:lnTo>
                    <a:pt x="524" y="24"/>
                  </a:lnTo>
                  <a:lnTo>
                    <a:pt x="589" y="13"/>
                  </a:lnTo>
                  <a:lnTo>
                    <a:pt x="657" y="6"/>
                  </a:lnTo>
                  <a:lnTo>
                    <a:pt x="726" y="1"/>
                  </a:lnTo>
                  <a:lnTo>
                    <a:pt x="794" y="0"/>
                  </a:lnTo>
                  <a:lnTo>
                    <a:pt x="864" y="1"/>
                  </a:lnTo>
                  <a:lnTo>
                    <a:pt x="932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49" y="71"/>
                  </a:lnTo>
                  <a:lnTo>
                    <a:pt x="1305" y="92"/>
                  </a:lnTo>
                  <a:lnTo>
                    <a:pt x="1357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41" y="260"/>
                  </a:lnTo>
                  <a:lnTo>
                    <a:pt x="1561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1" y="500"/>
                  </a:lnTo>
                  <a:lnTo>
                    <a:pt x="1541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7" y="678"/>
                  </a:lnTo>
                  <a:lnTo>
                    <a:pt x="1305" y="701"/>
                  </a:lnTo>
                  <a:lnTo>
                    <a:pt x="1249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2" y="789"/>
                  </a:lnTo>
                  <a:lnTo>
                    <a:pt x="864" y="793"/>
                  </a:lnTo>
                  <a:lnTo>
                    <a:pt x="794" y="795"/>
                  </a:lnTo>
                  <a:lnTo>
                    <a:pt x="726" y="793"/>
                  </a:lnTo>
                  <a:lnTo>
                    <a:pt x="657" y="789"/>
                  </a:lnTo>
                  <a:lnTo>
                    <a:pt x="589" y="781"/>
                  </a:lnTo>
                  <a:lnTo>
                    <a:pt x="524" y="771"/>
                  </a:lnTo>
                  <a:lnTo>
                    <a:pt x="459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5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8" y="595"/>
                  </a:lnTo>
                  <a:lnTo>
                    <a:pt x="75" y="565"/>
                  </a:lnTo>
                  <a:lnTo>
                    <a:pt x="49" y="533"/>
                  </a:lnTo>
                  <a:lnTo>
                    <a:pt x="28" y="500"/>
                  </a:lnTo>
                  <a:lnTo>
                    <a:pt x="13" y="466"/>
                  </a:lnTo>
                  <a:lnTo>
                    <a:pt x="4" y="431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5524920" y="1537920"/>
              <a:ext cx="134784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4" y="362"/>
                  </a:lnTo>
                  <a:lnTo>
                    <a:pt x="13" y="328"/>
                  </a:lnTo>
                  <a:lnTo>
                    <a:pt x="28" y="294"/>
                  </a:lnTo>
                  <a:lnTo>
                    <a:pt x="49" y="260"/>
                  </a:lnTo>
                  <a:lnTo>
                    <a:pt x="75" y="229"/>
                  </a:lnTo>
                  <a:lnTo>
                    <a:pt x="108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5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9" y="36"/>
                  </a:lnTo>
                  <a:lnTo>
                    <a:pt x="524" y="24"/>
                  </a:lnTo>
                  <a:lnTo>
                    <a:pt x="589" y="13"/>
                  </a:lnTo>
                  <a:lnTo>
                    <a:pt x="657" y="6"/>
                  </a:lnTo>
                  <a:lnTo>
                    <a:pt x="726" y="1"/>
                  </a:lnTo>
                  <a:lnTo>
                    <a:pt x="794" y="0"/>
                  </a:lnTo>
                  <a:lnTo>
                    <a:pt x="864" y="1"/>
                  </a:lnTo>
                  <a:lnTo>
                    <a:pt x="932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49" y="71"/>
                  </a:lnTo>
                  <a:lnTo>
                    <a:pt x="1305" y="92"/>
                  </a:lnTo>
                  <a:lnTo>
                    <a:pt x="1357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41" y="260"/>
                  </a:lnTo>
                  <a:lnTo>
                    <a:pt x="1561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1" y="500"/>
                  </a:lnTo>
                  <a:lnTo>
                    <a:pt x="1541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7" y="678"/>
                  </a:lnTo>
                  <a:lnTo>
                    <a:pt x="1305" y="701"/>
                  </a:lnTo>
                  <a:lnTo>
                    <a:pt x="1249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2" y="789"/>
                  </a:lnTo>
                  <a:lnTo>
                    <a:pt x="864" y="793"/>
                  </a:lnTo>
                  <a:lnTo>
                    <a:pt x="794" y="795"/>
                  </a:lnTo>
                  <a:lnTo>
                    <a:pt x="726" y="793"/>
                  </a:lnTo>
                  <a:lnTo>
                    <a:pt x="657" y="789"/>
                  </a:lnTo>
                  <a:lnTo>
                    <a:pt x="589" y="781"/>
                  </a:lnTo>
                  <a:lnTo>
                    <a:pt x="524" y="771"/>
                  </a:lnTo>
                  <a:lnTo>
                    <a:pt x="459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5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8" y="595"/>
                  </a:lnTo>
                  <a:lnTo>
                    <a:pt x="75" y="565"/>
                  </a:lnTo>
                  <a:lnTo>
                    <a:pt x="49" y="533"/>
                  </a:lnTo>
                  <a:lnTo>
                    <a:pt x="28" y="500"/>
                  </a:lnTo>
                  <a:lnTo>
                    <a:pt x="13" y="466"/>
                  </a:lnTo>
                  <a:lnTo>
                    <a:pt x="4" y="431"/>
                  </a:lnTo>
                  <a:lnTo>
                    <a:pt x="0" y="397"/>
                  </a:lnTo>
                </a:path>
              </a:pathLst>
            </a:custGeom>
            <a:noFill/>
            <a:ln w="32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5428440" y="1452960"/>
              <a:ext cx="1347480" cy="60300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3" y="362"/>
                  </a:lnTo>
                  <a:lnTo>
                    <a:pt x="12" y="329"/>
                  </a:lnTo>
                  <a:lnTo>
                    <a:pt x="27" y="294"/>
                  </a:lnTo>
                  <a:lnTo>
                    <a:pt x="48" y="261"/>
                  </a:lnTo>
                  <a:lnTo>
                    <a:pt x="74" y="229"/>
                  </a:lnTo>
                  <a:lnTo>
                    <a:pt x="107" y="199"/>
                  </a:lnTo>
                  <a:lnTo>
                    <a:pt x="144" y="170"/>
                  </a:lnTo>
                  <a:lnTo>
                    <a:pt x="186" y="141"/>
                  </a:lnTo>
                  <a:lnTo>
                    <a:pt x="233" y="117"/>
                  </a:lnTo>
                  <a:lnTo>
                    <a:pt x="284" y="93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8" y="37"/>
                  </a:lnTo>
                  <a:lnTo>
                    <a:pt x="523" y="25"/>
                  </a:lnTo>
                  <a:lnTo>
                    <a:pt x="588" y="14"/>
                  </a:lnTo>
                  <a:lnTo>
                    <a:pt x="656" y="6"/>
                  </a:lnTo>
                  <a:lnTo>
                    <a:pt x="726" y="2"/>
                  </a:lnTo>
                  <a:lnTo>
                    <a:pt x="794" y="0"/>
                  </a:lnTo>
                  <a:lnTo>
                    <a:pt x="863" y="2"/>
                  </a:lnTo>
                  <a:lnTo>
                    <a:pt x="931" y="6"/>
                  </a:lnTo>
                  <a:lnTo>
                    <a:pt x="999" y="14"/>
                  </a:lnTo>
                  <a:lnTo>
                    <a:pt x="1066" y="25"/>
                  </a:lnTo>
                  <a:lnTo>
                    <a:pt x="1130" y="37"/>
                  </a:lnTo>
                  <a:lnTo>
                    <a:pt x="1191" y="53"/>
                  </a:lnTo>
                  <a:lnTo>
                    <a:pt x="1249" y="71"/>
                  </a:lnTo>
                  <a:lnTo>
                    <a:pt x="1305" y="93"/>
                  </a:lnTo>
                  <a:lnTo>
                    <a:pt x="1356" y="117"/>
                  </a:lnTo>
                  <a:lnTo>
                    <a:pt x="1402" y="141"/>
                  </a:lnTo>
                  <a:lnTo>
                    <a:pt x="1444" y="170"/>
                  </a:lnTo>
                  <a:lnTo>
                    <a:pt x="1482" y="199"/>
                  </a:lnTo>
                  <a:lnTo>
                    <a:pt x="1514" y="229"/>
                  </a:lnTo>
                  <a:lnTo>
                    <a:pt x="1541" y="261"/>
                  </a:lnTo>
                  <a:lnTo>
                    <a:pt x="1560" y="294"/>
                  </a:lnTo>
                  <a:lnTo>
                    <a:pt x="1576" y="329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2"/>
                  </a:lnTo>
                  <a:lnTo>
                    <a:pt x="1576" y="467"/>
                  </a:lnTo>
                  <a:lnTo>
                    <a:pt x="1560" y="500"/>
                  </a:lnTo>
                  <a:lnTo>
                    <a:pt x="1541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6"/>
                  </a:lnTo>
                  <a:lnTo>
                    <a:pt x="1402" y="653"/>
                  </a:lnTo>
                  <a:lnTo>
                    <a:pt x="1356" y="679"/>
                  </a:lnTo>
                  <a:lnTo>
                    <a:pt x="1305" y="701"/>
                  </a:lnTo>
                  <a:lnTo>
                    <a:pt x="1249" y="723"/>
                  </a:lnTo>
                  <a:lnTo>
                    <a:pt x="1191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999" y="782"/>
                  </a:lnTo>
                  <a:lnTo>
                    <a:pt x="931" y="789"/>
                  </a:lnTo>
                  <a:lnTo>
                    <a:pt x="863" y="794"/>
                  </a:lnTo>
                  <a:lnTo>
                    <a:pt x="794" y="795"/>
                  </a:lnTo>
                  <a:lnTo>
                    <a:pt x="726" y="794"/>
                  </a:lnTo>
                  <a:lnTo>
                    <a:pt x="656" y="789"/>
                  </a:lnTo>
                  <a:lnTo>
                    <a:pt x="588" y="782"/>
                  </a:lnTo>
                  <a:lnTo>
                    <a:pt x="523" y="771"/>
                  </a:lnTo>
                  <a:lnTo>
                    <a:pt x="458" y="757"/>
                  </a:lnTo>
                  <a:lnTo>
                    <a:pt x="398" y="742"/>
                  </a:lnTo>
                  <a:lnTo>
                    <a:pt x="339" y="723"/>
                  </a:lnTo>
                  <a:lnTo>
                    <a:pt x="284" y="701"/>
                  </a:lnTo>
                  <a:lnTo>
                    <a:pt x="233" y="679"/>
                  </a:lnTo>
                  <a:lnTo>
                    <a:pt x="186" y="653"/>
                  </a:lnTo>
                  <a:lnTo>
                    <a:pt x="144" y="626"/>
                  </a:lnTo>
                  <a:lnTo>
                    <a:pt x="107" y="595"/>
                  </a:lnTo>
                  <a:lnTo>
                    <a:pt x="74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7"/>
                  </a:lnTo>
                  <a:lnTo>
                    <a:pt x="3" y="432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00ffff"/>
            </a:solidFill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5848920" y="1547280"/>
              <a:ext cx="5000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Regional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776920" y="1685520"/>
              <a:ext cx="6336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Information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856120" y="1823760"/>
              <a:ext cx="4856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Systems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5428440" y="2616840"/>
              <a:ext cx="187560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7" name=""/>
            <p:cNvSpPr/>
            <p:nvPr/>
          </p:nvSpPr>
          <p:spPr>
            <a:xfrm>
              <a:off x="5467320" y="2306880"/>
              <a:ext cx="17305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Interface Agency and Regional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8" name=""/>
            <p:cNvSpPr/>
            <p:nvPr/>
          </p:nvSpPr>
          <p:spPr>
            <a:xfrm>
              <a:off x="5470920" y="2443680"/>
              <a:ext cx="4856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Systems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5428440" y="3048480"/>
              <a:ext cx="192492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5467680" y="2738520"/>
              <a:ext cx="15548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Build and Operate Regional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469840" y="2875320"/>
              <a:ext cx="10904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Information System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428440" y="4339800"/>
              <a:ext cx="191628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5470200" y="4184640"/>
              <a:ext cx="72468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Archive Data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5428440" y="1753920"/>
              <a:ext cx="3240" cy="3556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5428440" y="4813920"/>
              <a:ext cx="23133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5469480" y="4503960"/>
              <a:ext cx="21099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Maintain Repository of Transportation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5470200" y="4641840"/>
              <a:ext cx="16459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and Communication Systems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5432040" y="5310720"/>
              <a:ext cx="230976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5472720" y="5000760"/>
              <a:ext cx="16459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Coordinate with Regional ITS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5474160" y="5138640"/>
              <a:ext cx="6757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Architecture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5428440" y="3368880"/>
              <a:ext cx="191628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5470560" y="3213720"/>
              <a:ext cx="15966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Provide Traveler Information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5428440" y="3710520"/>
              <a:ext cx="191628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5470200" y="3539160"/>
              <a:ext cx="164592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Compile Weather Information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5428440" y="4016160"/>
              <a:ext cx="191628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5469120" y="3861360"/>
              <a:ext cx="13788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Manage GIS Information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7545240" y="1537920"/>
              <a:ext cx="134604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9" y="260"/>
                  </a:lnTo>
                  <a:lnTo>
                    <a:pt x="74" y="229"/>
                  </a:lnTo>
                  <a:lnTo>
                    <a:pt x="106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5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8" y="36"/>
                  </a:lnTo>
                  <a:lnTo>
                    <a:pt x="523" y="24"/>
                  </a:lnTo>
                  <a:lnTo>
                    <a:pt x="588" y="13"/>
                  </a:lnTo>
                  <a:lnTo>
                    <a:pt x="656" y="6"/>
                  </a:lnTo>
                  <a:lnTo>
                    <a:pt x="724" y="1"/>
                  </a:lnTo>
                  <a:lnTo>
                    <a:pt x="794" y="0"/>
                  </a:lnTo>
                  <a:lnTo>
                    <a:pt x="864" y="1"/>
                  </a:lnTo>
                  <a:lnTo>
                    <a:pt x="932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49" y="71"/>
                  </a:lnTo>
                  <a:lnTo>
                    <a:pt x="1305" y="92"/>
                  </a:lnTo>
                  <a:lnTo>
                    <a:pt x="1355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39" y="260"/>
                  </a:lnTo>
                  <a:lnTo>
                    <a:pt x="1561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1" y="500"/>
                  </a:lnTo>
                  <a:lnTo>
                    <a:pt x="1539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5" y="678"/>
                  </a:lnTo>
                  <a:lnTo>
                    <a:pt x="1305" y="701"/>
                  </a:lnTo>
                  <a:lnTo>
                    <a:pt x="1249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2" y="789"/>
                  </a:lnTo>
                  <a:lnTo>
                    <a:pt x="864" y="793"/>
                  </a:lnTo>
                  <a:lnTo>
                    <a:pt x="794" y="795"/>
                  </a:lnTo>
                  <a:lnTo>
                    <a:pt x="724" y="793"/>
                  </a:lnTo>
                  <a:lnTo>
                    <a:pt x="656" y="789"/>
                  </a:lnTo>
                  <a:lnTo>
                    <a:pt x="588" y="781"/>
                  </a:lnTo>
                  <a:lnTo>
                    <a:pt x="523" y="771"/>
                  </a:lnTo>
                  <a:lnTo>
                    <a:pt x="458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5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9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7545240" y="1537920"/>
              <a:ext cx="1346040" cy="604440"/>
            </a:xfrm>
            <a:custGeom>
              <a:avLst/>
              <a:gdLst/>
              <a:ahLst/>
              <a:rect l="l" t="t" r="r" b="b"/>
              <a:pathLst>
                <a:path w="1588" h="795">
                  <a:moveTo>
                    <a:pt x="0" y="397"/>
                  </a:moveTo>
                  <a:lnTo>
                    <a:pt x="3" y="362"/>
                  </a:lnTo>
                  <a:lnTo>
                    <a:pt x="12" y="328"/>
                  </a:lnTo>
                  <a:lnTo>
                    <a:pt x="27" y="294"/>
                  </a:lnTo>
                  <a:lnTo>
                    <a:pt x="49" y="260"/>
                  </a:lnTo>
                  <a:lnTo>
                    <a:pt x="74" y="229"/>
                  </a:lnTo>
                  <a:lnTo>
                    <a:pt x="106" y="198"/>
                  </a:lnTo>
                  <a:lnTo>
                    <a:pt x="144" y="169"/>
                  </a:lnTo>
                  <a:lnTo>
                    <a:pt x="186" y="141"/>
                  </a:lnTo>
                  <a:lnTo>
                    <a:pt x="233" y="116"/>
                  </a:lnTo>
                  <a:lnTo>
                    <a:pt x="285" y="92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8" y="36"/>
                  </a:lnTo>
                  <a:lnTo>
                    <a:pt x="523" y="24"/>
                  </a:lnTo>
                  <a:lnTo>
                    <a:pt x="588" y="13"/>
                  </a:lnTo>
                  <a:lnTo>
                    <a:pt x="656" y="6"/>
                  </a:lnTo>
                  <a:lnTo>
                    <a:pt x="724" y="1"/>
                  </a:lnTo>
                  <a:lnTo>
                    <a:pt x="794" y="0"/>
                  </a:lnTo>
                  <a:lnTo>
                    <a:pt x="864" y="1"/>
                  </a:lnTo>
                  <a:lnTo>
                    <a:pt x="932" y="6"/>
                  </a:lnTo>
                  <a:lnTo>
                    <a:pt x="1000" y="13"/>
                  </a:lnTo>
                  <a:lnTo>
                    <a:pt x="1066" y="24"/>
                  </a:lnTo>
                  <a:lnTo>
                    <a:pt x="1130" y="36"/>
                  </a:lnTo>
                  <a:lnTo>
                    <a:pt x="1192" y="53"/>
                  </a:lnTo>
                  <a:lnTo>
                    <a:pt x="1249" y="71"/>
                  </a:lnTo>
                  <a:lnTo>
                    <a:pt x="1305" y="92"/>
                  </a:lnTo>
                  <a:lnTo>
                    <a:pt x="1355" y="116"/>
                  </a:lnTo>
                  <a:lnTo>
                    <a:pt x="1402" y="141"/>
                  </a:lnTo>
                  <a:lnTo>
                    <a:pt x="1444" y="169"/>
                  </a:lnTo>
                  <a:lnTo>
                    <a:pt x="1482" y="198"/>
                  </a:lnTo>
                  <a:lnTo>
                    <a:pt x="1514" y="229"/>
                  </a:lnTo>
                  <a:lnTo>
                    <a:pt x="1539" y="260"/>
                  </a:lnTo>
                  <a:lnTo>
                    <a:pt x="1561" y="294"/>
                  </a:lnTo>
                  <a:lnTo>
                    <a:pt x="1576" y="328"/>
                  </a:lnTo>
                  <a:lnTo>
                    <a:pt x="1585" y="362"/>
                  </a:lnTo>
                  <a:lnTo>
                    <a:pt x="1588" y="397"/>
                  </a:lnTo>
                  <a:lnTo>
                    <a:pt x="1585" y="431"/>
                  </a:lnTo>
                  <a:lnTo>
                    <a:pt x="1576" y="466"/>
                  </a:lnTo>
                  <a:lnTo>
                    <a:pt x="1561" y="500"/>
                  </a:lnTo>
                  <a:lnTo>
                    <a:pt x="1539" y="533"/>
                  </a:lnTo>
                  <a:lnTo>
                    <a:pt x="1514" y="565"/>
                  </a:lnTo>
                  <a:lnTo>
                    <a:pt x="1482" y="595"/>
                  </a:lnTo>
                  <a:lnTo>
                    <a:pt x="1444" y="625"/>
                  </a:lnTo>
                  <a:lnTo>
                    <a:pt x="1402" y="653"/>
                  </a:lnTo>
                  <a:lnTo>
                    <a:pt x="1355" y="678"/>
                  </a:lnTo>
                  <a:lnTo>
                    <a:pt x="1305" y="701"/>
                  </a:lnTo>
                  <a:lnTo>
                    <a:pt x="1249" y="722"/>
                  </a:lnTo>
                  <a:lnTo>
                    <a:pt x="1192" y="742"/>
                  </a:lnTo>
                  <a:lnTo>
                    <a:pt x="1130" y="757"/>
                  </a:lnTo>
                  <a:lnTo>
                    <a:pt x="1066" y="771"/>
                  </a:lnTo>
                  <a:lnTo>
                    <a:pt x="1000" y="781"/>
                  </a:lnTo>
                  <a:lnTo>
                    <a:pt x="932" y="789"/>
                  </a:lnTo>
                  <a:lnTo>
                    <a:pt x="864" y="793"/>
                  </a:lnTo>
                  <a:lnTo>
                    <a:pt x="794" y="795"/>
                  </a:lnTo>
                  <a:lnTo>
                    <a:pt x="724" y="793"/>
                  </a:lnTo>
                  <a:lnTo>
                    <a:pt x="656" y="789"/>
                  </a:lnTo>
                  <a:lnTo>
                    <a:pt x="588" y="781"/>
                  </a:lnTo>
                  <a:lnTo>
                    <a:pt x="523" y="771"/>
                  </a:lnTo>
                  <a:lnTo>
                    <a:pt x="458" y="757"/>
                  </a:lnTo>
                  <a:lnTo>
                    <a:pt x="398" y="742"/>
                  </a:lnTo>
                  <a:lnTo>
                    <a:pt x="339" y="722"/>
                  </a:lnTo>
                  <a:lnTo>
                    <a:pt x="285" y="701"/>
                  </a:lnTo>
                  <a:lnTo>
                    <a:pt x="233" y="678"/>
                  </a:lnTo>
                  <a:lnTo>
                    <a:pt x="186" y="653"/>
                  </a:lnTo>
                  <a:lnTo>
                    <a:pt x="144" y="625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9" y="533"/>
                  </a:lnTo>
                  <a:lnTo>
                    <a:pt x="27" y="500"/>
                  </a:lnTo>
                  <a:lnTo>
                    <a:pt x="12" y="466"/>
                  </a:lnTo>
                  <a:lnTo>
                    <a:pt x="3" y="431"/>
                  </a:lnTo>
                  <a:lnTo>
                    <a:pt x="0" y="397"/>
                  </a:lnTo>
                </a:path>
              </a:pathLst>
            </a:custGeom>
            <a:noFill/>
            <a:ln w="324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7448760" y="1452960"/>
              <a:ext cx="1347480" cy="603000"/>
            </a:xfrm>
            <a:custGeom>
              <a:avLst/>
              <a:gdLst/>
              <a:ahLst/>
              <a:rect l="l" t="t" r="r" b="b"/>
              <a:pathLst>
                <a:path w="1587" h="795">
                  <a:moveTo>
                    <a:pt x="0" y="397"/>
                  </a:moveTo>
                  <a:lnTo>
                    <a:pt x="3" y="362"/>
                  </a:lnTo>
                  <a:lnTo>
                    <a:pt x="12" y="329"/>
                  </a:lnTo>
                  <a:lnTo>
                    <a:pt x="27" y="294"/>
                  </a:lnTo>
                  <a:lnTo>
                    <a:pt x="48" y="261"/>
                  </a:lnTo>
                  <a:lnTo>
                    <a:pt x="74" y="229"/>
                  </a:lnTo>
                  <a:lnTo>
                    <a:pt x="106" y="199"/>
                  </a:lnTo>
                  <a:lnTo>
                    <a:pt x="143" y="170"/>
                  </a:lnTo>
                  <a:lnTo>
                    <a:pt x="186" y="141"/>
                  </a:lnTo>
                  <a:lnTo>
                    <a:pt x="233" y="117"/>
                  </a:lnTo>
                  <a:lnTo>
                    <a:pt x="284" y="93"/>
                  </a:lnTo>
                  <a:lnTo>
                    <a:pt x="339" y="71"/>
                  </a:lnTo>
                  <a:lnTo>
                    <a:pt x="398" y="53"/>
                  </a:lnTo>
                  <a:lnTo>
                    <a:pt x="458" y="37"/>
                  </a:lnTo>
                  <a:lnTo>
                    <a:pt x="521" y="25"/>
                  </a:lnTo>
                  <a:lnTo>
                    <a:pt x="588" y="14"/>
                  </a:lnTo>
                  <a:lnTo>
                    <a:pt x="656" y="6"/>
                  </a:lnTo>
                  <a:lnTo>
                    <a:pt x="724" y="2"/>
                  </a:lnTo>
                  <a:lnTo>
                    <a:pt x="794" y="0"/>
                  </a:lnTo>
                  <a:lnTo>
                    <a:pt x="863" y="2"/>
                  </a:lnTo>
                  <a:lnTo>
                    <a:pt x="931" y="6"/>
                  </a:lnTo>
                  <a:lnTo>
                    <a:pt x="999" y="14"/>
                  </a:lnTo>
                  <a:lnTo>
                    <a:pt x="1066" y="25"/>
                  </a:lnTo>
                  <a:lnTo>
                    <a:pt x="1129" y="37"/>
                  </a:lnTo>
                  <a:lnTo>
                    <a:pt x="1191" y="53"/>
                  </a:lnTo>
                  <a:lnTo>
                    <a:pt x="1249" y="71"/>
                  </a:lnTo>
                  <a:lnTo>
                    <a:pt x="1305" y="93"/>
                  </a:lnTo>
                  <a:lnTo>
                    <a:pt x="1355" y="117"/>
                  </a:lnTo>
                  <a:lnTo>
                    <a:pt x="1401" y="141"/>
                  </a:lnTo>
                  <a:lnTo>
                    <a:pt x="1444" y="170"/>
                  </a:lnTo>
                  <a:lnTo>
                    <a:pt x="1482" y="199"/>
                  </a:lnTo>
                  <a:lnTo>
                    <a:pt x="1513" y="229"/>
                  </a:lnTo>
                  <a:lnTo>
                    <a:pt x="1539" y="261"/>
                  </a:lnTo>
                  <a:lnTo>
                    <a:pt x="1560" y="294"/>
                  </a:lnTo>
                  <a:lnTo>
                    <a:pt x="1575" y="329"/>
                  </a:lnTo>
                  <a:lnTo>
                    <a:pt x="1584" y="362"/>
                  </a:lnTo>
                  <a:lnTo>
                    <a:pt x="1587" y="397"/>
                  </a:lnTo>
                  <a:lnTo>
                    <a:pt x="1584" y="432"/>
                  </a:lnTo>
                  <a:lnTo>
                    <a:pt x="1575" y="467"/>
                  </a:lnTo>
                  <a:lnTo>
                    <a:pt x="1560" y="500"/>
                  </a:lnTo>
                  <a:lnTo>
                    <a:pt x="1539" y="533"/>
                  </a:lnTo>
                  <a:lnTo>
                    <a:pt x="1513" y="565"/>
                  </a:lnTo>
                  <a:lnTo>
                    <a:pt x="1482" y="595"/>
                  </a:lnTo>
                  <a:lnTo>
                    <a:pt x="1444" y="626"/>
                  </a:lnTo>
                  <a:lnTo>
                    <a:pt x="1401" y="653"/>
                  </a:lnTo>
                  <a:lnTo>
                    <a:pt x="1355" y="679"/>
                  </a:lnTo>
                  <a:lnTo>
                    <a:pt x="1305" y="701"/>
                  </a:lnTo>
                  <a:lnTo>
                    <a:pt x="1249" y="723"/>
                  </a:lnTo>
                  <a:lnTo>
                    <a:pt x="1191" y="742"/>
                  </a:lnTo>
                  <a:lnTo>
                    <a:pt x="1129" y="757"/>
                  </a:lnTo>
                  <a:lnTo>
                    <a:pt x="1066" y="771"/>
                  </a:lnTo>
                  <a:lnTo>
                    <a:pt x="999" y="782"/>
                  </a:lnTo>
                  <a:lnTo>
                    <a:pt x="931" y="789"/>
                  </a:lnTo>
                  <a:lnTo>
                    <a:pt x="863" y="794"/>
                  </a:lnTo>
                  <a:lnTo>
                    <a:pt x="794" y="795"/>
                  </a:lnTo>
                  <a:lnTo>
                    <a:pt x="724" y="794"/>
                  </a:lnTo>
                  <a:lnTo>
                    <a:pt x="656" y="789"/>
                  </a:lnTo>
                  <a:lnTo>
                    <a:pt x="588" y="782"/>
                  </a:lnTo>
                  <a:lnTo>
                    <a:pt x="521" y="771"/>
                  </a:lnTo>
                  <a:lnTo>
                    <a:pt x="458" y="757"/>
                  </a:lnTo>
                  <a:lnTo>
                    <a:pt x="398" y="742"/>
                  </a:lnTo>
                  <a:lnTo>
                    <a:pt x="339" y="723"/>
                  </a:lnTo>
                  <a:lnTo>
                    <a:pt x="284" y="701"/>
                  </a:lnTo>
                  <a:lnTo>
                    <a:pt x="233" y="679"/>
                  </a:lnTo>
                  <a:lnTo>
                    <a:pt x="186" y="653"/>
                  </a:lnTo>
                  <a:lnTo>
                    <a:pt x="143" y="626"/>
                  </a:lnTo>
                  <a:lnTo>
                    <a:pt x="106" y="595"/>
                  </a:lnTo>
                  <a:lnTo>
                    <a:pt x="74" y="565"/>
                  </a:lnTo>
                  <a:lnTo>
                    <a:pt x="48" y="533"/>
                  </a:lnTo>
                  <a:lnTo>
                    <a:pt x="27" y="500"/>
                  </a:lnTo>
                  <a:lnTo>
                    <a:pt x="12" y="467"/>
                  </a:lnTo>
                  <a:lnTo>
                    <a:pt x="3" y="432"/>
                  </a:lnTo>
                  <a:lnTo>
                    <a:pt x="0" y="397"/>
                  </a:lnTo>
                  <a:close/>
                </a:path>
              </a:pathLst>
            </a:custGeom>
            <a:solidFill>
              <a:srgbClr val="00ffff"/>
            </a:solidFill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7619400" y="1615680"/>
              <a:ext cx="94248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MATOC Finance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7651440" y="1753920"/>
              <a:ext cx="92160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&amp; Administration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4757760" y="1152000"/>
              <a:ext cx="1344240" cy="300600"/>
            </a:xfrm>
            <a:custGeom>
              <a:avLst/>
              <a:gdLst/>
              <a:ahLst/>
              <a:rect l="l" t="t" r="r" b="b"/>
              <a:pathLst>
                <a:path w="1585" h="395">
                  <a:moveTo>
                    <a:pt x="0" y="0"/>
                  </a:moveTo>
                  <a:lnTo>
                    <a:pt x="0" y="111"/>
                  </a:lnTo>
                  <a:lnTo>
                    <a:pt x="1585" y="111"/>
                  </a:lnTo>
                  <a:lnTo>
                    <a:pt x="1585" y="395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4757760" y="1152000"/>
              <a:ext cx="3364200" cy="300600"/>
            </a:xfrm>
            <a:custGeom>
              <a:avLst/>
              <a:gdLst/>
              <a:ahLst/>
              <a:rect l="l" t="t" r="r" b="b"/>
              <a:pathLst>
                <a:path w="3965" h="395">
                  <a:moveTo>
                    <a:pt x="3965" y="395"/>
                  </a:moveTo>
                  <a:lnTo>
                    <a:pt x="3965" y="111"/>
                  </a:lnTo>
                  <a:lnTo>
                    <a:pt x="0" y="111"/>
                  </a:lnTo>
                  <a:lnTo>
                    <a:pt x="0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3696840" y="1152000"/>
              <a:ext cx="1060560" cy="300600"/>
            </a:xfrm>
            <a:custGeom>
              <a:avLst/>
              <a:gdLst/>
              <a:ahLst/>
              <a:rect l="l" t="t" r="r" b="b"/>
              <a:pathLst>
                <a:path w="1249" h="395">
                  <a:moveTo>
                    <a:pt x="0" y="395"/>
                  </a:moveTo>
                  <a:lnTo>
                    <a:pt x="0" y="111"/>
                  </a:lnTo>
                  <a:lnTo>
                    <a:pt x="1249" y="111"/>
                  </a:lnTo>
                  <a:lnTo>
                    <a:pt x="1249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" name=""/>
            <p:cNvSpPr/>
            <p:nvPr/>
          </p:nvSpPr>
          <p:spPr>
            <a:xfrm>
              <a:off x="1378080" y="1152000"/>
              <a:ext cx="3379680" cy="300600"/>
            </a:xfrm>
            <a:custGeom>
              <a:avLst/>
              <a:gdLst/>
              <a:ahLst/>
              <a:rect l="l" t="t" r="r" b="b"/>
              <a:pathLst>
                <a:path w="3981" h="395">
                  <a:moveTo>
                    <a:pt x="0" y="395"/>
                  </a:moveTo>
                  <a:lnTo>
                    <a:pt x="0" y="111"/>
                  </a:lnTo>
                  <a:lnTo>
                    <a:pt x="3981" y="111"/>
                  </a:lnTo>
                  <a:lnTo>
                    <a:pt x="3981" y="0"/>
                  </a:lnTo>
                </a:path>
              </a:pathLst>
            </a:custGeom>
            <a:noFill/>
            <a:ln w="324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" name=""/>
            <p:cNvSpPr/>
            <p:nvPr/>
          </p:nvSpPr>
          <p:spPr>
            <a:xfrm>
              <a:off x="709560" y="5375880"/>
              <a:ext cx="153972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750600" y="5220720"/>
              <a:ext cx="13928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Forecast Incident Effects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709560" y="5698080"/>
              <a:ext cx="2410200" cy="144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360" bIns="-4536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749880" y="5522040"/>
              <a:ext cx="226476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Examine Regional Incident Performance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3022920" y="3134880"/>
              <a:ext cx="1770480" cy="1080"/>
            </a:xfrm>
            <a:prstGeom prst="line">
              <a:avLst/>
            </a:prstGeom>
            <a:ln w="792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5720" bIns="-457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3064320" y="2955600"/>
              <a:ext cx="1540440" cy="15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0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Monitor Secondary Impacts</a:t>
              </a:r>
              <a:endParaRPr b="0" lang="en-IN" sz="10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18694B6F-444A-4406-BE01-98AA8DC63884}" type="slidenum">
              <a:t>5</a:t>
            </a:fld>
          </a:p>
        </p:txBody>
      </p:sp>
    </p:spTree>
  </p:cSld>
  <p:transition>
    <p:strips dir="rd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0" y="1284120"/>
            <a:ext cx="914400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-46440" bIns="-46440" anchor="ctr">
            <a:sp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919080"/>
            <a:ext cx="9144000" cy="5938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219320" y="0"/>
            <a:ext cx="6708600" cy="99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90960" y="304920"/>
            <a:ext cx="81684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trike="noStrike" u="none">
                <a:solidFill>
                  <a:srgbClr val="0060aa"/>
                </a:solidFill>
                <a:effectLst/>
                <a:uFillTx/>
                <a:latin typeface="Arial"/>
              </a:rPr>
              <a:t>MATOC in Regional and State/National Incidents</a:t>
            </a:r>
            <a:endParaRPr b="0" lang="en-IN" sz="28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36" name=""/>
          <p:cNvGrpSpPr/>
          <p:nvPr/>
        </p:nvGrpSpPr>
        <p:grpSpPr>
          <a:xfrm>
            <a:off x="1781280" y="838080"/>
            <a:ext cx="4140000" cy="1452600"/>
            <a:chOff x="1781280" y="838080"/>
            <a:chExt cx="4140000" cy="1452600"/>
          </a:xfrm>
        </p:grpSpPr>
        <p:grpSp>
          <p:nvGrpSpPr>
            <p:cNvPr id="137" name=""/>
            <p:cNvGrpSpPr/>
            <p:nvPr/>
          </p:nvGrpSpPr>
          <p:grpSpPr>
            <a:xfrm>
              <a:off x="1781280" y="838080"/>
              <a:ext cx="3232080" cy="1452600"/>
              <a:chOff x="1781280" y="838080"/>
              <a:chExt cx="3232080" cy="1452600"/>
            </a:xfrm>
          </p:grpSpPr>
          <p:sp>
            <p:nvSpPr>
              <p:cNvPr id="138" name=""/>
              <p:cNvSpPr/>
              <p:nvPr/>
            </p:nvSpPr>
            <p:spPr>
              <a:xfrm>
                <a:off x="1781280" y="838080"/>
                <a:ext cx="15840" cy="1452600"/>
              </a:xfrm>
              <a:prstGeom prst="rect">
                <a:avLst/>
              </a:prstGeom>
              <a:solidFill>
                <a:srgbClr val="0099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797120" y="838080"/>
                <a:ext cx="15840" cy="1452600"/>
              </a:xfrm>
              <a:prstGeom prst="rect">
                <a:avLst/>
              </a:prstGeom>
              <a:solidFill>
                <a:srgbClr val="0799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812960" y="838080"/>
                <a:ext cx="19080" cy="1452600"/>
              </a:xfrm>
              <a:prstGeom prst="rect">
                <a:avLst/>
              </a:prstGeom>
              <a:solidFill>
                <a:srgbClr val="0a990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832040" y="838080"/>
                <a:ext cx="12600" cy="1452600"/>
              </a:xfrm>
              <a:prstGeom prst="rect">
                <a:avLst/>
              </a:prstGeom>
              <a:solidFill>
                <a:srgbClr val="0d990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844640" y="838080"/>
                <a:ext cx="15840" cy="1452600"/>
              </a:xfrm>
              <a:prstGeom prst="rect">
                <a:avLst/>
              </a:prstGeom>
              <a:solidFill>
                <a:srgbClr val="0f9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860480" y="838080"/>
                <a:ext cx="19080" cy="1452600"/>
              </a:xfrm>
              <a:prstGeom prst="rect">
                <a:avLst/>
              </a:prstGeom>
              <a:solidFill>
                <a:srgbClr val="11991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879560" y="838080"/>
                <a:ext cx="15840" cy="1452600"/>
              </a:xfrm>
              <a:prstGeom prst="rect">
                <a:avLst/>
              </a:prstGeom>
              <a:solidFill>
                <a:srgbClr val="13991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1895400" y="838080"/>
                <a:ext cx="12600" cy="1452600"/>
              </a:xfrm>
              <a:prstGeom prst="rect">
                <a:avLst/>
              </a:prstGeom>
              <a:solidFill>
                <a:srgbClr val="159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1908000" y="838080"/>
                <a:ext cx="19080" cy="1452600"/>
              </a:xfrm>
              <a:prstGeom prst="rect">
                <a:avLst/>
              </a:prstGeom>
              <a:solidFill>
                <a:srgbClr val="169a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1927080" y="838080"/>
                <a:ext cx="16200" cy="1452600"/>
              </a:xfrm>
              <a:prstGeom prst="rect">
                <a:avLst/>
              </a:prstGeom>
              <a:solidFill>
                <a:srgbClr val="189a1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1943280" y="838080"/>
                <a:ext cx="15840" cy="1452600"/>
              </a:xfrm>
              <a:prstGeom prst="rect">
                <a:avLst/>
              </a:prstGeom>
              <a:solidFill>
                <a:srgbClr val="199a1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1959120" y="838080"/>
                <a:ext cx="15840" cy="1452600"/>
              </a:xfrm>
              <a:prstGeom prst="rect">
                <a:avLst/>
              </a:prstGeom>
              <a:solidFill>
                <a:srgbClr val="1b9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>
                <a:off x="1974960" y="838080"/>
                <a:ext cx="15840" cy="1452600"/>
              </a:xfrm>
              <a:prstGeom prst="rect">
                <a:avLst/>
              </a:prstGeom>
              <a:solidFill>
                <a:srgbClr val="1c9a1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1990800" y="838080"/>
                <a:ext cx="19080" cy="1452600"/>
              </a:xfrm>
              <a:prstGeom prst="rect">
                <a:avLst/>
              </a:prstGeom>
              <a:solidFill>
                <a:srgbClr val="1e9a1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2009880" y="838080"/>
                <a:ext cx="12600" cy="1452600"/>
              </a:xfrm>
              <a:prstGeom prst="rect">
                <a:avLst/>
              </a:prstGeom>
              <a:solidFill>
                <a:srgbClr val="1f9b1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2022480" y="838080"/>
                <a:ext cx="15840" cy="1452600"/>
              </a:xfrm>
              <a:prstGeom prst="rect">
                <a:avLst/>
              </a:prstGeom>
              <a:solidFill>
                <a:srgbClr val="219b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2038320" y="838080"/>
                <a:ext cx="19080" cy="1452600"/>
              </a:xfrm>
              <a:prstGeom prst="rect">
                <a:avLst/>
              </a:prstGeom>
              <a:solidFill>
                <a:srgbClr val="229b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2057400" y="838080"/>
                <a:ext cx="15840" cy="1452600"/>
              </a:xfrm>
              <a:prstGeom prst="rect">
                <a:avLst/>
              </a:prstGeom>
              <a:solidFill>
                <a:srgbClr val="239b2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2073240" y="838080"/>
                <a:ext cx="12600" cy="1452600"/>
              </a:xfrm>
              <a:prstGeom prst="rect">
                <a:avLst/>
              </a:prstGeom>
              <a:solidFill>
                <a:srgbClr val="259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7" name=""/>
              <p:cNvSpPr/>
              <p:nvPr/>
            </p:nvSpPr>
            <p:spPr>
              <a:xfrm>
                <a:off x="2085840" y="838080"/>
                <a:ext cx="19080" cy="1452600"/>
              </a:xfrm>
              <a:prstGeom prst="rect">
                <a:avLst/>
              </a:prstGeom>
              <a:solidFill>
                <a:srgbClr val="269c2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2104920" y="838080"/>
                <a:ext cx="15840" cy="1452600"/>
              </a:xfrm>
              <a:prstGeom prst="rect">
                <a:avLst/>
              </a:prstGeom>
              <a:solidFill>
                <a:srgbClr val="279c2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2120760" y="838080"/>
                <a:ext cx="15840" cy="1452600"/>
              </a:xfrm>
              <a:prstGeom prst="rect">
                <a:avLst/>
              </a:prstGeom>
              <a:solidFill>
                <a:srgbClr val="289c2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2136600" y="838080"/>
                <a:ext cx="16200" cy="1452600"/>
              </a:xfrm>
              <a:prstGeom prst="rect">
                <a:avLst/>
              </a:prstGeom>
              <a:solidFill>
                <a:srgbClr val="2a9c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2152800" y="838080"/>
                <a:ext cx="15840" cy="1452600"/>
              </a:xfrm>
              <a:prstGeom prst="rect">
                <a:avLst/>
              </a:prstGeom>
              <a:solidFill>
                <a:srgbClr val="2b9c2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2168640" y="838080"/>
                <a:ext cx="15840" cy="1452600"/>
              </a:xfrm>
              <a:prstGeom prst="rect">
                <a:avLst/>
              </a:prstGeom>
              <a:solidFill>
                <a:srgbClr val="2c9d2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2184480" y="838080"/>
                <a:ext cx="19080" cy="1452600"/>
              </a:xfrm>
              <a:prstGeom prst="rect">
                <a:avLst/>
              </a:prstGeom>
              <a:solidFill>
                <a:srgbClr val="2e9d2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2203560" y="838080"/>
                <a:ext cx="12600" cy="1452600"/>
              </a:xfrm>
              <a:prstGeom prst="rect">
                <a:avLst/>
              </a:prstGeom>
              <a:solidFill>
                <a:srgbClr val="2f9d2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2216160" y="838080"/>
                <a:ext cx="19080" cy="1452600"/>
              </a:xfrm>
              <a:prstGeom prst="rect">
                <a:avLst/>
              </a:prstGeom>
              <a:solidFill>
                <a:srgbClr val="309d3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2235240" y="838080"/>
                <a:ext cx="15840" cy="1452600"/>
              </a:xfrm>
              <a:prstGeom prst="rect">
                <a:avLst/>
              </a:prstGeom>
              <a:solidFill>
                <a:srgbClr val="319e3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2251080" y="838080"/>
                <a:ext cx="15840" cy="1452600"/>
              </a:xfrm>
              <a:prstGeom prst="rect">
                <a:avLst/>
              </a:prstGeom>
              <a:solidFill>
                <a:srgbClr val="339e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2266920" y="838080"/>
                <a:ext cx="15840" cy="1452600"/>
              </a:xfrm>
              <a:prstGeom prst="rect">
                <a:avLst/>
              </a:prstGeom>
              <a:solidFill>
                <a:srgbClr val="349e3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2282760" y="838080"/>
                <a:ext cx="15840" cy="1452600"/>
              </a:xfrm>
              <a:prstGeom prst="rect">
                <a:avLst/>
              </a:prstGeom>
              <a:solidFill>
                <a:srgbClr val="359e3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2298600" y="838080"/>
                <a:ext cx="15840" cy="1452600"/>
              </a:xfrm>
              <a:prstGeom prst="rect">
                <a:avLst/>
              </a:prstGeom>
              <a:solidFill>
                <a:srgbClr val="369f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2314440" y="838080"/>
                <a:ext cx="15840" cy="1452600"/>
              </a:xfrm>
              <a:prstGeom prst="rect">
                <a:avLst/>
              </a:prstGeom>
              <a:solidFill>
                <a:srgbClr val="389f3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2330280" y="838080"/>
                <a:ext cx="16200" cy="1452600"/>
              </a:xfrm>
              <a:prstGeom prst="rect">
                <a:avLst/>
              </a:prstGeom>
              <a:solidFill>
                <a:srgbClr val="399f3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2346480" y="838080"/>
                <a:ext cx="15840" cy="1452600"/>
              </a:xfrm>
              <a:prstGeom prst="rect">
                <a:avLst/>
              </a:prstGeom>
              <a:solidFill>
                <a:srgbClr val="3aa0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2362320" y="838080"/>
                <a:ext cx="19080" cy="1452600"/>
              </a:xfrm>
              <a:prstGeom prst="rect">
                <a:avLst/>
              </a:prstGeom>
              <a:solidFill>
                <a:srgbClr val="3ba03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2381400" y="838080"/>
                <a:ext cx="15840" cy="1452600"/>
              </a:xfrm>
              <a:prstGeom prst="rect">
                <a:avLst/>
              </a:prstGeom>
              <a:solidFill>
                <a:srgbClr val="3da03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2397240" y="838080"/>
                <a:ext cx="12600" cy="1452600"/>
              </a:xfrm>
              <a:prstGeom prst="rect">
                <a:avLst/>
              </a:prstGeom>
              <a:solidFill>
                <a:srgbClr val="3ea03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2409840" y="838080"/>
                <a:ext cx="19080" cy="1452600"/>
              </a:xfrm>
              <a:prstGeom prst="rect">
                <a:avLst/>
              </a:prstGeom>
              <a:solidFill>
                <a:srgbClr val="3fa13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8" name=""/>
              <p:cNvSpPr/>
              <p:nvPr/>
            </p:nvSpPr>
            <p:spPr>
              <a:xfrm>
                <a:off x="2428920" y="838080"/>
                <a:ext cx="15840" cy="1452600"/>
              </a:xfrm>
              <a:prstGeom prst="rect">
                <a:avLst/>
              </a:prstGeom>
              <a:solidFill>
                <a:srgbClr val="41a14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79" name=""/>
              <p:cNvSpPr/>
              <p:nvPr/>
            </p:nvSpPr>
            <p:spPr>
              <a:xfrm>
                <a:off x="2444760" y="838080"/>
                <a:ext cx="15840" cy="1452600"/>
              </a:xfrm>
              <a:prstGeom prst="rect">
                <a:avLst/>
              </a:prstGeom>
              <a:solidFill>
                <a:srgbClr val="42a14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0" name=""/>
              <p:cNvSpPr/>
              <p:nvPr/>
            </p:nvSpPr>
            <p:spPr>
              <a:xfrm>
                <a:off x="2460600" y="838080"/>
                <a:ext cx="15840" cy="1452600"/>
              </a:xfrm>
              <a:prstGeom prst="rect">
                <a:avLst/>
              </a:prstGeom>
              <a:solidFill>
                <a:srgbClr val="43a24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1" name=""/>
              <p:cNvSpPr/>
              <p:nvPr/>
            </p:nvSpPr>
            <p:spPr>
              <a:xfrm>
                <a:off x="2476440" y="838080"/>
                <a:ext cx="15840" cy="1452600"/>
              </a:xfrm>
              <a:prstGeom prst="rect">
                <a:avLst/>
              </a:prstGeom>
              <a:solidFill>
                <a:srgbClr val="44a2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2" name=""/>
              <p:cNvSpPr/>
              <p:nvPr/>
            </p:nvSpPr>
            <p:spPr>
              <a:xfrm>
                <a:off x="2492280" y="838080"/>
                <a:ext cx="15840" cy="1452600"/>
              </a:xfrm>
              <a:prstGeom prst="rect">
                <a:avLst/>
              </a:prstGeom>
              <a:solidFill>
                <a:srgbClr val="46a24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2508120" y="838080"/>
                <a:ext cx="15840" cy="1452600"/>
              </a:xfrm>
              <a:prstGeom prst="rect">
                <a:avLst/>
              </a:prstGeom>
              <a:solidFill>
                <a:srgbClr val="47a34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4" name=""/>
              <p:cNvSpPr/>
              <p:nvPr/>
            </p:nvSpPr>
            <p:spPr>
              <a:xfrm>
                <a:off x="2523960" y="838080"/>
                <a:ext cx="16200" cy="1452600"/>
              </a:xfrm>
              <a:prstGeom prst="rect">
                <a:avLst/>
              </a:prstGeom>
              <a:solidFill>
                <a:srgbClr val="48a34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2540160" y="838080"/>
                <a:ext cx="15840" cy="1452600"/>
              </a:xfrm>
              <a:prstGeom prst="rect">
                <a:avLst/>
              </a:prstGeom>
              <a:solidFill>
                <a:srgbClr val="4aa44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2556000" y="838080"/>
                <a:ext cx="15840" cy="1452600"/>
              </a:xfrm>
              <a:prstGeom prst="rect">
                <a:avLst/>
              </a:prstGeom>
              <a:solidFill>
                <a:srgbClr val="4ba44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2571840" y="838080"/>
                <a:ext cx="15840" cy="1452600"/>
              </a:xfrm>
              <a:prstGeom prst="rect">
                <a:avLst/>
              </a:prstGeom>
              <a:solidFill>
                <a:srgbClr val="4ca44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2587680" y="838080"/>
                <a:ext cx="19080" cy="1452600"/>
              </a:xfrm>
              <a:prstGeom prst="rect">
                <a:avLst/>
              </a:prstGeom>
              <a:solidFill>
                <a:srgbClr val="4da54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2606760" y="838080"/>
                <a:ext cx="15840" cy="1452600"/>
              </a:xfrm>
              <a:prstGeom prst="rect">
                <a:avLst/>
              </a:prstGeom>
              <a:solidFill>
                <a:srgbClr val="4fa54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0" name=""/>
              <p:cNvSpPr/>
              <p:nvPr/>
            </p:nvSpPr>
            <p:spPr>
              <a:xfrm>
                <a:off x="2622600" y="838080"/>
                <a:ext cx="15840" cy="1452600"/>
              </a:xfrm>
              <a:prstGeom prst="rect">
                <a:avLst/>
              </a:prstGeom>
              <a:solidFill>
                <a:srgbClr val="50a65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1" name=""/>
              <p:cNvSpPr/>
              <p:nvPr/>
            </p:nvSpPr>
            <p:spPr>
              <a:xfrm>
                <a:off x="2638440" y="838080"/>
                <a:ext cx="15840" cy="1452600"/>
              </a:xfrm>
              <a:prstGeom prst="rect">
                <a:avLst/>
              </a:prstGeom>
              <a:solidFill>
                <a:srgbClr val="51a65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2" name=""/>
              <p:cNvSpPr/>
              <p:nvPr/>
            </p:nvSpPr>
            <p:spPr>
              <a:xfrm>
                <a:off x="2654280" y="838080"/>
                <a:ext cx="15840" cy="1452600"/>
              </a:xfrm>
              <a:prstGeom prst="rect">
                <a:avLst/>
              </a:prstGeom>
              <a:solidFill>
                <a:srgbClr val="53a65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2670120" y="838080"/>
                <a:ext cx="15840" cy="1452600"/>
              </a:xfrm>
              <a:prstGeom prst="rect">
                <a:avLst/>
              </a:prstGeom>
              <a:solidFill>
                <a:srgbClr val="54a7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2685960" y="838080"/>
                <a:ext cx="15840" cy="1452600"/>
              </a:xfrm>
              <a:prstGeom prst="rect">
                <a:avLst/>
              </a:prstGeom>
              <a:solidFill>
                <a:srgbClr val="55a75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5" name=""/>
              <p:cNvSpPr/>
              <p:nvPr/>
            </p:nvSpPr>
            <p:spPr>
              <a:xfrm>
                <a:off x="2701800" y="838080"/>
                <a:ext cx="15840" cy="1452600"/>
              </a:xfrm>
              <a:prstGeom prst="rect">
                <a:avLst/>
              </a:prstGeom>
              <a:solidFill>
                <a:srgbClr val="57a8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2717640" y="838080"/>
                <a:ext cx="16200" cy="1452600"/>
              </a:xfrm>
              <a:prstGeom prst="rect">
                <a:avLst/>
              </a:prstGeom>
              <a:solidFill>
                <a:srgbClr val="58a85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7" name=""/>
              <p:cNvSpPr/>
              <p:nvPr/>
            </p:nvSpPr>
            <p:spPr>
              <a:xfrm>
                <a:off x="2733840" y="838080"/>
                <a:ext cx="18720" cy="1452600"/>
              </a:xfrm>
              <a:prstGeom prst="rect">
                <a:avLst/>
              </a:prstGeom>
              <a:solidFill>
                <a:srgbClr val="59a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8" name=""/>
              <p:cNvSpPr/>
              <p:nvPr/>
            </p:nvSpPr>
            <p:spPr>
              <a:xfrm>
                <a:off x="2752560" y="838080"/>
                <a:ext cx="16200" cy="1452600"/>
              </a:xfrm>
              <a:prstGeom prst="rect">
                <a:avLst/>
              </a:prstGeom>
              <a:solidFill>
                <a:srgbClr val="5ba95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2768760" y="838080"/>
                <a:ext cx="15840" cy="1452600"/>
              </a:xfrm>
              <a:prstGeom prst="rect">
                <a:avLst/>
              </a:prstGeom>
              <a:solidFill>
                <a:srgbClr val="5ca9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2784600" y="838080"/>
                <a:ext cx="15840" cy="1452600"/>
              </a:xfrm>
              <a:prstGeom prst="rect">
                <a:avLst/>
              </a:prstGeom>
              <a:solidFill>
                <a:srgbClr val="5daa5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1" name=""/>
              <p:cNvSpPr/>
              <p:nvPr/>
            </p:nvSpPr>
            <p:spPr>
              <a:xfrm>
                <a:off x="2800440" y="838080"/>
                <a:ext cx="15840" cy="1452600"/>
              </a:xfrm>
              <a:prstGeom prst="rect">
                <a:avLst/>
              </a:prstGeom>
              <a:solidFill>
                <a:srgbClr val="5faa5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2" name=""/>
              <p:cNvSpPr/>
              <p:nvPr/>
            </p:nvSpPr>
            <p:spPr>
              <a:xfrm>
                <a:off x="2816280" y="838080"/>
                <a:ext cx="15840" cy="1452600"/>
              </a:xfrm>
              <a:prstGeom prst="rect">
                <a:avLst/>
              </a:prstGeom>
              <a:solidFill>
                <a:srgbClr val="60ab6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3" name=""/>
              <p:cNvSpPr/>
              <p:nvPr/>
            </p:nvSpPr>
            <p:spPr>
              <a:xfrm>
                <a:off x="2832120" y="838080"/>
                <a:ext cx="15840" cy="1452600"/>
              </a:xfrm>
              <a:prstGeom prst="rect">
                <a:avLst/>
              </a:prstGeom>
              <a:solidFill>
                <a:srgbClr val="61ab6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4" name=""/>
              <p:cNvSpPr/>
              <p:nvPr/>
            </p:nvSpPr>
            <p:spPr>
              <a:xfrm>
                <a:off x="2847960" y="838080"/>
                <a:ext cx="15840" cy="1452600"/>
              </a:xfrm>
              <a:prstGeom prst="rect">
                <a:avLst/>
              </a:prstGeom>
              <a:solidFill>
                <a:srgbClr val="63ac6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5" name=""/>
              <p:cNvSpPr/>
              <p:nvPr/>
            </p:nvSpPr>
            <p:spPr>
              <a:xfrm>
                <a:off x="2863800" y="838080"/>
                <a:ext cx="19080" cy="1452600"/>
              </a:xfrm>
              <a:prstGeom prst="rect">
                <a:avLst/>
              </a:prstGeom>
              <a:solidFill>
                <a:srgbClr val="64ac6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6" name=""/>
              <p:cNvSpPr/>
              <p:nvPr/>
            </p:nvSpPr>
            <p:spPr>
              <a:xfrm>
                <a:off x="2882880" y="838080"/>
                <a:ext cx="15840" cy="1452600"/>
              </a:xfrm>
              <a:prstGeom prst="rect">
                <a:avLst/>
              </a:prstGeom>
              <a:solidFill>
                <a:srgbClr val="65ad6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2898720" y="838080"/>
                <a:ext cx="15840" cy="1452600"/>
              </a:xfrm>
              <a:prstGeom prst="rect">
                <a:avLst/>
              </a:prstGeom>
              <a:solidFill>
                <a:srgbClr val="67ad6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8" name=""/>
              <p:cNvSpPr/>
              <p:nvPr/>
            </p:nvSpPr>
            <p:spPr>
              <a:xfrm>
                <a:off x="2914560" y="838080"/>
                <a:ext cx="15840" cy="1452600"/>
              </a:xfrm>
              <a:prstGeom prst="rect">
                <a:avLst/>
              </a:prstGeom>
              <a:solidFill>
                <a:srgbClr val="68ae6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09" name=""/>
              <p:cNvSpPr/>
              <p:nvPr/>
            </p:nvSpPr>
            <p:spPr>
              <a:xfrm>
                <a:off x="2930400" y="838080"/>
                <a:ext cx="12960" cy="1452600"/>
              </a:xfrm>
              <a:prstGeom prst="rect">
                <a:avLst/>
              </a:prstGeom>
              <a:solidFill>
                <a:srgbClr val="6aae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0" name=""/>
              <p:cNvSpPr/>
              <p:nvPr/>
            </p:nvSpPr>
            <p:spPr>
              <a:xfrm>
                <a:off x="2943360" y="838080"/>
                <a:ext cx="15840" cy="1452600"/>
              </a:xfrm>
              <a:prstGeom prst="rect">
                <a:avLst/>
              </a:prstGeom>
              <a:solidFill>
                <a:srgbClr val="6baf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1" name=""/>
              <p:cNvSpPr/>
              <p:nvPr/>
            </p:nvSpPr>
            <p:spPr>
              <a:xfrm>
                <a:off x="2959200" y="838080"/>
                <a:ext cx="19080" cy="1452600"/>
              </a:xfrm>
              <a:prstGeom prst="rect">
                <a:avLst/>
              </a:prstGeom>
              <a:solidFill>
                <a:srgbClr val="6caf6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2" name=""/>
              <p:cNvSpPr/>
              <p:nvPr/>
            </p:nvSpPr>
            <p:spPr>
              <a:xfrm>
                <a:off x="2978280" y="838080"/>
                <a:ext cx="15840" cy="1452600"/>
              </a:xfrm>
              <a:prstGeom prst="rect">
                <a:avLst/>
              </a:prstGeom>
              <a:solidFill>
                <a:srgbClr val="6eb06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3" name=""/>
              <p:cNvSpPr/>
              <p:nvPr/>
            </p:nvSpPr>
            <p:spPr>
              <a:xfrm>
                <a:off x="2994120" y="838080"/>
                <a:ext cx="15840" cy="1452600"/>
              </a:xfrm>
              <a:prstGeom prst="rect">
                <a:avLst/>
              </a:prstGeom>
              <a:solidFill>
                <a:srgbClr val="6fb16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4" name=""/>
              <p:cNvSpPr/>
              <p:nvPr/>
            </p:nvSpPr>
            <p:spPr>
              <a:xfrm>
                <a:off x="3009960" y="838080"/>
                <a:ext cx="15840" cy="1452600"/>
              </a:xfrm>
              <a:prstGeom prst="rect">
                <a:avLst/>
              </a:prstGeom>
              <a:solidFill>
                <a:srgbClr val="70b17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5" name=""/>
              <p:cNvSpPr/>
              <p:nvPr/>
            </p:nvSpPr>
            <p:spPr>
              <a:xfrm>
                <a:off x="3025800" y="838080"/>
                <a:ext cx="15840" cy="1452600"/>
              </a:xfrm>
              <a:prstGeom prst="rect">
                <a:avLst/>
              </a:prstGeom>
              <a:solidFill>
                <a:srgbClr val="72b27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6" name=""/>
              <p:cNvSpPr/>
              <p:nvPr/>
            </p:nvSpPr>
            <p:spPr>
              <a:xfrm>
                <a:off x="3041640" y="838080"/>
                <a:ext cx="15840" cy="1452600"/>
              </a:xfrm>
              <a:prstGeom prst="rect">
                <a:avLst/>
              </a:prstGeom>
              <a:solidFill>
                <a:srgbClr val="73b27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7" name=""/>
              <p:cNvSpPr/>
              <p:nvPr/>
            </p:nvSpPr>
            <p:spPr>
              <a:xfrm>
                <a:off x="3057480" y="838080"/>
                <a:ext cx="15840" cy="1452600"/>
              </a:xfrm>
              <a:prstGeom prst="rect">
                <a:avLst/>
              </a:prstGeom>
              <a:solidFill>
                <a:srgbClr val="74b37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3073320" y="838080"/>
                <a:ext cx="15840" cy="1452600"/>
              </a:xfrm>
              <a:prstGeom prst="rect">
                <a:avLst/>
              </a:prstGeom>
              <a:solidFill>
                <a:srgbClr val="76b37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3089160" y="838080"/>
                <a:ext cx="19080" cy="1452600"/>
              </a:xfrm>
              <a:prstGeom prst="rect">
                <a:avLst/>
              </a:prstGeom>
              <a:solidFill>
                <a:srgbClr val="77b4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3108240" y="838080"/>
                <a:ext cx="15840" cy="1452600"/>
              </a:xfrm>
              <a:prstGeom prst="rect">
                <a:avLst/>
              </a:prstGeom>
              <a:solidFill>
                <a:srgbClr val="79b57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3124080" y="838080"/>
                <a:ext cx="15840" cy="1452600"/>
              </a:xfrm>
              <a:prstGeom prst="rect">
                <a:avLst/>
              </a:prstGeom>
              <a:solidFill>
                <a:srgbClr val="7ab5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2" name=""/>
              <p:cNvSpPr/>
              <p:nvPr/>
            </p:nvSpPr>
            <p:spPr>
              <a:xfrm>
                <a:off x="3139920" y="838080"/>
                <a:ext cx="16200" cy="1452600"/>
              </a:xfrm>
              <a:prstGeom prst="rect">
                <a:avLst/>
              </a:prstGeom>
              <a:solidFill>
                <a:srgbClr val="7bb67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3" name=""/>
              <p:cNvSpPr/>
              <p:nvPr/>
            </p:nvSpPr>
            <p:spPr>
              <a:xfrm>
                <a:off x="3156120" y="838080"/>
                <a:ext cx="15840" cy="1452600"/>
              </a:xfrm>
              <a:prstGeom prst="rect">
                <a:avLst/>
              </a:prstGeom>
              <a:solidFill>
                <a:srgbClr val="7db67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4" name=""/>
              <p:cNvSpPr/>
              <p:nvPr/>
            </p:nvSpPr>
            <p:spPr>
              <a:xfrm>
                <a:off x="3171960" y="838080"/>
                <a:ext cx="15840" cy="1452600"/>
              </a:xfrm>
              <a:prstGeom prst="rect">
                <a:avLst/>
              </a:prstGeom>
              <a:solidFill>
                <a:srgbClr val="7eb77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5" name=""/>
              <p:cNvSpPr/>
              <p:nvPr/>
            </p:nvSpPr>
            <p:spPr>
              <a:xfrm>
                <a:off x="3187800" y="838080"/>
                <a:ext cx="15840" cy="1452600"/>
              </a:xfrm>
              <a:prstGeom prst="rect">
                <a:avLst/>
              </a:prstGeom>
              <a:solidFill>
                <a:srgbClr val="7fb8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3203640" y="838080"/>
                <a:ext cx="15840" cy="1452600"/>
              </a:xfrm>
              <a:prstGeom prst="rect">
                <a:avLst/>
              </a:prstGeom>
              <a:solidFill>
                <a:srgbClr val="81b8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3219480" y="838080"/>
                <a:ext cx="15840" cy="1452600"/>
              </a:xfrm>
              <a:prstGeom prst="rect">
                <a:avLst/>
              </a:prstGeom>
              <a:solidFill>
                <a:srgbClr val="82b98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8" name=""/>
              <p:cNvSpPr/>
              <p:nvPr/>
            </p:nvSpPr>
            <p:spPr>
              <a:xfrm>
                <a:off x="3235320" y="838080"/>
                <a:ext cx="19080" cy="1452600"/>
              </a:xfrm>
              <a:prstGeom prst="rect">
                <a:avLst/>
              </a:prstGeom>
              <a:solidFill>
                <a:srgbClr val="83b98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29" name=""/>
              <p:cNvSpPr/>
              <p:nvPr/>
            </p:nvSpPr>
            <p:spPr>
              <a:xfrm>
                <a:off x="3254400" y="838080"/>
                <a:ext cx="15840" cy="1452600"/>
              </a:xfrm>
              <a:prstGeom prst="rect">
                <a:avLst/>
              </a:prstGeom>
              <a:solidFill>
                <a:srgbClr val="85ba8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0" name=""/>
              <p:cNvSpPr/>
              <p:nvPr/>
            </p:nvSpPr>
            <p:spPr>
              <a:xfrm>
                <a:off x="3270240" y="838080"/>
                <a:ext cx="15840" cy="1452600"/>
              </a:xfrm>
              <a:prstGeom prst="rect">
                <a:avLst/>
              </a:prstGeom>
              <a:solidFill>
                <a:srgbClr val="86bb8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1" name=""/>
              <p:cNvSpPr/>
              <p:nvPr/>
            </p:nvSpPr>
            <p:spPr>
              <a:xfrm>
                <a:off x="3286080" y="838080"/>
                <a:ext cx="15840" cy="1452600"/>
              </a:xfrm>
              <a:prstGeom prst="rect">
                <a:avLst/>
              </a:prstGeom>
              <a:solidFill>
                <a:srgbClr val="87bb8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2" name=""/>
              <p:cNvSpPr/>
              <p:nvPr/>
            </p:nvSpPr>
            <p:spPr>
              <a:xfrm>
                <a:off x="3301920" y="838080"/>
                <a:ext cx="15840" cy="1452600"/>
              </a:xfrm>
              <a:prstGeom prst="rect">
                <a:avLst/>
              </a:prstGeom>
              <a:solidFill>
                <a:srgbClr val="89bc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3317760" y="838080"/>
                <a:ext cx="15840" cy="1452600"/>
              </a:xfrm>
              <a:prstGeom prst="rect">
                <a:avLst/>
              </a:prstGeom>
              <a:solidFill>
                <a:srgbClr val="8abc8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4" name=""/>
              <p:cNvSpPr/>
              <p:nvPr/>
            </p:nvSpPr>
            <p:spPr>
              <a:xfrm>
                <a:off x="3333600" y="838080"/>
                <a:ext cx="16200" cy="1452600"/>
              </a:xfrm>
              <a:prstGeom prst="rect">
                <a:avLst/>
              </a:prstGeom>
              <a:solidFill>
                <a:srgbClr val="8cbd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5" name=""/>
              <p:cNvSpPr/>
              <p:nvPr/>
            </p:nvSpPr>
            <p:spPr>
              <a:xfrm>
                <a:off x="3349800" y="838080"/>
                <a:ext cx="15840" cy="1452600"/>
              </a:xfrm>
              <a:prstGeom prst="rect">
                <a:avLst/>
              </a:prstGeom>
              <a:solidFill>
                <a:srgbClr val="8dbe8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6" name=""/>
              <p:cNvSpPr/>
              <p:nvPr/>
            </p:nvSpPr>
            <p:spPr>
              <a:xfrm>
                <a:off x="3365640" y="838080"/>
                <a:ext cx="15840" cy="1452600"/>
              </a:xfrm>
              <a:prstGeom prst="rect">
                <a:avLst/>
              </a:prstGeom>
              <a:solidFill>
                <a:srgbClr val="8ebe8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7" name=""/>
              <p:cNvSpPr/>
              <p:nvPr/>
            </p:nvSpPr>
            <p:spPr>
              <a:xfrm>
                <a:off x="3381480" y="838080"/>
                <a:ext cx="19080" cy="1452600"/>
              </a:xfrm>
              <a:prstGeom prst="rect">
                <a:avLst/>
              </a:prstGeom>
              <a:solidFill>
                <a:srgbClr val="90bf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8" name=""/>
              <p:cNvSpPr/>
              <p:nvPr/>
            </p:nvSpPr>
            <p:spPr>
              <a:xfrm>
                <a:off x="3400560" y="838080"/>
                <a:ext cx="15840" cy="1452600"/>
              </a:xfrm>
              <a:prstGeom prst="rect">
                <a:avLst/>
              </a:prstGeom>
              <a:solidFill>
                <a:srgbClr val="91c09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39" name=""/>
              <p:cNvSpPr/>
              <p:nvPr/>
            </p:nvSpPr>
            <p:spPr>
              <a:xfrm>
                <a:off x="3416400" y="838080"/>
                <a:ext cx="12600" cy="1452600"/>
              </a:xfrm>
              <a:prstGeom prst="rect">
                <a:avLst/>
              </a:prstGeom>
              <a:solidFill>
                <a:srgbClr val="92c09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0" name=""/>
              <p:cNvSpPr/>
              <p:nvPr/>
            </p:nvSpPr>
            <p:spPr>
              <a:xfrm>
                <a:off x="3429000" y="838080"/>
                <a:ext cx="15840" cy="1452600"/>
              </a:xfrm>
              <a:prstGeom prst="rect">
                <a:avLst/>
              </a:prstGeom>
              <a:solidFill>
                <a:srgbClr val="94c19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1" name=""/>
              <p:cNvSpPr/>
              <p:nvPr/>
            </p:nvSpPr>
            <p:spPr>
              <a:xfrm>
                <a:off x="3444840" y="838080"/>
                <a:ext cx="15840" cy="1452600"/>
              </a:xfrm>
              <a:prstGeom prst="rect">
                <a:avLst/>
              </a:prstGeom>
              <a:solidFill>
                <a:srgbClr val="95c2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2" name=""/>
              <p:cNvSpPr/>
              <p:nvPr/>
            </p:nvSpPr>
            <p:spPr>
              <a:xfrm>
                <a:off x="3460680" y="838080"/>
                <a:ext cx="19080" cy="1452600"/>
              </a:xfrm>
              <a:prstGeom prst="rect">
                <a:avLst/>
              </a:prstGeom>
              <a:solidFill>
                <a:srgbClr val="96c2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3" name=""/>
              <p:cNvSpPr/>
              <p:nvPr/>
            </p:nvSpPr>
            <p:spPr>
              <a:xfrm>
                <a:off x="3479760" y="838080"/>
                <a:ext cx="15840" cy="1452600"/>
              </a:xfrm>
              <a:prstGeom prst="rect">
                <a:avLst/>
              </a:prstGeom>
              <a:solidFill>
                <a:srgbClr val="98c39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4" name=""/>
              <p:cNvSpPr/>
              <p:nvPr/>
            </p:nvSpPr>
            <p:spPr>
              <a:xfrm>
                <a:off x="3495600" y="838080"/>
                <a:ext cx="15840" cy="1452600"/>
              </a:xfrm>
              <a:prstGeom prst="rect">
                <a:avLst/>
              </a:prstGeom>
              <a:solidFill>
                <a:srgbClr val="99c4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5" name=""/>
              <p:cNvSpPr/>
              <p:nvPr/>
            </p:nvSpPr>
            <p:spPr>
              <a:xfrm>
                <a:off x="3511440" y="838080"/>
                <a:ext cx="19080" cy="1452600"/>
              </a:xfrm>
              <a:prstGeom prst="rect">
                <a:avLst/>
              </a:prstGeom>
              <a:solidFill>
                <a:srgbClr val="9ac49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6" name=""/>
              <p:cNvSpPr/>
              <p:nvPr/>
            </p:nvSpPr>
            <p:spPr>
              <a:xfrm>
                <a:off x="3530520" y="838080"/>
                <a:ext cx="12960" cy="1452600"/>
              </a:xfrm>
              <a:prstGeom prst="rect">
                <a:avLst/>
              </a:prstGeom>
              <a:solidFill>
                <a:srgbClr val="9bc59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7" name=""/>
              <p:cNvSpPr/>
              <p:nvPr/>
            </p:nvSpPr>
            <p:spPr>
              <a:xfrm>
                <a:off x="3543480" y="838080"/>
                <a:ext cx="15840" cy="1452600"/>
              </a:xfrm>
              <a:prstGeom prst="rect">
                <a:avLst/>
              </a:prstGeom>
              <a:solidFill>
                <a:srgbClr val="9dc69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8" name=""/>
              <p:cNvSpPr/>
              <p:nvPr/>
            </p:nvSpPr>
            <p:spPr>
              <a:xfrm>
                <a:off x="3559320" y="838080"/>
                <a:ext cx="15840" cy="1452600"/>
              </a:xfrm>
              <a:prstGeom prst="rect">
                <a:avLst/>
              </a:prstGeom>
              <a:solidFill>
                <a:srgbClr val="9ec69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49" name=""/>
              <p:cNvSpPr/>
              <p:nvPr/>
            </p:nvSpPr>
            <p:spPr>
              <a:xfrm>
                <a:off x="3575160" y="838080"/>
                <a:ext cx="15840" cy="1452600"/>
              </a:xfrm>
              <a:prstGeom prst="rect">
                <a:avLst/>
              </a:prstGeom>
              <a:solidFill>
                <a:srgbClr val="9fc7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0" name=""/>
              <p:cNvSpPr/>
              <p:nvPr/>
            </p:nvSpPr>
            <p:spPr>
              <a:xfrm>
                <a:off x="3591000" y="838080"/>
                <a:ext cx="15840" cy="1452600"/>
              </a:xfrm>
              <a:prstGeom prst="rect">
                <a:avLst/>
              </a:prstGeom>
              <a:solidFill>
                <a:srgbClr val="a1c8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1" name=""/>
              <p:cNvSpPr/>
              <p:nvPr/>
            </p:nvSpPr>
            <p:spPr>
              <a:xfrm>
                <a:off x="3606840" y="838080"/>
                <a:ext cx="19080" cy="1452600"/>
              </a:xfrm>
              <a:prstGeom prst="rect">
                <a:avLst/>
              </a:prstGeom>
              <a:solidFill>
                <a:srgbClr val="a2c8a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2" name=""/>
              <p:cNvSpPr/>
              <p:nvPr/>
            </p:nvSpPr>
            <p:spPr>
              <a:xfrm>
                <a:off x="3625920" y="838080"/>
                <a:ext cx="15840" cy="1452600"/>
              </a:xfrm>
              <a:prstGeom prst="rect">
                <a:avLst/>
              </a:prstGeom>
              <a:solidFill>
                <a:srgbClr val="a3c9a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3" name=""/>
              <p:cNvSpPr/>
              <p:nvPr/>
            </p:nvSpPr>
            <p:spPr>
              <a:xfrm>
                <a:off x="3641760" y="838080"/>
                <a:ext cx="15840" cy="1452600"/>
              </a:xfrm>
              <a:prstGeom prst="rect">
                <a:avLst/>
              </a:prstGeom>
              <a:solidFill>
                <a:srgbClr val="a4caa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4" name=""/>
              <p:cNvSpPr/>
              <p:nvPr/>
            </p:nvSpPr>
            <p:spPr>
              <a:xfrm>
                <a:off x="3657600" y="838080"/>
                <a:ext cx="15840" cy="1452600"/>
              </a:xfrm>
              <a:prstGeom prst="rect">
                <a:avLst/>
              </a:prstGeom>
              <a:solidFill>
                <a:srgbClr val="a6caa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5" name=""/>
              <p:cNvSpPr/>
              <p:nvPr/>
            </p:nvSpPr>
            <p:spPr>
              <a:xfrm>
                <a:off x="3673440" y="838080"/>
                <a:ext cx="15840" cy="1452600"/>
              </a:xfrm>
              <a:prstGeom prst="rect">
                <a:avLst/>
              </a:prstGeom>
              <a:solidFill>
                <a:srgbClr val="a7cba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6" name=""/>
              <p:cNvSpPr/>
              <p:nvPr/>
            </p:nvSpPr>
            <p:spPr>
              <a:xfrm>
                <a:off x="3689280" y="838080"/>
                <a:ext cx="15840" cy="1452600"/>
              </a:xfrm>
              <a:prstGeom prst="rect">
                <a:avLst/>
              </a:prstGeom>
              <a:solidFill>
                <a:srgbClr val="a8cc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7" name=""/>
              <p:cNvSpPr/>
              <p:nvPr/>
            </p:nvSpPr>
            <p:spPr>
              <a:xfrm>
                <a:off x="3705120" y="838080"/>
                <a:ext cx="15840" cy="1452600"/>
              </a:xfrm>
              <a:prstGeom prst="rect">
                <a:avLst/>
              </a:prstGeom>
              <a:solidFill>
                <a:srgbClr val="a9cca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8" name=""/>
              <p:cNvSpPr/>
              <p:nvPr/>
            </p:nvSpPr>
            <p:spPr>
              <a:xfrm>
                <a:off x="3720960" y="838080"/>
                <a:ext cx="15840" cy="1452600"/>
              </a:xfrm>
              <a:prstGeom prst="rect">
                <a:avLst/>
              </a:prstGeom>
              <a:solidFill>
                <a:srgbClr val="abcd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59" name=""/>
              <p:cNvSpPr/>
              <p:nvPr/>
            </p:nvSpPr>
            <p:spPr>
              <a:xfrm>
                <a:off x="3736800" y="838080"/>
                <a:ext cx="19080" cy="1452600"/>
              </a:xfrm>
              <a:prstGeom prst="rect">
                <a:avLst/>
              </a:prstGeom>
              <a:solidFill>
                <a:srgbClr val="accea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0" name=""/>
              <p:cNvSpPr/>
              <p:nvPr/>
            </p:nvSpPr>
            <p:spPr>
              <a:xfrm>
                <a:off x="3755880" y="838080"/>
                <a:ext cx="16200" cy="1452600"/>
              </a:xfrm>
              <a:prstGeom prst="rect">
                <a:avLst/>
              </a:prstGeom>
              <a:solidFill>
                <a:srgbClr val="adce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1" name=""/>
              <p:cNvSpPr/>
              <p:nvPr/>
            </p:nvSpPr>
            <p:spPr>
              <a:xfrm>
                <a:off x="3772080" y="838080"/>
                <a:ext cx="15840" cy="1452600"/>
              </a:xfrm>
              <a:prstGeom prst="rect">
                <a:avLst/>
              </a:prstGeom>
              <a:solidFill>
                <a:srgbClr val="aecf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2" name=""/>
              <p:cNvSpPr/>
              <p:nvPr/>
            </p:nvSpPr>
            <p:spPr>
              <a:xfrm>
                <a:off x="3787920" y="838080"/>
                <a:ext cx="15840" cy="1452600"/>
              </a:xfrm>
              <a:prstGeom prst="rect">
                <a:avLst/>
              </a:prstGeom>
              <a:solidFill>
                <a:srgbClr val="b0cfb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3" name=""/>
              <p:cNvSpPr/>
              <p:nvPr/>
            </p:nvSpPr>
            <p:spPr>
              <a:xfrm>
                <a:off x="3803760" y="838080"/>
                <a:ext cx="15840" cy="1452600"/>
              </a:xfrm>
              <a:prstGeom prst="rect">
                <a:avLst/>
              </a:prstGeom>
              <a:solidFill>
                <a:srgbClr val="b1d0b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4" name=""/>
              <p:cNvSpPr/>
              <p:nvPr/>
            </p:nvSpPr>
            <p:spPr>
              <a:xfrm>
                <a:off x="3819600" y="838080"/>
                <a:ext cx="12600" cy="1452600"/>
              </a:xfrm>
              <a:prstGeom prst="rect">
                <a:avLst/>
              </a:prstGeom>
              <a:solidFill>
                <a:srgbClr val="b2d1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5" name=""/>
              <p:cNvSpPr/>
              <p:nvPr/>
            </p:nvSpPr>
            <p:spPr>
              <a:xfrm>
                <a:off x="3832200" y="838080"/>
                <a:ext cx="19080" cy="1452600"/>
              </a:xfrm>
              <a:prstGeom prst="rect">
                <a:avLst/>
              </a:prstGeom>
              <a:solidFill>
                <a:srgbClr val="b3d1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6" name=""/>
              <p:cNvSpPr/>
              <p:nvPr/>
            </p:nvSpPr>
            <p:spPr>
              <a:xfrm>
                <a:off x="3851280" y="838080"/>
                <a:ext cx="15840" cy="1452600"/>
              </a:xfrm>
              <a:prstGeom prst="rect">
                <a:avLst/>
              </a:prstGeom>
              <a:solidFill>
                <a:srgbClr val="b4d2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7" name=""/>
              <p:cNvSpPr/>
              <p:nvPr/>
            </p:nvSpPr>
            <p:spPr>
              <a:xfrm>
                <a:off x="3867120" y="838080"/>
                <a:ext cx="15840" cy="1452600"/>
              </a:xfrm>
              <a:prstGeom prst="rect">
                <a:avLst/>
              </a:prstGeom>
              <a:solidFill>
                <a:srgbClr val="b6d3b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8" name=""/>
              <p:cNvSpPr/>
              <p:nvPr/>
            </p:nvSpPr>
            <p:spPr>
              <a:xfrm>
                <a:off x="3882960" y="838080"/>
                <a:ext cx="19080" cy="1452600"/>
              </a:xfrm>
              <a:prstGeom prst="rect">
                <a:avLst/>
              </a:prstGeom>
              <a:solidFill>
                <a:srgbClr val="b7d3b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69" name=""/>
              <p:cNvSpPr/>
              <p:nvPr/>
            </p:nvSpPr>
            <p:spPr>
              <a:xfrm>
                <a:off x="3902040" y="838080"/>
                <a:ext cx="12600" cy="1452600"/>
              </a:xfrm>
              <a:prstGeom prst="rect">
                <a:avLst/>
              </a:prstGeom>
              <a:solidFill>
                <a:srgbClr val="b8d4b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0" name=""/>
              <p:cNvSpPr/>
              <p:nvPr/>
            </p:nvSpPr>
            <p:spPr>
              <a:xfrm>
                <a:off x="3914640" y="838080"/>
                <a:ext cx="19080" cy="1452600"/>
              </a:xfrm>
              <a:prstGeom prst="rect">
                <a:avLst/>
              </a:prstGeom>
              <a:solidFill>
                <a:srgbClr val="b9d5b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1" name=""/>
              <p:cNvSpPr/>
              <p:nvPr/>
            </p:nvSpPr>
            <p:spPr>
              <a:xfrm>
                <a:off x="3933720" y="838080"/>
                <a:ext cx="12960" cy="1452600"/>
              </a:xfrm>
              <a:prstGeom prst="rect">
                <a:avLst/>
              </a:prstGeom>
              <a:solidFill>
                <a:srgbClr val="bad5b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2" name=""/>
              <p:cNvSpPr/>
              <p:nvPr/>
            </p:nvSpPr>
            <p:spPr>
              <a:xfrm>
                <a:off x="3946680" y="838080"/>
                <a:ext cx="15840" cy="1452600"/>
              </a:xfrm>
              <a:prstGeom prst="rect">
                <a:avLst/>
              </a:prstGeom>
              <a:solidFill>
                <a:srgbClr val="bbd6b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3" name=""/>
              <p:cNvSpPr/>
              <p:nvPr/>
            </p:nvSpPr>
            <p:spPr>
              <a:xfrm>
                <a:off x="3962520" y="838080"/>
                <a:ext cx="19080" cy="1452600"/>
              </a:xfrm>
              <a:prstGeom prst="rect">
                <a:avLst/>
              </a:prstGeom>
              <a:solidFill>
                <a:srgbClr val="bcd7b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4" name=""/>
              <p:cNvSpPr/>
              <p:nvPr/>
            </p:nvSpPr>
            <p:spPr>
              <a:xfrm>
                <a:off x="3981600" y="838080"/>
                <a:ext cx="15840" cy="1452600"/>
              </a:xfrm>
              <a:prstGeom prst="rect">
                <a:avLst/>
              </a:prstGeom>
              <a:solidFill>
                <a:srgbClr val="bed7b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5" name=""/>
              <p:cNvSpPr/>
              <p:nvPr/>
            </p:nvSpPr>
            <p:spPr>
              <a:xfrm>
                <a:off x="3997440" y="838080"/>
                <a:ext cx="15840" cy="1452600"/>
              </a:xfrm>
              <a:prstGeom prst="rect">
                <a:avLst/>
              </a:prstGeom>
              <a:solidFill>
                <a:srgbClr val="bfd8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6" name=""/>
              <p:cNvSpPr/>
              <p:nvPr/>
            </p:nvSpPr>
            <p:spPr>
              <a:xfrm>
                <a:off x="4013280" y="838080"/>
                <a:ext cx="19080" cy="1452600"/>
              </a:xfrm>
              <a:prstGeom prst="rect">
                <a:avLst/>
              </a:prstGeom>
              <a:solidFill>
                <a:srgbClr val="c0d8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7" name=""/>
              <p:cNvSpPr/>
              <p:nvPr/>
            </p:nvSpPr>
            <p:spPr>
              <a:xfrm>
                <a:off x="4032360" y="838080"/>
                <a:ext cx="12600" cy="1452600"/>
              </a:xfrm>
              <a:prstGeom prst="rect">
                <a:avLst/>
              </a:prstGeom>
              <a:solidFill>
                <a:srgbClr val="c1d9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8" name=""/>
              <p:cNvSpPr/>
              <p:nvPr/>
            </p:nvSpPr>
            <p:spPr>
              <a:xfrm>
                <a:off x="4044960" y="838080"/>
                <a:ext cx="15840" cy="1452600"/>
              </a:xfrm>
              <a:prstGeom prst="rect">
                <a:avLst/>
              </a:prstGeom>
              <a:solidFill>
                <a:srgbClr val="c2dac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79" name=""/>
              <p:cNvSpPr/>
              <p:nvPr/>
            </p:nvSpPr>
            <p:spPr>
              <a:xfrm>
                <a:off x="4060800" y="838080"/>
                <a:ext cx="15840" cy="1452600"/>
              </a:xfrm>
              <a:prstGeom prst="rect">
                <a:avLst/>
              </a:prstGeom>
              <a:solidFill>
                <a:srgbClr val="c3dac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0" name=""/>
              <p:cNvSpPr/>
              <p:nvPr/>
            </p:nvSpPr>
            <p:spPr>
              <a:xfrm>
                <a:off x="4076640" y="838080"/>
                <a:ext cx="15840" cy="1452600"/>
              </a:xfrm>
              <a:prstGeom prst="rect">
                <a:avLst/>
              </a:prstGeom>
              <a:solidFill>
                <a:srgbClr val="c4db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1" name=""/>
              <p:cNvSpPr/>
              <p:nvPr/>
            </p:nvSpPr>
            <p:spPr>
              <a:xfrm>
                <a:off x="4092480" y="838080"/>
                <a:ext cx="15840" cy="1452600"/>
              </a:xfrm>
              <a:prstGeom prst="rect">
                <a:avLst/>
              </a:prstGeom>
              <a:solidFill>
                <a:srgbClr val="c5dc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2" name=""/>
              <p:cNvSpPr/>
              <p:nvPr/>
            </p:nvSpPr>
            <p:spPr>
              <a:xfrm>
                <a:off x="4108320" y="838080"/>
                <a:ext cx="19080" cy="1452600"/>
              </a:xfrm>
              <a:prstGeom prst="rect">
                <a:avLst/>
              </a:prstGeom>
              <a:solidFill>
                <a:srgbClr val="c6dc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3" name=""/>
              <p:cNvSpPr/>
              <p:nvPr/>
            </p:nvSpPr>
            <p:spPr>
              <a:xfrm>
                <a:off x="4127400" y="838080"/>
                <a:ext cx="15840" cy="1452600"/>
              </a:xfrm>
              <a:prstGeom prst="rect">
                <a:avLst/>
              </a:prstGeom>
              <a:solidFill>
                <a:srgbClr val="c7ddc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4" name=""/>
              <p:cNvSpPr/>
              <p:nvPr/>
            </p:nvSpPr>
            <p:spPr>
              <a:xfrm>
                <a:off x="4143240" y="838080"/>
                <a:ext cx="15840" cy="1452600"/>
              </a:xfrm>
              <a:prstGeom prst="rect">
                <a:avLst/>
              </a:prstGeom>
              <a:solidFill>
                <a:srgbClr val="c8ddc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5" name=""/>
              <p:cNvSpPr/>
              <p:nvPr/>
            </p:nvSpPr>
            <p:spPr>
              <a:xfrm>
                <a:off x="4159080" y="838080"/>
                <a:ext cx="16200" cy="1452600"/>
              </a:xfrm>
              <a:prstGeom prst="rect">
                <a:avLst/>
              </a:prstGeom>
              <a:solidFill>
                <a:srgbClr val="c9dec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6" name=""/>
              <p:cNvSpPr/>
              <p:nvPr/>
            </p:nvSpPr>
            <p:spPr>
              <a:xfrm>
                <a:off x="4175280" y="838080"/>
                <a:ext cx="15840" cy="1452600"/>
              </a:xfrm>
              <a:prstGeom prst="rect">
                <a:avLst/>
              </a:prstGeom>
              <a:solidFill>
                <a:srgbClr val="cade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7" name=""/>
              <p:cNvSpPr/>
              <p:nvPr/>
            </p:nvSpPr>
            <p:spPr>
              <a:xfrm>
                <a:off x="4191120" y="838080"/>
                <a:ext cx="15840" cy="1452600"/>
              </a:xfrm>
              <a:prstGeom prst="rect">
                <a:avLst/>
              </a:prstGeom>
              <a:solidFill>
                <a:srgbClr val="cbdfc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8" name=""/>
              <p:cNvSpPr/>
              <p:nvPr/>
            </p:nvSpPr>
            <p:spPr>
              <a:xfrm>
                <a:off x="4206960" y="838080"/>
                <a:ext cx="15840" cy="1452600"/>
              </a:xfrm>
              <a:prstGeom prst="rect">
                <a:avLst/>
              </a:prstGeom>
              <a:solidFill>
                <a:srgbClr val="cce0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89" name=""/>
              <p:cNvSpPr/>
              <p:nvPr/>
            </p:nvSpPr>
            <p:spPr>
              <a:xfrm>
                <a:off x="4222800" y="838080"/>
                <a:ext cx="15840" cy="1452600"/>
              </a:xfrm>
              <a:prstGeom prst="rect">
                <a:avLst/>
              </a:prstGeom>
              <a:solidFill>
                <a:srgbClr val="cde0c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0" name=""/>
              <p:cNvSpPr/>
              <p:nvPr/>
            </p:nvSpPr>
            <p:spPr>
              <a:xfrm>
                <a:off x="4238640" y="838080"/>
                <a:ext cx="15840" cy="1452600"/>
              </a:xfrm>
              <a:prstGeom prst="rect">
                <a:avLst/>
              </a:prstGeom>
              <a:solidFill>
                <a:srgbClr val="cee1c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1" name=""/>
              <p:cNvSpPr/>
              <p:nvPr/>
            </p:nvSpPr>
            <p:spPr>
              <a:xfrm>
                <a:off x="4254480" y="838080"/>
                <a:ext cx="19080" cy="1452600"/>
              </a:xfrm>
              <a:prstGeom prst="rect">
                <a:avLst/>
              </a:prstGeom>
              <a:solidFill>
                <a:srgbClr val="cfe1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2" name=""/>
              <p:cNvSpPr/>
              <p:nvPr/>
            </p:nvSpPr>
            <p:spPr>
              <a:xfrm>
                <a:off x="4273560" y="838080"/>
                <a:ext cx="12600" cy="1452600"/>
              </a:xfrm>
              <a:prstGeom prst="rect">
                <a:avLst/>
              </a:prstGeom>
              <a:solidFill>
                <a:srgbClr val="d0e2d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3" name=""/>
              <p:cNvSpPr/>
              <p:nvPr/>
            </p:nvSpPr>
            <p:spPr>
              <a:xfrm>
                <a:off x="4286160" y="838080"/>
                <a:ext cx="19080" cy="1452600"/>
              </a:xfrm>
              <a:prstGeom prst="rect">
                <a:avLst/>
              </a:prstGeom>
              <a:solidFill>
                <a:srgbClr val="d1e2d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4" name=""/>
              <p:cNvSpPr/>
              <p:nvPr/>
            </p:nvSpPr>
            <p:spPr>
              <a:xfrm>
                <a:off x="4305240" y="838080"/>
                <a:ext cx="15840" cy="1452600"/>
              </a:xfrm>
              <a:prstGeom prst="rect">
                <a:avLst/>
              </a:prstGeom>
              <a:solidFill>
                <a:srgbClr val="d2e3d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5" name=""/>
              <p:cNvSpPr/>
              <p:nvPr/>
            </p:nvSpPr>
            <p:spPr>
              <a:xfrm>
                <a:off x="4321080" y="838080"/>
                <a:ext cx="12960" cy="1452600"/>
              </a:xfrm>
              <a:prstGeom prst="rect">
                <a:avLst/>
              </a:prstGeom>
              <a:solidFill>
                <a:srgbClr val="d3e4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6" name=""/>
              <p:cNvSpPr/>
              <p:nvPr/>
            </p:nvSpPr>
            <p:spPr>
              <a:xfrm>
                <a:off x="4334040" y="838080"/>
                <a:ext cx="18720" cy="1452600"/>
              </a:xfrm>
              <a:prstGeom prst="rect">
                <a:avLst/>
              </a:prstGeom>
              <a:solidFill>
                <a:srgbClr val="d4e4d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7" name=""/>
              <p:cNvSpPr/>
              <p:nvPr/>
            </p:nvSpPr>
            <p:spPr>
              <a:xfrm>
                <a:off x="4352760" y="838080"/>
                <a:ext cx="16200" cy="1452600"/>
              </a:xfrm>
              <a:prstGeom prst="rect">
                <a:avLst/>
              </a:prstGeom>
              <a:solidFill>
                <a:srgbClr val="d5e5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8" name=""/>
              <p:cNvSpPr/>
              <p:nvPr/>
            </p:nvSpPr>
            <p:spPr>
              <a:xfrm>
                <a:off x="4368960" y="838080"/>
                <a:ext cx="15840" cy="1452600"/>
              </a:xfrm>
              <a:prstGeom prst="rect">
                <a:avLst/>
              </a:prstGeom>
              <a:solidFill>
                <a:srgbClr val="d5e5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299" name=""/>
              <p:cNvSpPr/>
              <p:nvPr/>
            </p:nvSpPr>
            <p:spPr>
              <a:xfrm>
                <a:off x="4384800" y="838080"/>
                <a:ext cx="15840" cy="1452600"/>
              </a:xfrm>
              <a:prstGeom prst="rect">
                <a:avLst/>
              </a:prstGeom>
              <a:solidFill>
                <a:srgbClr val="d6e6d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0" name=""/>
              <p:cNvSpPr/>
              <p:nvPr/>
            </p:nvSpPr>
            <p:spPr>
              <a:xfrm>
                <a:off x="4400640" y="838080"/>
                <a:ext cx="15840" cy="1452600"/>
              </a:xfrm>
              <a:prstGeom prst="rect">
                <a:avLst/>
              </a:prstGeom>
              <a:solidFill>
                <a:srgbClr val="d7e6d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1" name=""/>
              <p:cNvSpPr/>
              <p:nvPr/>
            </p:nvSpPr>
            <p:spPr>
              <a:xfrm>
                <a:off x="4416480" y="838080"/>
                <a:ext cx="19080" cy="1452600"/>
              </a:xfrm>
              <a:prstGeom prst="rect">
                <a:avLst/>
              </a:prstGeom>
              <a:solidFill>
                <a:srgbClr val="d8e7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2" name=""/>
              <p:cNvSpPr/>
              <p:nvPr/>
            </p:nvSpPr>
            <p:spPr>
              <a:xfrm>
                <a:off x="4435560" y="838080"/>
                <a:ext cx="12600" cy="1452600"/>
              </a:xfrm>
              <a:prstGeom prst="rect">
                <a:avLst/>
              </a:prstGeom>
              <a:solidFill>
                <a:srgbClr val="d9e7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3" name=""/>
              <p:cNvSpPr/>
              <p:nvPr/>
            </p:nvSpPr>
            <p:spPr>
              <a:xfrm>
                <a:off x="4448160" y="838080"/>
                <a:ext cx="15840" cy="1452600"/>
              </a:xfrm>
              <a:prstGeom prst="rect">
                <a:avLst/>
              </a:prstGeom>
              <a:solidFill>
                <a:srgbClr val="dae8d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4" name=""/>
              <p:cNvSpPr/>
              <p:nvPr/>
            </p:nvSpPr>
            <p:spPr>
              <a:xfrm>
                <a:off x="4464000" y="838080"/>
                <a:ext cx="15840" cy="1452600"/>
              </a:xfrm>
              <a:prstGeom prst="rect">
                <a:avLst/>
              </a:prstGeom>
              <a:solidFill>
                <a:srgbClr val="dbe8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5" name=""/>
              <p:cNvSpPr/>
              <p:nvPr/>
            </p:nvSpPr>
            <p:spPr>
              <a:xfrm>
                <a:off x="4479840" y="838080"/>
                <a:ext cx="19080" cy="1452600"/>
              </a:xfrm>
              <a:prstGeom prst="rect">
                <a:avLst/>
              </a:prstGeom>
              <a:solidFill>
                <a:srgbClr val="dbe9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6" name=""/>
              <p:cNvSpPr/>
              <p:nvPr/>
            </p:nvSpPr>
            <p:spPr>
              <a:xfrm>
                <a:off x="4498920" y="838080"/>
                <a:ext cx="15840" cy="1452600"/>
              </a:xfrm>
              <a:prstGeom prst="rect">
                <a:avLst/>
              </a:prstGeom>
              <a:solidFill>
                <a:srgbClr val="dce9d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7" name=""/>
              <p:cNvSpPr/>
              <p:nvPr/>
            </p:nvSpPr>
            <p:spPr>
              <a:xfrm>
                <a:off x="4514760" y="838080"/>
                <a:ext cx="15840" cy="1452600"/>
              </a:xfrm>
              <a:prstGeom prst="rect">
                <a:avLst/>
              </a:prstGeom>
              <a:solidFill>
                <a:srgbClr val="ddea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8" name=""/>
              <p:cNvSpPr/>
              <p:nvPr/>
            </p:nvSpPr>
            <p:spPr>
              <a:xfrm>
                <a:off x="4530600" y="838080"/>
                <a:ext cx="15840" cy="1452600"/>
              </a:xfrm>
              <a:prstGeom prst="rect">
                <a:avLst/>
              </a:prstGeom>
              <a:solidFill>
                <a:srgbClr val="deea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09" name=""/>
              <p:cNvSpPr/>
              <p:nvPr/>
            </p:nvSpPr>
            <p:spPr>
              <a:xfrm>
                <a:off x="4546440" y="838080"/>
                <a:ext cx="16200" cy="1452600"/>
              </a:xfrm>
              <a:prstGeom prst="rect">
                <a:avLst/>
              </a:prstGeom>
              <a:solidFill>
                <a:srgbClr val="deeb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0" name=""/>
              <p:cNvSpPr/>
              <p:nvPr/>
            </p:nvSpPr>
            <p:spPr>
              <a:xfrm>
                <a:off x="4562640" y="838080"/>
                <a:ext cx="15840" cy="1452600"/>
              </a:xfrm>
              <a:prstGeom prst="rect">
                <a:avLst/>
              </a:prstGeom>
              <a:solidFill>
                <a:srgbClr val="dfeb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1" name=""/>
              <p:cNvSpPr/>
              <p:nvPr/>
            </p:nvSpPr>
            <p:spPr>
              <a:xfrm>
                <a:off x="4578480" y="838080"/>
                <a:ext cx="15840" cy="1452600"/>
              </a:xfrm>
              <a:prstGeom prst="rect">
                <a:avLst/>
              </a:prstGeom>
              <a:solidFill>
                <a:srgbClr val="e0ebe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2" name=""/>
              <p:cNvSpPr/>
              <p:nvPr/>
            </p:nvSpPr>
            <p:spPr>
              <a:xfrm>
                <a:off x="4594320" y="838080"/>
                <a:ext cx="15840" cy="1452600"/>
              </a:xfrm>
              <a:prstGeom prst="rect">
                <a:avLst/>
              </a:prstGeom>
              <a:solidFill>
                <a:srgbClr val="e1ec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3" name=""/>
              <p:cNvSpPr/>
              <p:nvPr/>
            </p:nvSpPr>
            <p:spPr>
              <a:xfrm>
                <a:off x="4610160" y="838080"/>
                <a:ext cx="19080" cy="1452600"/>
              </a:xfrm>
              <a:prstGeom prst="rect">
                <a:avLst/>
              </a:prstGeom>
              <a:solidFill>
                <a:srgbClr val="e1ec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4" name=""/>
              <p:cNvSpPr/>
              <p:nvPr/>
            </p:nvSpPr>
            <p:spPr>
              <a:xfrm>
                <a:off x="4629240" y="838080"/>
                <a:ext cx="12600" cy="1452600"/>
              </a:xfrm>
              <a:prstGeom prst="rect">
                <a:avLst/>
              </a:prstGeom>
              <a:solidFill>
                <a:srgbClr val="e2ede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5" name=""/>
              <p:cNvSpPr/>
              <p:nvPr/>
            </p:nvSpPr>
            <p:spPr>
              <a:xfrm>
                <a:off x="4641840" y="838080"/>
                <a:ext cx="15840" cy="1452600"/>
              </a:xfrm>
              <a:prstGeom prst="rect">
                <a:avLst/>
              </a:prstGeom>
              <a:solidFill>
                <a:srgbClr val="e3ede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6" name=""/>
              <p:cNvSpPr/>
              <p:nvPr/>
            </p:nvSpPr>
            <p:spPr>
              <a:xfrm>
                <a:off x="4657680" y="838080"/>
                <a:ext cx="19080" cy="1452600"/>
              </a:xfrm>
              <a:prstGeom prst="rect">
                <a:avLst/>
              </a:prstGeom>
              <a:solidFill>
                <a:srgbClr val="e4ee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7" name=""/>
              <p:cNvSpPr/>
              <p:nvPr/>
            </p:nvSpPr>
            <p:spPr>
              <a:xfrm>
                <a:off x="4676760" y="838080"/>
                <a:ext cx="15840" cy="1452600"/>
              </a:xfrm>
              <a:prstGeom prst="rect">
                <a:avLst/>
              </a:prstGeom>
              <a:solidFill>
                <a:srgbClr val="e4ee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8" name=""/>
              <p:cNvSpPr/>
              <p:nvPr/>
            </p:nvSpPr>
            <p:spPr>
              <a:xfrm>
                <a:off x="4692600" y="838080"/>
                <a:ext cx="15840" cy="1452600"/>
              </a:xfrm>
              <a:prstGeom prst="rect">
                <a:avLst/>
              </a:prstGeom>
              <a:solidFill>
                <a:srgbClr val="e5eee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19" name=""/>
              <p:cNvSpPr/>
              <p:nvPr/>
            </p:nvSpPr>
            <p:spPr>
              <a:xfrm>
                <a:off x="4708440" y="838080"/>
                <a:ext cx="15840" cy="1452600"/>
              </a:xfrm>
              <a:prstGeom prst="rect">
                <a:avLst/>
              </a:prstGeom>
              <a:solidFill>
                <a:srgbClr val="e6ef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0" name=""/>
              <p:cNvSpPr/>
              <p:nvPr/>
            </p:nvSpPr>
            <p:spPr>
              <a:xfrm>
                <a:off x="4724280" y="838080"/>
                <a:ext cx="15840" cy="1452600"/>
              </a:xfrm>
              <a:prstGeom prst="rect">
                <a:avLst/>
              </a:prstGeom>
              <a:solidFill>
                <a:srgbClr val="e6ef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1" name=""/>
              <p:cNvSpPr/>
              <p:nvPr/>
            </p:nvSpPr>
            <p:spPr>
              <a:xfrm>
                <a:off x="4740120" y="838080"/>
                <a:ext cx="16200" cy="1452600"/>
              </a:xfrm>
              <a:prstGeom prst="rect">
                <a:avLst/>
              </a:prstGeom>
              <a:solidFill>
                <a:srgbClr val="e7f0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2" name=""/>
              <p:cNvSpPr/>
              <p:nvPr/>
            </p:nvSpPr>
            <p:spPr>
              <a:xfrm>
                <a:off x="4756320" y="838080"/>
                <a:ext cx="15840" cy="1452600"/>
              </a:xfrm>
              <a:prstGeom prst="rect">
                <a:avLst/>
              </a:prstGeom>
              <a:solidFill>
                <a:srgbClr val="e7f0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3" name=""/>
              <p:cNvSpPr/>
              <p:nvPr/>
            </p:nvSpPr>
            <p:spPr>
              <a:xfrm>
                <a:off x="4772160" y="838080"/>
                <a:ext cx="15840" cy="1452600"/>
              </a:xfrm>
              <a:prstGeom prst="rect">
                <a:avLst/>
              </a:prstGeom>
              <a:solidFill>
                <a:srgbClr val="e8f0e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4" name=""/>
              <p:cNvSpPr/>
              <p:nvPr/>
            </p:nvSpPr>
            <p:spPr>
              <a:xfrm>
                <a:off x="4788000" y="838080"/>
                <a:ext cx="19080" cy="1452600"/>
              </a:xfrm>
              <a:prstGeom prst="rect">
                <a:avLst/>
              </a:prstGeom>
              <a:solidFill>
                <a:srgbClr val="e9f1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5" name=""/>
              <p:cNvSpPr/>
              <p:nvPr/>
            </p:nvSpPr>
            <p:spPr>
              <a:xfrm>
                <a:off x="4807080" y="838080"/>
                <a:ext cx="15840" cy="1452600"/>
              </a:xfrm>
              <a:prstGeom prst="rect">
                <a:avLst/>
              </a:prstGeom>
              <a:solidFill>
                <a:srgbClr val="e9f1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6" name=""/>
              <p:cNvSpPr/>
              <p:nvPr/>
            </p:nvSpPr>
            <p:spPr>
              <a:xfrm>
                <a:off x="4822920" y="838080"/>
                <a:ext cx="15840" cy="1452600"/>
              </a:xfrm>
              <a:prstGeom prst="rect">
                <a:avLst/>
              </a:prstGeom>
              <a:solidFill>
                <a:srgbClr val="eaf1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7" name=""/>
              <p:cNvSpPr/>
              <p:nvPr/>
            </p:nvSpPr>
            <p:spPr>
              <a:xfrm>
                <a:off x="4838760" y="838080"/>
                <a:ext cx="15840" cy="1452600"/>
              </a:xfrm>
              <a:prstGeom prst="rect">
                <a:avLst/>
              </a:prstGeom>
              <a:solidFill>
                <a:srgbClr val="eaf2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8" name=""/>
              <p:cNvSpPr/>
              <p:nvPr/>
            </p:nvSpPr>
            <p:spPr>
              <a:xfrm>
                <a:off x="4854600" y="838080"/>
                <a:ext cx="15840" cy="1452600"/>
              </a:xfrm>
              <a:prstGeom prst="rect">
                <a:avLst/>
              </a:prstGeom>
              <a:solidFill>
                <a:srgbClr val="ebf2e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29" name=""/>
              <p:cNvSpPr/>
              <p:nvPr/>
            </p:nvSpPr>
            <p:spPr>
              <a:xfrm>
                <a:off x="4870440" y="838080"/>
                <a:ext cx="15840" cy="1452600"/>
              </a:xfrm>
              <a:prstGeom prst="rect">
                <a:avLst/>
              </a:prstGeom>
              <a:solidFill>
                <a:srgbClr val="ecf3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0" name=""/>
              <p:cNvSpPr/>
              <p:nvPr/>
            </p:nvSpPr>
            <p:spPr>
              <a:xfrm>
                <a:off x="4886280" y="838080"/>
                <a:ext cx="15840" cy="1452600"/>
              </a:xfrm>
              <a:prstGeom prst="rect">
                <a:avLst/>
              </a:prstGeom>
              <a:solidFill>
                <a:srgbClr val="ecf3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1" name=""/>
              <p:cNvSpPr/>
              <p:nvPr/>
            </p:nvSpPr>
            <p:spPr>
              <a:xfrm>
                <a:off x="4902120" y="838080"/>
                <a:ext cx="15840" cy="1452600"/>
              </a:xfrm>
              <a:prstGeom prst="rect">
                <a:avLst/>
              </a:prstGeom>
              <a:solidFill>
                <a:srgbClr val="edf3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2" name=""/>
              <p:cNvSpPr/>
              <p:nvPr/>
            </p:nvSpPr>
            <p:spPr>
              <a:xfrm>
                <a:off x="4917960" y="838080"/>
                <a:ext cx="15840" cy="1452600"/>
              </a:xfrm>
              <a:prstGeom prst="rect">
                <a:avLst/>
              </a:prstGeom>
              <a:solidFill>
                <a:srgbClr val="edf4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3" name=""/>
              <p:cNvSpPr/>
              <p:nvPr/>
            </p:nvSpPr>
            <p:spPr>
              <a:xfrm>
                <a:off x="4933800" y="838080"/>
                <a:ext cx="16200" cy="1452600"/>
              </a:xfrm>
              <a:prstGeom prst="rect">
                <a:avLst/>
              </a:prstGeom>
              <a:solidFill>
                <a:srgbClr val="eef4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4" name=""/>
              <p:cNvSpPr/>
              <p:nvPr/>
            </p:nvSpPr>
            <p:spPr>
              <a:xfrm>
                <a:off x="4950000" y="838080"/>
                <a:ext cx="15840" cy="1452600"/>
              </a:xfrm>
              <a:prstGeom prst="rect">
                <a:avLst/>
              </a:prstGeom>
              <a:solidFill>
                <a:srgbClr val="eef4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5" name=""/>
              <p:cNvSpPr/>
              <p:nvPr/>
            </p:nvSpPr>
            <p:spPr>
              <a:xfrm>
                <a:off x="4965840" y="838080"/>
                <a:ext cx="15840" cy="1452600"/>
              </a:xfrm>
              <a:prstGeom prst="rect">
                <a:avLst/>
              </a:prstGeom>
              <a:solidFill>
                <a:srgbClr val="eff4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6" name=""/>
              <p:cNvSpPr/>
              <p:nvPr/>
            </p:nvSpPr>
            <p:spPr>
              <a:xfrm>
                <a:off x="4981680" y="838080"/>
                <a:ext cx="19080" cy="1452600"/>
              </a:xfrm>
              <a:prstGeom prst="rect">
                <a:avLst/>
              </a:prstGeom>
              <a:solidFill>
                <a:srgbClr val="eff5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37" name=""/>
              <p:cNvSpPr/>
              <p:nvPr/>
            </p:nvSpPr>
            <p:spPr>
              <a:xfrm>
                <a:off x="5000760" y="838080"/>
                <a:ext cx="12600" cy="1452600"/>
              </a:xfrm>
              <a:prstGeom prst="rect">
                <a:avLst/>
              </a:prstGeom>
              <a:solidFill>
                <a:srgbClr val="f0f5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338" name=""/>
            <p:cNvGrpSpPr/>
            <p:nvPr/>
          </p:nvGrpSpPr>
          <p:grpSpPr>
            <a:xfrm>
              <a:off x="1781280" y="838080"/>
              <a:ext cx="4140000" cy="1452600"/>
              <a:chOff x="1781280" y="838080"/>
              <a:chExt cx="4140000" cy="1452600"/>
            </a:xfrm>
          </p:grpSpPr>
          <p:sp>
            <p:nvSpPr>
              <p:cNvPr id="339" name=""/>
              <p:cNvSpPr/>
              <p:nvPr/>
            </p:nvSpPr>
            <p:spPr>
              <a:xfrm>
                <a:off x="5013360" y="838080"/>
                <a:ext cx="19080" cy="1452600"/>
              </a:xfrm>
              <a:prstGeom prst="rect">
                <a:avLst/>
              </a:prstGeom>
              <a:solidFill>
                <a:srgbClr val="f0f5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0" name=""/>
              <p:cNvSpPr/>
              <p:nvPr/>
            </p:nvSpPr>
            <p:spPr>
              <a:xfrm>
                <a:off x="5032440" y="838080"/>
                <a:ext cx="15840" cy="1452600"/>
              </a:xfrm>
              <a:prstGeom prst="rect">
                <a:avLst/>
              </a:prstGeom>
              <a:solidFill>
                <a:srgbClr val="f1f6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1" name=""/>
              <p:cNvSpPr/>
              <p:nvPr/>
            </p:nvSpPr>
            <p:spPr>
              <a:xfrm>
                <a:off x="5048280" y="838080"/>
                <a:ext cx="15840" cy="1452600"/>
              </a:xfrm>
              <a:prstGeom prst="rect">
                <a:avLst/>
              </a:prstGeom>
              <a:solidFill>
                <a:srgbClr val="f1f6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2" name=""/>
              <p:cNvSpPr/>
              <p:nvPr/>
            </p:nvSpPr>
            <p:spPr>
              <a:xfrm>
                <a:off x="5064120" y="838080"/>
                <a:ext cx="19080" cy="1452600"/>
              </a:xfrm>
              <a:prstGeom prst="rect">
                <a:avLst/>
              </a:prstGeom>
              <a:solidFill>
                <a:srgbClr val="f1f6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3" name=""/>
              <p:cNvSpPr/>
              <p:nvPr/>
            </p:nvSpPr>
            <p:spPr>
              <a:xfrm>
                <a:off x="5083200" y="838080"/>
                <a:ext cx="15840" cy="1452600"/>
              </a:xfrm>
              <a:prstGeom prst="rect">
                <a:avLst/>
              </a:prstGeom>
              <a:solidFill>
                <a:srgbClr val="f2f6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4" name=""/>
              <p:cNvSpPr/>
              <p:nvPr/>
            </p:nvSpPr>
            <p:spPr>
              <a:xfrm>
                <a:off x="5099040" y="838080"/>
                <a:ext cx="15840" cy="1452600"/>
              </a:xfrm>
              <a:prstGeom prst="rect">
                <a:avLst/>
              </a:prstGeom>
              <a:solidFill>
                <a:srgbClr val="f2f7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5" name=""/>
              <p:cNvSpPr/>
              <p:nvPr/>
            </p:nvSpPr>
            <p:spPr>
              <a:xfrm>
                <a:off x="5114880" y="838080"/>
                <a:ext cx="12600" cy="1452600"/>
              </a:xfrm>
              <a:prstGeom prst="rect">
                <a:avLst/>
              </a:prstGeom>
              <a:solidFill>
                <a:srgbClr val="f3f7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6" name=""/>
              <p:cNvSpPr/>
              <p:nvPr/>
            </p:nvSpPr>
            <p:spPr>
              <a:xfrm>
                <a:off x="5127480" y="838080"/>
                <a:ext cx="16200" cy="1452600"/>
              </a:xfrm>
              <a:prstGeom prst="rect">
                <a:avLst/>
              </a:prstGeom>
              <a:solidFill>
                <a:srgbClr val="f3f7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7" name=""/>
              <p:cNvSpPr/>
              <p:nvPr/>
            </p:nvSpPr>
            <p:spPr>
              <a:xfrm>
                <a:off x="5143680" y="838080"/>
                <a:ext cx="15840" cy="1452600"/>
              </a:xfrm>
              <a:prstGeom prst="rect">
                <a:avLst/>
              </a:prstGeom>
              <a:solidFill>
                <a:srgbClr val="f3f8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8" name=""/>
              <p:cNvSpPr/>
              <p:nvPr/>
            </p:nvSpPr>
            <p:spPr>
              <a:xfrm>
                <a:off x="5159520" y="838080"/>
                <a:ext cx="19080" cy="1452600"/>
              </a:xfrm>
              <a:prstGeom prst="rect">
                <a:avLst/>
              </a:prstGeom>
              <a:solidFill>
                <a:srgbClr val="f4f8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49" name=""/>
              <p:cNvSpPr/>
              <p:nvPr/>
            </p:nvSpPr>
            <p:spPr>
              <a:xfrm>
                <a:off x="5178600" y="838080"/>
                <a:ext cx="15840" cy="1452600"/>
              </a:xfrm>
              <a:prstGeom prst="rect">
                <a:avLst/>
              </a:prstGeom>
              <a:solidFill>
                <a:srgbClr val="f4f8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0" name=""/>
              <p:cNvSpPr/>
              <p:nvPr/>
            </p:nvSpPr>
            <p:spPr>
              <a:xfrm>
                <a:off x="5194440" y="838080"/>
                <a:ext cx="15840" cy="1452600"/>
              </a:xfrm>
              <a:prstGeom prst="rect">
                <a:avLst/>
              </a:prstGeom>
              <a:solidFill>
                <a:srgbClr val="f5f8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1" name=""/>
              <p:cNvSpPr/>
              <p:nvPr/>
            </p:nvSpPr>
            <p:spPr>
              <a:xfrm>
                <a:off x="5210280" y="838080"/>
                <a:ext cx="19080" cy="1452600"/>
              </a:xfrm>
              <a:prstGeom prst="rect">
                <a:avLst/>
              </a:prstGeom>
              <a:solidFill>
                <a:srgbClr val="f5f8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2" name=""/>
              <p:cNvSpPr/>
              <p:nvPr/>
            </p:nvSpPr>
            <p:spPr>
              <a:xfrm>
                <a:off x="5229360" y="838080"/>
                <a:ext cx="12600" cy="1452600"/>
              </a:xfrm>
              <a:prstGeom prst="rect">
                <a:avLst/>
              </a:prstGeom>
              <a:solidFill>
                <a:srgbClr val="f5f9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3" name=""/>
              <p:cNvSpPr/>
              <p:nvPr/>
            </p:nvSpPr>
            <p:spPr>
              <a:xfrm>
                <a:off x="5241960" y="838080"/>
                <a:ext cx="15840" cy="1452600"/>
              </a:xfrm>
              <a:prstGeom prst="rect">
                <a:avLst/>
              </a:prstGeom>
              <a:solidFill>
                <a:srgbClr val="f6f9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4" name=""/>
              <p:cNvSpPr/>
              <p:nvPr/>
            </p:nvSpPr>
            <p:spPr>
              <a:xfrm>
                <a:off x="5257800" y="838080"/>
                <a:ext cx="15840" cy="1452600"/>
              </a:xfrm>
              <a:prstGeom prst="rect">
                <a:avLst/>
              </a:prstGeom>
              <a:solidFill>
                <a:srgbClr val="f6f9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5" name=""/>
              <p:cNvSpPr/>
              <p:nvPr/>
            </p:nvSpPr>
            <p:spPr>
              <a:xfrm>
                <a:off x="5273640" y="838080"/>
                <a:ext cx="15840" cy="1452600"/>
              </a:xfrm>
              <a:prstGeom prst="rect">
                <a:avLst/>
              </a:prstGeom>
              <a:solidFill>
                <a:srgbClr val="f6f9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6" name=""/>
              <p:cNvSpPr/>
              <p:nvPr/>
            </p:nvSpPr>
            <p:spPr>
              <a:xfrm>
                <a:off x="5289480" y="838080"/>
                <a:ext cx="15840" cy="1452600"/>
              </a:xfrm>
              <a:prstGeom prst="rect">
                <a:avLst/>
              </a:prstGeom>
              <a:solidFill>
                <a:srgbClr val="f7fa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7" name=""/>
              <p:cNvSpPr/>
              <p:nvPr/>
            </p:nvSpPr>
            <p:spPr>
              <a:xfrm>
                <a:off x="5305320" y="838080"/>
                <a:ext cx="19080" cy="1452600"/>
              </a:xfrm>
              <a:prstGeom prst="rect">
                <a:avLst/>
              </a:prstGeom>
              <a:solidFill>
                <a:srgbClr val="f7fa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8" name=""/>
              <p:cNvSpPr/>
              <p:nvPr/>
            </p:nvSpPr>
            <p:spPr>
              <a:xfrm>
                <a:off x="5324400" y="838080"/>
                <a:ext cx="15840" cy="1452600"/>
              </a:xfrm>
              <a:prstGeom prst="rect">
                <a:avLst/>
              </a:prstGeom>
              <a:solidFill>
                <a:srgbClr val="f7fa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59" name=""/>
              <p:cNvSpPr/>
              <p:nvPr/>
            </p:nvSpPr>
            <p:spPr>
              <a:xfrm>
                <a:off x="5340240" y="838080"/>
                <a:ext cx="15840" cy="1452600"/>
              </a:xfrm>
              <a:prstGeom prst="rect">
                <a:avLst/>
              </a:prstGeom>
              <a:solidFill>
                <a:srgbClr val="f8fa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0" name=""/>
              <p:cNvSpPr/>
              <p:nvPr/>
            </p:nvSpPr>
            <p:spPr>
              <a:xfrm>
                <a:off x="5356080" y="838080"/>
                <a:ext cx="16200" cy="1452600"/>
              </a:xfrm>
              <a:prstGeom prst="rect">
                <a:avLst/>
              </a:prstGeom>
              <a:solidFill>
                <a:srgbClr val="f8fa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1" name=""/>
              <p:cNvSpPr/>
              <p:nvPr/>
            </p:nvSpPr>
            <p:spPr>
              <a:xfrm>
                <a:off x="5372280" y="838080"/>
                <a:ext cx="15840" cy="1452600"/>
              </a:xfrm>
              <a:prstGeom prst="rect">
                <a:avLst/>
              </a:prstGeom>
              <a:solidFill>
                <a:srgbClr val="f8fb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2" name=""/>
              <p:cNvSpPr/>
              <p:nvPr/>
            </p:nvSpPr>
            <p:spPr>
              <a:xfrm>
                <a:off x="5388120" y="838080"/>
                <a:ext cx="15840" cy="1452600"/>
              </a:xfrm>
              <a:prstGeom prst="rect">
                <a:avLst/>
              </a:prstGeom>
              <a:solidFill>
                <a:srgbClr val="f9fb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3" name=""/>
              <p:cNvSpPr/>
              <p:nvPr/>
            </p:nvSpPr>
            <p:spPr>
              <a:xfrm>
                <a:off x="5403960" y="838080"/>
                <a:ext cx="15840" cy="1452600"/>
              </a:xfrm>
              <a:prstGeom prst="rect">
                <a:avLst/>
              </a:prstGeom>
              <a:solidFill>
                <a:srgbClr val="f9fb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4" name=""/>
              <p:cNvSpPr/>
              <p:nvPr/>
            </p:nvSpPr>
            <p:spPr>
              <a:xfrm>
                <a:off x="5419800" y="838080"/>
                <a:ext cx="15840" cy="1452600"/>
              </a:xfrm>
              <a:prstGeom prst="rect">
                <a:avLst/>
              </a:prstGeom>
              <a:solidFill>
                <a:srgbClr val="f9fb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5" name=""/>
              <p:cNvSpPr/>
              <p:nvPr/>
            </p:nvSpPr>
            <p:spPr>
              <a:xfrm>
                <a:off x="5435640" y="838080"/>
                <a:ext cx="19080" cy="1452600"/>
              </a:xfrm>
              <a:prstGeom prst="rect">
                <a:avLst/>
              </a:prstGeom>
              <a:solidFill>
                <a:srgbClr val="f9fb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6" name=""/>
              <p:cNvSpPr/>
              <p:nvPr/>
            </p:nvSpPr>
            <p:spPr>
              <a:xfrm>
                <a:off x="5454720" y="838080"/>
                <a:ext cx="15840" cy="1452600"/>
              </a:xfrm>
              <a:prstGeom prst="rect">
                <a:avLst/>
              </a:prstGeom>
              <a:solidFill>
                <a:srgbClr val="fafb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7" name=""/>
              <p:cNvSpPr/>
              <p:nvPr/>
            </p:nvSpPr>
            <p:spPr>
              <a:xfrm>
                <a:off x="5470560" y="838080"/>
                <a:ext cx="15840" cy="1452600"/>
              </a:xfrm>
              <a:prstGeom prst="rect">
                <a:avLst/>
              </a:prstGeom>
              <a:solidFill>
                <a:srgbClr val="fafc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8" name=""/>
              <p:cNvSpPr/>
              <p:nvPr/>
            </p:nvSpPr>
            <p:spPr>
              <a:xfrm>
                <a:off x="5486400" y="838080"/>
                <a:ext cx="15840" cy="1452600"/>
              </a:xfrm>
              <a:prstGeom prst="rect">
                <a:avLst/>
              </a:prstGeom>
              <a:solidFill>
                <a:srgbClr val="fafc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69" name=""/>
              <p:cNvSpPr/>
              <p:nvPr/>
            </p:nvSpPr>
            <p:spPr>
              <a:xfrm>
                <a:off x="5502240" y="838080"/>
                <a:ext cx="15840" cy="1452600"/>
              </a:xfrm>
              <a:prstGeom prst="rect">
                <a:avLst/>
              </a:prstGeom>
              <a:solidFill>
                <a:srgbClr val="fafc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0" name=""/>
              <p:cNvSpPr/>
              <p:nvPr/>
            </p:nvSpPr>
            <p:spPr>
              <a:xfrm>
                <a:off x="5518080" y="838080"/>
                <a:ext cx="12600" cy="1452600"/>
              </a:xfrm>
              <a:prstGeom prst="rect">
                <a:avLst/>
              </a:prstGeom>
              <a:solidFill>
                <a:srgbClr val="fb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1" name=""/>
              <p:cNvSpPr/>
              <p:nvPr/>
            </p:nvSpPr>
            <p:spPr>
              <a:xfrm>
                <a:off x="5530680" y="838080"/>
                <a:ext cx="19080" cy="1452600"/>
              </a:xfrm>
              <a:prstGeom prst="rect">
                <a:avLst/>
              </a:prstGeom>
              <a:solidFill>
                <a:srgbClr val="fb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2" name=""/>
              <p:cNvSpPr/>
              <p:nvPr/>
            </p:nvSpPr>
            <p:spPr>
              <a:xfrm>
                <a:off x="5549760" y="838080"/>
                <a:ext cx="15840" cy="1452600"/>
              </a:xfrm>
              <a:prstGeom prst="rect">
                <a:avLst/>
              </a:prstGeom>
              <a:solidFill>
                <a:srgbClr val="fb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3" name=""/>
              <p:cNvSpPr/>
              <p:nvPr/>
            </p:nvSpPr>
            <p:spPr>
              <a:xfrm>
                <a:off x="5565600" y="838080"/>
                <a:ext cx="16200" cy="1452600"/>
              </a:xfrm>
              <a:prstGeom prst="rect">
                <a:avLst/>
              </a:prstGeom>
              <a:solidFill>
                <a:srgbClr val="fb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4" name=""/>
              <p:cNvSpPr/>
              <p:nvPr/>
            </p:nvSpPr>
            <p:spPr>
              <a:xfrm>
                <a:off x="5581800" y="838080"/>
                <a:ext cx="19080" cy="1452600"/>
              </a:xfrm>
              <a:prstGeom prst="rect">
                <a:avLst/>
              </a:prstGeom>
              <a:solidFill>
                <a:srgbClr val="fbfd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5" name=""/>
              <p:cNvSpPr/>
              <p:nvPr/>
            </p:nvSpPr>
            <p:spPr>
              <a:xfrm>
                <a:off x="5600880" y="838080"/>
                <a:ext cx="15840" cy="1452600"/>
              </a:xfrm>
              <a:prstGeom prst="rect">
                <a:avLst/>
              </a:prstGeom>
              <a:solidFill>
                <a:srgbClr val="fc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6" name=""/>
              <p:cNvSpPr/>
              <p:nvPr/>
            </p:nvSpPr>
            <p:spPr>
              <a:xfrm>
                <a:off x="5616720" y="838080"/>
                <a:ext cx="15840" cy="1452600"/>
              </a:xfrm>
              <a:prstGeom prst="rect">
                <a:avLst/>
              </a:prstGeom>
              <a:solidFill>
                <a:srgbClr val="fc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7" name=""/>
              <p:cNvSpPr/>
              <p:nvPr/>
            </p:nvSpPr>
            <p:spPr>
              <a:xfrm>
                <a:off x="5632560" y="838080"/>
                <a:ext cx="12600" cy="1452600"/>
              </a:xfrm>
              <a:prstGeom prst="rect">
                <a:avLst/>
              </a:prstGeom>
              <a:solidFill>
                <a:srgbClr val="fc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8" name=""/>
              <p:cNvSpPr/>
              <p:nvPr/>
            </p:nvSpPr>
            <p:spPr>
              <a:xfrm>
                <a:off x="5645160" y="838080"/>
                <a:ext cx="15840" cy="1452600"/>
              </a:xfrm>
              <a:prstGeom prst="rect">
                <a:avLst/>
              </a:prstGeom>
              <a:solidFill>
                <a:srgbClr val="fc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79" name=""/>
              <p:cNvSpPr/>
              <p:nvPr/>
            </p:nvSpPr>
            <p:spPr>
              <a:xfrm>
                <a:off x="5661000" y="838080"/>
                <a:ext cx="19080" cy="1452600"/>
              </a:xfrm>
              <a:prstGeom prst="rect">
                <a:avLst/>
              </a:prstGeom>
              <a:solidFill>
                <a:srgbClr val="fcfd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0" name=""/>
              <p:cNvSpPr/>
              <p:nvPr/>
            </p:nvSpPr>
            <p:spPr>
              <a:xfrm>
                <a:off x="5680080" y="838080"/>
                <a:ext cx="15840" cy="1452600"/>
              </a:xfrm>
              <a:prstGeom prst="rect">
                <a:avLst/>
              </a:prstGeom>
              <a:solidFill>
                <a:srgbClr val="fd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1" name=""/>
              <p:cNvSpPr/>
              <p:nvPr/>
            </p:nvSpPr>
            <p:spPr>
              <a:xfrm>
                <a:off x="5695920" y="838080"/>
                <a:ext cx="15840" cy="1452600"/>
              </a:xfrm>
              <a:prstGeom prst="rect">
                <a:avLst/>
              </a:prstGeom>
              <a:solidFill>
                <a:srgbClr val="fd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2" name=""/>
              <p:cNvSpPr/>
              <p:nvPr/>
            </p:nvSpPr>
            <p:spPr>
              <a:xfrm>
                <a:off x="5711760" y="838080"/>
                <a:ext cx="19080" cy="1452600"/>
              </a:xfrm>
              <a:prstGeom prst="rect">
                <a:avLst/>
              </a:prstGeom>
              <a:solidFill>
                <a:srgbClr val="fd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3" name=""/>
              <p:cNvSpPr/>
              <p:nvPr/>
            </p:nvSpPr>
            <p:spPr>
              <a:xfrm>
                <a:off x="5730840" y="838080"/>
                <a:ext cx="12600" cy="1452600"/>
              </a:xfrm>
              <a:prstGeom prst="rect">
                <a:avLst/>
              </a:prstGeom>
              <a:solidFill>
                <a:srgbClr val="fd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4" name=""/>
              <p:cNvSpPr/>
              <p:nvPr/>
            </p:nvSpPr>
            <p:spPr>
              <a:xfrm>
                <a:off x="5743440" y="838080"/>
                <a:ext cx="15840" cy="1452600"/>
              </a:xfrm>
              <a:prstGeom prst="rect">
                <a:avLst/>
              </a:prstGeom>
              <a:solidFill>
                <a:srgbClr val="fd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5" name=""/>
              <p:cNvSpPr/>
              <p:nvPr/>
            </p:nvSpPr>
            <p:spPr>
              <a:xfrm>
                <a:off x="5759280" y="838080"/>
                <a:ext cx="16200" cy="1452600"/>
              </a:xfrm>
              <a:prstGeom prst="rect">
                <a:avLst/>
              </a:prstGeom>
              <a:solidFill>
                <a:srgbClr val="fd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6" name=""/>
              <p:cNvSpPr/>
              <p:nvPr/>
            </p:nvSpPr>
            <p:spPr>
              <a:xfrm>
                <a:off x="5775480" y="838080"/>
                <a:ext cx="15840" cy="1452600"/>
              </a:xfrm>
              <a:prstGeom prst="rect">
                <a:avLst/>
              </a:prstGeom>
              <a:solidFill>
                <a:srgbClr val="fd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7" name=""/>
              <p:cNvSpPr/>
              <p:nvPr/>
            </p:nvSpPr>
            <p:spPr>
              <a:xfrm>
                <a:off x="579132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8" name=""/>
              <p:cNvSpPr/>
              <p:nvPr/>
            </p:nvSpPr>
            <p:spPr>
              <a:xfrm>
                <a:off x="5807160" y="838080"/>
                <a:ext cx="1908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89" name=""/>
              <p:cNvSpPr/>
              <p:nvPr/>
            </p:nvSpPr>
            <p:spPr>
              <a:xfrm>
                <a:off x="582624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0" name=""/>
              <p:cNvSpPr/>
              <p:nvPr/>
            </p:nvSpPr>
            <p:spPr>
              <a:xfrm>
                <a:off x="584208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1" name=""/>
              <p:cNvSpPr/>
              <p:nvPr/>
            </p:nvSpPr>
            <p:spPr>
              <a:xfrm>
                <a:off x="585792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2" name=""/>
              <p:cNvSpPr/>
              <p:nvPr/>
            </p:nvSpPr>
            <p:spPr>
              <a:xfrm>
                <a:off x="587376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3" name=""/>
              <p:cNvSpPr/>
              <p:nvPr/>
            </p:nvSpPr>
            <p:spPr>
              <a:xfrm>
                <a:off x="5889600" y="838080"/>
                <a:ext cx="15840" cy="1452600"/>
              </a:xfrm>
              <a:prstGeom prst="rect">
                <a:avLst/>
              </a:prstGeom>
              <a:solidFill>
                <a:srgbClr val="fe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4" name=""/>
              <p:cNvSpPr/>
              <p:nvPr/>
            </p:nvSpPr>
            <p:spPr>
              <a:xfrm>
                <a:off x="5905440" y="838080"/>
                <a:ext cx="15840" cy="14526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5" name=""/>
              <p:cNvSpPr/>
              <p:nvPr/>
            </p:nvSpPr>
            <p:spPr>
              <a:xfrm>
                <a:off x="1781280" y="838080"/>
                <a:ext cx="4136760" cy="1452600"/>
              </a:xfrm>
              <a:custGeom>
                <a:avLst/>
                <a:gdLst/>
                <a:ahLst/>
                <a:rect l="l" t="t" r="r" b="b"/>
                <a:pathLst>
                  <a:path w="2606" h="915">
                    <a:moveTo>
                      <a:pt x="0" y="300"/>
                    </a:moveTo>
                    <a:lnTo>
                      <a:pt x="1732" y="149"/>
                    </a:lnTo>
                    <a:lnTo>
                      <a:pt x="2606" y="0"/>
                    </a:lnTo>
                    <a:lnTo>
                      <a:pt x="2606" y="915"/>
                    </a:lnTo>
                    <a:lnTo>
                      <a:pt x="0" y="915"/>
                    </a:lnTo>
                    <a:lnTo>
                      <a:pt x="0" y="300"/>
                    </a:lnTo>
                    <a:close/>
                  </a:path>
                </a:pathLst>
              </a:custGeom>
              <a:solidFill>
                <a:srgbClr val="ffffff"/>
              </a:solidFill>
              <a:ln w="32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6" name=""/>
              <p:cNvSpPr/>
              <p:nvPr/>
            </p:nvSpPr>
            <p:spPr>
              <a:xfrm>
                <a:off x="1781280" y="838080"/>
                <a:ext cx="4136760" cy="1452600"/>
              </a:xfrm>
              <a:custGeom>
                <a:avLst/>
                <a:gdLst/>
                <a:ahLst/>
                <a:rect l="l" t="t" r="r" b="b"/>
                <a:pathLst>
                  <a:path w="2606" h="915">
                    <a:moveTo>
                      <a:pt x="0" y="300"/>
                    </a:moveTo>
                    <a:lnTo>
                      <a:pt x="1732" y="149"/>
                    </a:lnTo>
                    <a:lnTo>
                      <a:pt x="2606" y="0"/>
                    </a:lnTo>
                    <a:lnTo>
                      <a:pt x="2606" y="915"/>
                    </a:lnTo>
                    <a:lnTo>
                      <a:pt x="0" y="915"/>
                    </a:lnTo>
                    <a:lnTo>
                      <a:pt x="0" y="30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7" name=""/>
              <p:cNvSpPr/>
              <p:nvPr/>
            </p:nvSpPr>
            <p:spPr>
              <a:xfrm>
                <a:off x="1781280" y="838080"/>
                <a:ext cx="15840" cy="1452600"/>
              </a:xfrm>
              <a:prstGeom prst="rect">
                <a:avLst/>
              </a:prstGeom>
              <a:solidFill>
                <a:srgbClr val="0099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8" name=""/>
              <p:cNvSpPr/>
              <p:nvPr/>
            </p:nvSpPr>
            <p:spPr>
              <a:xfrm>
                <a:off x="1797120" y="838080"/>
                <a:ext cx="15840" cy="1452600"/>
              </a:xfrm>
              <a:prstGeom prst="rect">
                <a:avLst/>
              </a:prstGeom>
              <a:solidFill>
                <a:srgbClr val="0799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399" name=""/>
              <p:cNvSpPr/>
              <p:nvPr/>
            </p:nvSpPr>
            <p:spPr>
              <a:xfrm>
                <a:off x="1812960" y="838080"/>
                <a:ext cx="19080" cy="1452600"/>
              </a:xfrm>
              <a:prstGeom prst="rect">
                <a:avLst/>
              </a:prstGeom>
              <a:solidFill>
                <a:srgbClr val="0a990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0" name=""/>
              <p:cNvSpPr/>
              <p:nvPr/>
            </p:nvSpPr>
            <p:spPr>
              <a:xfrm>
                <a:off x="1832040" y="838080"/>
                <a:ext cx="12600" cy="1452600"/>
              </a:xfrm>
              <a:prstGeom prst="rect">
                <a:avLst/>
              </a:prstGeom>
              <a:solidFill>
                <a:srgbClr val="0d990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1" name=""/>
              <p:cNvSpPr/>
              <p:nvPr/>
            </p:nvSpPr>
            <p:spPr>
              <a:xfrm>
                <a:off x="1844640" y="838080"/>
                <a:ext cx="15840" cy="1452600"/>
              </a:xfrm>
              <a:prstGeom prst="rect">
                <a:avLst/>
              </a:prstGeom>
              <a:solidFill>
                <a:srgbClr val="0f99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2" name=""/>
              <p:cNvSpPr/>
              <p:nvPr/>
            </p:nvSpPr>
            <p:spPr>
              <a:xfrm>
                <a:off x="1860480" y="838080"/>
                <a:ext cx="19080" cy="1452600"/>
              </a:xfrm>
              <a:prstGeom prst="rect">
                <a:avLst/>
              </a:prstGeom>
              <a:solidFill>
                <a:srgbClr val="11991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3" name=""/>
              <p:cNvSpPr/>
              <p:nvPr/>
            </p:nvSpPr>
            <p:spPr>
              <a:xfrm>
                <a:off x="1879560" y="838080"/>
                <a:ext cx="15840" cy="1452600"/>
              </a:xfrm>
              <a:prstGeom prst="rect">
                <a:avLst/>
              </a:prstGeom>
              <a:solidFill>
                <a:srgbClr val="13991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4" name=""/>
              <p:cNvSpPr/>
              <p:nvPr/>
            </p:nvSpPr>
            <p:spPr>
              <a:xfrm>
                <a:off x="1895400" y="838080"/>
                <a:ext cx="12600" cy="1452600"/>
              </a:xfrm>
              <a:prstGeom prst="rect">
                <a:avLst/>
              </a:prstGeom>
              <a:solidFill>
                <a:srgbClr val="1599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5" name=""/>
              <p:cNvSpPr/>
              <p:nvPr/>
            </p:nvSpPr>
            <p:spPr>
              <a:xfrm>
                <a:off x="1908000" y="838080"/>
                <a:ext cx="19080" cy="1452600"/>
              </a:xfrm>
              <a:prstGeom prst="rect">
                <a:avLst/>
              </a:prstGeom>
              <a:solidFill>
                <a:srgbClr val="169a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6" name=""/>
              <p:cNvSpPr/>
              <p:nvPr/>
            </p:nvSpPr>
            <p:spPr>
              <a:xfrm>
                <a:off x="1927080" y="838080"/>
                <a:ext cx="16200" cy="1452600"/>
              </a:xfrm>
              <a:prstGeom prst="rect">
                <a:avLst/>
              </a:prstGeom>
              <a:solidFill>
                <a:srgbClr val="189a1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7" name=""/>
              <p:cNvSpPr/>
              <p:nvPr/>
            </p:nvSpPr>
            <p:spPr>
              <a:xfrm>
                <a:off x="1943280" y="838080"/>
                <a:ext cx="15840" cy="1452600"/>
              </a:xfrm>
              <a:prstGeom prst="rect">
                <a:avLst/>
              </a:prstGeom>
              <a:solidFill>
                <a:srgbClr val="199a1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8" name=""/>
              <p:cNvSpPr/>
              <p:nvPr/>
            </p:nvSpPr>
            <p:spPr>
              <a:xfrm>
                <a:off x="1959120" y="838080"/>
                <a:ext cx="15840" cy="1452600"/>
              </a:xfrm>
              <a:prstGeom prst="rect">
                <a:avLst/>
              </a:prstGeom>
              <a:solidFill>
                <a:srgbClr val="1b9a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09" name=""/>
              <p:cNvSpPr/>
              <p:nvPr/>
            </p:nvSpPr>
            <p:spPr>
              <a:xfrm>
                <a:off x="1974960" y="838080"/>
                <a:ext cx="15840" cy="1452600"/>
              </a:xfrm>
              <a:prstGeom prst="rect">
                <a:avLst/>
              </a:prstGeom>
              <a:solidFill>
                <a:srgbClr val="1c9a1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0" name=""/>
              <p:cNvSpPr/>
              <p:nvPr/>
            </p:nvSpPr>
            <p:spPr>
              <a:xfrm>
                <a:off x="1990800" y="838080"/>
                <a:ext cx="19080" cy="1452600"/>
              </a:xfrm>
              <a:prstGeom prst="rect">
                <a:avLst/>
              </a:prstGeom>
              <a:solidFill>
                <a:srgbClr val="1e9a1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1" name=""/>
              <p:cNvSpPr/>
              <p:nvPr/>
            </p:nvSpPr>
            <p:spPr>
              <a:xfrm>
                <a:off x="2009880" y="838080"/>
                <a:ext cx="12600" cy="1452600"/>
              </a:xfrm>
              <a:prstGeom prst="rect">
                <a:avLst/>
              </a:prstGeom>
              <a:solidFill>
                <a:srgbClr val="1f9b1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2" name=""/>
              <p:cNvSpPr/>
              <p:nvPr/>
            </p:nvSpPr>
            <p:spPr>
              <a:xfrm>
                <a:off x="2022480" y="838080"/>
                <a:ext cx="15840" cy="1452600"/>
              </a:xfrm>
              <a:prstGeom prst="rect">
                <a:avLst/>
              </a:prstGeom>
              <a:solidFill>
                <a:srgbClr val="219b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3" name=""/>
              <p:cNvSpPr/>
              <p:nvPr/>
            </p:nvSpPr>
            <p:spPr>
              <a:xfrm>
                <a:off x="2038320" y="838080"/>
                <a:ext cx="19080" cy="1452600"/>
              </a:xfrm>
              <a:prstGeom prst="rect">
                <a:avLst/>
              </a:prstGeom>
              <a:solidFill>
                <a:srgbClr val="229b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4" name=""/>
              <p:cNvSpPr/>
              <p:nvPr/>
            </p:nvSpPr>
            <p:spPr>
              <a:xfrm>
                <a:off x="2057400" y="838080"/>
                <a:ext cx="15840" cy="1452600"/>
              </a:xfrm>
              <a:prstGeom prst="rect">
                <a:avLst/>
              </a:prstGeom>
              <a:solidFill>
                <a:srgbClr val="239b2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5" name=""/>
              <p:cNvSpPr/>
              <p:nvPr/>
            </p:nvSpPr>
            <p:spPr>
              <a:xfrm>
                <a:off x="2073240" y="838080"/>
                <a:ext cx="12600" cy="1452600"/>
              </a:xfrm>
              <a:prstGeom prst="rect">
                <a:avLst/>
              </a:prstGeom>
              <a:solidFill>
                <a:srgbClr val="259b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6" name=""/>
              <p:cNvSpPr/>
              <p:nvPr/>
            </p:nvSpPr>
            <p:spPr>
              <a:xfrm>
                <a:off x="2085840" y="838080"/>
                <a:ext cx="19080" cy="1452600"/>
              </a:xfrm>
              <a:prstGeom prst="rect">
                <a:avLst/>
              </a:prstGeom>
              <a:solidFill>
                <a:srgbClr val="269c2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7" name=""/>
              <p:cNvSpPr/>
              <p:nvPr/>
            </p:nvSpPr>
            <p:spPr>
              <a:xfrm>
                <a:off x="2104920" y="838080"/>
                <a:ext cx="15840" cy="1452600"/>
              </a:xfrm>
              <a:prstGeom prst="rect">
                <a:avLst/>
              </a:prstGeom>
              <a:solidFill>
                <a:srgbClr val="279c2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8" name=""/>
              <p:cNvSpPr/>
              <p:nvPr/>
            </p:nvSpPr>
            <p:spPr>
              <a:xfrm>
                <a:off x="2120760" y="838080"/>
                <a:ext cx="15840" cy="1452600"/>
              </a:xfrm>
              <a:prstGeom prst="rect">
                <a:avLst/>
              </a:prstGeom>
              <a:solidFill>
                <a:srgbClr val="289c2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19" name=""/>
              <p:cNvSpPr/>
              <p:nvPr/>
            </p:nvSpPr>
            <p:spPr>
              <a:xfrm>
                <a:off x="2136600" y="838080"/>
                <a:ext cx="16200" cy="1452600"/>
              </a:xfrm>
              <a:prstGeom prst="rect">
                <a:avLst/>
              </a:prstGeom>
              <a:solidFill>
                <a:srgbClr val="2a9c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0" name=""/>
              <p:cNvSpPr/>
              <p:nvPr/>
            </p:nvSpPr>
            <p:spPr>
              <a:xfrm>
                <a:off x="2152800" y="838080"/>
                <a:ext cx="15840" cy="1452600"/>
              </a:xfrm>
              <a:prstGeom prst="rect">
                <a:avLst/>
              </a:prstGeom>
              <a:solidFill>
                <a:srgbClr val="2b9c2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1" name=""/>
              <p:cNvSpPr/>
              <p:nvPr/>
            </p:nvSpPr>
            <p:spPr>
              <a:xfrm>
                <a:off x="2168640" y="838080"/>
                <a:ext cx="15840" cy="1452600"/>
              </a:xfrm>
              <a:prstGeom prst="rect">
                <a:avLst/>
              </a:prstGeom>
              <a:solidFill>
                <a:srgbClr val="2c9d2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2" name=""/>
              <p:cNvSpPr/>
              <p:nvPr/>
            </p:nvSpPr>
            <p:spPr>
              <a:xfrm>
                <a:off x="2184480" y="838080"/>
                <a:ext cx="19080" cy="1452600"/>
              </a:xfrm>
              <a:prstGeom prst="rect">
                <a:avLst/>
              </a:prstGeom>
              <a:solidFill>
                <a:srgbClr val="2e9d2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3" name=""/>
              <p:cNvSpPr/>
              <p:nvPr/>
            </p:nvSpPr>
            <p:spPr>
              <a:xfrm>
                <a:off x="2203560" y="838080"/>
                <a:ext cx="12600" cy="1452600"/>
              </a:xfrm>
              <a:prstGeom prst="rect">
                <a:avLst/>
              </a:prstGeom>
              <a:solidFill>
                <a:srgbClr val="2f9d2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4" name=""/>
              <p:cNvSpPr/>
              <p:nvPr/>
            </p:nvSpPr>
            <p:spPr>
              <a:xfrm>
                <a:off x="2216160" y="838080"/>
                <a:ext cx="19080" cy="1452600"/>
              </a:xfrm>
              <a:prstGeom prst="rect">
                <a:avLst/>
              </a:prstGeom>
              <a:solidFill>
                <a:srgbClr val="309d3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5" name=""/>
              <p:cNvSpPr/>
              <p:nvPr/>
            </p:nvSpPr>
            <p:spPr>
              <a:xfrm>
                <a:off x="2235240" y="838080"/>
                <a:ext cx="15840" cy="1452600"/>
              </a:xfrm>
              <a:prstGeom prst="rect">
                <a:avLst/>
              </a:prstGeom>
              <a:solidFill>
                <a:srgbClr val="319e3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6" name=""/>
              <p:cNvSpPr/>
              <p:nvPr/>
            </p:nvSpPr>
            <p:spPr>
              <a:xfrm>
                <a:off x="2251080" y="838080"/>
                <a:ext cx="15840" cy="1452600"/>
              </a:xfrm>
              <a:prstGeom prst="rect">
                <a:avLst/>
              </a:prstGeom>
              <a:solidFill>
                <a:srgbClr val="339e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7" name=""/>
              <p:cNvSpPr/>
              <p:nvPr/>
            </p:nvSpPr>
            <p:spPr>
              <a:xfrm>
                <a:off x="2266920" y="838080"/>
                <a:ext cx="15840" cy="1452600"/>
              </a:xfrm>
              <a:prstGeom prst="rect">
                <a:avLst/>
              </a:prstGeom>
              <a:solidFill>
                <a:srgbClr val="349e3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8" name=""/>
              <p:cNvSpPr/>
              <p:nvPr/>
            </p:nvSpPr>
            <p:spPr>
              <a:xfrm>
                <a:off x="2282760" y="838080"/>
                <a:ext cx="15840" cy="1452600"/>
              </a:xfrm>
              <a:prstGeom prst="rect">
                <a:avLst/>
              </a:prstGeom>
              <a:solidFill>
                <a:srgbClr val="359e3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29" name=""/>
              <p:cNvSpPr/>
              <p:nvPr/>
            </p:nvSpPr>
            <p:spPr>
              <a:xfrm>
                <a:off x="2298600" y="838080"/>
                <a:ext cx="15840" cy="1452600"/>
              </a:xfrm>
              <a:prstGeom prst="rect">
                <a:avLst/>
              </a:prstGeom>
              <a:solidFill>
                <a:srgbClr val="369f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0" name=""/>
              <p:cNvSpPr/>
              <p:nvPr/>
            </p:nvSpPr>
            <p:spPr>
              <a:xfrm>
                <a:off x="2314440" y="838080"/>
                <a:ext cx="15840" cy="1452600"/>
              </a:xfrm>
              <a:prstGeom prst="rect">
                <a:avLst/>
              </a:prstGeom>
              <a:solidFill>
                <a:srgbClr val="389f3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1" name=""/>
              <p:cNvSpPr/>
              <p:nvPr/>
            </p:nvSpPr>
            <p:spPr>
              <a:xfrm>
                <a:off x="2330280" y="838080"/>
                <a:ext cx="16200" cy="1452600"/>
              </a:xfrm>
              <a:prstGeom prst="rect">
                <a:avLst/>
              </a:prstGeom>
              <a:solidFill>
                <a:srgbClr val="399f3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2" name=""/>
              <p:cNvSpPr/>
              <p:nvPr/>
            </p:nvSpPr>
            <p:spPr>
              <a:xfrm>
                <a:off x="2346480" y="838080"/>
                <a:ext cx="15840" cy="1452600"/>
              </a:xfrm>
              <a:prstGeom prst="rect">
                <a:avLst/>
              </a:prstGeom>
              <a:solidFill>
                <a:srgbClr val="3aa0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3" name=""/>
              <p:cNvSpPr/>
              <p:nvPr/>
            </p:nvSpPr>
            <p:spPr>
              <a:xfrm>
                <a:off x="2362320" y="838080"/>
                <a:ext cx="19080" cy="1452600"/>
              </a:xfrm>
              <a:prstGeom prst="rect">
                <a:avLst/>
              </a:prstGeom>
              <a:solidFill>
                <a:srgbClr val="3ba03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4" name=""/>
              <p:cNvSpPr/>
              <p:nvPr/>
            </p:nvSpPr>
            <p:spPr>
              <a:xfrm>
                <a:off x="2381400" y="838080"/>
                <a:ext cx="15840" cy="1452600"/>
              </a:xfrm>
              <a:prstGeom prst="rect">
                <a:avLst/>
              </a:prstGeom>
              <a:solidFill>
                <a:srgbClr val="3da03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5" name=""/>
              <p:cNvSpPr/>
              <p:nvPr/>
            </p:nvSpPr>
            <p:spPr>
              <a:xfrm>
                <a:off x="2397240" y="838080"/>
                <a:ext cx="15840" cy="1452600"/>
              </a:xfrm>
              <a:prstGeom prst="rect">
                <a:avLst/>
              </a:prstGeom>
              <a:solidFill>
                <a:srgbClr val="3ea03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6" name=""/>
              <p:cNvSpPr/>
              <p:nvPr/>
            </p:nvSpPr>
            <p:spPr>
              <a:xfrm>
                <a:off x="2413080" y="838080"/>
                <a:ext cx="15840" cy="1452600"/>
              </a:xfrm>
              <a:prstGeom prst="rect">
                <a:avLst/>
              </a:prstGeom>
              <a:solidFill>
                <a:srgbClr val="3fa13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7" name=""/>
              <p:cNvSpPr/>
              <p:nvPr/>
            </p:nvSpPr>
            <p:spPr>
              <a:xfrm>
                <a:off x="2428920" y="838080"/>
                <a:ext cx="15840" cy="1452600"/>
              </a:xfrm>
              <a:prstGeom prst="rect">
                <a:avLst/>
              </a:prstGeom>
              <a:solidFill>
                <a:srgbClr val="41a14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8" name=""/>
              <p:cNvSpPr/>
              <p:nvPr/>
            </p:nvSpPr>
            <p:spPr>
              <a:xfrm>
                <a:off x="2444760" y="838080"/>
                <a:ext cx="15840" cy="1452600"/>
              </a:xfrm>
              <a:prstGeom prst="rect">
                <a:avLst/>
              </a:prstGeom>
              <a:solidFill>
                <a:srgbClr val="42a14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39" name=""/>
              <p:cNvSpPr/>
              <p:nvPr/>
            </p:nvSpPr>
            <p:spPr>
              <a:xfrm>
                <a:off x="2460600" y="838080"/>
                <a:ext cx="15840" cy="1452600"/>
              </a:xfrm>
              <a:prstGeom prst="rect">
                <a:avLst/>
              </a:prstGeom>
              <a:solidFill>
                <a:srgbClr val="43a24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0" name=""/>
              <p:cNvSpPr/>
              <p:nvPr/>
            </p:nvSpPr>
            <p:spPr>
              <a:xfrm>
                <a:off x="2476440" y="838080"/>
                <a:ext cx="15840" cy="1452600"/>
              </a:xfrm>
              <a:prstGeom prst="rect">
                <a:avLst/>
              </a:prstGeom>
              <a:solidFill>
                <a:srgbClr val="44a2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1" name=""/>
              <p:cNvSpPr/>
              <p:nvPr/>
            </p:nvSpPr>
            <p:spPr>
              <a:xfrm>
                <a:off x="2492280" y="838080"/>
                <a:ext cx="15840" cy="1452600"/>
              </a:xfrm>
              <a:prstGeom prst="rect">
                <a:avLst/>
              </a:prstGeom>
              <a:solidFill>
                <a:srgbClr val="46a24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2" name=""/>
              <p:cNvSpPr/>
              <p:nvPr/>
            </p:nvSpPr>
            <p:spPr>
              <a:xfrm>
                <a:off x="2508120" y="838080"/>
                <a:ext cx="19080" cy="1452600"/>
              </a:xfrm>
              <a:prstGeom prst="rect">
                <a:avLst/>
              </a:prstGeom>
              <a:solidFill>
                <a:srgbClr val="47a34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3" name=""/>
              <p:cNvSpPr/>
              <p:nvPr/>
            </p:nvSpPr>
            <p:spPr>
              <a:xfrm>
                <a:off x="2527200" y="838080"/>
                <a:ext cx="12960" cy="1452600"/>
              </a:xfrm>
              <a:prstGeom prst="rect">
                <a:avLst/>
              </a:prstGeom>
              <a:solidFill>
                <a:srgbClr val="48a34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4" name=""/>
              <p:cNvSpPr/>
              <p:nvPr/>
            </p:nvSpPr>
            <p:spPr>
              <a:xfrm>
                <a:off x="2540160" y="838080"/>
                <a:ext cx="15840" cy="1452600"/>
              </a:xfrm>
              <a:prstGeom prst="rect">
                <a:avLst/>
              </a:prstGeom>
              <a:solidFill>
                <a:srgbClr val="4aa44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5" name=""/>
              <p:cNvSpPr/>
              <p:nvPr/>
            </p:nvSpPr>
            <p:spPr>
              <a:xfrm>
                <a:off x="2556000" y="838080"/>
                <a:ext cx="15840" cy="1452600"/>
              </a:xfrm>
              <a:prstGeom prst="rect">
                <a:avLst/>
              </a:prstGeom>
              <a:solidFill>
                <a:srgbClr val="4ba44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6" name=""/>
              <p:cNvSpPr/>
              <p:nvPr/>
            </p:nvSpPr>
            <p:spPr>
              <a:xfrm>
                <a:off x="2571840" y="838080"/>
                <a:ext cx="15840" cy="1452600"/>
              </a:xfrm>
              <a:prstGeom prst="rect">
                <a:avLst/>
              </a:prstGeom>
              <a:solidFill>
                <a:srgbClr val="4ca44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7" name=""/>
              <p:cNvSpPr/>
              <p:nvPr/>
            </p:nvSpPr>
            <p:spPr>
              <a:xfrm>
                <a:off x="2587680" y="838080"/>
                <a:ext cx="19080" cy="1452600"/>
              </a:xfrm>
              <a:prstGeom prst="rect">
                <a:avLst/>
              </a:prstGeom>
              <a:solidFill>
                <a:srgbClr val="4da54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8" name=""/>
              <p:cNvSpPr/>
              <p:nvPr/>
            </p:nvSpPr>
            <p:spPr>
              <a:xfrm>
                <a:off x="2606760" y="838080"/>
                <a:ext cx="15840" cy="1452600"/>
              </a:xfrm>
              <a:prstGeom prst="rect">
                <a:avLst/>
              </a:prstGeom>
              <a:solidFill>
                <a:srgbClr val="4fa54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49" name=""/>
              <p:cNvSpPr/>
              <p:nvPr/>
            </p:nvSpPr>
            <p:spPr>
              <a:xfrm>
                <a:off x="2622600" y="838080"/>
                <a:ext cx="15840" cy="1452600"/>
              </a:xfrm>
              <a:prstGeom prst="rect">
                <a:avLst/>
              </a:prstGeom>
              <a:solidFill>
                <a:srgbClr val="50a65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0" name=""/>
              <p:cNvSpPr/>
              <p:nvPr/>
            </p:nvSpPr>
            <p:spPr>
              <a:xfrm>
                <a:off x="2638440" y="838080"/>
                <a:ext cx="15840" cy="1452600"/>
              </a:xfrm>
              <a:prstGeom prst="rect">
                <a:avLst/>
              </a:prstGeom>
              <a:solidFill>
                <a:srgbClr val="51a65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1" name=""/>
              <p:cNvSpPr/>
              <p:nvPr/>
            </p:nvSpPr>
            <p:spPr>
              <a:xfrm>
                <a:off x="2654280" y="838080"/>
                <a:ext cx="15840" cy="1452600"/>
              </a:xfrm>
              <a:prstGeom prst="rect">
                <a:avLst/>
              </a:prstGeom>
              <a:solidFill>
                <a:srgbClr val="53a65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2" name=""/>
              <p:cNvSpPr/>
              <p:nvPr/>
            </p:nvSpPr>
            <p:spPr>
              <a:xfrm>
                <a:off x="2670120" y="838080"/>
                <a:ext cx="15840" cy="1452600"/>
              </a:xfrm>
              <a:prstGeom prst="rect">
                <a:avLst/>
              </a:prstGeom>
              <a:solidFill>
                <a:srgbClr val="54a7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3" name=""/>
              <p:cNvSpPr/>
              <p:nvPr/>
            </p:nvSpPr>
            <p:spPr>
              <a:xfrm>
                <a:off x="2685960" y="838080"/>
                <a:ext cx="15840" cy="1452600"/>
              </a:xfrm>
              <a:prstGeom prst="rect">
                <a:avLst/>
              </a:prstGeom>
              <a:solidFill>
                <a:srgbClr val="55a75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4" name=""/>
              <p:cNvSpPr/>
              <p:nvPr/>
            </p:nvSpPr>
            <p:spPr>
              <a:xfrm>
                <a:off x="2701800" y="838080"/>
                <a:ext cx="15840" cy="1452600"/>
              </a:xfrm>
              <a:prstGeom prst="rect">
                <a:avLst/>
              </a:prstGeom>
              <a:solidFill>
                <a:srgbClr val="57a8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5" name=""/>
              <p:cNvSpPr/>
              <p:nvPr/>
            </p:nvSpPr>
            <p:spPr>
              <a:xfrm>
                <a:off x="2717640" y="838080"/>
                <a:ext cx="16200" cy="1452600"/>
              </a:xfrm>
              <a:prstGeom prst="rect">
                <a:avLst/>
              </a:prstGeom>
              <a:solidFill>
                <a:srgbClr val="58a85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6" name=""/>
              <p:cNvSpPr/>
              <p:nvPr/>
            </p:nvSpPr>
            <p:spPr>
              <a:xfrm>
                <a:off x="2733840" y="838080"/>
                <a:ext cx="18720" cy="1452600"/>
              </a:xfrm>
              <a:prstGeom prst="rect">
                <a:avLst/>
              </a:prstGeom>
              <a:solidFill>
                <a:srgbClr val="59a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7" name=""/>
              <p:cNvSpPr/>
              <p:nvPr/>
            </p:nvSpPr>
            <p:spPr>
              <a:xfrm>
                <a:off x="2752560" y="838080"/>
                <a:ext cx="16200" cy="1452600"/>
              </a:xfrm>
              <a:prstGeom prst="rect">
                <a:avLst/>
              </a:prstGeom>
              <a:solidFill>
                <a:srgbClr val="5ba95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8" name=""/>
              <p:cNvSpPr/>
              <p:nvPr/>
            </p:nvSpPr>
            <p:spPr>
              <a:xfrm>
                <a:off x="2768760" y="838080"/>
                <a:ext cx="15840" cy="1452600"/>
              </a:xfrm>
              <a:prstGeom prst="rect">
                <a:avLst/>
              </a:prstGeom>
              <a:solidFill>
                <a:srgbClr val="5ca9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59" name=""/>
              <p:cNvSpPr/>
              <p:nvPr/>
            </p:nvSpPr>
            <p:spPr>
              <a:xfrm>
                <a:off x="2784600" y="838080"/>
                <a:ext cx="15840" cy="1452600"/>
              </a:xfrm>
              <a:prstGeom prst="rect">
                <a:avLst/>
              </a:prstGeom>
              <a:solidFill>
                <a:srgbClr val="5daa5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0" name=""/>
              <p:cNvSpPr/>
              <p:nvPr/>
            </p:nvSpPr>
            <p:spPr>
              <a:xfrm>
                <a:off x="2800440" y="838080"/>
                <a:ext cx="15840" cy="1452600"/>
              </a:xfrm>
              <a:prstGeom prst="rect">
                <a:avLst/>
              </a:prstGeom>
              <a:solidFill>
                <a:srgbClr val="5faa5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1" name=""/>
              <p:cNvSpPr/>
              <p:nvPr/>
            </p:nvSpPr>
            <p:spPr>
              <a:xfrm>
                <a:off x="2816280" y="838080"/>
                <a:ext cx="15840" cy="1452600"/>
              </a:xfrm>
              <a:prstGeom prst="rect">
                <a:avLst/>
              </a:prstGeom>
              <a:solidFill>
                <a:srgbClr val="60ab6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2" name=""/>
              <p:cNvSpPr/>
              <p:nvPr/>
            </p:nvSpPr>
            <p:spPr>
              <a:xfrm>
                <a:off x="2832120" y="838080"/>
                <a:ext cx="15840" cy="1452600"/>
              </a:xfrm>
              <a:prstGeom prst="rect">
                <a:avLst/>
              </a:prstGeom>
              <a:solidFill>
                <a:srgbClr val="61ab6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3" name=""/>
              <p:cNvSpPr/>
              <p:nvPr/>
            </p:nvSpPr>
            <p:spPr>
              <a:xfrm>
                <a:off x="2847960" y="838080"/>
                <a:ext cx="15840" cy="1452600"/>
              </a:xfrm>
              <a:prstGeom prst="rect">
                <a:avLst/>
              </a:prstGeom>
              <a:solidFill>
                <a:srgbClr val="63ac6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4" name=""/>
              <p:cNvSpPr/>
              <p:nvPr/>
            </p:nvSpPr>
            <p:spPr>
              <a:xfrm>
                <a:off x="2863800" y="838080"/>
                <a:ext cx="19080" cy="1452600"/>
              </a:xfrm>
              <a:prstGeom prst="rect">
                <a:avLst/>
              </a:prstGeom>
              <a:solidFill>
                <a:srgbClr val="64ac6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5" name=""/>
              <p:cNvSpPr/>
              <p:nvPr/>
            </p:nvSpPr>
            <p:spPr>
              <a:xfrm>
                <a:off x="2882880" y="838080"/>
                <a:ext cx="15840" cy="1452600"/>
              </a:xfrm>
              <a:prstGeom prst="rect">
                <a:avLst/>
              </a:prstGeom>
              <a:solidFill>
                <a:srgbClr val="65ad6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6" name=""/>
              <p:cNvSpPr/>
              <p:nvPr/>
            </p:nvSpPr>
            <p:spPr>
              <a:xfrm>
                <a:off x="2898720" y="838080"/>
                <a:ext cx="15840" cy="1452600"/>
              </a:xfrm>
              <a:prstGeom prst="rect">
                <a:avLst/>
              </a:prstGeom>
              <a:solidFill>
                <a:srgbClr val="67ad6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7" name=""/>
              <p:cNvSpPr/>
              <p:nvPr/>
            </p:nvSpPr>
            <p:spPr>
              <a:xfrm>
                <a:off x="2914560" y="838080"/>
                <a:ext cx="15840" cy="1452600"/>
              </a:xfrm>
              <a:prstGeom prst="rect">
                <a:avLst/>
              </a:prstGeom>
              <a:solidFill>
                <a:srgbClr val="68ae6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8" name=""/>
              <p:cNvSpPr/>
              <p:nvPr/>
            </p:nvSpPr>
            <p:spPr>
              <a:xfrm>
                <a:off x="2930400" y="838080"/>
                <a:ext cx="12960" cy="1452600"/>
              </a:xfrm>
              <a:prstGeom prst="rect">
                <a:avLst/>
              </a:prstGeom>
              <a:solidFill>
                <a:srgbClr val="6aae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69" name=""/>
              <p:cNvSpPr/>
              <p:nvPr/>
            </p:nvSpPr>
            <p:spPr>
              <a:xfrm>
                <a:off x="2943360" y="838080"/>
                <a:ext cx="15840" cy="1452600"/>
              </a:xfrm>
              <a:prstGeom prst="rect">
                <a:avLst/>
              </a:prstGeom>
              <a:solidFill>
                <a:srgbClr val="6baf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0" name=""/>
              <p:cNvSpPr/>
              <p:nvPr/>
            </p:nvSpPr>
            <p:spPr>
              <a:xfrm>
                <a:off x="2959200" y="838080"/>
                <a:ext cx="19080" cy="1452600"/>
              </a:xfrm>
              <a:prstGeom prst="rect">
                <a:avLst/>
              </a:prstGeom>
              <a:solidFill>
                <a:srgbClr val="6caf6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1" name=""/>
              <p:cNvSpPr/>
              <p:nvPr/>
            </p:nvSpPr>
            <p:spPr>
              <a:xfrm>
                <a:off x="2978280" y="838080"/>
                <a:ext cx="15840" cy="1452600"/>
              </a:xfrm>
              <a:prstGeom prst="rect">
                <a:avLst/>
              </a:prstGeom>
              <a:solidFill>
                <a:srgbClr val="6eb06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2" name=""/>
              <p:cNvSpPr/>
              <p:nvPr/>
            </p:nvSpPr>
            <p:spPr>
              <a:xfrm>
                <a:off x="2994120" y="838080"/>
                <a:ext cx="15840" cy="1452600"/>
              </a:xfrm>
              <a:prstGeom prst="rect">
                <a:avLst/>
              </a:prstGeom>
              <a:solidFill>
                <a:srgbClr val="6fb16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3" name=""/>
              <p:cNvSpPr/>
              <p:nvPr/>
            </p:nvSpPr>
            <p:spPr>
              <a:xfrm>
                <a:off x="3009960" y="838080"/>
                <a:ext cx="19080" cy="1452600"/>
              </a:xfrm>
              <a:prstGeom prst="rect">
                <a:avLst/>
              </a:prstGeom>
              <a:solidFill>
                <a:srgbClr val="70b17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4" name=""/>
              <p:cNvSpPr/>
              <p:nvPr/>
            </p:nvSpPr>
            <p:spPr>
              <a:xfrm>
                <a:off x="3029040" y="838080"/>
                <a:ext cx="15840" cy="1452600"/>
              </a:xfrm>
              <a:prstGeom prst="rect">
                <a:avLst/>
              </a:prstGeom>
              <a:solidFill>
                <a:srgbClr val="72b27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5" name=""/>
              <p:cNvSpPr/>
              <p:nvPr/>
            </p:nvSpPr>
            <p:spPr>
              <a:xfrm>
                <a:off x="3044880" y="838080"/>
                <a:ext cx="12600" cy="1452600"/>
              </a:xfrm>
              <a:prstGeom prst="rect">
                <a:avLst/>
              </a:prstGeom>
              <a:solidFill>
                <a:srgbClr val="73b27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6" name=""/>
              <p:cNvSpPr/>
              <p:nvPr/>
            </p:nvSpPr>
            <p:spPr>
              <a:xfrm>
                <a:off x="3057480" y="838080"/>
                <a:ext cx="15840" cy="1452600"/>
              </a:xfrm>
              <a:prstGeom prst="rect">
                <a:avLst/>
              </a:prstGeom>
              <a:solidFill>
                <a:srgbClr val="74b37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7" name=""/>
              <p:cNvSpPr/>
              <p:nvPr/>
            </p:nvSpPr>
            <p:spPr>
              <a:xfrm>
                <a:off x="3073320" y="838080"/>
                <a:ext cx="15840" cy="1452600"/>
              </a:xfrm>
              <a:prstGeom prst="rect">
                <a:avLst/>
              </a:prstGeom>
              <a:solidFill>
                <a:srgbClr val="76b37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8" name=""/>
              <p:cNvSpPr/>
              <p:nvPr/>
            </p:nvSpPr>
            <p:spPr>
              <a:xfrm>
                <a:off x="3089160" y="838080"/>
                <a:ext cx="19080" cy="1452600"/>
              </a:xfrm>
              <a:prstGeom prst="rect">
                <a:avLst/>
              </a:prstGeom>
              <a:solidFill>
                <a:srgbClr val="77b4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79" name=""/>
              <p:cNvSpPr/>
              <p:nvPr/>
            </p:nvSpPr>
            <p:spPr>
              <a:xfrm>
                <a:off x="3108240" y="838080"/>
                <a:ext cx="15840" cy="1452600"/>
              </a:xfrm>
              <a:prstGeom prst="rect">
                <a:avLst/>
              </a:prstGeom>
              <a:solidFill>
                <a:srgbClr val="79b57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0" name=""/>
              <p:cNvSpPr/>
              <p:nvPr/>
            </p:nvSpPr>
            <p:spPr>
              <a:xfrm>
                <a:off x="3124080" y="838080"/>
                <a:ext cx="15840" cy="1452600"/>
              </a:xfrm>
              <a:prstGeom prst="rect">
                <a:avLst/>
              </a:prstGeom>
              <a:solidFill>
                <a:srgbClr val="7ab5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1" name=""/>
              <p:cNvSpPr/>
              <p:nvPr/>
            </p:nvSpPr>
            <p:spPr>
              <a:xfrm>
                <a:off x="3139920" y="838080"/>
                <a:ext cx="19080" cy="1452600"/>
              </a:xfrm>
              <a:prstGeom prst="rect">
                <a:avLst/>
              </a:prstGeom>
              <a:solidFill>
                <a:srgbClr val="7bb67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2" name=""/>
              <p:cNvSpPr/>
              <p:nvPr/>
            </p:nvSpPr>
            <p:spPr>
              <a:xfrm>
                <a:off x="3159000" y="838080"/>
                <a:ext cx="12960" cy="1452600"/>
              </a:xfrm>
              <a:prstGeom prst="rect">
                <a:avLst/>
              </a:prstGeom>
              <a:solidFill>
                <a:srgbClr val="7db67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3" name=""/>
              <p:cNvSpPr/>
              <p:nvPr/>
            </p:nvSpPr>
            <p:spPr>
              <a:xfrm>
                <a:off x="3171960" y="838080"/>
                <a:ext cx="15840" cy="1452600"/>
              </a:xfrm>
              <a:prstGeom prst="rect">
                <a:avLst/>
              </a:prstGeom>
              <a:solidFill>
                <a:srgbClr val="7eb77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4" name=""/>
              <p:cNvSpPr/>
              <p:nvPr/>
            </p:nvSpPr>
            <p:spPr>
              <a:xfrm>
                <a:off x="3187800" y="838080"/>
                <a:ext cx="15840" cy="1452600"/>
              </a:xfrm>
              <a:prstGeom prst="rect">
                <a:avLst/>
              </a:prstGeom>
              <a:solidFill>
                <a:srgbClr val="7fb8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5" name=""/>
              <p:cNvSpPr/>
              <p:nvPr/>
            </p:nvSpPr>
            <p:spPr>
              <a:xfrm>
                <a:off x="3203640" y="838080"/>
                <a:ext cx="15840" cy="1452600"/>
              </a:xfrm>
              <a:prstGeom prst="rect">
                <a:avLst/>
              </a:prstGeom>
              <a:solidFill>
                <a:srgbClr val="81b8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6" name=""/>
              <p:cNvSpPr/>
              <p:nvPr/>
            </p:nvSpPr>
            <p:spPr>
              <a:xfrm>
                <a:off x="3219480" y="838080"/>
                <a:ext cx="15840" cy="1452600"/>
              </a:xfrm>
              <a:prstGeom prst="rect">
                <a:avLst/>
              </a:prstGeom>
              <a:solidFill>
                <a:srgbClr val="82b98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7" name=""/>
              <p:cNvSpPr/>
              <p:nvPr/>
            </p:nvSpPr>
            <p:spPr>
              <a:xfrm>
                <a:off x="3235320" y="838080"/>
                <a:ext cx="19080" cy="1452600"/>
              </a:xfrm>
              <a:prstGeom prst="rect">
                <a:avLst/>
              </a:prstGeom>
              <a:solidFill>
                <a:srgbClr val="83b98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8" name=""/>
              <p:cNvSpPr/>
              <p:nvPr/>
            </p:nvSpPr>
            <p:spPr>
              <a:xfrm>
                <a:off x="3254400" y="838080"/>
                <a:ext cx="15840" cy="1452600"/>
              </a:xfrm>
              <a:prstGeom prst="rect">
                <a:avLst/>
              </a:prstGeom>
              <a:solidFill>
                <a:srgbClr val="85ba8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89" name=""/>
              <p:cNvSpPr/>
              <p:nvPr/>
            </p:nvSpPr>
            <p:spPr>
              <a:xfrm>
                <a:off x="3270240" y="838080"/>
                <a:ext cx="15840" cy="1452600"/>
              </a:xfrm>
              <a:prstGeom prst="rect">
                <a:avLst/>
              </a:prstGeom>
              <a:solidFill>
                <a:srgbClr val="86bb8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0" name=""/>
              <p:cNvSpPr/>
              <p:nvPr/>
            </p:nvSpPr>
            <p:spPr>
              <a:xfrm>
                <a:off x="3286080" y="838080"/>
                <a:ext cx="15840" cy="1452600"/>
              </a:xfrm>
              <a:prstGeom prst="rect">
                <a:avLst/>
              </a:prstGeom>
              <a:solidFill>
                <a:srgbClr val="87bb8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1" name=""/>
              <p:cNvSpPr/>
              <p:nvPr/>
            </p:nvSpPr>
            <p:spPr>
              <a:xfrm>
                <a:off x="3301920" y="838080"/>
                <a:ext cx="15840" cy="1452600"/>
              </a:xfrm>
              <a:prstGeom prst="rect">
                <a:avLst/>
              </a:prstGeom>
              <a:solidFill>
                <a:srgbClr val="89bc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2" name=""/>
              <p:cNvSpPr/>
              <p:nvPr/>
            </p:nvSpPr>
            <p:spPr>
              <a:xfrm>
                <a:off x="3317760" y="838080"/>
                <a:ext cx="15840" cy="1452600"/>
              </a:xfrm>
              <a:prstGeom prst="rect">
                <a:avLst/>
              </a:prstGeom>
              <a:solidFill>
                <a:srgbClr val="8abc8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3" name=""/>
              <p:cNvSpPr/>
              <p:nvPr/>
            </p:nvSpPr>
            <p:spPr>
              <a:xfrm>
                <a:off x="3333600" y="838080"/>
                <a:ext cx="16200" cy="1452600"/>
              </a:xfrm>
              <a:prstGeom prst="rect">
                <a:avLst/>
              </a:prstGeom>
              <a:solidFill>
                <a:srgbClr val="8cbd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4" name=""/>
              <p:cNvSpPr/>
              <p:nvPr/>
            </p:nvSpPr>
            <p:spPr>
              <a:xfrm>
                <a:off x="3349800" y="838080"/>
                <a:ext cx="15840" cy="1452600"/>
              </a:xfrm>
              <a:prstGeom prst="rect">
                <a:avLst/>
              </a:prstGeom>
              <a:solidFill>
                <a:srgbClr val="8dbe8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5" name=""/>
              <p:cNvSpPr/>
              <p:nvPr/>
            </p:nvSpPr>
            <p:spPr>
              <a:xfrm>
                <a:off x="3365640" y="838080"/>
                <a:ext cx="15840" cy="1452600"/>
              </a:xfrm>
              <a:prstGeom prst="rect">
                <a:avLst/>
              </a:prstGeom>
              <a:solidFill>
                <a:srgbClr val="8ebe8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6" name=""/>
              <p:cNvSpPr/>
              <p:nvPr/>
            </p:nvSpPr>
            <p:spPr>
              <a:xfrm>
                <a:off x="3381480" y="838080"/>
                <a:ext cx="19080" cy="1452600"/>
              </a:xfrm>
              <a:prstGeom prst="rect">
                <a:avLst/>
              </a:prstGeom>
              <a:solidFill>
                <a:srgbClr val="90bf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7" name=""/>
              <p:cNvSpPr/>
              <p:nvPr/>
            </p:nvSpPr>
            <p:spPr>
              <a:xfrm>
                <a:off x="3400560" y="838080"/>
                <a:ext cx="15840" cy="1452600"/>
              </a:xfrm>
              <a:prstGeom prst="rect">
                <a:avLst/>
              </a:prstGeom>
              <a:solidFill>
                <a:srgbClr val="91c09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8" name=""/>
              <p:cNvSpPr/>
              <p:nvPr/>
            </p:nvSpPr>
            <p:spPr>
              <a:xfrm>
                <a:off x="3416400" y="838080"/>
                <a:ext cx="15840" cy="1452600"/>
              </a:xfrm>
              <a:prstGeom prst="rect">
                <a:avLst/>
              </a:prstGeom>
              <a:solidFill>
                <a:srgbClr val="92c09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499" name=""/>
              <p:cNvSpPr/>
              <p:nvPr/>
            </p:nvSpPr>
            <p:spPr>
              <a:xfrm>
                <a:off x="3432240" y="838080"/>
                <a:ext cx="15840" cy="1452600"/>
              </a:xfrm>
              <a:prstGeom prst="rect">
                <a:avLst/>
              </a:prstGeom>
              <a:solidFill>
                <a:srgbClr val="94c19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0" name=""/>
              <p:cNvSpPr/>
              <p:nvPr/>
            </p:nvSpPr>
            <p:spPr>
              <a:xfrm>
                <a:off x="3448080" y="838080"/>
                <a:ext cx="12600" cy="1452600"/>
              </a:xfrm>
              <a:prstGeom prst="rect">
                <a:avLst/>
              </a:prstGeom>
              <a:solidFill>
                <a:srgbClr val="95c2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1" name=""/>
              <p:cNvSpPr/>
              <p:nvPr/>
            </p:nvSpPr>
            <p:spPr>
              <a:xfrm>
                <a:off x="3460680" y="838080"/>
                <a:ext cx="19080" cy="1452600"/>
              </a:xfrm>
              <a:prstGeom prst="rect">
                <a:avLst/>
              </a:prstGeom>
              <a:solidFill>
                <a:srgbClr val="96c2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2" name=""/>
              <p:cNvSpPr/>
              <p:nvPr/>
            </p:nvSpPr>
            <p:spPr>
              <a:xfrm>
                <a:off x="3479760" y="838080"/>
                <a:ext cx="15840" cy="1452600"/>
              </a:xfrm>
              <a:prstGeom prst="rect">
                <a:avLst/>
              </a:prstGeom>
              <a:solidFill>
                <a:srgbClr val="98c39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3" name=""/>
              <p:cNvSpPr/>
              <p:nvPr/>
            </p:nvSpPr>
            <p:spPr>
              <a:xfrm>
                <a:off x="3495600" y="838080"/>
                <a:ext cx="15840" cy="1452600"/>
              </a:xfrm>
              <a:prstGeom prst="rect">
                <a:avLst/>
              </a:prstGeom>
              <a:solidFill>
                <a:srgbClr val="99c4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4" name=""/>
              <p:cNvSpPr/>
              <p:nvPr/>
            </p:nvSpPr>
            <p:spPr>
              <a:xfrm>
                <a:off x="3511440" y="838080"/>
                <a:ext cx="19080" cy="1452600"/>
              </a:xfrm>
              <a:prstGeom prst="rect">
                <a:avLst/>
              </a:prstGeom>
              <a:solidFill>
                <a:srgbClr val="9ac49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5" name=""/>
              <p:cNvSpPr/>
              <p:nvPr/>
            </p:nvSpPr>
            <p:spPr>
              <a:xfrm>
                <a:off x="3530520" y="838080"/>
                <a:ext cx="15840" cy="1452600"/>
              </a:xfrm>
              <a:prstGeom prst="rect">
                <a:avLst/>
              </a:prstGeom>
              <a:solidFill>
                <a:srgbClr val="9bc59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6" name=""/>
              <p:cNvSpPr/>
              <p:nvPr/>
            </p:nvSpPr>
            <p:spPr>
              <a:xfrm>
                <a:off x="3546360" y="838080"/>
                <a:ext cx="15840" cy="1452600"/>
              </a:xfrm>
              <a:prstGeom prst="rect">
                <a:avLst/>
              </a:prstGeom>
              <a:solidFill>
                <a:srgbClr val="9dc69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7" name=""/>
              <p:cNvSpPr/>
              <p:nvPr/>
            </p:nvSpPr>
            <p:spPr>
              <a:xfrm>
                <a:off x="3562200" y="838080"/>
                <a:ext cx="12960" cy="1452600"/>
              </a:xfrm>
              <a:prstGeom prst="rect">
                <a:avLst/>
              </a:prstGeom>
              <a:solidFill>
                <a:srgbClr val="9ec69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8" name=""/>
              <p:cNvSpPr/>
              <p:nvPr/>
            </p:nvSpPr>
            <p:spPr>
              <a:xfrm>
                <a:off x="3575160" y="838080"/>
                <a:ext cx="15840" cy="1452600"/>
              </a:xfrm>
              <a:prstGeom prst="rect">
                <a:avLst/>
              </a:prstGeom>
              <a:solidFill>
                <a:srgbClr val="9fc7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09" name=""/>
              <p:cNvSpPr/>
              <p:nvPr/>
            </p:nvSpPr>
            <p:spPr>
              <a:xfrm>
                <a:off x="3591000" y="838080"/>
                <a:ext cx="15840" cy="1452600"/>
              </a:xfrm>
              <a:prstGeom prst="rect">
                <a:avLst/>
              </a:prstGeom>
              <a:solidFill>
                <a:srgbClr val="a1c8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0" name=""/>
              <p:cNvSpPr/>
              <p:nvPr/>
            </p:nvSpPr>
            <p:spPr>
              <a:xfrm>
                <a:off x="3606840" y="838080"/>
                <a:ext cx="19080" cy="1452600"/>
              </a:xfrm>
              <a:prstGeom prst="rect">
                <a:avLst/>
              </a:prstGeom>
              <a:solidFill>
                <a:srgbClr val="a2c8a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1" name=""/>
              <p:cNvSpPr/>
              <p:nvPr/>
            </p:nvSpPr>
            <p:spPr>
              <a:xfrm>
                <a:off x="3625920" y="838080"/>
                <a:ext cx="15840" cy="1452600"/>
              </a:xfrm>
              <a:prstGeom prst="rect">
                <a:avLst/>
              </a:prstGeom>
              <a:solidFill>
                <a:srgbClr val="a3c9a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2" name=""/>
              <p:cNvSpPr/>
              <p:nvPr/>
            </p:nvSpPr>
            <p:spPr>
              <a:xfrm>
                <a:off x="3641760" y="838080"/>
                <a:ext cx="15840" cy="1452600"/>
              </a:xfrm>
              <a:prstGeom prst="rect">
                <a:avLst/>
              </a:prstGeom>
              <a:solidFill>
                <a:srgbClr val="a4caa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3" name=""/>
              <p:cNvSpPr/>
              <p:nvPr/>
            </p:nvSpPr>
            <p:spPr>
              <a:xfrm>
                <a:off x="3657600" y="838080"/>
                <a:ext cx="15840" cy="1452600"/>
              </a:xfrm>
              <a:prstGeom prst="rect">
                <a:avLst/>
              </a:prstGeom>
              <a:solidFill>
                <a:srgbClr val="a6caa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4" name=""/>
              <p:cNvSpPr/>
              <p:nvPr/>
            </p:nvSpPr>
            <p:spPr>
              <a:xfrm>
                <a:off x="3673440" y="838080"/>
                <a:ext cx="15840" cy="1452600"/>
              </a:xfrm>
              <a:prstGeom prst="rect">
                <a:avLst/>
              </a:prstGeom>
              <a:solidFill>
                <a:srgbClr val="a7cba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5" name=""/>
              <p:cNvSpPr/>
              <p:nvPr/>
            </p:nvSpPr>
            <p:spPr>
              <a:xfrm>
                <a:off x="3689280" y="838080"/>
                <a:ext cx="15840" cy="1452600"/>
              </a:xfrm>
              <a:prstGeom prst="rect">
                <a:avLst/>
              </a:prstGeom>
              <a:solidFill>
                <a:srgbClr val="a8cc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6" name=""/>
              <p:cNvSpPr/>
              <p:nvPr/>
            </p:nvSpPr>
            <p:spPr>
              <a:xfrm>
                <a:off x="3705120" y="838080"/>
                <a:ext cx="15840" cy="1452600"/>
              </a:xfrm>
              <a:prstGeom prst="rect">
                <a:avLst/>
              </a:prstGeom>
              <a:solidFill>
                <a:srgbClr val="a9cca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7" name=""/>
              <p:cNvSpPr/>
              <p:nvPr/>
            </p:nvSpPr>
            <p:spPr>
              <a:xfrm>
                <a:off x="3720960" y="838080"/>
                <a:ext cx="15840" cy="1452600"/>
              </a:xfrm>
              <a:prstGeom prst="rect">
                <a:avLst/>
              </a:prstGeom>
              <a:solidFill>
                <a:srgbClr val="abcd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8" name=""/>
              <p:cNvSpPr/>
              <p:nvPr/>
            </p:nvSpPr>
            <p:spPr>
              <a:xfrm>
                <a:off x="3736800" y="838080"/>
                <a:ext cx="19080" cy="1452600"/>
              </a:xfrm>
              <a:prstGeom prst="rect">
                <a:avLst/>
              </a:prstGeom>
              <a:solidFill>
                <a:srgbClr val="accea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19" name=""/>
              <p:cNvSpPr/>
              <p:nvPr/>
            </p:nvSpPr>
            <p:spPr>
              <a:xfrm>
                <a:off x="3755880" y="838080"/>
                <a:ext cx="16200" cy="1452600"/>
              </a:xfrm>
              <a:prstGeom prst="rect">
                <a:avLst/>
              </a:prstGeom>
              <a:solidFill>
                <a:srgbClr val="adce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0" name=""/>
              <p:cNvSpPr/>
              <p:nvPr/>
            </p:nvSpPr>
            <p:spPr>
              <a:xfrm>
                <a:off x="3772080" y="838080"/>
                <a:ext cx="15840" cy="1452600"/>
              </a:xfrm>
              <a:prstGeom prst="rect">
                <a:avLst/>
              </a:prstGeom>
              <a:solidFill>
                <a:srgbClr val="aecf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1" name=""/>
              <p:cNvSpPr/>
              <p:nvPr/>
            </p:nvSpPr>
            <p:spPr>
              <a:xfrm>
                <a:off x="3787920" y="838080"/>
                <a:ext cx="15840" cy="1452600"/>
              </a:xfrm>
              <a:prstGeom prst="rect">
                <a:avLst/>
              </a:prstGeom>
              <a:solidFill>
                <a:srgbClr val="b0cfb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2" name=""/>
              <p:cNvSpPr/>
              <p:nvPr/>
            </p:nvSpPr>
            <p:spPr>
              <a:xfrm>
                <a:off x="3803760" y="838080"/>
                <a:ext cx="15840" cy="1452600"/>
              </a:xfrm>
              <a:prstGeom prst="rect">
                <a:avLst/>
              </a:prstGeom>
              <a:solidFill>
                <a:srgbClr val="b1d0b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3" name=""/>
              <p:cNvSpPr/>
              <p:nvPr/>
            </p:nvSpPr>
            <p:spPr>
              <a:xfrm>
                <a:off x="3819600" y="838080"/>
                <a:ext cx="15840" cy="1452600"/>
              </a:xfrm>
              <a:prstGeom prst="rect">
                <a:avLst/>
              </a:prstGeom>
              <a:solidFill>
                <a:srgbClr val="b2d1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4" name=""/>
              <p:cNvSpPr/>
              <p:nvPr/>
            </p:nvSpPr>
            <p:spPr>
              <a:xfrm>
                <a:off x="3835440" y="838080"/>
                <a:ext cx="15840" cy="1452600"/>
              </a:xfrm>
              <a:prstGeom prst="rect">
                <a:avLst/>
              </a:prstGeom>
              <a:solidFill>
                <a:srgbClr val="b3d1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5" name=""/>
              <p:cNvSpPr/>
              <p:nvPr/>
            </p:nvSpPr>
            <p:spPr>
              <a:xfrm>
                <a:off x="3851280" y="838080"/>
                <a:ext cx="15840" cy="1452600"/>
              </a:xfrm>
              <a:prstGeom prst="rect">
                <a:avLst/>
              </a:prstGeom>
              <a:solidFill>
                <a:srgbClr val="b4d2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6" name=""/>
              <p:cNvSpPr/>
              <p:nvPr/>
            </p:nvSpPr>
            <p:spPr>
              <a:xfrm>
                <a:off x="3867120" y="838080"/>
                <a:ext cx="15840" cy="1452600"/>
              </a:xfrm>
              <a:prstGeom prst="rect">
                <a:avLst/>
              </a:prstGeom>
              <a:solidFill>
                <a:srgbClr val="b6d3b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7" name=""/>
              <p:cNvSpPr/>
              <p:nvPr/>
            </p:nvSpPr>
            <p:spPr>
              <a:xfrm>
                <a:off x="3882960" y="838080"/>
                <a:ext cx="19080" cy="1452600"/>
              </a:xfrm>
              <a:prstGeom prst="rect">
                <a:avLst/>
              </a:prstGeom>
              <a:solidFill>
                <a:srgbClr val="b7d3b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8" name=""/>
              <p:cNvSpPr/>
              <p:nvPr/>
            </p:nvSpPr>
            <p:spPr>
              <a:xfrm>
                <a:off x="3902040" y="838080"/>
                <a:ext cx="12600" cy="1452600"/>
              </a:xfrm>
              <a:prstGeom prst="rect">
                <a:avLst/>
              </a:prstGeom>
              <a:solidFill>
                <a:srgbClr val="b8d4b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29" name=""/>
              <p:cNvSpPr/>
              <p:nvPr/>
            </p:nvSpPr>
            <p:spPr>
              <a:xfrm>
                <a:off x="3914640" y="838080"/>
                <a:ext cx="19080" cy="1452600"/>
              </a:xfrm>
              <a:prstGeom prst="rect">
                <a:avLst/>
              </a:prstGeom>
              <a:solidFill>
                <a:srgbClr val="b9d5b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0" name=""/>
              <p:cNvSpPr/>
              <p:nvPr/>
            </p:nvSpPr>
            <p:spPr>
              <a:xfrm>
                <a:off x="3933720" y="838080"/>
                <a:ext cx="15840" cy="1452600"/>
              </a:xfrm>
              <a:prstGeom prst="rect">
                <a:avLst/>
              </a:prstGeom>
              <a:solidFill>
                <a:srgbClr val="bad5b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1" name=""/>
              <p:cNvSpPr/>
              <p:nvPr/>
            </p:nvSpPr>
            <p:spPr>
              <a:xfrm>
                <a:off x="3949560" y="838080"/>
                <a:ext cx="15840" cy="1452600"/>
              </a:xfrm>
              <a:prstGeom prst="rect">
                <a:avLst/>
              </a:prstGeom>
              <a:solidFill>
                <a:srgbClr val="bbd6b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2" name=""/>
              <p:cNvSpPr/>
              <p:nvPr/>
            </p:nvSpPr>
            <p:spPr>
              <a:xfrm>
                <a:off x="3965400" y="838080"/>
                <a:ext cx="16200" cy="1452600"/>
              </a:xfrm>
              <a:prstGeom prst="rect">
                <a:avLst/>
              </a:prstGeom>
              <a:solidFill>
                <a:srgbClr val="bcd7b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3" name=""/>
              <p:cNvSpPr/>
              <p:nvPr/>
            </p:nvSpPr>
            <p:spPr>
              <a:xfrm>
                <a:off x="3981600" y="838080"/>
                <a:ext cx="15840" cy="1452600"/>
              </a:xfrm>
              <a:prstGeom prst="rect">
                <a:avLst/>
              </a:prstGeom>
              <a:solidFill>
                <a:srgbClr val="bed7b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4" name=""/>
              <p:cNvSpPr/>
              <p:nvPr/>
            </p:nvSpPr>
            <p:spPr>
              <a:xfrm>
                <a:off x="3997440" y="838080"/>
                <a:ext cx="15840" cy="1452600"/>
              </a:xfrm>
              <a:prstGeom prst="rect">
                <a:avLst/>
              </a:prstGeom>
              <a:solidFill>
                <a:srgbClr val="bfd8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5" name=""/>
              <p:cNvSpPr/>
              <p:nvPr/>
            </p:nvSpPr>
            <p:spPr>
              <a:xfrm>
                <a:off x="4013280" y="838080"/>
                <a:ext cx="19080" cy="1452600"/>
              </a:xfrm>
              <a:prstGeom prst="rect">
                <a:avLst/>
              </a:prstGeom>
              <a:solidFill>
                <a:srgbClr val="c0d8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6" name=""/>
              <p:cNvSpPr/>
              <p:nvPr/>
            </p:nvSpPr>
            <p:spPr>
              <a:xfrm>
                <a:off x="4032360" y="838080"/>
                <a:ext cx="12600" cy="1452600"/>
              </a:xfrm>
              <a:prstGeom prst="rect">
                <a:avLst/>
              </a:prstGeom>
              <a:solidFill>
                <a:srgbClr val="c1d9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7" name=""/>
              <p:cNvSpPr/>
              <p:nvPr/>
            </p:nvSpPr>
            <p:spPr>
              <a:xfrm>
                <a:off x="4044960" y="838080"/>
                <a:ext cx="15840" cy="1452600"/>
              </a:xfrm>
              <a:prstGeom prst="rect">
                <a:avLst/>
              </a:prstGeom>
              <a:solidFill>
                <a:srgbClr val="c2dac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538" name=""/>
              <p:cNvSpPr/>
              <p:nvPr/>
            </p:nvSpPr>
            <p:spPr>
              <a:xfrm>
                <a:off x="4060800" y="838080"/>
                <a:ext cx="19080" cy="1452600"/>
              </a:xfrm>
              <a:prstGeom prst="rect">
                <a:avLst/>
              </a:prstGeom>
              <a:solidFill>
                <a:srgbClr val="c3dac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539" name=""/>
            <p:cNvSpPr/>
            <p:nvPr/>
          </p:nvSpPr>
          <p:spPr>
            <a:xfrm>
              <a:off x="4079880" y="838080"/>
              <a:ext cx="12600" cy="1452600"/>
            </a:xfrm>
            <a:prstGeom prst="rect">
              <a:avLst/>
            </a:prstGeom>
            <a:solidFill>
              <a:srgbClr val="c4dbc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0" name=""/>
            <p:cNvSpPr/>
            <p:nvPr/>
          </p:nvSpPr>
          <p:spPr>
            <a:xfrm>
              <a:off x="4092480" y="838080"/>
              <a:ext cx="15840" cy="1452600"/>
            </a:xfrm>
            <a:prstGeom prst="rect">
              <a:avLst/>
            </a:prstGeom>
            <a:solidFill>
              <a:srgbClr val="c5dc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1" name=""/>
            <p:cNvSpPr/>
            <p:nvPr/>
          </p:nvSpPr>
          <p:spPr>
            <a:xfrm>
              <a:off x="4108320" y="838080"/>
              <a:ext cx="19080" cy="1452600"/>
            </a:xfrm>
            <a:prstGeom prst="rect">
              <a:avLst/>
            </a:prstGeom>
            <a:solidFill>
              <a:srgbClr val="c6dcc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2" name=""/>
            <p:cNvSpPr/>
            <p:nvPr/>
          </p:nvSpPr>
          <p:spPr>
            <a:xfrm>
              <a:off x="4127400" y="838080"/>
              <a:ext cx="15840" cy="1452600"/>
            </a:xfrm>
            <a:prstGeom prst="rect">
              <a:avLst/>
            </a:prstGeom>
            <a:solidFill>
              <a:srgbClr val="c7ddc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3" name=""/>
            <p:cNvSpPr/>
            <p:nvPr/>
          </p:nvSpPr>
          <p:spPr>
            <a:xfrm>
              <a:off x="4143240" y="838080"/>
              <a:ext cx="15840" cy="1452600"/>
            </a:xfrm>
            <a:prstGeom prst="rect">
              <a:avLst/>
            </a:prstGeom>
            <a:solidFill>
              <a:srgbClr val="c8ddc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4" name=""/>
            <p:cNvSpPr/>
            <p:nvPr/>
          </p:nvSpPr>
          <p:spPr>
            <a:xfrm>
              <a:off x="4159080" y="838080"/>
              <a:ext cx="16200" cy="1452600"/>
            </a:xfrm>
            <a:prstGeom prst="rect">
              <a:avLst/>
            </a:prstGeom>
            <a:solidFill>
              <a:srgbClr val="c9de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5" name=""/>
            <p:cNvSpPr/>
            <p:nvPr/>
          </p:nvSpPr>
          <p:spPr>
            <a:xfrm>
              <a:off x="4175280" y="838080"/>
              <a:ext cx="15840" cy="1452600"/>
            </a:xfrm>
            <a:prstGeom prst="rect">
              <a:avLst/>
            </a:prstGeom>
            <a:solidFill>
              <a:srgbClr val="cadec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6" name=""/>
            <p:cNvSpPr/>
            <p:nvPr/>
          </p:nvSpPr>
          <p:spPr>
            <a:xfrm>
              <a:off x="4191120" y="838080"/>
              <a:ext cx="15840" cy="1452600"/>
            </a:xfrm>
            <a:prstGeom prst="rect">
              <a:avLst/>
            </a:prstGeom>
            <a:solidFill>
              <a:srgbClr val="cbdfc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7" name=""/>
            <p:cNvSpPr/>
            <p:nvPr/>
          </p:nvSpPr>
          <p:spPr>
            <a:xfrm>
              <a:off x="4206960" y="838080"/>
              <a:ext cx="15840" cy="1452600"/>
            </a:xfrm>
            <a:prstGeom prst="rect">
              <a:avLst/>
            </a:prstGeom>
            <a:solidFill>
              <a:srgbClr val="cce0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8" name=""/>
            <p:cNvSpPr/>
            <p:nvPr/>
          </p:nvSpPr>
          <p:spPr>
            <a:xfrm>
              <a:off x="4222800" y="838080"/>
              <a:ext cx="15840" cy="1452600"/>
            </a:xfrm>
            <a:prstGeom prst="rect">
              <a:avLst/>
            </a:prstGeom>
            <a:solidFill>
              <a:srgbClr val="cde0c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49" name=""/>
            <p:cNvSpPr/>
            <p:nvPr/>
          </p:nvSpPr>
          <p:spPr>
            <a:xfrm>
              <a:off x="4238640" y="838080"/>
              <a:ext cx="15840" cy="1452600"/>
            </a:xfrm>
            <a:prstGeom prst="rect">
              <a:avLst/>
            </a:prstGeom>
            <a:solidFill>
              <a:srgbClr val="cee1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0" name=""/>
            <p:cNvSpPr/>
            <p:nvPr/>
          </p:nvSpPr>
          <p:spPr>
            <a:xfrm>
              <a:off x="4254480" y="838080"/>
              <a:ext cx="19080" cy="1452600"/>
            </a:xfrm>
            <a:prstGeom prst="rect">
              <a:avLst/>
            </a:prstGeom>
            <a:solidFill>
              <a:srgbClr val="cfe1c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1" name=""/>
            <p:cNvSpPr/>
            <p:nvPr/>
          </p:nvSpPr>
          <p:spPr>
            <a:xfrm>
              <a:off x="4273560" y="838080"/>
              <a:ext cx="12600" cy="1452600"/>
            </a:xfrm>
            <a:prstGeom prst="rect">
              <a:avLst/>
            </a:prstGeom>
            <a:solidFill>
              <a:srgbClr val="d0e2d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2" name=""/>
            <p:cNvSpPr/>
            <p:nvPr/>
          </p:nvSpPr>
          <p:spPr>
            <a:xfrm>
              <a:off x="4286160" y="838080"/>
              <a:ext cx="19080" cy="1452600"/>
            </a:xfrm>
            <a:prstGeom prst="rect">
              <a:avLst/>
            </a:prstGeom>
            <a:solidFill>
              <a:srgbClr val="d1e2d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3" name=""/>
            <p:cNvSpPr/>
            <p:nvPr/>
          </p:nvSpPr>
          <p:spPr>
            <a:xfrm>
              <a:off x="4305240" y="838080"/>
              <a:ext cx="15840" cy="1452600"/>
            </a:xfrm>
            <a:prstGeom prst="rect">
              <a:avLst/>
            </a:prstGeom>
            <a:solidFill>
              <a:srgbClr val="d2e3d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4" name=""/>
            <p:cNvSpPr/>
            <p:nvPr/>
          </p:nvSpPr>
          <p:spPr>
            <a:xfrm>
              <a:off x="4321080" y="838080"/>
              <a:ext cx="15840" cy="1452600"/>
            </a:xfrm>
            <a:prstGeom prst="rect">
              <a:avLst/>
            </a:prstGeom>
            <a:solidFill>
              <a:srgbClr val="d3e4d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5" name=""/>
            <p:cNvSpPr/>
            <p:nvPr/>
          </p:nvSpPr>
          <p:spPr>
            <a:xfrm>
              <a:off x="4336920" y="838080"/>
              <a:ext cx="15840" cy="1452600"/>
            </a:xfrm>
            <a:prstGeom prst="rect">
              <a:avLst/>
            </a:prstGeom>
            <a:solidFill>
              <a:srgbClr val="d4e4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6" name=""/>
            <p:cNvSpPr/>
            <p:nvPr/>
          </p:nvSpPr>
          <p:spPr>
            <a:xfrm>
              <a:off x="4352760" y="838080"/>
              <a:ext cx="16200" cy="1452600"/>
            </a:xfrm>
            <a:prstGeom prst="rect">
              <a:avLst/>
            </a:prstGeom>
            <a:solidFill>
              <a:srgbClr val="d5e5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7" name=""/>
            <p:cNvSpPr/>
            <p:nvPr/>
          </p:nvSpPr>
          <p:spPr>
            <a:xfrm>
              <a:off x="4368960" y="838080"/>
              <a:ext cx="15840" cy="1452600"/>
            </a:xfrm>
            <a:prstGeom prst="rect">
              <a:avLst/>
            </a:prstGeom>
            <a:solidFill>
              <a:srgbClr val="d5e5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8" name=""/>
            <p:cNvSpPr/>
            <p:nvPr/>
          </p:nvSpPr>
          <p:spPr>
            <a:xfrm>
              <a:off x="4384800" y="838080"/>
              <a:ext cx="15840" cy="1452600"/>
            </a:xfrm>
            <a:prstGeom prst="rect">
              <a:avLst/>
            </a:prstGeom>
            <a:solidFill>
              <a:srgbClr val="d6e6d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59" name=""/>
            <p:cNvSpPr/>
            <p:nvPr/>
          </p:nvSpPr>
          <p:spPr>
            <a:xfrm>
              <a:off x="4400640" y="838080"/>
              <a:ext cx="15840" cy="1452600"/>
            </a:xfrm>
            <a:prstGeom prst="rect">
              <a:avLst/>
            </a:prstGeom>
            <a:solidFill>
              <a:srgbClr val="d7e6d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0" name=""/>
            <p:cNvSpPr/>
            <p:nvPr/>
          </p:nvSpPr>
          <p:spPr>
            <a:xfrm>
              <a:off x="4416480" y="838080"/>
              <a:ext cx="19080" cy="1452600"/>
            </a:xfrm>
            <a:prstGeom prst="rect">
              <a:avLst/>
            </a:prstGeom>
            <a:solidFill>
              <a:srgbClr val="d8e7d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1" name=""/>
            <p:cNvSpPr/>
            <p:nvPr/>
          </p:nvSpPr>
          <p:spPr>
            <a:xfrm>
              <a:off x="4435560" y="838080"/>
              <a:ext cx="15840" cy="1452600"/>
            </a:xfrm>
            <a:prstGeom prst="rect">
              <a:avLst/>
            </a:prstGeom>
            <a:solidFill>
              <a:srgbClr val="d9e7d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2" name=""/>
            <p:cNvSpPr/>
            <p:nvPr/>
          </p:nvSpPr>
          <p:spPr>
            <a:xfrm>
              <a:off x="4451400" y="838080"/>
              <a:ext cx="15840" cy="1452600"/>
            </a:xfrm>
            <a:prstGeom prst="rect">
              <a:avLst/>
            </a:prstGeom>
            <a:solidFill>
              <a:srgbClr val="dae8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3" name=""/>
            <p:cNvSpPr/>
            <p:nvPr/>
          </p:nvSpPr>
          <p:spPr>
            <a:xfrm>
              <a:off x="4467240" y="838080"/>
              <a:ext cx="15840" cy="1452600"/>
            </a:xfrm>
            <a:prstGeom prst="rect">
              <a:avLst/>
            </a:prstGeom>
            <a:solidFill>
              <a:srgbClr val="dbe8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4" name=""/>
            <p:cNvSpPr/>
            <p:nvPr/>
          </p:nvSpPr>
          <p:spPr>
            <a:xfrm>
              <a:off x="4483080" y="838080"/>
              <a:ext cx="15840" cy="1452600"/>
            </a:xfrm>
            <a:prstGeom prst="rect">
              <a:avLst/>
            </a:prstGeom>
            <a:solidFill>
              <a:srgbClr val="dbe9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5" name=""/>
            <p:cNvSpPr/>
            <p:nvPr/>
          </p:nvSpPr>
          <p:spPr>
            <a:xfrm>
              <a:off x="4498920" y="838080"/>
              <a:ext cx="15840" cy="1452600"/>
            </a:xfrm>
            <a:prstGeom prst="rect">
              <a:avLst/>
            </a:prstGeom>
            <a:solidFill>
              <a:srgbClr val="dce9d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6" name=""/>
            <p:cNvSpPr/>
            <p:nvPr/>
          </p:nvSpPr>
          <p:spPr>
            <a:xfrm>
              <a:off x="4514760" y="838080"/>
              <a:ext cx="15840" cy="1452600"/>
            </a:xfrm>
            <a:prstGeom prst="rect">
              <a:avLst/>
            </a:prstGeom>
            <a:solidFill>
              <a:srgbClr val="ddead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7" name=""/>
            <p:cNvSpPr/>
            <p:nvPr/>
          </p:nvSpPr>
          <p:spPr>
            <a:xfrm>
              <a:off x="4530600" y="838080"/>
              <a:ext cx="15840" cy="1452600"/>
            </a:xfrm>
            <a:prstGeom prst="rect">
              <a:avLst/>
            </a:prstGeom>
            <a:solidFill>
              <a:srgbClr val="deea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8" name=""/>
            <p:cNvSpPr/>
            <p:nvPr/>
          </p:nvSpPr>
          <p:spPr>
            <a:xfrm>
              <a:off x="4546440" y="838080"/>
              <a:ext cx="16200" cy="1452600"/>
            </a:xfrm>
            <a:prstGeom prst="rect">
              <a:avLst/>
            </a:prstGeom>
            <a:solidFill>
              <a:srgbClr val="deebd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69" name=""/>
            <p:cNvSpPr/>
            <p:nvPr/>
          </p:nvSpPr>
          <p:spPr>
            <a:xfrm>
              <a:off x="4562640" y="838080"/>
              <a:ext cx="18720" cy="1452600"/>
            </a:xfrm>
            <a:prstGeom prst="rect">
              <a:avLst/>
            </a:prstGeom>
            <a:solidFill>
              <a:srgbClr val="dfeb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0" name=""/>
            <p:cNvSpPr/>
            <p:nvPr/>
          </p:nvSpPr>
          <p:spPr>
            <a:xfrm>
              <a:off x="4581360" y="838080"/>
              <a:ext cx="16200" cy="1452600"/>
            </a:xfrm>
            <a:prstGeom prst="rect">
              <a:avLst/>
            </a:prstGeom>
            <a:solidFill>
              <a:srgbClr val="e0ebe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1" name=""/>
            <p:cNvSpPr/>
            <p:nvPr/>
          </p:nvSpPr>
          <p:spPr>
            <a:xfrm>
              <a:off x="4597560" y="838080"/>
              <a:ext cx="12600" cy="1452600"/>
            </a:xfrm>
            <a:prstGeom prst="rect">
              <a:avLst/>
            </a:prstGeom>
            <a:solidFill>
              <a:srgbClr val="e1e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2" name=""/>
            <p:cNvSpPr/>
            <p:nvPr/>
          </p:nvSpPr>
          <p:spPr>
            <a:xfrm>
              <a:off x="4610160" y="838080"/>
              <a:ext cx="19080" cy="1452600"/>
            </a:xfrm>
            <a:prstGeom prst="rect">
              <a:avLst/>
            </a:prstGeom>
            <a:solidFill>
              <a:srgbClr val="e1ece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3" name=""/>
            <p:cNvSpPr/>
            <p:nvPr/>
          </p:nvSpPr>
          <p:spPr>
            <a:xfrm>
              <a:off x="4629240" y="838080"/>
              <a:ext cx="12600" cy="1452600"/>
            </a:xfrm>
            <a:prstGeom prst="rect">
              <a:avLst/>
            </a:prstGeom>
            <a:solidFill>
              <a:srgbClr val="e2ede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4" name=""/>
            <p:cNvSpPr/>
            <p:nvPr/>
          </p:nvSpPr>
          <p:spPr>
            <a:xfrm>
              <a:off x="4641840" y="838080"/>
              <a:ext cx="15840" cy="1452600"/>
            </a:xfrm>
            <a:prstGeom prst="rect">
              <a:avLst/>
            </a:prstGeom>
            <a:solidFill>
              <a:srgbClr val="e3ede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5" name=""/>
            <p:cNvSpPr/>
            <p:nvPr/>
          </p:nvSpPr>
          <p:spPr>
            <a:xfrm>
              <a:off x="4657680" y="838080"/>
              <a:ext cx="19080" cy="1452600"/>
            </a:xfrm>
            <a:prstGeom prst="rect">
              <a:avLst/>
            </a:prstGeom>
            <a:solidFill>
              <a:srgbClr val="e4ee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6" name=""/>
            <p:cNvSpPr/>
            <p:nvPr/>
          </p:nvSpPr>
          <p:spPr>
            <a:xfrm>
              <a:off x="4676760" y="838080"/>
              <a:ext cx="15840" cy="1452600"/>
            </a:xfrm>
            <a:prstGeom prst="rect">
              <a:avLst/>
            </a:prstGeom>
            <a:solidFill>
              <a:srgbClr val="e4ee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7" name=""/>
            <p:cNvSpPr/>
            <p:nvPr/>
          </p:nvSpPr>
          <p:spPr>
            <a:xfrm>
              <a:off x="4692600" y="838080"/>
              <a:ext cx="15840" cy="1452600"/>
            </a:xfrm>
            <a:prstGeom prst="rect">
              <a:avLst/>
            </a:prstGeom>
            <a:solidFill>
              <a:srgbClr val="e5eee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8" name=""/>
            <p:cNvSpPr/>
            <p:nvPr/>
          </p:nvSpPr>
          <p:spPr>
            <a:xfrm>
              <a:off x="4708440" y="838080"/>
              <a:ext cx="15840" cy="1452600"/>
            </a:xfrm>
            <a:prstGeom prst="rect">
              <a:avLst/>
            </a:prstGeom>
            <a:solidFill>
              <a:srgbClr val="e6ef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79" name=""/>
            <p:cNvSpPr/>
            <p:nvPr/>
          </p:nvSpPr>
          <p:spPr>
            <a:xfrm>
              <a:off x="4724280" y="838080"/>
              <a:ext cx="15840" cy="1452600"/>
            </a:xfrm>
            <a:prstGeom prst="rect">
              <a:avLst/>
            </a:prstGeom>
            <a:solidFill>
              <a:srgbClr val="e6efe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0" name=""/>
            <p:cNvSpPr/>
            <p:nvPr/>
          </p:nvSpPr>
          <p:spPr>
            <a:xfrm>
              <a:off x="4740120" y="838080"/>
              <a:ext cx="16200" cy="1452600"/>
            </a:xfrm>
            <a:prstGeom prst="rect">
              <a:avLst/>
            </a:prstGeom>
            <a:solidFill>
              <a:srgbClr val="e7f0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1" name=""/>
            <p:cNvSpPr/>
            <p:nvPr/>
          </p:nvSpPr>
          <p:spPr>
            <a:xfrm>
              <a:off x="4756320" y="838080"/>
              <a:ext cx="15840" cy="1452600"/>
            </a:xfrm>
            <a:prstGeom prst="rect">
              <a:avLst/>
            </a:prstGeom>
            <a:solidFill>
              <a:srgbClr val="e7f0e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2" name=""/>
            <p:cNvSpPr/>
            <p:nvPr/>
          </p:nvSpPr>
          <p:spPr>
            <a:xfrm>
              <a:off x="4772160" y="838080"/>
              <a:ext cx="15840" cy="1452600"/>
            </a:xfrm>
            <a:prstGeom prst="rect">
              <a:avLst/>
            </a:prstGeom>
            <a:solidFill>
              <a:srgbClr val="e8f0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3" name=""/>
            <p:cNvSpPr/>
            <p:nvPr/>
          </p:nvSpPr>
          <p:spPr>
            <a:xfrm>
              <a:off x="4788000" y="838080"/>
              <a:ext cx="19080" cy="1452600"/>
            </a:xfrm>
            <a:prstGeom prst="rect">
              <a:avLst/>
            </a:prstGeom>
            <a:solidFill>
              <a:srgbClr val="e9f1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4" name=""/>
            <p:cNvSpPr/>
            <p:nvPr/>
          </p:nvSpPr>
          <p:spPr>
            <a:xfrm>
              <a:off x="4807080" y="838080"/>
              <a:ext cx="15840" cy="1452600"/>
            </a:xfrm>
            <a:prstGeom prst="rect">
              <a:avLst/>
            </a:prstGeom>
            <a:solidFill>
              <a:srgbClr val="e9f1e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5" name=""/>
            <p:cNvSpPr/>
            <p:nvPr/>
          </p:nvSpPr>
          <p:spPr>
            <a:xfrm>
              <a:off x="4822920" y="838080"/>
              <a:ext cx="15840" cy="1452600"/>
            </a:xfrm>
            <a:prstGeom prst="rect">
              <a:avLst/>
            </a:prstGeom>
            <a:solidFill>
              <a:srgbClr val="eaf1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6" name=""/>
            <p:cNvSpPr/>
            <p:nvPr/>
          </p:nvSpPr>
          <p:spPr>
            <a:xfrm>
              <a:off x="4838760" y="838080"/>
              <a:ext cx="15840" cy="1452600"/>
            </a:xfrm>
            <a:prstGeom prst="rect">
              <a:avLst/>
            </a:prstGeom>
            <a:solidFill>
              <a:srgbClr val="eaf2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7" name=""/>
            <p:cNvSpPr/>
            <p:nvPr/>
          </p:nvSpPr>
          <p:spPr>
            <a:xfrm>
              <a:off x="4854600" y="838080"/>
              <a:ext cx="15840" cy="1452600"/>
            </a:xfrm>
            <a:prstGeom prst="rect">
              <a:avLst/>
            </a:prstGeom>
            <a:solidFill>
              <a:srgbClr val="ebf2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8" name=""/>
            <p:cNvSpPr/>
            <p:nvPr/>
          </p:nvSpPr>
          <p:spPr>
            <a:xfrm>
              <a:off x="4870440" y="838080"/>
              <a:ext cx="15840" cy="1452600"/>
            </a:xfrm>
            <a:prstGeom prst="rect">
              <a:avLst/>
            </a:prstGeom>
            <a:solidFill>
              <a:srgbClr val="ecf3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89" name=""/>
            <p:cNvSpPr/>
            <p:nvPr/>
          </p:nvSpPr>
          <p:spPr>
            <a:xfrm>
              <a:off x="4886280" y="838080"/>
              <a:ext cx="15840" cy="1452600"/>
            </a:xfrm>
            <a:prstGeom prst="rect">
              <a:avLst/>
            </a:prstGeom>
            <a:solidFill>
              <a:srgbClr val="ecf3e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0" name=""/>
            <p:cNvSpPr/>
            <p:nvPr/>
          </p:nvSpPr>
          <p:spPr>
            <a:xfrm>
              <a:off x="4902120" y="838080"/>
              <a:ext cx="15840" cy="1452600"/>
            </a:xfrm>
            <a:prstGeom prst="rect">
              <a:avLst/>
            </a:prstGeom>
            <a:solidFill>
              <a:srgbClr val="edf3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1" name=""/>
            <p:cNvSpPr/>
            <p:nvPr/>
          </p:nvSpPr>
          <p:spPr>
            <a:xfrm>
              <a:off x="4917960" y="838080"/>
              <a:ext cx="15840" cy="1452600"/>
            </a:xfrm>
            <a:prstGeom prst="rect">
              <a:avLst/>
            </a:prstGeom>
            <a:solidFill>
              <a:srgbClr val="edf4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2" name=""/>
            <p:cNvSpPr/>
            <p:nvPr/>
          </p:nvSpPr>
          <p:spPr>
            <a:xfrm>
              <a:off x="4933800" y="838080"/>
              <a:ext cx="19080" cy="1452600"/>
            </a:xfrm>
            <a:prstGeom prst="rect">
              <a:avLst/>
            </a:prstGeom>
            <a:solidFill>
              <a:srgbClr val="eef4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3" name=""/>
            <p:cNvSpPr/>
            <p:nvPr/>
          </p:nvSpPr>
          <p:spPr>
            <a:xfrm>
              <a:off x="4952880" y="838080"/>
              <a:ext cx="15840" cy="1452600"/>
            </a:xfrm>
            <a:prstGeom prst="rect">
              <a:avLst/>
            </a:prstGeom>
            <a:solidFill>
              <a:srgbClr val="eef4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4" name=""/>
            <p:cNvSpPr/>
            <p:nvPr/>
          </p:nvSpPr>
          <p:spPr>
            <a:xfrm>
              <a:off x="4968720" y="838080"/>
              <a:ext cx="16200" cy="1452600"/>
            </a:xfrm>
            <a:prstGeom prst="rect">
              <a:avLst/>
            </a:prstGeom>
            <a:solidFill>
              <a:srgbClr val="eff4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5" name=""/>
            <p:cNvSpPr/>
            <p:nvPr/>
          </p:nvSpPr>
          <p:spPr>
            <a:xfrm>
              <a:off x="4984920" y="838080"/>
              <a:ext cx="15840" cy="1452600"/>
            </a:xfrm>
            <a:prstGeom prst="rect">
              <a:avLst/>
            </a:prstGeom>
            <a:solidFill>
              <a:srgbClr val="eff5e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6" name=""/>
            <p:cNvSpPr/>
            <p:nvPr/>
          </p:nvSpPr>
          <p:spPr>
            <a:xfrm>
              <a:off x="5000760" y="838080"/>
              <a:ext cx="12600" cy="1452600"/>
            </a:xfrm>
            <a:prstGeom prst="rect">
              <a:avLst/>
            </a:prstGeom>
            <a:solidFill>
              <a:srgbClr val="f0f5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7" name=""/>
            <p:cNvSpPr/>
            <p:nvPr/>
          </p:nvSpPr>
          <p:spPr>
            <a:xfrm>
              <a:off x="5013360" y="838080"/>
              <a:ext cx="19080" cy="1452600"/>
            </a:xfrm>
            <a:prstGeom prst="rect">
              <a:avLst/>
            </a:prstGeom>
            <a:solidFill>
              <a:srgbClr val="f0f5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8" name=""/>
            <p:cNvSpPr/>
            <p:nvPr/>
          </p:nvSpPr>
          <p:spPr>
            <a:xfrm>
              <a:off x="5032440" y="838080"/>
              <a:ext cx="15840" cy="1452600"/>
            </a:xfrm>
            <a:prstGeom prst="rect">
              <a:avLst/>
            </a:prstGeom>
            <a:solidFill>
              <a:srgbClr val="f1f6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599" name=""/>
            <p:cNvSpPr/>
            <p:nvPr/>
          </p:nvSpPr>
          <p:spPr>
            <a:xfrm>
              <a:off x="5048280" y="838080"/>
              <a:ext cx="15840" cy="1452600"/>
            </a:xfrm>
            <a:prstGeom prst="rect">
              <a:avLst/>
            </a:prstGeom>
            <a:solidFill>
              <a:srgbClr val="f1f6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0" name=""/>
            <p:cNvSpPr/>
            <p:nvPr/>
          </p:nvSpPr>
          <p:spPr>
            <a:xfrm>
              <a:off x="5064120" y="838080"/>
              <a:ext cx="19080" cy="1452600"/>
            </a:xfrm>
            <a:prstGeom prst="rect">
              <a:avLst/>
            </a:prstGeom>
            <a:solidFill>
              <a:srgbClr val="f1f6f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1" name=""/>
            <p:cNvSpPr/>
            <p:nvPr/>
          </p:nvSpPr>
          <p:spPr>
            <a:xfrm>
              <a:off x="5083200" y="838080"/>
              <a:ext cx="15840" cy="1452600"/>
            </a:xfrm>
            <a:prstGeom prst="rect">
              <a:avLst/>
            </a:prstGeom>
            <a:solidFill>
              <a:srgbClr val="f2f6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2" name=""/>
            <p:cNvSpPr/>
            <p:nvPr/>
          </p:nvSpPr>
          <p:spPr>
            <a:xfrm>
              <a:off x="5099040" y="838080"/>
              <a:ext cx="15840" cy="1452600"/>
            </a:xfrm>
            <a:prstGeom prst="rect">
              <a:avLst/>
            </a:prstGeom>
            <a:solidFill>
              <a:srgbClr val="f2f7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3" name=""/>
            <p:cNvSpPr/>
            <p:nvPr/>
          </p:nvSpPr>
          <p:spPr>
            <a:xfrm>
              <a:off x="5114880" y="838080"/>
              <a:ext cx="12600" cy="1452600"/>
            </a:xfrm>
            <a:prstGeom prst="rect">
              <a:avLst/>
            </a:prstGeom>
            <a:solidFill>
              <a:srgbClr val="f3f7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4" name=""/>
            <p:cNvSpPr/>
            <p:nvPr/>
          </p:nvSpPr>
          <p:spPr>
            <a:xfrm>
              <a:off x="5127480" y="838080"/>
              <a:ext cx="16200" cy="1452600"/>
            </a:xfrm>
            <a:prstGeom prst="rect">
              <a:avLst/>
            </a:prstGeom>
            <a:solidFill>
              <a:srgbClr val="f3f7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5" name=""/>
            <p:cNvSpPr/>
            <p:nvPr/>
          </p:nvSpPr>
          <p:spPr>
            <a:xfrm>
              <a:off x="5143680" y="838080"/>
              <a:ext cx="15840" cy="1452600"/>
            </a:xfrm>
            <a:prstGeom prst="rect">
              <a:avLst/>
            </a:prstGeom>
            <a:solidFill>
              <a:srgbClr val="f3f8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6" name=""/>
            <p:cNvSpPr/>
            <p:nvPr/>
          </p:nvSpPr>
          <p:spPr>
            <a:xfrm>
              <a:off x="5159520" y="838080"/>
              <a:ext cx="19080" cy="1452600"/>
            </a:xfrm>
            <a:prstGeom prst="rect">
              <a:avLst/>
            </a:prstGeom>
            <a:solidFill>
              <a:srgbClr val="f4f8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7" name=""/>
            <p:cNvSpPr/>
            <p:nvPr/>
          </p:nvSpPr>
          <p:spPr>
            <a:xfrm>
              <a:off x="5178600" y="838080"/>
              <a:ext cx="15840" cy="1452600"/>
            </a:xfrm>
            <a:prstGeom prst="rect">
              <a:avLst/>
            </a:prstGeom>
            <a:solidFill>
              <a:srgbClr val="f4f8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8" name=""/>
            <p:cNvSpPr/>
            <p:nvPr/>
          </p:nvSpPr>
          <p:spPr>
            <a:xfrm>
              <a:off x="5194440" y="838080"/>
              <a:ext cx="15840" cy="1452600"/>
            </a:xfrm>
            <a:prstGeom prst="rect">
              <a:avLst/>
            </a:prstGeom>
            <a:solidFill>
              <a:srgbClr val="f5f8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09" name=""/>
            <p:cNvSpPr/>
            <p:nvPr/>
          </p:nvSpPr>
          <p:spPr>
            <a:xfrm>
              <a:off x="5210280" y="838080"/>
              <a:ext cx="19080" cy="1452600"/>
            </a:xfrm>
            <a:prstGeom prst="rect">
              <a:avLst/>
            </a:prstGeom>
            <a:solidFill>
              <a:srgbClr val="f5f8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0" name=""/>
            <p:cNvSpPr/>
            <p:nvPr/>
          </p:nvSpPr>
          <p:spPr>
            <a:xfrm>
              <a:off x="5229360" y="838080"/>
              <a:ext cx="12600" cy="1452600"/>
            </a:xfrm>
            <a:prstGeom prst="rect">
              <a:avLst/>
            </a:prstGeom>
            <a:solidFill>
              <a:srgbClr val="f5f9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1" name=""/>
            <p:cNvSpPr/>
            <p:nvPr/>
          </p:nvSpPr>
          <p:spPr>
            <a:xfrm>
              <a:off x="5241960" y="838080"/>
              <a:ext cx="15840" cy="1452600"/>
            </a:xfrm>
            <a:prstGeom prst="rect">
              <a:avLst/>
            </a:prstGeom>
            <a:solidFill>
              <a:srgbClr val="f6f9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2" name=""/>
            <p:cNvSpPr/>
            <p:nvPr/>
          </p:nvSpPr>
          <p:spPr>
            <a:xfrm>
              <a:off x="5257800" y="838080"/>
              <a:ext cx="15840" cy="1452600"/>
            </a:xfrm>
            <a:prstGeom prst="rect">
              <a:avLst/>
            </a:prstGeom>
            <a:solidFill>
              <a:srgbClr val="f6f9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3" name=""/>
            <p:cNvSpPr/>
            <p:nvPr/>
          </p:nvSpPr>
          <p:spPr>
            <a:xfrm>
              <a:off x="5273640" y="838080"/>
              <a:ext cx="15840" cy="1452600"/>
            </a:xfrm>
            <a:prstGeom prst="rect">
              <a:avLst/>
            </a:prstGeom>
            <a:solidFill>
              <a:srgbClr val="f6f9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4" name=""/>
            <p:cNvSpPr/>
            <p:nvPr/>
          </p:nvSpPr>
          <p:spPr>
            <a:xfrm>
              <a:off x="5289480" y="838080"/>
              <a:ext cx="15840" cy="1452600"/>
            </a:xfrm>
            <a:prstGeom prst="rect">
              <a:avLst/>
            </a:prstGeom>
            <a:solidFill>
              <a:srgbClr val="f7fa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5" name=""/>
            <p:cNvSpPr/>
            <p:nvPr/>
          </p:nvSpPr>
          <p:spPr>
            <a:xfrm>
              <a:off x="5305320" y="838080"/>
              <a:ext cx="19080" cy="1452600"/>
            </a:xfrm>
            <a:prstGeom prst="rect">
              <a:avLst/>
            </a:prstGeom>
            <a:solidFill>
              <a:srgbClr val="f7fa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6" name=""/>
            <p:cNvSpPr/>
            <p:nvPr/>
          </p:nvSpPr>
          <p:spPr>
            <a:xfrm>
              <a:off x="5324400" y="838080"/>
              <a:ext cx="15840" cy="1452600"/>
            </a:xfrm>
            <a:prstGeom prst="rect">
              <a:avLst/>
            </a:prstGeom>
            <a:solidFill>
              <a:srgbClr val="f7faf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7" name=""/>
            <p:cNvSpPr/>
            <p:nvPr/>
          </p:nvSpPr>
          <p:spPr>
            <a:xfrm>
              <a:off x="5340240" y="838080"/>
              <a:ext cx="15840" cy="1452600"/>
            </a:xfrm>
            <a:prstGeom prst="rect">
              <a:avLst/>
            </a:prstGeom>
            <a:solidFill>
              <a:srgbClr val="f8fa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8" name=""/>
            <p:cNvSpPr/>
            <p:nvPr/>
          </p:nvSpPr>
          <p:spPr>
            <a:xfrm>
              <a:off x="5356080" y="838080"/>
              <a:ext cx="16200" cy="1452600"/>
            </a:xfrm>
            <a:prstGeom prst="rect">
              <a:avLst/>
            </a:prstGeom>
            <a:solidFill>
              <a:srgbClr val="f8fa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19" name=""/>
            <p:cNvSpPr/>
            <p:nvPr/>
          </p:nvSpPr>
          <p:spPr>
            <a:xfrm>
              <a:off x="5372280" y="838080"/>
              <a:ext cx="15840" cy="1452600"/>
            </a:xfrm>
            <a:prstGeom prst="rect">
              <a:avLst/>
            </a:prstGeom>
            <a:solidFill>
              <a:srgbClr val="f8fbf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0" name=""/>
            <p:cNvSpPr/>
            <p:nvPr/>
          </p:nvSpPr>
          <p:spPr>
            <a:xfrm>
              <a:off x="5388120" y="838080"/>
              <a:ext cx="15840" cy="1452600"/>
            </a:xfrm>
            <a:prstGeom prst="rect">
              <a:avLst/>
            </a:prstGeom>
            <a:solidFill>
              <a:srgbClr val="f9fb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1" name=""/>
            <p:cNvSpPr/>
            <p:nvPr/>
          </p:nvSpPr>
          <p:spPr>
            <a:xfrm>
              <a:off x="5403960" y="838080"/>
              <a:ext cx="15840" cy="1452600"/>
            </a:xfrm>
            <a:prstGeom prst="rect">
              <a:avLst/>
            </a:prstGeom>
            <a:solidFill>
              <a:srgbClr val="f9fb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2" name=""/>
            <p:cNvSpPr/>
            <p:nvPr/>
          </p:nvSpPr>
          <p:spPr>
            <a:xfrm>
              <a:off x="5419800" y="838080"/>
              <a:ext cx="15840" cy="1452600"/>
            </a:xfrm>
            <a:prstGeom prst="rect">
              <a:avLst/>
            </a:prstGeom>
            <a:solidFill>
              <a:srgbClr val="f9fb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3" name=""/>
            <p:cNvSpPr/>
            <p:nvPr/>
          </p:nvSpPr>
          <p:spPr>
            <a:xfrm>
              <a:off x="5435640" y="838080"/>
              <a:ext cx="19080" cy="1452600"/>
            </a:xfrm>
            <a:prstGeom prst="rect">
              <a:avLst/>
            </a:prstGeom>
            <a:solidFill>
              <a:srgbClr val="f9fbf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4" name=""/>
            <p:cNvSpPr/>
            <p:nvPr/>
          </p:nvSpPr>
          <p:spPr>
            <a:xfrm>
              <a:off x="5454720" y="838080"/>
              <a:ext cx="15840" cy="1452600"/>
            </a:xfrm>
            <a:prstGeom prst="rect">
              <a:avLst/>
            </a:prstGeom>
            <a:solidFill>
              <a:srgbClr val="fafb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5" name=""/>
            <p:cNvSpPr/>
            <p:nvPr/>
          </p:nvSpPr>
          <p:spPr>
            <a:xfrm>
              <a:off x="5470560" y="838080"/>
              <a:ext cx="15840" cy="1452600"/>
            </a:xfrm>
            <a:prstGeom prst="rect">
              <a:avLst/>
            </a:prstGeom>
            <a:solidFill>
              <a:srgbClr val="fafc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6" name=""/>
            <p:cNvSpPr/>
            <p:nvPr/>
          </p:nvSpPr>
          <p:spPr>
            <a:xfrm>
              <a:off x="5486400" y="838080"/>
              <a:ext cx="15840" cy="1452600"/>
            </a:xfrm>
            <a:prstGeom prst="rect">
              <a:avLst/>
            </a:prstGeom>
            <a:solidFill>
              <a:srgbClr val="fafc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7" name=""/>
            <p:cNvSpPr/>
            <p:nvPr/>
          </p:nvSpPr>
          <p:spPr>
            <a:xfrm>
              <a:off x="5502240" y="838080"/>
              <a:ext cx="15840" cy="1452600"/>
            </a:xfrm>
            <a:prstGeom prst="rect">
              <a:avLst/>
            </a:prstGeom>
            <a:solidFill>
              <a:srgbClr val="fafc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8" name=""/>
            <p:cNvSpPr/>
            <p:nvPr/>
          </p:nvSpPr>
          <p:spPr>
            <a:xfrm>
              <a:off x="5518080" y="838080"/>
              <a:ext cx="12600" cy="1452600"/>
            </a:xfrm>
            <a:prstGeom prst="rect">
              <a:avLst/>
            </a:prstGeom>
            <a:solidFill>
              <a:srgbClr val="fbfc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29" name=""/>
            <p:cNvSpPr/>
            <p:nvPr/>
          </p:nvSpPr>
          <p:spPr>
            <a:xfrm>
              <a:off x="5530680" y="838080"/>
              <a:ext cx="19080" cy="1452600"/>
            </a:xfrm>
            <a:prstGeom prst="rect">
              <a:avLst/>
            </a:prstGeom>
            <a:solidFill>
              <a:srgbClr val="fbfc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0" name=""/>
            <p:cNvSpPr/>
            <p:nvPr/>
          </p:nvSpPr>
          <p:spPr>
            <a:xfrm>
              <a:off x="5549760" y="838080"/>
              <a:ext cx="15840" cy="1452600"/>
            </a:xfrm>
            <a:prstGeom prst="rect">
              <a:avLst/>
            </a:prstGeom>
            <a:solidFill>
              <a:srgbClr val="fbfc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1" name=""/>
            <p:cNvSpPr/>
            <p:nvPr/>
          </p:nvSpPr>
          <p:spPr>
            <a:xfrm>
              <a:off x="5565600" y="838080"/>
              <a:ext cx="16200" cy="1452600"/>
            </a:xfrm>
            <a:prstGeom prst="rect">
              <a:avLst/>
            </a:prstGeom>
            <a:solidFill>
              <a:srgbClr val="fbfc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2" name=""/>
            <p:cNvSpPr/>
            <p:nvPr/>
          </p:nvSpPr>
          <p:spPr>
            <a:xfrm>
              <a:off x="5581800" y="838080"/>
              <a:ext cx="19080" cy="1452600"/>
            </a:xfrm>
            <a:prstGeom prst="rect">
              <a:avLst/>
            </a:prstGeom>
            <a:solidFill>
              <a:srgbClr val="fbfdf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3" name=""/>
            <p:cNvSpPr/>
            <p:nvPr/>
          </p:nvSpPr>
          <p:spPr>
            <a:xfrm>
              <a:off x="5600880" y="838080"/>
              <a:ext cx="15840" cy="1452600"/>
            </a:xfrm>
            <a:prstGeom prst="rect">
              <a:avLst/>
            </a:prstGeom>
            <a:solidFill>
              <a:srgbClr val="fc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4" name=""/>
            <p:cNvSpPr/>
            <p:nvPr/>
          </p:nvSpPr>
          <p:spPr>
            <a:xfrm>
              <a:off x="5616720" y="838080"/>
              <a:ext cx="15840" cy="1452600"/>
            </a:xfrm>
            <a:prstGeom prst="rect">
              <a:avLst/>
            </a:prstGeom>
            <a:solidFill>
              <a:srgbClr val="fc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5" name=""/>
            <p:cNvSpPr/>
            <p:nvPr/>
          </p:nvSpPr>
          <p:spPr>
            <a:xfrm>
              <a:off x="5632560" y="838080"/>
              <a:ext cx="12600" cy="1452600"/>
            </a:xfrm>
            <a:prstGeom prst="rect">
              <a:avLst/>
            </a:prstGeom>
            <a:solidFill>
              <a:srgbClr val="fc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6" name=""/>
            <p:cNvSpPr/>
            <p:nvPr/>
          </p:nvSpPr>
          <p:spPr>
            <a:xfrm>
              <a:off x="5645160" y="838080"/>
              <a:ext cx="15840" cy="1452600"/>
            </a:xfrm>
            <a:prstGeom prst="rect">
              <a:avLst/>
            </a:prstGeom>
            <a:solidFill>
              <a:srgbClr val="fc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7" name=""/>
            <p:cNvSpPr/>
            <p:nvPr/>
          </p:nvSpPr>
          <p:spPr>
            <a:xfrm>
              <a:off x="5661000" y="838080"/>
              <a:ext cx="19080" cy="1452600"/>
            </a:xfrm>
            <a:prstGeom prst="rect">
              <a:avLst/>
            </a:prstGeom>
            <a:solidFill>
              <a:srgbClr val="fcfd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8" name=""/>
            <p:cNvSpPr/>
            <p:nvPr/>
          </p:nvSpPr>
          <p:spPr>
            <a:xfrm>
              <a:off x="5680080" y="838080"/>
              <a:ext cx="15840" cy="1452600"/>
            </a:xfrm>
            <a:prstGeom prst="rect">
              <a:avLst/>
            </a:prstGeom>
            <a:solidFill>
              <a:srgbClr val="fdfd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39" name=""/>
            <p:cNvSpPr/>
            <p:nvPr/>
          </p:nvSpPr>
          <p:spPr>
            <a:xfrm>
              <a:off x="5695920" y="838080"/>
              <a:ext cx="15840" cy="1452600"/>
            </a:xfrm>
            <a:prstGeom prst="rect">
              <a:avLst/>
            </a:prstGeom>
            <a:solidFill>
              <a:srgbClr val="fdfd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0" name=""/>
            <p:cNvSpPr/>
            <p:nvPr/>
          </p:nvSpPr>
          <p:spPr>
            <a:xfrm>
              <a:off x="5711760" y="838080"/>
              <a:ext cx="19080" cy="1452600"/>
            </a:xfrm>
            <a:prstGeom prst="rect">
              <a:avLst/>
            </a:prstGeom>
            <a:solidFill>
              <a:srgbClr val="fdfd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1" name=""/>
            <p:cNvSpPr/>
            <p:nvPr/>
          </p:nvSpPr>
          <p:spPr>
            <a:xfrm>
              <a:off x="5730840" y="838080"/>
              <a:ext cx="12600" cy="1452600"/>
            </a:xfrm>
            <a:prstGeom prst="rect">
              <a:avLst/>
            </a:prstGeom>
            <a:solidFill>
              <a:srgbClr val="fdfe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2" name=""/>
            <p:cNvSpPr/>
            <p:nvPr/>
          </p:nvSpPr>
          <p:spPr>
            <a:xfrm>
              <a:off x="5743440" y="838080"/>
              <a:ext cx="15840" cy="1452600"/>
            </a:xfrm>
            <a:prstGeom prst="rect">
              <a:avLst/>
            </a:prstGeom>
            <a:solidFill>
              <a:srgbClr val="fdfe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3" name=""/>
            <p:cNvSpPr/>
            <p:nvPr/>
          </p:nvSpPr>
          <p:spPr>
            <a:xfrm>
              <a:off x="5759280" y="838080"/>
              <a:ext cx="16200" cy="1452600"/>
            </a:xfrm>
            <a:prstGeom prst="rect">
              <a:avLst/>
            </a:prstGeom>
            <a:solidFill>
              <a:srgbClr val="fdfe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4" name=""/>
            <p:cNvSpPr/>
            <p:nvPr/>
          </p:nvSpPr>
          <p:spPr>
            <a:xfrm>
              <a:off x="5775480" y="838080"/>
              <a:ext cx="15840" cy="1452600"/>
            </a:xfrm>
            <a:prstGeom prst="rect">
              <a:avLst/>
            </a:prstGeom>
            <a:solidFill>
              <a:srgbClr val="fdfef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5" name=""/>
            <p:cNvSpPr/>
            <p:nvPr/>
          </p:nvSpPr>
          <p:spPr>
            <a:xfrm>
              <a:off x="579132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6" name=""/>
            <p:cNvSpPr/>
            <p:nvPr/>
          </p:nvSpPr>
          <p:spPr>
            <a:xfrm>
              <a:off x="5807160" y="838080"/>
              <a:ext cx="1908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7" name=""/>
            <p:cNvSpPr/>
            <p:nvPr/>
          </p:nvSpPr>
          <p:spPr>
            <a:xfrm>
              <a:off x="582624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8" name=""/>
            <p:cNvSpPr/>
            <p:nvPr/>
          </p:nvSpPr>
          <p:spPr>
            <a:xfrm>
              <a:off x="584208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49" name=""/>
            <p:cNvSpPr/>
            <p:nvPr/>
          </p:nvSpPr>
          <p:spPr>
            <a:xfrm>
              <a:off x="585792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0" name=""/>
            <p:cNvSpPr/>
            <p:nvPr/>
          </p:nvSpPr>
          <p:spPr>
            <a:xfrm>
              <a:off x="587376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1" name=""/>
            <p:cNvSpPr/>
            <p:nvPr/>
          </p:nvSpPr>
          <p:spPr>
            <a:xfrm>
              <a:off x="5889600" y="838080"/>
              <a:ext cx="15840" cy="1452600"/>
            </a:xfrm>
            <a:prstGeom prst="rect">
              <a:avLst/>
            </a:prstGeom>
            <a:solidFill>
              <a:srgbClr val="fef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652" name=""/>
            <p:cNvSpPr/>
            <p:nvPr/>
          </p:nvSpPr>
          <p:spPr>
            <a:xfrm>
              <a:off x="5905440" y="838080"/>
              <a:ext cx="15840" cy="145260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653" name=""/>
          <p:cNvGrpSpPr/>
          <p:nvPr/>
        </p:nvGrpSpPr>
        <p:grpSpPr>
          <a:xfrm>
            <a:off x="5791320" y="838080"/>
            <a:ext cx="2749320" cy="1452600"/>
            <a:chOff x="5791320" y="838080"/>
            <a:chExt cx="2749320" cy="1452600"/>
          </a:xfrm>
        </p:grpSpPr>
        <p:grpSp>
          <p:nvGrpSpPr>
            <p:cNvPr id="654" name=""/>
            <p:cNvGrpSpPr/>
            <p:nvPr/>
          </p:nvGrpSpPr>
          <p:grpSpPr>
            <a:xfrm>
              <a:off x="5791320" y="838080"/>
              <a:ext cx="2146320" cy="1452600"/>
              <a:chOff x="5791320" y="838080"/>
              <a:chExt cx="2146320" cy="1452600"/>
            </a:xfrm>
          </p:grpSpPr>
          <p:sp>
            <p:nvSpPr>
              <p:cNvPr id="655" name=""/>
              <p:cNvSpPr/>
              <p:nvPr/>
            </p:nvSpPr>
            <p:spPr>
              <a:xfrm>
                <a:off x="5791320" y="838080"/>
                <a:ext cx="9360" cy="14526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6" name=""/>
              <p:cNvSpPr/>
              <p:nvPr/>
            </p:nvSpPr>
            <p:spPr>
              <a:xfrm>
                <a:off x="5800680" y="838080"/>
                <a:ext cx="1260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7" name=""/>
              <p:cNvSpPr/>
              <p:nvPr/>
            </p:nvSpPr>
            <p:spPr>
              <a:xfrm>
                <a:off x="5813280" y="838080"/>
                <a:ext cx="129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8" name=""/>
              <p:cNvSpPr/>
              <p:nvPr/>
            </p:nvSpPr>
            <p:spPr>
              <a:xfrm>
                <a:off x="5826240" y="838080"/>
                <a:ext cx="93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59" name=""/>
              <p:cNvSpPr/>
              <p:nvPr/>
            </p:nvSpPr>
            <p:spPr>
              <a:xfrm>
                <a:off x="5835600" y="838080"/>
                <a:ext cx="972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0" name=""/>
              <p:cNvSpPr/>
              <p:nvPr/>
            </p:nvSpPr>
            <p:spPr>
              <a:xfrm>
                <a:off x="5845320" y="838080"/>
                <a:ext cx="93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1" name=""/>
              <p:cNvSpPr/>
              <p:nvPr/>
            </p:nvSpPr>
            <p:spPr>
              <a:xfrm>
                <a:off x="5854680" y="838080"/>
                <a:ext cx="1260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2" name=""/>
              <p:cNvSpPr/>
              <p:nvPr/>
            </p:nvSpPr>
            <p:spPr>
              <a:xfrm>
                <a:off x="5867280" y="838080"/>
                <a:ext cx="972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3" name=""/>
              <p:cNvSpPr/>
              <p:nvPr/>
            </p:nvSpPr>
            <p:spPr>
              <a:xfrm>
                <a:off x="5877000" y="838080"/>
                <a:ext cx="12600" cy="1452600"/>
              </a:xfrm>
              <a:prstGeom prst="rect">
                <a:avLst/>
              </a:prstGeom>
              <a:solidFill>
                <a:srgbClr val="ff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4" name=""/>
              <p:cNvSpPr/>
              <p:nvPr/>
            </p:nvSpPr>
            <p:spPr>
              <a:xfrm>
                <a:off x="5889600" y="838080"/>
                <a:ext cx="972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5" name=""/>
              <p:cNvSpPr/>
              <p:nvPr/>
            </p:nvSpPr>
            <p:spPr>
              <a:xfrm>
                <a:off x="5899320" y="838080"/>
                <a:ext cx="936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6" name=""/>
              <p:cNvSpPr/>
              <p:nvPr/>
            </p:nvSpPr>
            <p:spPr>
              <a:xfrm>
                <a:off x="5908680" y="838080"/>
                <a:ext cx="1260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7" name=""/>
              <p:cNvSpPr/>
              <p:nvPr/>
            </p:nvSpPr>
            <p:spPr>
              <a:xfrm>
                <a:off x="5921280" y="838080"/>
                <a:ext cx="972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8" name=""/>
              <p:cNvSpPr/>
              <p:nvPr/>
            </p:nvSpPr>
            <p:spPr>
              <a:xfrm>
                <a:off x="5931000" y="838080"/>
                <a:ext cx="936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69" name=""/>
              <p:cNvSpPr/>
              <p:nvPr/>
            </p:nvSpPr>
            <p:spPr>
              <a:xfrm>
                <a:off x="5940360" y="838080"/>
                <a:ext cx="1260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0" name=""/>
              <p:cNvSpPr/>
              <p:nvPr/>
            </p:nvSpPr>
            <p:spPr>
              <a:xfrm>
                <a:off x="5952960" y="838080"/>
                <a:ext cx="972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1" name=""/>
              <p:cNvSpPr/>
              <p:nvPr/>
            </p:nvSpPr>
            <p:spPr>
              <a:xfrm>
                <a:off x="5962680" y="838080"/>
                <a:ext cx="93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2" name=""/>
              <p:cNvSpPr/>
              <p:nvPr/>
            </p:nvSpPr>
            <p:spPr>
              <a:xfrm>
                <a:off x="5972040" y="838080"/>
                <a:ext cx="129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3" name=""/>
              <p:cNvSpPr/>
              <p:nvPr/>
            </p:nvSpPr>
            <p:spPr>
              <a:xfrm>
                <a:off x="5985000" y="838080"/>
                <a:ext cx="93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4" name=""/>
              <p:cNvSpPr/>
              <p:nvPr/>
            </p:nvSpPr>
            <p:spPr>
              <a:xfrm>
                <a:off x="5994360" y="838080"/>
                <a:ext cx="1260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5" name=""/>
              <p:cNvSpPr/>
              <p:nvPr/>
            </p:nvSpPr>
            <p:spPr>
              <a:xfrm>
                <a:off x="6006960" y="838080"/>
                <a:ext cx="12960" cy="1452600"/>
              </a:xfrm>
              <a:prstGeom prst="rect">
                <a:avLst/>
              </a:prstGeom>
              <a:solidFill>
                <a:srgbClr val="ff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6" name=""/>
              <p:cNvSpPr/>
              <p:nvPr/>
            </p:nvSpPr>
            <p:spPr>
              <a:xfrm>
                <a:off x="6019920" y="838080"/>
                <a:ext cx="936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7" name=""/>
              <p:cNvSpPr/>
              <p:nvPr/>
            </p:nvSpPr>
            <p:spPr>
              <a:xfrm>
                <a:off x="6029280" y="838080"/>
                <a:ext cx="972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8" name=""/>
              <p:cNvSpPr/>
              <p:nvPr/>
            </p:nvSpPr>
            <p:spPr>
              <a:xfrm>
                <a:off x="6039000" y="838080"/>
                <a:ext cx="936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79" name=""/>
              <p:cNvSpPr/>
              <p:nvPr/>
            </p:nvSpPr>
            <p:spPr>
              <a:xfrm>
                <a:off x="6048360" y="838080"/>
                <a:ext cx="972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0" name=""/>
              <p:cNvSpPr/>
              <p:nvPr/>
            </p:nvSpPr>
            <p:spPr>
              <a:xfrm>
                <a:off x="6058080" y="838080"/>
                <a:ext cx="1260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1" name=""/>
              <p:cNvSpPr/>
              <p:nvPr/>
            </p:nvSpPr>
            <p:spPr>
              <a:xfrm>
                <a:off x="6070680" y="838080"/>
                <a:ext cx="1260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2" name=""/>
              <p:cNvSpPr/>
              <p:nvPr/>
            </p:nvSpPr>
            <p:spPr>
              <a:xfrm>
                <a:off x="6083280" y="838080"/>
                <a:ext cx="972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3" name=""/>
              <p:cNvSpPr/>
              <p:nvPr/>
            </p:nvSpPr>
            <p:spPr>
              <a:xfrm>
                <a:off x="6093000" y="838080"/>
                <a:ext cx="936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4" name=""/>
              <p:cNvSpPr/>
              <p:nvPr/>
            </p:nvSpPr>
            <p:spPr>
              <a:xfrm>
                <a:off x="6102360" y="838080"/>
                <a:ext cx="12600" cy="1452600"/>
              </a:xfrm>
              <a:prstGeom prst="rect">
                <a:avLst/>
              </a:prstGeom>
              <a:solidFill>
                <a:srgbClr val="fffa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5" name=""/>
              <p:cNvSpPr/>
              <p:nvPr/>
            </p:nvSpPr>
            <p:spPr>
              <a:xfrm>
                <a:off x="6114960" y="838080"/>
                <a:ext cx="972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6" name=""/>
              <p:cNvSpPr/>
              <p:nvPr/>
            </p:nvSpPr>
            <p:spPr>
              <a:xfrm>
                <a:off x="6124680" y="838080"/>
                <a:ext cx="936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7" name=""/>
              <p:cNvSpPr/>
              <p:nvPr/>
            </p:nvSpPr>
            <p:spPr>
              <a:xfrm>
                <a:off x="6134040" y="838080"/>
                <a:ext cx="1260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8" name=""/>
              <p:cNvSpPr/>
              <p:nvPr/>
            </p:nvSpPr>
            <p:spPr>
              <a:xfrm>
                <a:off x="6146640" y="838080"/>
                <a:ext cx="972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89" name=""/>
              <p:cNvSpPr/>
              <p:nvPr/>
            </p:nvSpPr>
            <p:spPr>
              <a:xfrm>
                <a:off x="6156360" y="838080"/>
                <a:ext cx="936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0" name=""/>
              <p:cNvSpPr/>
              <p:nvPr/>
            </p:nvSpPr>
            <p:spPr>
              <a:xfrm>
                <a:off x="6165720" y="838080"/>
                <a:ext cx="1296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1" name=""/>
              <p:cNvSpPr/>
              <p:nvPr/>
            </p:nvSpPr>
            <p:spPr>
              <a:xfrm>
                <a:off x="6178680" y="838080"/>
                <a:ext cx="9360" cy="1452600"/>
              </a:xfrm>
              <a:prstGeom prst="rect">
                <a:avLst/>
              </a:prstGeom>
              <a:solidFill>
                <a:srgbClr val="fff8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2" name=""/>
              <p:cNvSpPr/>
              <p:nvPr/>
            </p:nvSpPr>
            <p:spPr>
              <a:xfrm>
                <a:off x="6188040" y="838080"/>
                <a:ext cx="9720" cy="1452600"/>
              </a:xfrm>
              <a:prstGeom prst="rect">
                <a:avLst/>
              </a:prstGeom>
              <a:solidFill>
                <a:srgbClr val="fff7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3" name=""/>
              <p:cNvSpPr/>
              <p:nvPr/>
            </p:nvSpPr>
            <p:spPr>
              <a:xfrm>
                <a:off x="6197760" y="838080"/>
                <a:ext cx="12600" cy="1452600"/>
              </a:xfrm>
              <a:prstGeom prst="rect">
                <a:avLst/>
              </a:prstGeom>
              <a:solidFill>
                <a:srgbClr val="fff7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4" name=""/>
              <p:cNvSpPr/>
              <p:nvPr/>
            </p:nvSpPr>
            <p:spPr>
              <a:xfrm>
                <a:off x="6210360" y="838080"/>
                <a:ext cx="9360" cy="1452600"/>
              </a:xfrm>
              <a:prstGeom prst="rect">
                <a:avLst/>
              </a:prstGeom>
              <a:solidFill>
                <a:srgbClr val="fff7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5" name=""/>
              <p:cNvSpPr/>
              <p:nvPr/>
            </p:nvSpPr>
            <p:spPr>
              <a:xfrm>
                <a:off x="6219720" y="838080"/>
                <a:ext cx="9720" cy="1452600"/>
              </a:xfrm>
              <a:prstGeom prst="rect">
                <a:avLst/>
              </a:prstGeom>
              <a:solidFill>
                <a:srgbClr val="fff6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6" name=""/>
              <p:cNvSpPr/>
              <p:nvPr/>
            </p:nvSpPr>
            <p:spPr>
              <a:xfrm>
                <a:off x="6229440" y="838080"/>
                <a:ext cx="12600" cy="1452600"/>
              </a:xfrm>
              <a:prstGeom prst="rect">
                <a:avLst/>
              </a:prstGeom>
              <a:solidFill>
                <a:srgbClr val="fff6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7" name=""/>
              <p:cNvSpPr/>
              <p:nvPr/>
            </p:nvSpPr>
            <p:spPr>
              <a:xfrm>
                <a:off x="6242040" y="838080"/>
                <a:ext cx="9360" cy="1452600"/>
              </a:xfrm>
              <a:prstGeom prst="rect">
                <a:avLst/>
              </a:prstGeom>
              <a:solidFill>
                <a:srgbClr val="fff6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8" name=""/>
              <p:cNvSpPr/>
              <p:nvPr/>
            </p:nvSpPr>
            <p:spPr>
              <a:xfrm>
                <a:off x="6251400" y="838080"/>
                <a:ext cx="12960" cy="1452600"/>
              </a:xfrm>
              <a:prstGeom prst="rect">
                <a:avLst/>
              </a:prstGeom>
              <a:solidFill>
                <a:srgbClr val="fff5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699" name=""/>
              <p:cNvSpPr/>
              <p:nvPr/>
            </p:nvSpPr>
            <p:spPr>
              <a:xfrm>
                <a:off x="6264360" y="838080"/>
                <a:ext cx="12600" cy="1452600"/>
              </a:xfrm>
              <a:prstGeom prst="rect">
                <a:avLst/>
              </a:prstGeom>
              <a:solidFill>
                <a:srgbClr val="fff5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0" name=""/>
              <p:cNvSpPr/>
              <p:nvPr/>
            </p:nvSpPr>
            <p:spPr>
              <a:xfrm>
                <a:off x="6276960" y="838080"/>
                <a:ext cx="9720" cy="1452600"/>
              </a:xfrm>
              <a:prstGeom prst="rect">
                <a:avLst/>
              </a:prstGeom>
              <a:solidFill>
                <a:srgbClr val="fff5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1" name=""/>
              <p:cNvSpPr/>
              <p:nvPr/>
            </p:nvSpPr>
            <p:spPr>
              <a:xfrm>
                <a:off x="6286680" y="838080"/>
                <a:ext cx="6120" cy="1452600"/>
              </a:xfrm>
              <a:prstGeom prst="rect">
                <a:avLst/>
              </a:prstGeom>
              <a:solidFill>
                <a:srgbClr val="fff4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2" name=""/>
              <p:cNvSpPr/>
              <p:nvPr/>
            </p:nvSpPr>
            <p:spPr>
              <a:xfrm>
                <a:off x="6292800" y="838080"/>
                <a:ext cx="15840" cy="1452600"/>
              </a:xfrm>
              <a:prstGeom prst="rect">
                <a:avLst/>
              </a:prstGeom>
              <a:solidFill>
                <a:srgbClr val="fff4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3" name=""/>
              <p:cNvSpPr/>
              <p:nvPr/>
            </p:nvSpPr>
            <p:spPr>
              <a:xfrm>
                <a:off x="6308640" y="838080"/>
                <a:ext cx="9720" cy="1452600"/>
              </a:xfrm>
              <a:prstGeom prst="rect">
                <a:avLst/>
              </a:prstGeom>
              <a:solidFill>
                <a:srgbClr val="fff4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4" name=""/>
              <p:cNvSpPr/>
              <p:nvPr/>
            </p:nvSpPr>
            <p:spPr>
              <a:xfrm>
                <a:off x="6318360" y="838080"/>
                <a:ext cx="9360" cy="1452600"/>
              </a:xfrm>
              <a:prstGeom prst="rect">
                <a:avLst/>
              </a:prstGeom>
              <a:solidFill>
                <a:srgbClr val="fff3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5" name=""/>
              <p:cNvSpPr/>
              <p:nvPr/>
            </p:nvSpPr>
            <p:spPr>
              <a:xfrm>
                <a:off x="6327720" y="838080"/>
                <a:ext cx="12600" cy="1452600"/>
              </a:xfrm>
              <a:prstGeom prst="rect">
                <a:avLst/>
              </a:prstGeom>
              <a:solidFill>
                <a:srgbClr val="fff3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6" name=""/>
              <p:cNvSpPr/>
              <p:nvPr/>
            </p:nvSpPr>
            <p:spPr>
              <a:xfrm>
                <a:off x="6340320" y="838080"/>
                <a:ext cx="9720" cy="1452600"/>
              </a:xfrm>
              <a:prstGeom prst="rect">
                <a:avLst/>
              </a:prstGeom>
              <a:solidFill>
                <a:srgbClr val="fff2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7" name=""/>
              <p:cNvSpPr/>
              <p:nvPr/>
            </p:nvSpPr>
            <p:spPr>
              <a:xfrm>
                <a:off x="6350040" y="838080"/>
                <a:ext cx="9360" cy="1452600"/>
              </a:xfrm>
              <a:prstGeom prst="rect">
                <a:avLst/>
              </a:prstGeom>
              <a:solidFill>
                <a:srgbClr val="fff2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8" name=""/>
              <p:cNvSpPr/>
              <p:nvPr/>
            </p:nvSpPr>
            <p:spPr>
              <a:xfrm>
                <a:off x="6359400" y="838080"/>
                <a:ext cx="12960" cy="1452600"/>
              </a:xfrm>
              <a:prstGeom prst="rect">
                <a:avLst/>
              </a:prstGeom>
              <a:solidFill>
                <a:srgbClr val="fff2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09" name=""/>
              <p:cNvSpPr/>
              <p:nvPr/>
            </p:nvSpPr>
            <p:spPr>
              <a:xfrm>
                <a:off x="6372360" y="838080"/>
                <a:ext cx="9360" cy="1452600"/>
              </a:xfrm>
              <a:prstGeom prst="rect">
                <a:avLst/>
              </a:prstGeom>
              <a:solidFill>
                <a:srgbClr val="fff1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0" name=""/>
              <p:cNvSpPr/>
              <p:nvPr/>
            </p:nvSpPr>
            <p:spPr>
              <a:xfrm>
                <a:off x="6381720" y="838080"/>
                <a:ext cx="9720" cy="1452600"/>
              </a:xfrm>
              <a:prstGeom prst="rect">
                <a:avLst/>
              </a:prstGeom>
              <a:solidFill>
                <a:srgbClr val="fff1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1" name=""/>
              <p:cNvSpPr/>
              <p:nvPr/>
            </p:nvSpPr>
            <p:spPr>
              <a:xfrm>
                <a:off x="6391440" y="838080"/>
                <a:ext cx="12600" cy="1452600"/>
              </a:xfrm>
              <a:prstGeom prst="rect">
                <a:avLst/>
              </a:prstGeom>
              <a:solidFill>
                <a:srgbClr val="fff0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2" name=""/>
              <p:cNvSpPr/>
              <p:nvPr/>
            </p:nvSpPr>
            <p:spPr>
              <a:xfrm>
                <a:off x="6404040" y="838080"/>
                <a:ext cx="9360" cy="1452600"/>
              </a:xfrm>
              <a:prstGeom prst="rect">
                <a:avLst/>
              </a:prstGeom>
              <a:solidFill>
                <a:srgbClr val="fff0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3" name=""/>
              <p:cNvSpPr/>
              <p:nvPr/>
            </p:nvSpPr>
            <p:spPr>
              <a:xfrm>
                <a:off x="6413400" y="838080"/>
                <a:ext cx="9720" cy="1452600"/>
              </a:xfrm>
              <a:prstGeom prst="rect">
                <a:avLst/>
              </a:prstGeom>
              <a:solidFill>
                <a:srgbClr val="ffef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4" name=""/>
              <p:cNvSpPr/>
              <p:nvPr/>
            </p:nvSpPr>
            <p:spPr>
              <a:xfrm>
                <a:off x="6423120" y="838080"/>
                <a:ext cx="12600" cy="1452600"/>
              </a:xfrm>
              <a:prstGeom prst="rect">
                <a:avLst/>
              </a:prstGeom>
              <a:solidFill>
                <a:srgbClr val="ffef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5" name=""/>
              <p:cNvSpPr/>
              <p:nvPr/>
            </p:nvSpPr>
            <p:spPr>
              <a:xfrm>
                <a:off x="6435720" y="838080"/>
                <a:ext cx="9360" cy="1452600"/>
              </a:xfrm>
              <a:prstGeom prst="rect">
                <a:avLst/>
              </a:prstGeom>
              <a:solidFill>
                <a:srgbClr val="ffee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6" name=""/>
              <p:cNvSpPr/>
              <p:nvPr/>
            </p:nvSpPr>
            <p:spPr>
              <a:xfrm>
                <a:off x="6445080" y="838080"/>
                <a:ext cx="12960" cy="1452600"/>
              </a:xfrm>
              <a:prstGeom prst="rect">
                <a:avLst/>
              </a:prstGeom>
              <a:solidFill>
                <a:srgbClr val="ffee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7" name=""/>
              <p:cNvSpPr/>
              <p:nvPr/>
            </p:nvSpPr>
            <p:spPr>
              <a:xfrm>
                <a:off x="6458040" y="838080"/>
                <a:ext cx="9360" cy="1452600"/>
              </a:xfrm>
              <a:prstGeom prst="rect">
                <a:avLst/>
              </a:prstGeom>
              <a:solidFill>
                <a:srgbClr val="ffed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8" name=""/>
              <p:cNvSpPr/>
              <p:nvPr/>
            </p:nvSpPr>
            <p:spPr>
              <a:xfrm>
                <a:off x="6467400" y="838080"/>
                <a:ext cx="9720" cy="1452600"/>
              </a:xfrm>
              <a:prstGeom prst="rect">
                <a:avLst/>
              </a:prstGeom>
              <a:solidFill>
                <a:srgbClr val="ffed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19" name=""/>
              <p:cNvSpPr/>
              <p:nvPr/>
            </p:nvSpPr>
            <p:spPr>
              <a:xfrm>
                <a:off x="6477120" y="838080"/>
                <a:ext cx="9360" cy="1452600"/>
              </a:xfrm>
              <a:prstGeom prst="rect">
                <a:avLst/>
              </a:prstGeom>
              <a:solidFill>
                <a:srgbClr val="ffec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0" name=""/>
              <p:cNvSpPr/>
              <p:nvPr/>
            </p:nvSpPr>
            <p:spPr>
              <a:xfrm>
                <a:off x="6486480" y="838080"/>
                <a:ext cx="12600" cy="1452600"/>
              </a:xfrm>
              <a:prstGeom prst="rect">
                <a:avLst/>
              </a:prstGeom>
              <a:solidFill>
                <a:srgbClr val="ffece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1" name=""/>
              <p:cNvSpPr/>
              <p:nvPr/>
            </p:nvSpPr>
            <p:spPr>
              <a:xfrm>
                <a:off x="6499080" y="838080"/>
                <a:ext cx="12960" cy="1452600"/>
              </a:xfrm>
              <a:prstGeom prst="rect">
                <a:avLst/>
              </a:prstGeom>
              <a:solidFill>
                <a:srgbClr val="ffeb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2" name=""/>
              <p:cNvSpPr/>
              <p:nvPr/>
            </p:nvSpPr>
            <p:spPr>
              <a:xfrm>
                <a:off x="6512040" y="838080"/>
                <a:ext cx="9360" cy="1452600"/>
              </a:xfrm>
              <a:prstGeom prst="rect">
                <a:avLst/>
              </a:prstGeom>
              <a:solidFill>
                <a:srgbClr val="ffeb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3" name=""/>
              <p:cNvSpPr/>
              <p:nvPr/>
            </p:nvSpPr>
            <p:spPr>
              <a:xfrm>
                <a:off x="6521400" y="838080"/>
                <a:ext cx="12600" cy="1452600"/>
              </a:xfrm>
              <a:prstGeom prst="rect">
                <a:avLst/>
              </a:prstGeom>
              <a:solidFill>
                <a:srgbClr val="ffea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4" name=""/>
              <p:cNvSpPr/>
              <p:nvPr/>
            </p:nvSpPr>
            <p:spPr>
              <a:xfrm>
                <a:off x="6534000" y="838080"/>
                <a:ext cx="6480" cy="1452600"/>
              </a:xfrm>
              <a:prstGeom prst="rect">
                <a:avLst/>
              </a:prstGeom>
              <a:solidFill>
                <a:srgbClr val="ffea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5" name=""/>
              <p:cNvSpPr/>
              <p:nvPr/>
            </p:nvSpPr>
            <p:spPr>
              <a:xfrm>
                <a:off x="6540480" y="838080"/>
                <a:ext cx="12600" cy="1452600"/>
              </a:xfrm>
              <a:prstGeom prst="rect">
                <a:avLst/>
              </a:prstGeom>
              <a:solidFill>
                <a:srgbClr val="ffe9e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6" name=""/>
              <p:cNvSpPr/>
              <p:nvPr/>
            </p:nvSpPr>
            <p:spPr>
              <a:xfrm>
                <a:off x="6553080" y="838080"/>
                <a:ext cx="12960" cy="1452600"/>
              </a:xfrm>
              <a:prstGeom prst="rect">
                <a:avLst/>
              </a:prstGeom>
              <a:solidFill>
                <a:srgbClr val="ffe8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7" name=""/>
              <p:cNvSpPr/>
              <p:nvPr/>
            </p:nvSpPr>
            <p:spPr>
              <a:xfrm>
                <a:off x="6566040" y="838080"/>
                <a:ext cx="9360" cy="1452600"/>
              </a:xfrm>
              <a:prstGeom prst="rect">
                <a:avLst/>
              </a:prstGeom>
              <a:solidFill>
                <a:srgbClr val="ffe8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8" name=""/>
              <p:cNvSpPr/>
              <p:nvPr/>
            </p:nvSpPr>
            <p:spPr>
              <a:xfrm>
                <a:off x="6575400" y="838080"/>
                <a:ext cx="9720" cy="1452600"/>
              </a:xfrm>
              <a:prstGeom prst="rect">
                <a:avLst/>
              </a:prstGeom>
              <a:solidFill>
                <a:srgbClr val="ffe7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29" name=""/>
              <p:cNvSpPr/>
              <p:nvPr/>
            </p:nvSpPr>
            <p:spPr>
              <a:xfrm>
                <a:off x="6585120" y="838080"/>
                <a:ext cx="12600" cy="1452600"/>
              </a:xfrm>
              <a:prstGeom prst="rect">
                <a:avLst/>
              </a:prstGeom>
              <a:solidFill>
                <a:srgbClr val="ffe7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0" name=""/>
              <p:cNvSpPr/>
              <p:nvPr/>
            </p:nvSpPr>
            <p:spPr>
              <a:xfrm>
                <a:off x="6597720" y="838080"/>
                <a:ext cx="9360" cy="1452600"/>
              </a:xfrm>
              <a:prstGeom prst="rect">
                <a:avLst/>
              </a:prstGeom>
              <a:solidFill>
                <a:srgbClr val="ffe6e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1" name=""/>
              <p:cNvSpPr/>
              <p:nvPr/>
            </p:nvSpPr>
            <p:spPr>
              <a:xfrm>
                <a:off x="6607080" y="838080"/>
                <a:ext cx="9720" cy="1452600"/>
              </a:xfrm>
              <a:prstGeom prst="rect">
                <a:avLst/>
              </a:prstGeom>
              <a:solidFill>
                <a:srgbClr val="ffe5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2" name=""/>
              <p:cNvSpPr/>
              <p:nvPr/>
            </p:nvSpPr>
            <p:spPr>
              <a:xfrm>
                <a:off x="6616800" y="838080"/>
                <a:ext cx="12600" cy="1452600"/>
              </a:xfrm>
              <a:prstGeom prst="rect">
                <a:avLst/>
              </a:prstGeom>
              <a:solidFill>
                <a:srgbClr val="ffe5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3" name=""/>
              <p:cNvSpPr/>
              <p:nvPr/>
            </p:nvSpPr>
            <p:spPr>
              <a:xfrm>
                <a:off x="6629400" y="838080"/>
                <a:ext cx="9360" cy="1452600"/>
              </a:xfrm>
              <a:prstGeom prst="rect">
                <a:avLst/>
              </a:prstGeom>
              <a:solidFill>
                <a:srgbClr val="ffe4e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4" name=""/>
              <p:cNvSpPr/>
              <p:nvPr/>
            </p:nvSpPr>
            <p:spPr>
              <a:xfrm>
                <a:off x="6638760" y="838080"/>
                <a:ext cx="12960" cy="1452600"/>
              </a:xfrm>
              <a:prstGeom prst="rect">
                <a:avLst/>
              </a:prstGeom>
              <a:solidFill>
                <a:srgbClr val="ffe3e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5" name=""/>
              <p:cNvSpPr/>
              <p:nvPr/>
            </p:nvSpPr>
            <p:spPr>
              <a:xfrm>
                <a:off x="6651720" y="838080"/>
                <a:ext cx="9360" cy="1452600"/>
              </a:xfrm>
              <a:prstGeom prst="rect">
                <a:avLst/>
              </a:prstGeom>
              <a:solidFill>
                <a:srgbClr val="ffe3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6" name=""/>
              <p:cNvSpPr/>
              <p:nvPr/>
            </p:nvSpPr>
            <p:spPr>
              <a:xfrm>
                <a:off x="6661080" y="838080"/>
                <a:ext cx="9720" cy="1452600"/>
              </a:xfrm>
              <a:prstGeom prst="rect">
                <a:avLst/>
              </a:prstGeom>
              <a:solidFill>
                <a:srgbClr val="ffe2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7" name=""/>
              <p:cNvSpPr/>
              <p:nvPr/>
            </p:nvSpPr>
            <p:spPr>
              <a:xfrm>
                <a:off x="6670800" y="838080"/>
                <a:ext cx="9360" cy="1452600"/>
              </a:xfrm>
              <a:prstGeom prst="rect">
                <a:avLst/>
              </a:prstGeom>
              <a:solidFill>
                <a:srgbClr val="ffe1e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8" name=""/>
              <p:cNvSpPr/>
              <p:nvPr/>
            </p:nvSpPr>
            <p:spPr>
              <a:xfrm>
                <a:off x="6680160" y="838080"/>
                <a:ext cx="12600" cy="1452600"/>
              </a:xfrm>
              <a:prstGeom prst="rect">
                <a:avLst/>
              </a:prstGeom>
              <a:solidFill>
                <a:srgbClr val="ffe1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39" name=""/>
              <p:cNvSpPr/>
              <p:nvPr/>
            </p:nvSpPr>
            <p:spPr>
              <a:xfrm>
                <a:off x="6692760" y="838080"/>
                <a:ext cx="12960" cy="1452600"/>
              </a:xfrm>
              <a:prstGeom prst="rect">
                <a:avLst/>
              </a:prstGeom>
              <a:solidFill>
                <a:srgbClr val="ffe0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0" name=""/>
              <p:cNvSpPr/>
              <p:nvPr/>
            </p:nvSpPr>
            <p:spPr>
              <a:xfrm>
                <a:off x="6705720" y="838080"/>
                <a:ext cx="9360" cy="1452600"/>
              </a:xfrm>
              <a:prstGeom prst="rect">
                <a:avLst/>
              </a:prstGeom>
              <a:solidFill>
                <a:srgbClr val="ffdf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1" name=""/>
              <p:cNvSpPr/>
              <p:nvPr/>
            </p:nvSpPr>
            <p:spPr>
              <a:xfrm>
                <a:off x="6715080" y="838080"/>
                <a:ext cx="9720" cy="1452600"/>
              </a:xfrm>
              <a:prstGeom prst="rect">
                <a:avLst/>
              </a:prstGeom>
              <a:solidFill>
                <a:srgbClr val="ffde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2" name=""/>
              <p:cNvSpPr/>
              <p:nvPr/>
            </p:nvSpPr>
            <p:spPr>
              <a:xfrm>
                <a:off x="6724800" y="838080"/>
                <a:ext cx="9360" cy="1452600"/>
              </a:xfrm>
              <a:prstGeom prst="rect">
                <a:avLst/>
              </a:prstGeom>
              <a:solidFill>
                <a:srgbClr val="ffded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3" name=""/>
              <p:cNvSpPr/>
              <p:nvPr/>
            </p:nvSpPr>
            <p:spPr>
              <a:xfrm>
                <a:off x="6734160" y="838080"/>
                <a:ext cx="9720" cy="1452600"/>
              </a:xfrm>
              <a:prstGeom prst="rect">
                <a:avLst/>
              </a:prstGeom>
              <a:solidFill>
                <a:srgbClr val="ffdd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4" name=""/>
              <p:cNvSpPr/>
              <p:nvPr/>
            </p:nvSpPr>
            <p:spPr>
              <a:xfrm>
                <a:off x="6743880" y="838080"/>
                <a:ext cx="15840" cy="1452600"/>
              </a:xfrm>
              <a:prstGeom prst="rect">
                <a:avLst/>
              </a:prstGeom>
              <a:solidFill>
                <a:srgbClr val="ffdc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5" name=""/>
              <p:cNvSpPr/>
              <p:nvPr/>
            </p:nvSpPr>
            <p:spPr>
              <a:xfrm>
                <a:off x="6759720" y="838080"/>
                <a:ext cx="9360" cy="1452600"/>
              </a:xfrm>
              <a:prstGeom prst="rect">
                <a:avLst/>
              </a:prstGeom>
              <a:solidFill>
                <a:srgbClr val="ffdbd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6" name=""/>
              <p:cNvSpPr/>
              <p:nvPr/>
            </p:nvSpPr>
            <p:spPr>
              <a:xfrm>
                <a:off x="6769080" y="838080"/>
                <a:ext cx="9720" cy="1452600"/>
              </a:xfrm>
              <a:prstGeom prst="rect">
                <a:avLst/>
              </a:prstGeom>
              <a:solidFill>
                <a:srgbClr val="ffdb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7" name=""/>
              <p:cNvSpPr/>
              <p:nvPr/>
            </p:nvSpPr>
            <p:spPr>
              <a:xfrm>
                <a:off x="6778800" y="838080"/>
                <a:ext cx="9360" cy="1452600"/>
              </a:xfrm>
              <a:prstGeom prst="rect">
                <a:avLst/>
              </a:prstGeom>
              <a:solidFill>
                <a:srgbClr val="ffda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8" name=""/>
              <p:cNvSpPr/>
              <p:nvPr/>
            </p:nvSpPr>
            <p:spPr>
              <a:xfrm>
                <a:off x="6788160" y="838080"/>
                <a:ext cx="12600" cy="1452600"/>
              </a:xfrm>
              <a:prstGeom prst="rect">
                <a:avLst/>
              </a:prstGeom>
              <a:solidFill>
                <a:srgbClr val="ffd9d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49" name=""/>
              <p:cNvSpPr/>
              <p:nvPr/>
            </p:nvSpPr>
            <p:spPr>
              <a:xfrm>
                <a:off x="6800760" y="838080"/>
                <a:ext cx="9720" cy="1452600"/>
              </a:xfrm>
              <a:prstGeom prst="rect">
                <a:avLst/>
              </a:prstGeom>
              <a:solidFill>
                <a:srgbClr val="ffd8d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0" name=""/>
              <p:cNvSpPr/>
              <p:nvPr/>
            </p:nvSpPr>
            <p:spPr>
              <a:xfrm>
                <a:off x="6810480" y="838080"/>
                <a:ext cx="12600" cy="1452600"/>
              </a:xfrm>
              <a:prstGeom prst="rect">
                <a:avLst/>
              </a:prstGeom>
              <a:solidFill>
                <a:srgbClr val="ffd7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1" name=""/>
              <p:cNvSpPr/>
              <p:nvPr/>
            </p:nvSpPr>
            <p:spPr>
              <a:xfrm>
                <a:off x="6823080" y="838080"/>
                <a:ext cx="9360" cy="1452600"/>
              </a:xfrm>
              <a:prstGeom prst="rect">
                <a:avLst/>
              </a:prstGeom>
              <a:solidFill>
                <a:srgbClr val="ffd6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2" name=""/>
              <p:cNvSpPr/>
              <p:nvPr/>
            </p:nvSpPr>
            <p:spPr>
              <a:xfrm>
                <a:off x="6832440" y="838080"/>
                <a:ext cx="9720" cy="1452600"/>
              </a:xfrm>
              <a:prstGeom prst="rect">
                <a:avLst/>
              </a:prstGeom>
              <a:solidFill>
                <a:srgbClr val="ffd6d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3" name=""/>
              <p:cNvSpPr/>
              <p:nvPr/>
            </p:nvSpPr>
            <p:spPr>
              <a:xfrm>
                <a:off x="6842160" y="838080"/>
                <a:ext cx="12600" cy="1452600"/>
              </a:xfrm>
              <a:prstGeom prst="rect">
                <a:avLst/>
              </a:prstGeom>
              <a:solidFill>
                <a:srgbClr val="ffd5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4" name=""/>
              <p:cNvSpPr/>
              <p:nvPr/>
            </p:nvSpPr>
            <p:spPr>
              <a:xfrm>
                <a:off x="6854760" y="838080"/>
                <a:ext cx="9720" cy="1452600"/>
              </a:xfrm>
              <a:prstGeom prst="rect">
                <a:avLst/>
              </a:prstGeom>
              <a:solidFill>
                <a:srgbClr val="ffd4d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5" name=""/>
              <p:cNvSpPr/>
              <p:nvPr/>
            </p:nvSpPr>
            <p:spPr>
              <a:xfrm>
                <a:off x="6864480" y="838080"/>
                <a:ext cx="9360" cy="1452600"/>
              </a:xfrm>
              <a:prstGeom prst="rect">
                <a:avLst/>
              </a:prstGeom>
              <a:solidFill>
                <a:srgbClr val="ffd3d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6" name=""/>
              <p:cNvSpPr/>
              <p:nvPr/>
            </p:nvSpPr>
            <p:spPr>
              <a:xfrm>
                <a:off x="6873840" y="838080"/>
                <a:ext cx="12600" cy="1452600"/>
              </a:xfrm>
              <a:prstGeom prst="rect">
                <a:avLst/>
              </a:prstGeom>
              <a:solidFill>
                <a:srgbClr val="ffd2d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7" name=""/>
              <p:cNvSpPr/>
              <p:nvPr/>
            </p:nvSpPr>
            <p:spPr>
              <a:xfrm>
                <a:off x="6886440" y="838080"/>
                <a:ext cx="12960" cy="1452600"/>
              </a:xfrm>
              <a:prstGeom prst="rect">
                <a:avLst/>
              </a:prstGeom>
              <a:solidFill>
                <a:srgbClr val="ffd1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8" name=""/>
              <p:cNvSpPr/>
              <p:nvPr/>
            </p:nvSpPr>
            <p:spPr>
              <a:xfrm>
                <a:off x="6899400" y="838080"/>
                <a:ext cx="9360" cy="1452600"/>
              </a:xfrm>
              <a:prstGeom prst="rect">
                <a:avLst/>
              </a:prstGeom>
              <a:solidFill>
                <a:srgbClr val="ffd0c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59" name=""/>
              <p:cNvSpPr/>
              <p:nvPr/>
            </p:nvSpPr>
            <p:spPr>
              <a:xfrm>
                <a:off x="6908760" y="838080"/>
                <a:ext cx="9720" cy="1452600"/>
              </a:xfrm>
              <a:prstGeom prst="rect">
                <a:avLst/>
              </a:prstGeom>
              <a:solidFill>
                <a:srgbClr val="ffcfc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0" name=""/>
              <p:cNvSpPr/>
              <p:nvPr/>
            </p:nvSpPr>
            <p:spPr>
              <a:xfrm>
                <a:off x="6918480" y="838080"/>
                <a:ext cx="9360" cy="1452600"/>
              </a:xfrm>
              <a:prstGeom prst="rect">
                <a:avLst/>
              </a:prstGeom>
              <a:solidFill>
                <a:srgbClr val="ffce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1" name=""/>
              <p:cNvSpPr/>
              <p:nvPr/>
            </p:nvSpPr>
            <p:spPr>
              <a:xfrm>
                <a:off x="6927840" y="838080"/>
                <a:ext cx="9360" cy="1452600"/>
              </a:xfrm>
              <a:prstGeom prst="rect">
                <a:avLst/>
              </a:prstGeom>
              <a:solidFill>
                <a:srgbClr val="ffcec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2" name=""/>
              <p:cNvSpPr/>
              <p:nvPr/>
            </p:nvSpPr>
            <p:spPr>
              <a:xfrm>
                <a:off x="6937200" y="838080"/>
                <a:ext cx="16200" cy="1452600"/>
              </a:xfrm>
              <a:prstGeom prst="rect">
                <a:avLst/>
              </a:prstGeom>
              <a:solidFill>
                <a:srgbClr val="ffcd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3" name=""/>
              <p:cNvSpPr/>
              <p:nvPr/>
            </p:nvSpPr>
            <p:spPr>
              <a:xfrm>
                <a:off x="6953400" y="838080"/>
                <a:ext cx="9360" cy="1452600"/>
              </a:xfrm>
              <a:prstGeom prst="rect">
                <a:avLst/>
              </a:prstGeom>
              <a:solidFill>
                <a:srgbClr val="ffccc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4" name=""/>
              <p:cNvSpPr/>
              <p:nvPr/>
            </p:nvSpPr>
            <p:spPr>
              <a:xfrm>
                <a:off x="6962760" y="838080"/>
                <a:ext cx="9720" cy="1452600"/>
              </a:xfrm>
              <a:prstGeom prst="rect">
                <a:avLst/>
              </a:prstGeom>
              <a:solidFill>
                <a:srgbClr val="ffcbc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5" name=""/>
              <p:cNvSpPr/>
              <p:nvPr/>
            </p:nvSpPr>
            <p:spPr>
              <a:xfrm>
                <a:off x="6972480" y="838080"/>
                <a:ext cx="9360" cy="1452600"/>
              </a:xfrm>
              <a:prstGeom prst="rect">
                <a:avLst/>
              </a:prstGeom>
              <a:solidFill>
                <a:srgbClr val="ffcac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6" name=""/>
              <p:cNvSpPr/>
              <p:nvPr/>
            </p:nvSpPr>
            <p:spPr>
              <a:xfrm>
                <a:off x="6981840" y="838080"/>
                <a:ext cx="12600" cy="1452600"/>
              </a:xfrm>
              <a:prstGeom prst="rect">
                <a:avLst/>
              </a:prstGeom>
              <a:solidFill>
                <a:srgbClr val="ffc9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7" name=""/>
              <p:cNvSpPr/>
              <p:nvPr/>
            </p:nvSpPr>
            <p:spPr>
              <a:xfrm>
                <a:off x="6994440" y="838080"/>
                <a:ext cx="9720" cy="1452600"/>
              </a:xfrm>
              <a:prstGeom prst="rect">
                <a:avLst/>
              </a:prstGeom>
              <a:solidFill>
                <a:srgbClr val="ffc8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8" name=""/>
              <p:cNvSpPr/>
              <p:nvPr/>
            </p:nvSpPr>
            <p:spPr>
              <a:xfrm>
                <a:off x="7004160" y="838080"/>
                <a:ext cx="12600" cy="1452600"/>
              </a:xfrm>
              <a:prstGeom prst="rect">
                <a:avLst/>
              </a:prstGeom>
              <a:solidFill>
                <a:srgbClr val="ffc7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69" name=""/>
              <p:cNvSpPr/>
              <p:nvPr/>
            </p:nvSpPr>
            <p:spPr>
              <a:xfrm>
                <a:off x="7016760" y="838080"/>
                <a:ext cx="9360" cy="1452600"/>
              </a:xfrm>
              <a:prstGeom prst="rect">
                <a:avLst/>
              </a:prstGeom>
              <a:solidFill>
                <a:srgbClr val="ffc6c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0" name=""/>
              <p:cNvSpPr/>
              <p:nvPr/>
            </p:nvSpPr>
            <p:spPr>
              <a:xfrm>
                <a:off x="7026120" y="838080"/>
                <a:ext cx="9720" cy="1452600"/>
              </a:xfrm>
              <a:prstGeom prst="rect">
                <a:avLst/>
              </a:prstGeom>
              <a:solidFill>
                <a:srgbClr val="ffc5c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1" name=""/>
              <p:cNvSpPr/>
              <p:nvPr/>
            </p:nvSpPr>
            <p:spPr>
              <a:xfrm>
                <a:off x="7035840" y="838080"/>
                <a:ext cx="9360" cy="1452600"/>
              </a:xfrm>
              <a:prstGeom prst="rect">
                <a:avLst/>
              </a:prstGeom>
              <a:solidFill>
                <a:srgbClr val="ffc4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2" name=""/>
              <p:cNvSpPr/>
              <p:nvPr/>
            </p:nvSpPr>
            <p:spPr>
              <a:xfrm>
                <a:off x="7045200" y="838080"/>
                <a:ext cx="12960" cy="1452600"/>
              </a:xfrm>
              <a:prstGeom prst="rect">
                <a:avLst/>
              </a:prstGeom>
              <a:solidFill>
                <a:srgbClr val="ffc3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3" name=""/>
              <p:cNvSpPr/>
              <p:nvPr/>
            </p:nvSpPr>
            <p:spPr>
              <a:xfrm>
                <a:off x="7058160" y="838080"/>
                <a:ext cx="9360" cy="1452600"/>
              </a:xfrm>
              <a:prstGeom prst="rect">
                <a:avLst/>
              </a:prstGeom>
              <a:solidFill>
                <a:srgbClr val="ffc2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4" name=""/>
              <p:cNvSpPr/>
              <p:nvPr/>
            </p:nvSpPr>
            <p:spPr>
              <a:xfrm>
                <a:off x="7067520" y="838080"/>
                <a:ext cx="12600" cy="1452600"/>
              </a:xfrm>
              <a:prstGeom prst="rect">
                <a:avLst/>
              </a:prstGeom>
              <a:solidFill>
                <a:srgbClr val="ffc1b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5" name=""/>
              <p:cNvSpPr/>
              <p:nvPr/>
            </p:nvSpPr>
            <p:spPr>
              <a:xfrm>
                <a:off x="7080120" y="838080"/>
                <a:ext cx="9720" cy="1452600"/>
              </a:xfrm>
              <a:prstGeom prst="rect">
                <a:avLst/>
              </a:prstGeom>
              <a:solidFill>
                <a:srgbClr val="ffc0b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6" name=""/>
              <p:cNvSpPr/>
              <p:nvPr/>
            </p:nvSpPr>
            <p:spPr>
              <a:xfrm>
                <a:off x="7089840" y="838080"/>
                <a:ext cx="12600" cy="1452600"/>
              </a:xfrm>
              <a:prstGeom prst="rect">
                <a:avLst/>
              </a:prstGeom>
              <a:solidFill>
                <a:srgbClr val="ffbeb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7" name=""/>
              <p:cNvSpPr/>
              <p:nvPr/>
            </p:nvSpPr>
            <p:spPr>
              <a:xfrm>
                <a:off x="7102440" y="838080"/>
                <a:ext cx="9720" cy="1452600"/>
              </a:xfrm>
              <a:prstGeom prst="rect">
                <a:avLst/>
              </a:prstGeom>
              <a:solidFill>
                <a:srgbClr val="ffbdb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8" name=""/>
              <p:cNvSpPr/>
              <p:nvPr/>
            </p:nvSpPr>
            <p:spPr>
              <a:xfrm>
                <a:off x="7112160" y="838080"/>
                <a:ext cx="9360" cy="1452600"/>
              </a:xfrm>
              <a:prstGeom prst="rect">
                <a:avLst/>
              </a:prstGeom>
              <a:solidFill>
                <a:srgbClr val="ffbcb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79" name=""/>
              <p:cNvSpPr/>
              <p:nvPr/>
            </p:nvSpPr>
            <p:spPr>
              <a:xfrm>
                <a:off x="7121520" y="838080"/>
                <a:ext cx="9360" cy="1452600"/>
              </a:xfrm>
              <a:prstGeom prst="rect">
                <a:avLst/>
              </a:prstGeom>
              <a:solidFill>
                <a:srgbClr val="ffbbb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0" name=""/>
              <p:cNvSpPr/>
              <p:nvPr/>
            </p:nvSpPr>
            <p:spPr>
              <a:xfrm>
                <a:off x="7130880" y="838080"/>
                <a:ext cx="12960" cy="1452600"/>
              </a:xfrm>
              <a:prstGeom prst="rect">
                <a:avLst/>
              </a:prstGeom>
              <a:solidFill>
                <a:srgbClr val="ffbab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1" name=""/>
              <p:cNvSpPr/>
              <p:nvPr/>
            </p:nvSpPr>
            <p:spPr>
              <a:xfrm>
                <a:off x="7143840" y="838080"/>
                <a:ext cx="12600" cy="1452600"/>
              </a:xfrm>
              <a:prstGeom prst="rect">
                <a:avLst/>
              </a:prstGeom>
              <a:solidFill>
                <a:srgbClr val="ffb9b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2" name=""/>
              <p:cNvSpPr/>
              <p:nvPr/>
            </p:nvSpPr>
            <p:spPr>
              <a:xfrm>
                <a:off x="7156440" y="838080"/>
                <a:ext cx="9360" cy="1452600"/>
              </a:xfrm>
              <a:prstGeom prst="rect">
                <a:avLst/>
              </a:prstGeom>
              <a:solidFill>
                <a:srgbClr val="ffb8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3" name=""/>
              <p:cNvSpPr/>
              <p:nvPr/>
            </p:nvSpPr>
            <p:spPr>
              <a:xfrm>
                <a:off x="7165800" y="838080"/>
                <a:ext cx="9720" cy="1452600"/>
              </a:xfrm>
              <a:prstGeom prst="rect">
                <a:avLst/>
              </a:prstGeom>
              <a:solidFill>
                <a:srgbClr val="ffb7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4" name=""/>
              <p:cNvSpPr/>
              <p:nvPr/>
            </p:nvSpPr>
            <p:spPr>
              <a:xfrm>
                <a:off x="7175520" y="838080"/>
                <a:ext cx="9360" cy="1452600"/>
              </a:xfrm>
              <a:prstGeom prst="rect">
                <a:avLst/>
              </a:prstGeom>
              <a:solidFill>
                <a:srgbClr val="ffb6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5" name=""/>
              <p:cNvSpPr/>
              <p:nvPr/>
            </p:nvSpPr>
            <p:spPr>
              <a:xfrm>
                <a:off x="7184880" y="838080"/>
                <a:ext cx="12960" cy="1452600"/>
              </a:xfrm>
              <a:prstGeom prst="rect">
                <a:avLst/>
              </a:prstGeom>
              <a:solidFill>
                <a:srgbClr val="ffb5b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6" name=""/>
              <p:cNvSpPr/>
              <p:nvPr/>
            </p:nvSpPr>
            <p:spPr>
              <a:xfrm>
                <a:off x="7197840" y="838080"/>
                <a:ext cx="12600" cy="1452600"/>
              </a:xfrm>
              <a:prstGeom prst="rect">
                <a:avLst/>
              </a:prstGeom>
              <a:solidFill>
                <a:srgbClr val="ffb3b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7" name=""/>
              <p:cNvSpPr/>
              <p:nvPr/>
            </p:nvSpPr>
            <p:spPr>
              <a:xfrm>
                <a:off x="7210440" y="838080"/>
                <a:ext cx="9360" cy="1452600"/>
              </a:xfrm>
              <a:prstGeom prst="rect">
                <a:avLst/>
              </a:prstGeom>
              <a:solidFill>
                <a:srgbClr val="ffb2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8" name=""/>
              <p:cNvSpPr/>
              <p:nvPr/>
            </p:nvSpPr>
            <p:spPr>
              <a:xfrm>
                <a:off x="7219800" y="838080"/>
                <a:ext cx="9720" cy="1452600"/>
              </a:xfrm>
              <a:prstGeom prst="rect">
                <a:avLst/>
              </a:prstGeom>
              <a:solidFill>
                <a:srgbClr val="ffb1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89" name=""/>
              <p:cNvSpPr/>
              <p:nvPr/>
            </p:nvSpPr>
            <p:spPr>
              <a:xfrm>
                <a:off x="7229520" y="838080"/>
                <a:ext cx="9360" cy="1452600"/>
              </a:xfrm>
              <a:prstGeom prst="rect">
                <a:avLst/>
              </a:prstGeom>
              <a:solidFill>
                <a:srgbClr val="ffb0a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0" name=""/>
              <p:cNvSpPr/>
              <p:nvPr/>
            </p:nvSpPr>
            <p:spPr>
              <a:xfrm>
                <a:off x="7238880" y="838080"/>
                <a:ext cx="12960" cy="1452600"/>
              </a:xfrm>
              <a:prstGeom prst="rect">
                <a:avLst/>
              </a:prstGeom>
              <a:solidFill>
                <a:srgbClr val="ffaf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1" name=""/>
              <p:cNvSpPr/>
              <p:nvPr/>
            </p:nvSpPr>
            <p:spPr>
              <a:xfrm>
                <a:off x="7251840" y="838080"/>
                <a:ext cx="9360" cy="1452600"/>
              </a:xfrm>
              <a:prstGeom prst="rect">
                <a:avLst/>
              </a:prstGeom>
              <a:solidFill>
                <a:srgbClr val="ffaea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2" name=""/>
              <p:cNvSpPr/>
              <p:nvPr/>
            </p:nvSpPr>
            <p:spPr>
              <a:xfrm>
                <a:off x="7261200" y="838080"/>
                <a:ext cx="12600" cy="1452600"/>
              </a:xfrm>
              <a:prstGeom prst="rect">
                <a:avLst/>
              </a:prstGeom>
              <a:solidFill>
                <a:srgbClr val="ffad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3" name=""/>
              <p:cNvSpPr/>
              <p:nvPr/>
            </p:nvSpPr>
            <p:spPr>
              <a:xfrm>
                <a:off x="7273800" y="838080"/>
                <a:ext cx="9720" cy="1452600"/>
              </a:xfrm>
              <a:prstGeom prst="rect">
                <a:avLst/>
              </a:prstGeom>
              <a:solidFill>
                <a:srgbClr val="ffaba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4" name=""/>
              <p:cNvSpPr/>
              <p:nvPr/>
            </p:nvSpPr>
            <p:spPr>
              <a:xfrm>
                <a:off x="7283520" y="838080"/>
                <a:ext cx="9360" cy="1452600"/>
              </a:xfrm>
              <a:prstGeom prst="rect">
                <a:avLst/>
              </a:prstGeom>
              <a:solidFill>
                <a:srgbClr val="ffaaa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5" name=""/>
              <p:cNvSpPr/>
              <p:nvPr/>
            </p:nvSpPr>
            <p:spPr>
              <a:xfrm>
                <a:off x="7292880" y="838080"/>
                <a:ext cx="12960" cy="1452600"/>
              </a:xfrm>
              <a:prstGeom prst="rect">
                <a:avLst/>
              </a:prstGeom>
              <a:solidFill>
                <a:srgbClr val="ffa9a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6" name=""/>
              <p:cNvSpPr/>
              <p:nvPr/>
            </p:nvSpPr>
            <p:spPr>
              <a:xfrm>
                <a:off x="7305840" y="838080"/>
                <a:ext cx="9360" cy="1452600"/>
              </a:xfrm>
              <a:prstGeom prst="rect">
                <a:avLst/>
              </a:prstGeom>
              <a:solidFill>
                <a:srgbClr val="ffa8a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7" name=""/>
              <p:cNvSpPr/>
              <p:nvPr/>
            </p:nvSpPr>
            <p:spPr>
              <a:xfrm>
                <a:off x="7315200" y="838080"/>
                <a:ext cx="9360" cy="1452600"/>
              </a:xfrm>
              <a:prstGeom prst="rect">
                <a:avLst/>
              </a:prstGeom>
              <a:solidFill>
                <a:srgbClr val="ffa7a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8" name=""/>
              <p:cNvSpPr/>
              <p:nvPr/>
            </p:nvSpPr>
            <p:spPr>
              <a:xfrm>
                <a:off x="7324560" y="838080"/>
                <a:ext cx="12960" cy="1452600"/>
              </a:xfrm>
              <a:prstGeom prst="rect">
                <a:avLst/>
              </a:prstGeom>
              <a:solidFill>
                <a:srgbClr val="ffa5a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799" name=""/>
              <p:cNvSpPr/>
              <p:nvPr/>
            </p:nvSpPr>
            <p:spPr>
              <a:xfrm>
                <a:off x="7337520" y="838080"/>
                <a:ext cx="12600" cy="1452600"/>
              </a:xfrm>
              <a:prstGeom prst="rect">
                <a:avLst/>
              </a:prstGeom>
              <a:solidFill>
                <a:srgbClr val="ffa49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0" name=""/>
              <p:cNvSpPr/>
              <p:nvPr/>
            </p:nvSpPr>
            <p:spPr>
              <a:xfrm>
                <a:off x="7350120" y="838080"/>
                <a:ext cx="9360" cy="1452600"/>
              </a:xfrm>
              <a:prstGeom prst="rect">
                <a:avLst/>
              </a:prstGeom>
              <a:solidFill>
                <a:srgbClr val="ffa39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1" name=""/>
              <p:cNvSpPr/>
              <p:nvPr/>
            </p:nvSpPr>
            <p:spPr>
              <a:xfrm>
                <a:off x="7359480" y="838080"/>
                <a:ext cx="9720" cy="1452600"/>
              </a:xfrm>
              <a:prstGeom prst="rect">
                <a:avLst/>
              </a:prstGeom>
              <a:solidFill>
                <a:srgbClr val="ffa29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2" name=""/>
              <p:cNvSpPr/>
              <p:nvPr/>
            </p:nvSpPr>
            <p:spPr>
              <a:xfrm>
                <a:off x="7369200" y="838080"/>
                <a:ext cx="9360" cy="1452600"/>
              </a:xfrm>
              <a:prstGeom prst="rect">
                <a:avLst/>
              </a:prstGeom>
              <a:solidFill>
                <a:srgbClr val="ffa19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3" name=""/>
              <p:cNvSpPr/>
              <p:nvPr/>
            </p:nvSpPr>
            <p:spPr>
              <a:xfrm>
                <a:off x="7378560" y="838080"/>
                <a:ext cx="12960" cy="1452600"/>
              </a:xfrm>
              <a:prstGeom prst="rect">
                <a:avLst/>
              </a:prstGeom>
              <a:solidFill>
                <a:srgbClr val="ff9f9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4" name=""/>
              <p:cNvSpPr/>
              <p:nvPr/>
            </p:nvSpPr>
            <p:spPr>
              <a:xfrm>
                <a:off x="7391520" y="838080"/>
                <a:ext cx="9360" cy="1452600"/>
              </a:xfrm>
              <a:prstGeom prst="rect">
                <a:avLst/>
              </a:prstGeom>
              <a:solidFill>
                <a:srgbClr val="ff9e9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5" name=""/>
              <p:cNvSpPr/>
              <p:nvPr/>
            </p:nvSpPr>
            <p:spPr>
              <a:xfrm>
                <a:off x="7400880" y="838080"/>
                <a:ext cx="12600" cy="1452600"/>
              </a:xfrm>
              <a:prstGeom prst="rect">
                <a:avLst/>
              </a:prstGeom>
              <a:solidFill>
                <a:srgbClr val="ff9d9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6" name=""/>
              <p:cNvSpPr/>
              <p:nvPr/>
            </p:nvSpPr>
            <p:spPr>
              <a:xfrm>
                <a:off x="7413480" y="838080"/>
                <a:ext cx="9720" cy="1452600"/>
              </a:xfrm>
              <a:prstGeom prst="rect">
                <a:avLst/>
              </a:prstGeom>
              <a:solidFill>
                <a:srgbClr val="ff9c9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7" name=""/>
              <p:cNvSpPr/>
              <p:nvPr/>
            </p:nvSpPr>
            <p:spPr>
              <a:xfrm>
                <a:off x="7423200" y="838080"/>
                <a:ext cx="9360" cy="1452600"/>
              </a:xfrm>
              <a:prstGeom prst="rect">
                <a:avLst/>
              </a:prstGeom>
              <a:solidFill>
                <a:srgbClr val="ff9b9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8" name=""/>
              <p:cNvSpPr/>
              <p:nvPr/>
            </p:nvSpPr>
            <p:spPr>
              <a:xfrm>
                <a:off x="7432560" y="838080"/>
                <a:ext cx="12960" cy="1452600"/>
              </a:xfrm>
              <a:prstGeom prst="rect">
                <a:avLst/>
              </a:prstGeom>
              <a:solidFill>
                <a:srgbClr val="ff999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09" name=""/>
              <p:cNvSpPr/>
              <p:nvPr/>
            </p:nvSpPr>
            <p:spPr>
              <a:xfrm>
                <a:off x="7445520" y="838080"/>
                <a:ext cx="9360" cy="1452600"/>
              </a:xfrm>
              <a:prstGeom prst="rect">
                <a:avLst/>
              </a:prstGeom>
              <a:solidFill>
                <a:srgbClr val="ff989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0" name=""/>
              <p:cNvSpPr/>
              <p:nvPr/>
            </p:nvSpPr>
            <p:spPr>
              <a:xfrm>
                <a:off x="7454880" y="838080"/>
                <a:ext cx="12600" cy="1452600"/>
              </a:xfrm>
              <a:prstGeom prst="rect">
                <a:avLst/>
              </a:prstGeom>
              <a:solidFill>
                <a:srgbClr val="ff979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1" name=""/>
              <p:cNvSpPr/>
              <p:nvPr/>
            </p:nvSpPr>
            <p:spPr>
              <a:xfrm>
                <a:off x="7467480" y="838080"/>
                <a:ext cx="9720" cy="1452600"/>
              </a:xfrm>
              <a:prstGeom prst="rect">
                <a:avLst/>
              </a:prstGeom>
              <a:solidFill>
                <a:srgbClr val="ff969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2" name=""/>
              <p:cNvSpPr/>
              <p:nvPr/>
            </p:nvSpPr>
            <p:spPr>
              <a:xfrm>
                <a:off x="7477200" y="838080"/>
                <a:ext cx="9360" cy="1452600"/>
              </a:xfrm>
              <a:prstGeom prst="rect">
                <a:avLst/>
              </a:prstGeom>
              <a:solidFill>
                <a:srgbClr val="ff948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3" name=""/>
              <p:cNvSpPr/>
              <p:nvPr/>
            </p:nvSpPr>
            <p:spPr>
              <a:xfrm>
                <a:off x="7486560" y="838080"/>
                <a:ext cx="9720" cy="1452600"/>
              </a:xfrm>
              <a:prstGeom prst="rect">
                <a:avLst/>
              </a:prstGeom>
              <a:solidFill>
                <a:srgbClr val="ff938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4" name=""/>
              <p:cNvSpPr/>
              <p:nvPr/>
            </p:nvSpPr>
            <p:spPr>
              <a:xfrm>
                <a:off x="7496280" y="838080"/>
                <a:ext cx="12600" cy="1452600"/>
              </a:xfrm>
              <a:prstGeom prst="rect">
                <a:avLst/>
              </a:prstGeom>
              <a:solidFill>
                <a:srgbClr val="ff92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5" name=""/>
              <p:cNvSpPr/>
              <p:nvPr/>
            </p:nvSpPr>
            <p:spPr>
              <a:xfrm>
                <a:off x="7508880" y="838080"/>
                <a:ext cx="9360" cy="1452600"/>
              </a:xfrm>
              <a:prstGeom prst="rect">
                <a:avLst/>
              </a:prstGeom>
              <a:solidFill>
                <a:srgbClr val="ff918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6" name=""/>
              <p:cNvSpPr/>
              <p:nvPr/>
            </p:nvSpPr>
            <p:spPr>
              <a:xfrm>
                <a:off x="7518240" y="838080"/>
                <a:ext cx="12960" cy="1452600"/>
              </a:xfrm>
              <a:prstGeom prst="rect">
                <a:avLst/>
              </a:prstGeom>
              <a:solidFill>
                <a:srgbClr val="ff8f8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7" name=""/>
              <p:cNvSpPr/>
              <p:nvPr/>
            </p:nvSpPr>
            <p:spPr>
              <a:xfrm>
                <a:off x="7531200" y="838080"/>
                <a:ext cx="9360" cy="1452600"/>
              </a:xfrm>
              <a:prstGeom prst="rect">
                <a:avLst/>
              </a:prstGeom>
              <a:solidFill>
                <a:srgbClr val="ff8e8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8" name=""/>
              <p:cNvSpPr/>
              <p:nvPr/>
            </p:nvSpPr>
            <p:spPr>
              <a:xfrm>
                <a:off x="7540560" y="838080"/>
                <a:ext cx="9720" cy="1452600"/>
              </a:xfrm>
              <a:prstGeom prst="rect">
                <a:avLst/>
              </a:prstGeom>
              <a:solidFill>
                <a:srgbClr val="ff8d8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19" name=""/>
              <p:cNvSpPr/>
              <p:nvPr/>
            </p:nvSpPr>
            <p:spPr>
              <a:xfrm>
                <a:off x="7550280" y="838080"/>
                <a:ext cx="12600" cy="1452600"/>
              </a:xfrm>
              <a:prstGeom prst="rect">
                <a:avLst/>
              </a:prstGeom>
              <a:solidFill>
                <a:srgbClr val="ff8c8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0" name=""/>
              <p:cNvSpPr/>
              <p:nvPr/>
            </p:nvSpPr>
            <p:spPr>
              <a:xfrm>
                <a:off x="7562880" y="838080"/>
                <a:ext cx="9360" cy="1452600"/>
              </a:xfrm>
              <a:prstGeom prst="rect">
                <a:avLst/>
              </a:prstGeom>
              <a:solidFill>
                <a:srgbClr val="ff8a8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1" name=""/>
              <p:cNvSpPr/>
              <p:nvPr/>
            </p:nvSpPr>
            <p:spPr>
              <a:xfrm>
                <a:off x="7572240" y="838080"/>
                <a:ext cx="12960" cy="1452600"/>
              </a:xfrm>
              <a:prstGeom prst="rect">
                <a:avLst/>
              </a:prstGeom>
              <a:solidFill>
                <a:srgbClr val="ff898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2" name=""/>
              <p:cNvSpPr/>
              <p:nvPr/>
            </p:nvSpPr>
            <p:spPr>
              <a:xfrm>
                <a:off x="7585200" y="838080"/>
                <a:ext cx="9360" cy="1452600"/>
              </a:xfrm>
              <a:prstGeom prst="rect">
                <a:avLst/>
              </a:prstGeom>
              <a:solidFill>
                <a:srgbClr val="ff888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3" name=""/>
              <p:cNvSpPr/>
              <p:nvPr/>
            </p:nvSpPr>
            <p:spPr>
              <a:xfrm>
                <a:off x="7594560" y="838080"/>
                <a:ext cx="12600" cy="1452600"/>
              </a:xfrm>
              <a:prstGeom prst="rect">
                <a:avLst/>
              </a:prstGeom>
              <a:solidFill>
                <a:srgbClr val="ff877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4" name=""/>
              <p:cNvSpPr/>
              <p:nvPr/>
            </p:nvSpPr>
            <p:spPr>
              <a:xfrm>
                <a:off x="7607160" y="838080"/>
                <a:ext cx="6480" cy="1452600"/>
              </a:xfrm>
              <a:prstGeom prst="rect">
                <a:avLst/>
              </a:prstGeom>
              <a:solidFill>
                <a:srgbClr val="ff857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5" name=""/>
              <p:cNvSpPr/>
              <p:nvPr/>
            </p:nvSpPr>
            <p:spPr>
              <a:xfrm>
                <a:off x="7613640" y="838080"/>
                <a:ext cx="12600" cy="1452600"/>
              </a:xfrm>
              <a:prstGeom prst="rect">
                <a:avLst/>
              </a:prstGeom>
              <a:solidFill>
                <a:srgbClr val="ff847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6" name=""/>
              <p:cNvSpPr/>
              <p:nvPr/>
            </p:nvSpPr>
            <p:spPr>
              <a:xfrm>
                <a:off x="7626240" y="838080"/>
                <a:ext cx="12960" cy="1452600"/>
              </a:xfrm>
              <a:prstGeom prst="rect">
                <a:avLst/>
              </a:prstGeom>
              <a:solidFill>
                <a:srgbClr val="ff837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7" name=""/>
              <p:cNvSpPr/>
              <p:nvPr/>
            </p:nvSpPr>
            <p:spPr>
              <a:xfrm>
                <a:off x="7639200" y="838080"/>
                <a:ext cx="9360" cy="1452600"/>
              </a:xfrm>
              <a:prstGeom prst="rect">
                <a:avLst/>
              </a:prstGeom>
              <a:solidFill>
                <a:srgbClr val="ff82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8" name=""/>
              <p:cNvSpPr/>
              <p:nvPr/>
            </p:nvSpPr>
            <p:spPr>
              <a:xfrm>
                <a:off x="7648560" y="838080"/>
                <a:ext cx="9720" cy="1452600"/>
              </a:xfrm>
              <a:prstGeom prst="rect">
                <a:avLst/>
              </a:prstGeom>
              <a:solidFill>
                <a:srgbClr val="ff817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29" name=""/>
              <p:cNvSpPr/>
              <p:nvPr/>
            </p:nvSpPr>
            <p:spPr>
              <a:xfrm>
                <a:off x="7658280" y="838080"/>
                <a:ext cx="12600" cy="1452600"/>
              </a:xfrm>
              <a:prstGeom prst="rect">
                <a:avLst/>
              </a:prstGeom>
              <a:solidFill>
                <a:srgbClr val="ff7f7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0" name=""/>
              <p:cNvSpPr/>
              <p:nvPr/>
            </p:nvSpPr>
            <p:spPr>
              <a:xfrm>
                <a:off x="7670880" y="838080"/>
                <a:ext cx="9360" cy="1452600"/>
              </a:xfrm>
              <a:prstGeom prst="rect">
                <a:avLst/>
              </a:prstGeom>
              <a:solidFill>
                <a:srgbClr val="ff7e7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1" name=""/>
              <p:cNvSpPr/>
              <p:nvPr/>
            </p:nvSpPr>
            <p:spPr>
              <a:xfrm>
                <a:off x="7680240" y="838080"/>
                <a:ext cx="9720" cy="1452600"/>
              </a:xfrm>
              <a:prstGeom prst="rect">
                <a:avLst/>
              </a:prstGeom>
              <a:solidFill>
                <a:srgbClr val="ff7d7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2" name=""/>
              <p:cNvSpPr/>
              <p:nvPr/>
            </p:nvSpPr>
            <p:spPr>
              <a:xfrm>
                <a:off x="7689960" y="838080"/>
                <a:ext cx="12600" cy="1452600"/>
              </a:xfrm>
              <a:prstGeom prst="rect">
                <a:avLst/>
              </a:prstGeom>
              <a:solidFill>
                <a:srgbClr val="ff7c7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3" name=""/>
              <p:cNvSpPr/>
              <p:nvPr/>
            </p:nvSpPr>
            <p:spPr>
              <a:xfrm>
                <a:off x="7702560" y="838080"/>
                <a:ext cx="9360" cy="1452600"/>
              </a:xfrm>
              <a:prstGeom prst="rect">
                <a:avLst/>
              </a:prstGeom>
              <a:solidFill>
                <a:srgbClr val="ff7a7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4" name=""/>
              <p:cNvSpPr/>
              <p:nvPr/>
            </p:nvSpPr>
            <p:spPr>
              <a:xfrm>
                <a:off x="7711920" y="838080"/>
                <a:ext cx="12960" cy="1452600"/>
              </a:xfrm>
              <a:prstGeom prst="rect">
                <a:avLst/>
              </a:prstGeom>
              <a:solidFill>
                <a:srgbClr val="ff797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5" name=""/>
              <p:cNvSpPr/>
              <p:nvPr/>
            </p:nvSpPr>
            <p:spPr>
              <a:xfrm>
                <a:off x="7724880" y="838080"/>
                <a:ext cx="9360" cy="1452600"/>
              </a:xfrm>
              <a:prstGeom prst="rect">
                <a:avLst/>
              </a:prstGeom>
              <a:solidFill>
                <a:srgbClr val="ff786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6" name=""/>
              <p:cNvSpPr/>
              <p:nvPr/>
            </p:nvSpPr>
            <p:spPr>
              <a:xfrm>
                <a:off x="7734240" y="838080"/>
                <a:ext cx="9720" cy="1452600"/>
              </a:xfrm>
              <a:prstGeom prst="rect">
                <a:avLst/>
              </a:prstGeom>
              <a:solidFill>
                <a:srgbClr val="ff776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7" name=""/>
              <p:cNvSpPr/>
              <p:nvPr/>
            </p:nvSpPr>
            <p:spPr>
              <a:xfrm>
                <a:off x="7743960" y="838080"/>
                <a:ext cx="9360" cy="1452600"/>
              </a:xfrm>
              <a:prstGeom prst="rect">
                <a:avLst/>
              </a:prstGeom>
              <a:solidFill>
                <a:srgbClr val="ff766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8" name=""/>
              <p:cNvSpPr/>
              <p:nvPr/>
            </p:nvSpPr>
            <p:spPr>
              <a:xfrm>
                <a:off x="7753320" y="838080"/>
                <a:ext cx="12600" cy="1452600"/>
              </a:xfrm>
              <a:prstGeom prst="rect">
                <a:avLst/>
              </a:prstGeom>
              <a:solidFill>
                <a:srgbClr val="ff74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39" name=""/>
              <p:cNvSpPr/>
              <p:nvPr/>
            </p:nvSpPr>
            <p:spPr>
              <a:xfrm>
                <a:off x="7765920" y="838080"/>
                <a:ext cx="9720" cy="1452600"/>
              </a:xfrm>
              <a:prstGeom prst="rect">
                <a:avLst/>
              </a:prstGeom>
              <a:solidFill>
                <a:srgbClr val="ff736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0" name=""/>
              <p:cNvSpPr/>
              <p:nvPr/>
            </p:nvSpPr>
            <p:spPr>
              <a:xfrm>
                <a:off x="7775640" y="838080"/>
                <a:ext cx="12600" cy="1452600"/>
              </a:xfrm>
              <a:prstGeom prst="rect">
                <a:avLst/>
              </a:prstGeom>
              <a:solidFill>
                <a:srgbClr val="ff726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1" name=""/>
              <p:cNvSpPr/>
              <p:nvPr/>
            </p:nvSpPr>
            <p:spPr>
              <a:xfrm>
                <a:off x="7788240" y="838080"/>
                <a:ext cx="9720" cy="1452600"/>
              </a:xfrm>
              <a:prstGeom prst="rect">
                <a:avLst/>
              </a:prstGeom>
              <a:solidFill>
                <a:srgbClr val="ff716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2" name=""/>
              <p:cNvSpPr/>
              <p:nvPr/>
            </p:nvSpPr>
            <p:spPr>
              <a:xfrm>
                <a:off x="7797960" y="838080"/>
                <a:ext cx="9360" cy="1452600"/>
              </a:xfrm>
              <a:prstGeom prst="rect">
                <a:avLst/>
              </a:prstGeom>
              <a:solidFill>
                <a:srgbClr val="ff706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3" name=""/>
              <p:cNvSpPr/>
              <p:nvPr/>
            </p:nvSpPr>
            <p:spPr>
              <a:xfrm>
                <a:off x="7807320" y="838080"/>
                <a:ext cx="12600" cy="1452600"/>
              </a:xfrm>
              <a:prstGeom prst="rect">
                <a:avLst/>
              </a:prstGeom>
              <a:solidFill>
                <a:srgbClr val="ff6e6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4" name=""/>
              <p:cNvSpPr/>
              <p:nvPr/>
            </p:nvSpPr>
            <p:spPr>
              <a:xfrm>
                <a:off x="7819920" y="838080"/>
                <a:ext cx="12960" cy="1452600"/>
              </a:xfrm>
              <a:prstGeom prst="rect">
                <a:avLst/>
              </a:prstGeom>
              <a:solidFill>
                <a:srgbClr val="ff6d6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5" name=""/>
              <p:cNvSpPr/>
              <p:nvPr/>
            </p:nvSpPr>
            <p:spPr>
              <a:xfrm>
                <a:off x="7832880" y="838080"/>
                <a:ext cx="9360" cy="1452600"/>
              </a:xfrm>
              <a:prstGeom prst="rect">
                <a:avLst/>
              </a:prstGeom>
              <a:solidFill>
                <a:srgbClr val="ff6c6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6" name=""/>
              <p:cNvSpPr/>
              <p:nvPr/>
            </p:nvSpPr>
            <p:spPr>
              <a:xfrm>
                <a:off x="7842240" y="838080"/>
                <a:ext cx="9360" cy="1452600"/>
              </a:xfrm>
              <a:prstGeom prst="rect">
                <a:avLst/>
              </a:prstGeom>
              <a:solidFill>
                <a:srgbClr val="ff6b6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7" name=""/>
              <p:cNvSpPr/>
              <p:nvPr/>
            </p:nvSpPr>
            <p:spPr>
              <a:xfrm>
                <a:off x="7851600" y="838080"/>
                <a:ext cx="9720" cy="1452600"/>
              </a:xfrm>
              <a:prstGeom prst="rect">
                <a:avLst/>
              </a:prstGeom>
              <a:solidFill>
                <a:srgbClr val="ff6a5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8" name=""/>
              <p:cNvSpPr/>
              <p:nvPr/>
            </p:nvSpPr>
            <p:spPr>
              <a:xfrm>
                <a:off x="7861320" y="838080"/>
                <a:ext cx="9360" cy="1452600"/>
              </a:xfrm>
              <a:prstGeom prst="rect">
                <a:avLst/>
              </a:prstGeom>
              <a:solidFill>
                <a:srgbClr val="ff695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49" name=""/>
              <p:cNvSpPr/>
              <p:nvPr/>
            </p:nvSpPr>
            <p:spPr>
              <a:xfrm>
                <a:off x="7870680" y="838080"/>
                <a:ext cx="12960" cy="1452600"/>
              </a:xfrm>
              <a:prstGeom prst="rect">
                <a:avLst/>
              </a:prstGeom>
              <a:solidFill>
                <a:srgbClr val="ff685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0" name=""/>
              <p:cNvSpPr/>
              <p:nvPr/>
            </p:nvSpPr>
            <p:spPr>
              <a:xfrm>
                <a:off x="7883640" y="838080"/>
                <a:ext cx="12600" cy="1452600"/>
              </a:xfrm>
              <a:prstGeom prst="rect">
                <a:avLst/>
              </a:prstGeom>
              <a:solidFill>
                <a:srgbClr val="ff665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1" name=""/>
              <p:cNvSpPr/>
              <p:nvPr/>
            </p:nvSpPr>
            <p:spPr>
              <a:xfrm>
                <a:off x="7896240" y="838080"/>
                <a:ext cx="9360" cy="1452600"/>
              </a:xfrm>
              <a:prstGeom prst="rect">
                <a:avLst/>
              </a:prstGeom>
              <a:solidFill>
                <a:srgbClr val="ff65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2" name=""/>
              <p:cNvSpPr/>
              <p:nvPr/>
            </p:nvSpPr>
            <p:spPr>
              <a:xfrm>
                <a:off x="7905600" y="838080"/>
                <a:ext cx="12960" cy="1452600"/>
              </a:xfrm>
              <a:prstGeom prst="rect">
                <a:avLst/>
              </a:prstGeom>
              <a:solidFill>
                <a:srgbClr val="ff645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3" name=""/>
              <p:cNvSpPr/>
              <p:nvPr/>
            </p:nvSpPr>
            <p:spPr>
              <a:xfrm>
                <a:off x="7918560" y="838080"/>
                <a:ext cx="9360" cy="1452600"/>
              </a:xfrm>
              <a:prstGeom prst="rect">
                <a:avLst/>
              </a:prstGeom>
              <a:solidFill>
                <a:srgbClr val="ff635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4" name=""/>
              <p:cNvSpPr/>
              <p:nvPr/>
            </p:nvSpPr>
            <p:spPr>
              <a:xfrm>
                <a:off x="7927920" y="838080"/>
                <a:ext cx="9720" cy="1452600"/>
              </a:xfrm>
              <a:prstGeom prst="rect">
                <a:avLst/>
              </a:prstGeom>
              <a:solidFill>
                <a:srgbClr val="ff625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grpSp>
          <p:nvGrpSpPr>
            <p:cNvPr id="855" name=""/>
            <p:cNvGrpSpPr/>
            <p:nvPr/>
          </p:nvGrpSpPr>
          <p:grpSpPr>
            <a:xfrm>
              <a:off x="5791320" y="838080"/>
              <a:ext cx="2749320" cy="1452600"/>
              <a:chOff x="5791320" y="838080"/>
              <a:chExt cx="2749320" cy="1452600"/>
            </a:xfrm>
          </p:grpSpPr>
          <p:sp>
            <p:nvSpPr>
              <p:cNvPr id="856" name=""/>
              <p:cNvSpPr/>
              <p:nvPr/>
            </p:nvSpPr>
            <p:spPr>
              <a:xfrm>
                <a:off x="7937640" y="838080"/>
                <a:ext cx="9360" cy="1452600"/>
              </a:xfrm>
              <a:prstGeom prst="rect">
                <a:avLst/>
              </a:prstGeom>
              <a:solidFill>
                <a:srgbClr val="ff615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7" name=""/>
              <p:cNvSpPr/>
              <p:nvPr/>
            </p:nvSpPr>
            <p:spPr>
              <a:xfrm>
                <a:off x="7947000" y="838080"/>
                <a:ext cx="12600" cy="1452600"/>
              </a:xfrm>
              <a:prstGeom prst="rect">
                <a:avLst/>
              </a:prstGeom>
              <a:solidFill>
                <a:srgbClr val="ff605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8" name=""/>
              <p:cNvSpPr/>
              <p:nvPr/>
            </p:nvSpPr>
            <p:spPr>
              <a:xfrm>
                <a:off x="7959600" y="838080"/>
                <a:ext cx="9720" cy="1452600"/>
              </a:xfrm>
              <a:prstGeom prst="rect">
                <a:avLst/>
              </a:prstGeom>
              <a:solidFill>
                <a:srgbClr val="ff5f5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59" name=""/>
              <p:cNvSpPr/>
              <p:nvPr/>
            </p:nvSpPr>
            <p:spPr>
              <a:xfrm>
                <a:off x="7969320" y="838080"/>
                <a:ext cx="12600" cy="1452600"/>
              </a:xfrm>
              <a:prstGeom prst="rect">
                <a:avLst/>
              </a:prstGeom>
              <a:solidFill>
                <a:srgbClr val="ff5e5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0" name=""/>
              <p:cNvSpPr/>
              <p:nvPr/>
            </p:nvSpPr>
            <p:spPr>
              <a:xfrm>
                <a:off x="7981920" y="838080"/>
                <a:ext cx="9720" cy="1452600"/>
              </a:xfrm>
              <a:prstGeom prst="rect">
                <a:avLst/>
              </a:prstGeom>
              <a:solidFill>
                <a:srgbClr val="ff5c4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1" name=""/>
              <p:cNvSpPr/>
              <p:nvPr/>
            </p:nvSpPr>
            <p:spPr>
              <a:xfrm>
                <a:off x="7991640" y="838080"/>
                <a:ext cx="9360" cy="1452600"/>
              </a:xfrm>
              <a:prstGeom prst="rect">
                <a:avLst/>
              </a:prstGeom>
              <a:solidFill>
                <a:srgbClr val="ff5b4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2" name=""/>
              <p:cNvSpPr/>
              <p:nvPr/>
            </p:nvSpPr>
            <p:spPr>
              <a:xfrm>
                <a:off x="8001000" y="838080"/>
                <a:ext cx="9360" cy="1452600"/>
              </a:xfrm>
              <a:prstGeom prst="rect">
                <a:avLst/>
              </a:prstGeom>
              <a:solidFill>
                <a:srgbClr val="ff5a4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3" name=""/>
              <p:cNvSpPr/>
              <p:nvPr/>
            </p:nvSpPr>
            <p:spPr>
              <a:xfrm>
                <a:off x="8010360" y="838080"/>
                <a:ext cx="16200" cy="1452600"/>
              </a:xfrm>
              <a:prstGeom prst="rect">
                <a:avLst/>
              </a:prstGeom>
              <a:solidFill>
                <a:srgbClr val="ff594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4" name=""/>
              <p:cNvSpPr/>
              <p:nvPr/>
            </p:nvSpPr>
            <p:spPr>
              <a:xfrm>
                <a:off x="8026560" y="838080"/>
                <a:ext cx="9360" cy="1452600"/>
              </a:xfrm>
              <a:prstGeom prst="rect">
                <a:avLst/>
              </a:prstGeom>
              <a:solidFill>
                <a:srgbClr val="ff584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5" name=""/>
              <p:cNvSpPr/>
              <p:nvPr/>
            </p:nvSpPr>
            <p:spPr>
              <a:xfrm>
                <a:off x="8035920" y="838080"/>
                <a:ext cx="9360" cy="1452600"/>
              </a:xfrm>
              <a:prstGeom prst="rect">
                <a:avLst/>
              </a:prstGeom>
              <a:solidFill>
                <a:srgbClr val="ff574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6" name=""/>
              <p:cNvSpPr/>
              <p:nvPr/>
            </p:nvSpPr>
            <p:spPr>
              <a:xfrm>
                <a:off x="8045280" y="838080"/>
                <a:ext cx="9720" cy="1452600"/>
              </a:xfrm>
              <a:prstGeom prst="rect">
                <a:avLst/>
              </a:prstGeom>
              <a:solidFill>
                <a:srgbClr val="ff564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7" name=""/>
              <p:cNvSpPr/>
              <p:nvPr/>
            </p:nvSpPr>
            <p:spPr>
              <a:xfrm>
                <a:off x="8055000" y="838080"/>
                <a:ext cx="9360" cy="1452600"/>
              </a:xfrm>
              <a:prstGeom prst="rect">
                <a:avLst/>
              </a:prstGeom>
              <a:solidFill>
                <a:srgbClr val="ff554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8" name=""/>
              <p:cNvSpPr/>
              <p:nvPr/>
            </p:nvSpPr>
            <p:spPr>
              <a:xfrm>
                <a:off x="8064360" y="838080"/>
                <a:ext cx="12960" cy="1452600"/>
              </a:xfrm>
              <a:prstGeom prst="rect">
                <a:avLst/>
              </a:prstGeom>
              <a:solidFill>
                <a:srgbClr val="ff544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69" name=""/>
              <p:cNvSpPr/>
              <p:nvPr/>
            </p:nvSpPr>
            <p:spPr>
              <a:xfrm>
                <a:off x="8077320" y="838080"/>
                <a:ext cx="12600" cy="1452600"/>
              </a:xfrm>
              <a:prstGeom prst="rect">
                <a:avLst/>
              </a:prstGeom>
              <a:solidFill>
                <a:srgbClr val="ff534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0" name=""/>
              <p:cNvSpPr/>
              <p:nvPr/>
            </p:nvSpPr>
            <p:spPr>
              <a:xfrm>
                <a:off x="8089920" y="838080"/>
                <a:ext cx="9360" cy="1452600"/>
              </a:xfrm>
              <a:prstGeom prst="rect">
                <a:avLst/>
              </a:prstGeom>
              <a:solidFill>
                <a:srgbClr val="ff524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1" name=""/>
              <p:cNvSpPr/>
              <p:nvPr/>
            </p:nvSpPr>
            <p:spPr>
              <a:xfrm>
                <a:off x="8099280" y="838080"/>
                <a:ext cx="9720" cy="1452600"/>
              </a:xfrm>
              <a:prstGeom prst="rect">
                <a:avLst/>
              </a:prstGeom>
              <a:solidFill>
                <a:srgbClr val="ff514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2" name=""/>
              <p:cNvSpPr/>
              <p:nvPr/>
            </p:nvSpPr>
            <p:spPr>
              <a:xfrm>
                <a:off x="8109000" y="838080"/>
                <a:ext cx="12600" cy="1452600"/>
              </a:xfrm>
              <a:prstGeom prst="rect">
                <a:avLst/>
              </a:prstGeom>
              <a:solidFill>
                <a:srgbClr val="ff503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3" name=""/>
              <p:cNvSpPr/>
              <p:nvPr/>
            </p:nvSpPr>
            <p:spPr>
              <a:xfrm>
                <a:off x="8121600" y="838080"/>
                <a:ext cx="9720" cy="1452600"/>
              </a:xfrm>
              <a:prstGeom prst="rect">
                <a:avLst/>
              </a:prstGeom>
              <a:solidFill>
                <a:srgbClr val="ff4f3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4" name=""/>
              <p:cNvSpPr/>
              <p:nvPr/>
            </p:nvSpPr>
            <p:spPr>
              <a:xfrm>
                <a:off x="8131320" y="838080"/>
                <a:ext cx="9360" cy="1452600"/>
              </a:xfrm>
              <a:prstGeom prst="rect">
                <a:avLst/>
              </a:prstGeom>
              <a:solidFill>
                <a:srgbClr val="ff4e3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5" name=""/>
              <p:cNvSpPr/>
              <p:nvPr/>
            </p:nvSpPr>
            <p:spPr>
              <a:xfrm>
                <a:off x="8140680" y="838080"/>
                <a:ext cx="12600" cy="1452600"/>
              </a:xfrm>
              <a:prstGeom prst="rect">
                <a:avLst/>
              </a:prstGeom>
              <a:solidFill>
                <a:srgbClr val="ff4d3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6" name=""/>
              <p:cNvSpPr/>
              <p:nvPr/>
            </p:nvSpPr>
            <p:spPr>
              <a:xfrm>
                <a:off x="8153280" y="838080"/>
                <a:ext cx="9720" cy="1452600"/>
              </a:xfrm>
              <a:prstGeom prst="rect">
                <a:avLst/>
              </a:prstGeom>
              <a:solidFill>
                <a:srgbClr val="ff4c3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7" name=""/>
              <p:cNvSpPr/>
              <p:nvPr/>
            </p:nvSpPr>
            <p:spPr>
              <a:xfrm>
                <a:off x="8163000" y="838080"/>
                <a:ext cx="12600" cy="1452600"/>
              </a:xfrm>
              <a:prstGeom prst="rect">
                <a:avLst/>
              </a:prstGeom>
              <a:solidFill>
                <a:srgbClr val="ff4b3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8" name=""/>
              <p:cNvSpPr/>
              <p:nvPr/>
            </p:nvSpPr>
            <p:spPr>
              <a:xfrm>
                <a:off x="8175600" y="838080"/>
                <a:ext cx="9720" cy="1452600"/>
              </a:xfrm>
              <a:prstGeom prst="rect">
                <a:avLst/>
              </a:prstGeom>
              <a:solidFill>
                <a:srgbClr val="ff4b3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79" name=""/>
              <p:cNvSpPr/>
              <p:nvPr/>
            </p:nvSpPr>
            <p:spPr>
              <a:xfrm>
                <a:off x="8185320" y="838080"/>
                <a:ext cx="9360" cy="1452600"/>
              </a:xfrm>
              <a:prstGeom prst="rect">
                <a:avLst/>
              </a:prstGeom>
              <a:solidFill>
                <a:srgbClr val="ff4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0" name=""/>
              <p:cNvSpPr/>
              <p:nvPr/>
            </p:nvSpPr>
            <p:spPr>
              <a:xfrm>
                <a:off x="8194680" y="838080"/>
                <a:ext cx="9360" cy="1452600"/>
              </a:xfrm>
              <a:prstGeom prst="rect">
                <a:avLst/>
              </a:prstGeom>
              <a:solidFill>
                <a:srgbClr val="ff493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1" name=""/>
              <p:cNvSpPr/>
              <p:nvPr/>
            </p:nvSpPr>
            <p:spPr>
              <a:xfrm>
                <a:off x="8204040" y="838080"/>
                <a:ext cx="12960" cy="1452600"/>
              </a:xfrm>
              <a:prstGeom prst="rect">
                <a:avLst/>
              </a:prstGeom>
              <a:solidFill>
                <a:srgbClr val="ff483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2" name=""/>
              <p:cNvSpPr/>
              <p:nvPr/>
            </p:nvSpPr>
            <p:spPr>
              <a:xfrm>
                <a:off x="8217000" y="838080"/>
                <a:ext cx="12600" cy="1452600"/>
              </a:xfrm>
              <a:prstGeom prst="rect">
                <a:avLst/>
              </a:prstGeom>
              <a:solidFill>
                <a:srgbClr val="ff473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3" name=""/>
              <p:cNvSpPr/>
              <p:nvPr/>
            </p:nvSpPr>
            <p:spPr>
              <a:xfrm>
                <a:off x="8229600" y="838080"/>
                <a:ext cx="9360" cy="1452600"/>
              </a:xfrm>
              <a:prstGeom prst="rect">
                <a:avLst/>
              </a:prstGeom>
              <a:solidFill>
                <a:srgbClr val="ff463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4" name=""/>
              <p:cNvSpPr/>
              <p:nvPr/>
            </p:nvSpPr>
            <p:spPr>
              <a:xfrm>
                <a:off x="8238960" y="838080"/>
                <a:ext cx="9720" cy="1452600"/>
              </a:xfrm>
              <a:prstGeom prst="rect">
                <a:avLst/>
              </a:prstGeom>
              <a:solidFill>
                <a:srgbClr val="ff453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5" name=""/>
              <p:cNvSpPr/>
              <p:nvPr/>
            </p:nvSpPr>
            <p:spPr>
              <a:xfrm>
                <a:off x="8248680" y="838080"/>
                <a:ext cx="9360" cy="1452600"/>
              </a:xfrm>
              <a:prstGeom prst="rect">
                <a:avLst/>
              </a:prstGeom>
              <a:solidFill>
                <a:srgbClr val="ff442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6" name=""/>
              <p:cNvSpPr/>
              <p:nvPr/>
            </p:nvSpPr>
            <p:spPr>
              <a:xfrm>
                <a:off x="8258040" y="838080"/>
                <a:ext cx="12960" cy="1452600"/>
              </a:xfrm>
              <a:prstGeom prst="rect">
                <a:avLst/>
              </a:prstGeom>
              <a:solidFill>
                <a:srgbClr val="ff442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7" name=""/>
              <p:cNvSpPr/>
              <p:nvPr/>
            </p:nvSpPr>
            <p:spPr>
              <a:xfrm>
                <a:off x="8271000" y="838080"/>
                <a:ext cx="12600" cy="1452600"/>
              </a:xfrm>
              <a:prstGeom prst="rect">
                <a:avLst/>
              </a:prstGeom>
              <a:solidFill>
                <a:srgbClr val="ff432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8" name=""/>
              <p:cNvSpPr/>
              <p:nvPr/>
            </p:nvSpPr>
            <p:spPr>
              <a:xfrm>
                <a:off x="8283600" y="838080"/>
                <a:ext cx="9360" cy="1452600"/>
              </a:xfrm>
              <a:prstGeom prst="rect">
                <a:avLst/>
              </a:prstGeom>
              <a:solidFill>
                <a:srgbClr val="ff422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89" name=""/>
              <p:cNvSpPr/>
              <p:nvPr/>
            </p:nvSpPr>
            <p:spPr>
              <a:xfrm>
                <a:off x="8292960" y="838080"/>
                <a:ext cx="9720" cy="1452600"/>
              </a:xfrm>
              <a:prstGeom prst="rect">
                <a:avLst/>
              </a:prstGeom>
              <a:solidFill>
                <a:srgbClr val="ff412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0" name=""/>
              <p:cNvSpPr/>
              <p:nvPr/>
            </p:nvSpPr>
            <p:spPr>
              <a:xfrm>
                <a:off x="8302680" y="838080"/>
                <a:ext cx="9360" cy="1452600"/>
              </a:xfrm>
              <a:prstGeom prst="rect">
                <a:avLst/>
              </a:prstGeom>
              <a:solidFill>
                <a:srgbClr val="ff402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1" name=""/>
              <p:cNvSpPr/>
              <p:nvPr/>
            </p:nvSpPr>
            <p:spPr>
              <a:xfrm>
                <a:off x="8312040" y="838080"/>
                <a:ext cx="12960" cy="1452600"/>
              </a:xfrm>
              <a:prstGeom prst="rect">
                <a:avLst/>
              </a:prstGeom>
              <a:solidFill>
                <a:srgbClr val="ff402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2" name=""/>
              <p:cNvSpPr/>
              <p:nvPr/>
            </p:nvSpPr>
            <p:spPr>
              <a:xfrm>
                <a:off x="8325000" y="838080"/>
                <a:ext cx="9360" cy="1452600"/>
              </a:xfrm>
              <a:prstGeom prst="rect">
                <a:avLst/>
              </a:prstGeom>
              <a:solidFill>
                <a:srgbClr val="ff3f2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3" name=""/>
              <p:cNvSpPr/>
              <p:nvPr/>
            </p:nvSpPr>
            <p:spPr>
              <a:xfrm>
                <a:off x="8334360" y="838080"/>
                <a:ext cx="12600" cy="1452600"/>
              </a:xfrm>
              <a:prstGeom prst="rect">
                <a:avLst/>
              </a:prstGeom>
              <a:solidFill>
                <a:srgbClr val="ff3e2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4" name=""/>
              <p:cNvSpPr/>
              <p:nvPr/>
            </p:nvSpPr>
            <p:spPr>
              <a:xfrm>
                <a:off x="8346960" y="838080"/>
                <a:ext cx="9720" cy="1452600"/>
              </a:xfrm>
              <a:prstGeom prst="rect">
                <a:avLst/>
              </a:prstGeom>
              <a:solidFill>
                <a:srgbClr val="ff3d2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5" name=""/>
              <p:cNvSpPr/>
              <p:nvPr/>
            </p:nvSpPr>
            <p:spPr>
              <a:xfrm>
                <a:off x="8356680" y="838080"/>
                <a:ext cx="12600" cy="1452600"/>
              </a:xfrm>
              <a:prstGeom prst="rect">
                <a:avLst/>
              </a:prstGeom>
              <a:solidFill>
                <a:srgbClr val="ff3d2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6" name=""/>
              <p:cNvSpPr/>
              <p:nvPr/>
            </p:nvSpPr>
            <p:spPr>
              <a:xfrm>
                <a:off x="8369280" y="838080"/>
                <a:ext cx="9720" cy="1452600"/>
              </a:xfrm>
              <a:prstGeom prst="rect">
                <a:avLst/>
              </a:prstGeom>
              <a:solidFill>
                <a:srgbClr val="ff3c2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7" name=""/>
              <p:cNvSpPr/>
              <p:nvPr/>
            </p:nvSpPr>
            <p:spPr>
              <a:xfrm>
                <a:off x="8379000" y="838080"/>
                <a:ext cx="9360" cy="1452600"/>
              </a:xfrm>
              <a:prstGeom prst="rect">
                <a:avLst/>
              </a:prstGeom>
              <a:solidFill>
                <a:srgbClr val="ff3b1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8" name=""/>
              <p:cNvSpPr/>
              <p:nvPr/>
            </p:nvSpPr>
            <p:spPr>
              <a:xfrm>
                <a:off x="8388360" y="838080"/>
                <a:ext cx="9360" cy="1452600"/>
              </a:xfrm>
              <a:prstGeom prst="rect">
                <a:avLst/>
              </a:prstGeom>
              <a:solidFill>
                <a:srgbClr val="ff3b1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899" name=""/>
              <p:cNvSpPr/>
              <p:nvPr/>
            </p:nvSpPr>
            <p:spPr>
              <a:xfrm>
                <a:off x="8397720" y="838080"/>
                <a:ext cx="12960" cy="1452600"/>
              </a:xfrm>
              <a:prstGeom prst="rect">
                <a:avLst/>
              </a:prstGeom>
              <a:solidFill>
                <a:srgbClr val="ff3a1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0" name=""/>
              <p:cNvSpPr/>
              <p:nvPr/>
            </p:nvSpPr>
            <p:spPr>
              <a:xfrm>
                <a:off x="8410680" y="838080"/>
                <a:ext cx="12600" cy="1452600"/>
              </a:xfrm>
              <a:prstGeom prst="rect">
                <a:avLst/>
              </a:prstGeom>
              <a:solidFill>
                <a:srgbClr val="ff391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1" name=""/>
              <p:cNvSpPr/>
              <p:nvPr/>
            </p:nvSpPr>
            <p:spPr>
              <a:xfrm>
                <a:off x="8423280" y="838080"/>
                <a:ext cx="9360" cy="1452600"/>
              </a:xfrm>
              <a:prstGeom prst="rect">
                <a:avLst/>
              </a:prstGeom>
              <a:solidFill>
                <a:srgbClr val="ff391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2" name=""/>
              <p:cNvSpPr/>
              <p:nvPr/>
            </p:nvSpPr>
            <p:spPr>
              <a:xfrm>
                <a:off x="8432640" y="838080"/>
                <a:ext cx="9720" cy="1452600"/>
              </a:xfrm>
              <a:prstGeom prst="rect">
                <a:avLst/>
              </a:prstGeom>
              <a:solidFill>
                <a:srgbClr val="ff381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3" name=""/>
              <p:cNvSpPr/>
              <p:nvPr/>
            </p:nvSpPr>
            <p:spPr>
              <a:xfrm>
                <a:off x="8442360" y="838080"/>
                <a:ext cx="9360" cy="1452600"/>
              </a:xfrm>
              <a:prstGeom prst="rect">
                <a:avLst/>
              </a:prstGeom>
              <a:solidFill>
                <a:srgbClr val="ff371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4" name=""/>
              <p:cNvSpPr/>
              <p:nvPr/>
            </p:nvSpPr>
            <p:spPr>
              <a:xfrm>
                <a:off x="8451720" y="838080"/>
                <a:ext cx="9720" cy="1452600"/>
              </a:xfrm>
              <a:prstGeom prst="rect">
                <a:avLst/>
              </a:prstGeom>
              <a:solidFill>
                <a:srgbClr val="ff371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5" name=""/>
              <p:cNvSpPr/>
              <p:nvPr/>
            </p:nvSpPr>
            <p:spPr>
              <a:xfrm>
                <a:off x="8461440" y="838080"/>
                <a:ext cx="15840" cy="1452600"/>
              </a:xfrm>
              <a:prstGeom prst="rect">
                <a:avLst/>
              </a:prstGeom>
              <a:solidFill>
                <a:srgbClr val="ff361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6" name=""/>
              <p:cNvSpPr/>
              <p:nvPr/>
            </p:nvSpPr>
            <p:spPr>
              <a:xfrm>
                <a:off x="8477280" y="838080"/>
                <a:ext cx="9360" cy="1452600"/>
              </a:xfrm>
              <a:prstGeom prst="rect">
                <a:avLst/>
              </a:prstGeom>
              <a:solidFill>
                <a:srgbClr val="ff351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7" name=""/>
              <p:cNvSpPr/>
              <p:nvPr/>
            </p:nvSpPr>
            <p:spPr>
              <a:xfrm>
                <a:off x="8486640" y="838080"/>
                <a:ext cx="9720" cy="1452600"/>
              </a:xfrm>
              <a:prstGeom prst="rect">
                <a:avLst/>
              </a:prstGeom>
              <a:solidFill>
                <a:srgbClr val="ff350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8" name=""/>
              <p:cNvSpPr/>
              <p:nvPr/>
            </p:nvSpPr>
            <p:spPr>
              <a:xfrm>
                <a:off x="8496360" y="838080"/>
                <a:ext cx="9360" cy="1452600"/>
              </a:xfrm>
              <a:prstGeom prst="rect">
                <a:avLst/>
              </a:prstGeom>
              <a:solidFill>
                <a:srgbClr val="ff340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09" name=""/>
              <p:cNvSpPr/>
              <p:nvPr/>
            </p:nvSpPr>
            <p:spPr>
              <a:xfrm>
                <a:off x="8505720" y="838080"/>
                <a:ext cx="12960" cy="1452600"/>
              </a:xfrm>
              <a:prstGeom prst="rect">
                <a:avLst/>
              </a:prstGeom>
              <a:solidFill>
                <a:srgbClr val="ff340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0" name=""/>
              <p:cNvSpPr/>
              <p:nvPr/>
            </p:nvSpPr>
            <p:spPr>
              <a:xfrm>
                <a:off x="8518680" y="838080"/>
                <a:ext cx="9360" cy="1452600"/>
              </a:xfrm>
              <a:prstGeom prst="rect">
                <a:avLst/>
              </a:prstGeom>
              <a:solidFill>
                <a:srgbClr val="ff330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1" name=""/>
              <p:cNvSpPr/>
              <p:nvPr/>
            </p:nvSpPr>
            <p:spPr>
              <a:xfrm>
                <a:off x="8528040" y="838080"/>
                <a:ext cx="12600" cy="1452600"/>
              </a:xfrm>
              <a:prstGeom prst="rect">
                <a:avLst/>
              </a:prstGeom>
              <a:solidFill>
                <a:srgbClr val="ff33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2" name=""/>
              <p:cNvSpPr/>
              <p:nvPr/>
            </p:nvSpPr>
            <p:spPr>
              <a:xfrm>
                <a:off x="5791320" y="841320"/>
                <a:ext cx="2743200" cy="1446120"/>
              </a:xfrm>
              <a:custGeom>
                <a:avLst/>
                <a:gdLst/>
                <a:ahLst/>
                <a:rect l="l" t="t" r="r" b="b"/>
                <a:pathLst>
                  <a:path w="1728" h="911">
                    <a:moveTo>
                      <a:pt x="0" y="691"/>
                    </a:moveTo>
                    <a:lnTo>
                      <a:pt x="0" y="691"/>
                    </a:lnTo>
                    <a:lnTo>
                      <a:pt x="6" y="691"/>
                    </a:lnTo>
                    <a:lnTo>
                      <a:pt x="12" y="691"/>
                    </a:lnTo>
                    <a:lnTo>
                      <a:pt x="22" y="691"/>
                    </a:lnTo>
                    <a:lnTo>
                      <a:pt x="36" y="689"/>
                    </a:lnTo>
                    <a:lnTo>
                      <a:pt x="50" y="688"/>
                    </a:lnTo>
                    <a:lnTo>
                      <a:pt x="66" y="688"/>
                    </a:lnTo>
                    <a:lnTo>
                      <a:pt x="86" y="686"/>
                    </a:lnTo>
                    <a:lnTo>
                      <a:pt x="106" y="686"/>
                    </a:lnTo>
                    <a:lnTo>
                      <a:pt x="130" y="682"/>
                    </a:lnTo>
                    <a:lnTo>
                      <a:pt x="154" y="682"/>
                    </a:lnTo>
                    <a:lnTo>
                      <a:pt x="180" y="679"/>
                    </a:lnTo>
                    <a:lnTo>
                      <a:pt x="206" y="677"/>
                    </a:lnTo>
                    <a:lnTo>
                      <a:pt x="234" y="675"/>
                    </a:lnTo>
                    <a:lnTo>
                      <a:pt x="292" y="672"/>
                    </a:lnTo>
                    <a:lnTo>
                      <a:pt x="354" y="665"/>
                    </a:lnTo>
                    <a:lnTo>
                      <a:pt x="418" y="660"/>
                    </a:lnTo>
                    <a:lnTo>
                      <a:pt x="480" y="653"/>
                    </a:lnTo>
                    <a:lnTo>
                      <a:pt x="544" y="644"/>
                    </a:lnTo>
                    <a:lnTo>
                      <a:pt x="604" y="637"/>
                    </a:lnTo>
                    <a:lnTo>
                      <a:pt x="632" y="634"/>
                    </a:lnTo>
                    <a:lnTo>
                      <a:pt x="660" y="629"/>
                    </a:lnTo>
                    <a:lnTo>
                      <a:pt x="688" y="623"/>
                    </a:lnTo>
                    <a:lnTo>
                      <a:pt x="714" y="618"/>
                    </a:lnTo>
                    <a:lnTo>
                      <a:pt x="738" y="615"/>
                    </a:lnTo>
                    <a:lnTo>
                      <a:pt x="760" y="610"/>
                    </a:lnTo>
                    <a:lnTo>
                      <a:pt x="850" y="587"/>
                    </a:lnTo>
                    <a:lnTo>
                      <a:pt x="936" y="561"/>
                    </a:lnTo>
                    <a:lnTo>
                      <a:pt x="1024" y="533"/>
                    </a:lnTo>
                    <a:lnTo>
                      <a:pt x="1108" y="504"/>
                    </a:lnTo>
                    <a:lnTo>
                      <a:pt x="1148" y="488"/>
                    </a:lnTo>
                    <a:lnTo>
                      <a:pt x="1190" y="471"/>
                    </a:lnTo>
                    <a:lnTo>
                      <a:pt x="1228" y="454"/>
                    </a:lnTo>
                    <a:lnTo>
                      <a:pt x="1266" y="436"/>
                    </a:lnTo>
                    <a:lnTo>
                      <a:pt x="1302" y="419"/>
                    </a:lnTo>
                    <a:lnTo>
                      <a:pt x="1338" y="402"/>
                    </a:lnTo>
                    <a:lnTo>
                      <a:pt x="1370" y="381"/>
                    </a:lnTo>
                    <a:lnTo>
                      <a:pt x="1402" y="364"/>
                    </a:lnTo>
                    <a:lnTo>
                      <a:pt x="1432" y="343"/>
                    </a:lnTo>
                    <a:lnTo>
                      <a:pt x="1460" y="317"/>
                    </a:lnTo>
                    <a:lnTo>
                      <a:pt x="1490" y="291"/>
                    </a:lnTo>
                    <a:lnTo>
                      <a:pt x="1518" y="263"/>
                    </a:lnTo>
                    <a:lnTo>
                      <a:pt x="1546" y="232"/>
                    </a:lnTo>
                    <a:lnTo>
                      <a:pt x="1572" y="203"/>
                    </a:lnTo>
                    <a:lnTo>
                      <a:pt x="1598" y="171"/>
                    </a:lnTo>
                    <a:lnTo>
                      <a:pt x="1622" y="142"/>
                    </a:lnTo>
                    <a:lnTo>
                      <a:pt x="1644" y="113"/>
                    </a:lnTo>
                    <a:lnTo>
                      <a:pt x="1664" y="87"/>
                    </a:lnTo>
                    <a:lnTo>
                      <a:pt x="1680" y="61"/>
                    </a:lnTo>
                    <a:lnTo>
                      <a:pt x="1696" y="40"/>
                    </a:lnTo>
                    <a:lnTo>
                      <a:pt x="1702" y="31"/>
                    </a:lnTo>
                    <a:lnTo>
                      <a:pt x="1708" y="22"/>
                    </a:lnTo>
                    <a:lnTo>
                      <a:pt x="1714" y="16"/>
                    </a:lnTo>
                    <a:lnTo>
                      <a:pt x="1718" y="9"/>
                    </a:lnTo>
                    <a:lnTo>
                      <a:pt x="1722" y="5"/>
                    </a:lnTo>
                    <a:lnTo>
                      <a:pt x="1726" y="2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85"/>
                    </a:lnTo>
                    <a:lnTo>
                      <a:pt x="1728" y="170"/>
                    </a:lnTo>
                    <a:lnTo>
                      <a:pt x="1728" y="255"/>
                    </a:lnTo>
                    <a:lnTo>
                      <a:pt x="1728" y="334"/>
                    </a:lnTo>
                    <a:lnTo>
                      <a:pt x="1728" y="414"/>
                    </a:lnTo>
                    <a:lnTo>
                      <a:pt x="1728" y="488"/>
                    </a:lnTo>
                    <a:lnTo>
                      <a:pt x="1728" y="525"/>
                    </a:lnTo>
                    <a:lnTo>
                      <a:pt x="1728" y="559"/>
                    </a:lnTo>
                    <a:lnTo>
                      <a:pt x="1728" y="594"/>
                    </a:lnTo>
                    <a:lnTo>
                      <a:pt x="1728" y="627"/>
                    </a:lnTo>
                    <a:lnTo>
                      <a:pt x="1728" y="658"/>
                    </a:lnTo>
                    <a:lnTo>
                      <a:pt x="1728" y="688"/>
                    </a:lnTo>
                    <a:lnTo>
                      <a:pt x="1728" y="717"/>
                    </a:lnTo>
                    <a:lnTo>
                      <a:pt x="1728" y="743"/>
                    </a:lnTo>
                    <a:lnTo>
                      <a:pt x="1728" y="767"/>
                    </a:lnTo>
                    <a:lnTo>
                      <a:pt x="1728" y="791"/>
                    </a:lnTo>
                    <a:lnTo>
                      <a:pt x="1728" y="814"/>
                    </a:lnTo>
                    <a:lnTo>
                      <a:pt x="1728" y="833"/>
                    </a:lnTo>
                    <a:lnTo>
                      <a:pt x="1728" y="850"/>
                    </a:lnTo>
                    <a:lnTo>
                      <a:pt x="1728" y="866"/>
                    </a:lnTo>
                    <a:lnTo>
                      <a:pt x="1728" y="880"/>
                    </a:lnTo>
                    <a:lnTo>
                      <a:pt x="1728" y="890"/>
                    </a:lnTo>
                    <a:lnTo>
                      <a:pt x="1728" y="899"/>
                    </a:lnTo>
                    <a:lnTo>
                      <a:pt x="1728" y="906"/>
                    </a:lnTo>
                    <a:lnTo>
                      <a:pt x="1728" y="911"/>
                    </a:lnTo>
                    <a:lnTo>
                      <a:pt x="1728" y="911"/>
                    </a:lnTo>
                    <a:lnTo>
                      <a:pt x="0" y="911"/>
                    </a:lnTo>
                    <a:lnTo>
                      <a:pt x="0" y="691"/>
                    </a:lnTo>
                    <a:close/>
                  </a:path>
                </a:pathLst>
              </a:custGeom>
              <a:solidFill>
                <a:srgbClr val="ff3300"/>
              </a:solidFill>
              <a:ln w="324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3" name=""/>
              <p:cNvSpPr/>
              <p:nvPr/>
            </p:nvSpPr>
            <p:spPr>
              <a:xfrm>
                <a:off x="5791320" y="841320"/>
                <a:ext cx="2743200" cy="1446120"/>
              </a:xfrm>
              <a:custGeom>
                <a:avLst/>
                <a:gdLst/>
                <a:ahLst/>
                <a:rect l="l" t="t" r="r" b="b"/>
                <a:pathLst>
                  <a:path w="1728" h="911">
                    <a:moveTo>
                      <a:pt x="0" y="691"/>
                    </a:moveTo>
                    <a:lnTo>
                      <a:pt x="0" y="691"/>
                    </a:lnTo>
                    <a:lnTo>
                      <a:pt x="6" y="691"/>
                    </a:lnTo>
                    <a:lnTo>
                      <a:pt x="12" y="691"/>
                    </a:lnTo>
                    <a:lnTo>
                      <a:pt x="22" y="691"/>
                    </a:lnTo>
                    <a:lnTo>
                      <a:pt x="36" y="689"/>
                    </a:lnTo>
                    <a:lnTo>
                      <a:pt x="50" y="688"/>
                    </a:lnTo>
                    <a:lnTo>
                      <a:pt x="66" y="688"/>
                    </a:lnTo>
                    <a:lnTo>
                      <a:pt x="86" y="686"/>
                    </a:lnTo>
                    <a:lnTo>
                      <a:pt x="106" y="686"/>
                    </a:lnTo>
                    <a:lnTo>
                      <a:pt x="130" y="682"/>
                    </a:lnTo>
                    <a:lnTo>
                      <a:pt x="154" y="682"/>
                    </a:lnTo>
                    <a:lnTo>
                      <a:pt x="180" y="679"/>
                    </a:lnTo>
                    <a:lnTo>
                      <a:pt x="206" y="677"/>
                    </a:lnTo>
                    <a:lnTo>
                      <a:pt x="234" y="675"/>
                    </a:lnTo>
                    <a:lnTo>
                      <a:pt x="292" y="672"/>
                    </a:lnTo>
                    <a:lnTo>
                      <a:pt x="354" y="665"/>
                    </a:lnTo>
                    <a:lnTo>
                      <a:pt x="418" y="660"/>
                    </a:lnTo>
                    <a:lnTo>
                      <a:pt x="480" y="653"/>
                    </a:lnTo>
                    <a:lnTo>
                      <a:pt x="544" y="644"/>
                    </a:lnTo>
                    <a:lnTo>
                      <a:pt x="604" y="637"/>
                    </a:lnTo>
                    <a:lnTo>
                      <a:pt x="632" y="634"/>
                    </a:lnTo>
                    <a:lnTo>
                      <a:pt x="660" y="629"/>
                    </a:lnTo>
                    <a:lnTo>
                      <a:pt x="688" y="623"/>
                    </a:lnTo>
                    <a:lnTo>
                      <a:pt x="714" y="618"/>
                    </a:lnTo>
                    <a:lnTo>
                      <a:pt x="738" y="615"/>
                    </a:lnTo>
                    <a:lnTo>
                      <a:pt x="760" y="610"/>
                    </a:lnTo>
                    <a:lnTo>
                      <a:pt x="850" y="587"/>
                    </a:lnTo>
                    <a:lnTo>
                      <a:pt x="936" y="561"/>
                    </a:lnTo>
                    <a:lnTo>
                      <a:pt x="1024" y="533"/>
                    </a:lnTo>
                    <a:lnTo>
                      <a:pt x="1108" y="504"/>
                    </a:lnTo>
                    <a:lnTo>
                      <a:pt x="1148" y="488"/>
                    </a:lnTo>
                    <a:lnTo>
                      <a:pt x="1190" y="471"/>
                    </a:lnTo>
                    <a:lnTo>
                      <a:pt x="1228" y="454"/>
                    </a:lnTo>
                    <a:lnTo>
                      <a:pt x="1266" y="436"/>
                    </a:lnTo>
                    <a:lnTo>
                      <a:pt x="1302" y="419"/>
                    </a:lnTo>
                    <a:lnTo>
                      <a:pt x="1338" y="402"/>
                    </a:lnTo>
                    <a:lnTo>
                      <a:pt x="1370" y="381"/>
                    </a:lnTo>
                    <a:lnTo>
                      <a:pt x="1402" y="364"/>
                    </a:lnTo>
                    <a:lnTo>
                      <a:pt x="1432" y="343"/>
                    </a:lnTo>
                    <a:lnTo>
                      <a:pt x="1460" y="317"/>
                    </a:lnTo>
                    <a:lnTo>
                      <a:pt x="1490" y="291"/>
                    </a:lnTo>
                    <a:lnTo>
                      <a:pt x="1518" y="263"/>
                    </a:lnTo>
                    <a:lnTo>
                      <a:pt x="1546" y="232"/>
                    </a:lnTo>
                    <a:lnTo>
                      <a:pt x="1572" y="203"/>
                    </a:lnTo>
                    <a:lnTo>
                      <a:pt x="1598" y="171"/>
                    </a:lnTo>
                    <a:lnTo>
                      <a:pt x="1622" y="142"/>
                    </a:lnTo>
                    <a:lnTo>
                      <a:pt x="1644" y="113"/>
                    </a:lnTo>
                    <a:lnTo>
                      <a:pt x="1664" y="87"/>
                    </a:lnTo>
                    <a:lnTo>
                      <a:pt x="1680" y="61"/>
                    </a:lnTo>
                    <a:lnTo>
                      <a:pt x="1696" y="40"/>
                    </a:lnTo>
                    <a:lnTo>
                      <a:pt x="1702" y="31"/>
                    </a:lnTo>
                    <a:lnTo>
                      <a:pt x="1708" y="22"/>
                    </a:lnTo>
                    <a:lnTo>
                      <a:pt x="1714" y="16"/>
                    </a:lnTo>
                    <a:lnTo>
                      <a:pt x="1718" y="9"/>
                    </a:lnTo>
                    <a:lnTo>
                      <a:pt x="1722" y="5"/>
                    </a:lnTo>
                    <a:lnTo>
                      <a:pt x="1726" y="2"/>
                    </a:lnTo>
                    <a:lnTo>
                      <a:pt x="1728" y="0"/>
                    </a:lnTo>
                    <a:lnTo>
                      <a:pt x="1728" y="0"/>
                    </a:lnTo>
                    <a:lnTo>
                      <a:pt x="1728" y="85"/>
                    </a:lnTo>
                    <a:lnTo>
                      <a:pt x="1728" y="170"/>
                    </a:lnTo>
                    <a:lnTo>
                      <a:pt x="1728" y="255"/>
                    </a:lnTo>
                    <a:lnTo>
                      <a:pt x="1728" y="334"/>
                    </a:lnTo>
                    <a:lnTo>
                      <a:pt x="1728" y="414"/>
                    </a:lnTo>
                    <a:lnTo>
                      <a:pt x="1728" y="488"/>
                    </a:lnTo>
                    <a:lnTo>
                      <a:pt x="1728" y="525"/>
                    </a:lnTo>
                    <a:lnTo>
                      <a:pt x="1728" y="559"/>
                    </a:lnTo>
                    <a:lnTo>
                      <a:pt x="1728" y="594"/>
                    </a:lnTo>
                    <a:lnTo>
                      <a:pt x="1728" y="627"/>
                    </a:lnTo>
                    <a:lnTo>
                      <a:pt x="1728" y="658"/>
                    </a:lnTo>
                    <a:lnTo>
                      <a:pt x="1728" y="688"/>
                    </a:lnTo>
                    <a:lnTo>
                      <a:pt x="1728" y="717"/>
                    </a:lnTo>
                    <a:lnTo>
                      <a:pt x="1728" y="743"/>
                    </a:lnTo>
                    <a:lnTo>
                      <a:pt x="1728" y="767"/>
                    </a:lnTo>
                    <a:lnTo>
                      <a:pt x="1728" y="791"/>
                    </a:lnTo>
                    <a:lnTo>
                      <a:pt x="1728" y="814"/>
                    </a:lnTo>
                    <a:lnTo>
                      <a:pt x="1728" y="833"/>
                    </a:lnTo>
                    <a:lnTo>
                      <a:pt x="1728" y="850"/>
                    </a:lnTo>
                    <a:lnTo>
                      <a:pt x="1728" y="866"/>
                    </a:lnTo>
                    <a:lnTo>
                      <a:pt x="1728" y="880"/>
                    </a:lnTo>
                    <a:lnTo>
                      <a:pt x="1728" y="890"/>
                    </a:lnTo>
                    <a:lnTo>
                      <a:pt x="1728" y="899"/>
                    </a:lnTo>
                    <a:lnTo>
                      <a:pt x="1728" y="906"/>
                    </a:lnTo>
                    <a:lnTo>
                      <a:pt x="1728" y="911"/>
                    </a:lnTo>
                    <a:lnTo>
                      <a:pt x="1728" y="911"/>
                    </a:lnTo>
                    <a:lnTo>
                      <a:pt x="0" y="911"/>
                    </a:lnTo>
                    <a:lnTo>
                      <a:pt x="0" y="69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4" name=""/>
              <p:cNvSpPr/>
              <p:nvPr/>
            </p:nvSpPr>
            <p:spPr>
              <a:xfrm>
                <a:off x="5791320" y="838080"/>
                <a:ext cx="9360" cy="1452600"/>
              </a:xfrm>
              <a:prstGeom prst="rect">
                <a:avLst/>
              </a:pr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5" name=""/>
              <p:cNvSpPr/>
              <p:nvPr/>
            </p:nvSpPr>
            <p:spPr>
              <a:xfrm>
                <a:off x="5800680" y="838080"/>
                <a:ext cx="1260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6" name=""/>
              <p:cNvSpPr/>
              <p:nvPr/>
            </p:nvSpPr>
            <p:spPr>
              <a:xfrm>
                <a:off x="5813280" y="838080"/>
                <a:ext cx="129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7" name=""/>
              <p:cNvSpPr/>
              <p:nvPr/>
            </p:nvSpPr>
            <p:spPr>
              <a:xfrm>
                <a:off x="5826240" y="838080"/>
                <a:ext cx="93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8" name=""/>
              <p:cNvSpPr/>
              <p:nvPr/>
            </p:nvSpPr>
            <p:spPr>
              <a:xfrm>
                <a:off x="5835600" y="838080"/>
                <a:ext cx="972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19" name=""/>
              <p:cNvSpPr/>
              <p:nvPr/>
            </p:nvSpPr>
            <p:spPr>
              <a:xfrm>
                <a:off x="5845320" y="838080"/>
                <a:ext cx="936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0" name=""/>
              <p:cNvSpPr/>
              <p:nvPr/>
            </p:nvSpPr>
            <p:spPr>
              <a:xfrm>
                <a:off x="5854680" y="838080"/>
                <a:ext cx="1260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1" name=""/>
              <p:cNvSpPr/>
              <p:nvPr/>
            </p:nvSpPr>
            <p:spPr>
              <a:xfrm>
                <a:off x="5867280" y="838080"/>
                <a:ext cx="9720" cy="1452600"/>
              </a:xfrm>
              <a:prstGeom prst="rect">
                <a:avLst/>
              </a:prstGeom>
              <a:solidFill>
                <a:srgbClr val="fffef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2" name=""/>
              <p:cNvSpPr/>
              <p:nvPr/>
            </p:nvSpPr>
            <p:spPr>
              <a:xfrm>
                <a:off x="5877000" y="838080"/>
                <a:ext cx="12600" cy="1452600"/>
              </a:xfrm>
              <a:prstGeom prst="rect">
                <a:avLst/>
              </a:prstGeom>
              <a:solidFill>
                <a:srgbClr val="fffe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3" name=""/>
              <p:cNvSpPr/>
              <p:nvPr/>
            </p:nvSpPr>
            <p:spPr>
              <a:xfrm>
                <a:off x="5889600" y="838080"/>
                <a:ext cx="972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4" name=""/>
              <p:cNvSpPr/>
              <p:nvPr/>
            </p:nvSpPr>
            <p:spPr>
              <a:xfrm>
                <a:off x="5899320" y="838080"/>
                <a:ext cx="936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5" name=""/>
              <p:cNvSpPr/>
              <p:nvPr/>
            </p:nvSpPr>
            <p:spPr>
              <a:xfrm>
                <a:off x="5908680" y="838080"/>
                <a:ext cx="1260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6" name=""/>
              <p:cNvSpPr/>
              <p:nvPr/>
            </p:nvSpPr>
            <p:spPr>
              <a:xfrm>
                <a:off x="5921280" y="838080"/>
                <a:ext cx="972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7" name=""/>
              <p:cNvSpPr/>
              <p:nvPr/>
            </p:nvSpPr>
            <p:spPr>
              <a:xfrm>
                <a:off x="5931000" y="838080"/>
                <a:ext cx="936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8" name=""/>
              <p:cNvSpPr/>
              <p:nvPr/>
            </p:nvSpPr>
            <p:spPr>
              <a:xfrm>
                <a:off x="5940360" y="838080"/>
                <a:ext cx="12600" cy="1452600"/>
              </a:xfrm>
              <a:prstGeom prst="rect">
                <a:avLst/>
              </a:prstGeom>
              <a:solidFill>
                <a:srgbClr val="fffdf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29" name=""/>
              <p:cNvSpPr/>
              <p:nvPr/>
            </p:nvSpPr>
            <p:spPr>
              <a:xfrm>
                <a:off x="5952960" y="838080"/>
                <a:ext cx="972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0" name=""/>
              <p:cNvSpPr/>
              <p:nvPr/>
            </p:nvSpPr>
            <p:spPr>
              <a:xfrm>
                <a:off x="5962680" y="838080"/>
                <a:ext cx="93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1" name=""/>
              <p:cNvSpPr/>
              <p:nvPr/>
            </p:nvSpPr>
            <p:spPr>
              <a:xfrm>
                <a:off x="5972040" y="838080"/>
                <a:ext cx="129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2" name=""/>
              <p:cNvSpPr/>
              <p:nvPr/>
            </p:nvSpPr>
            <p:spPr>
              <a:xfrm>
                <a:off x="5985000" y="838080"/>
                <a:ext cx="936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3" name=""/>
              <p:cNvSpPr/>
              <p:nvPr/>
            </p:nvSpPr>
            <p:spPr>
              <a:xfrm>
                <a:off x="5994360" y="838080"/>
                <a:ext cx="12600" cy="1452600"/>
              </a:xfrm>
              <a:prstGeom prst="rect">
                <a:avLst/>
              </a:prstGeom>
              <a:solidFill>
                <a:srgbClr val="fffc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4" name=""/>
              <p:cNvSpPr/>
              <p:nvPr/>
            </p:nvSpPr>
            <p:spPr>
              <a:xfrm>
                <a:off x="6006960" y="838080"/>
                <a:ext cx="12960" cy="1452600"/>
              </a:xfrm>
              <a:prstGeom prst="rect">
                <a:avLst/>
              </a:prstGeom>
              <a:solidFill>
                <a:srgbClr val="fff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5" name=""/>
              <p:cNvSpPr/>
              <p:nvPr/>
            </p:nvSpPr>
            <p:spPr>
              <a:xfrm>
                <a:off x="6019920" y="838080"/>
                <a:ext cx="936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6" name=""/>
              <p:cNvSpPr/>
              <p:nvPr/>
            </p:nvSpPr>
            <p:spPr>
              <a:xfrm>
                <a:off x="6029280" y="838080"/>
                <a:ext cx="972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7" name=""/>
              <p:cNvSpPr/>
              <p:nvPr/>
            </p:nvSpPr>
            <p:spPr>
              <a:xfrm>
                <a:off x="6039000" y="838080"/>
                <a:ext cx="936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8" name=""/>
              <p:cNvSpPr/>
              <p:nvPr/>
            </p:nvSpPr>
            <p:spPr>
              <a:xfrm>
                <a:off x="6048360" y="838080"/>
                <a:ext cx="9720" cy="1452600"/>
              </a:xfrm>
              <a:prstGeom prst="rect">
                <a:avLst/>
              </a:prstGeom>
              <a:solidFill>
                <a:srgbClr val="fffb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39" name=""/>
              <p:cNvSpPr/>
              <p:nvPr/>
            </p:nvSpPr>
            <p:spPr>
              <a:xfrm>
                <a:off x="6058080" y="838080"/>
                <a:ext cx="1260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0" name=""/>
              <p:cNvSpPr/>
              <p:nvPr/>
            </p:nvSpPr>
            <p:spPr>
              <a:xfrm>
                <a:off x="6070680" y="838080"/>
                <a:ext cx="1260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1" name=""/>
              <p:cNvSpPr/>
              <p:nvPr/>
            </p:nvSpPr>
            <p:spPr>
              <a:xfrm>
                <a:off x="6083280" y="838080"/>
                <a:ext cx="972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2" name=""/>
              <p:cNvSpPr/>
              <p:nvPr/>
            </p:nvSpPr>
            <p:spPr>
              <a:xfrm>
                <a:off x="6093000" y="838080"/>
                <a:ext cx="9360" cy="1452600"/>
              </a:xfrm>
              <a:prstGeom prst="rect">
                <a:avLst/>
              </a:prstGeom>
              <a:solidFill>
                <a:srgbClr val="fffa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3" name=""/>
              <p:cNvSpPr/>
              <p:nvPr/>
            </p:nvSpPr>
            <p:spPr>
              <a:xfrm>
                <a:off x="6102360" y="838080"/>
                <a:ext cx="12600" cy="1452600"/>
              </a:xfrm>
              <a:prstGeom prst="rect">
                <a:avLst/>
              </a:prstGeom>
              <a:solidFill>
                <a:srgbClr val="fffa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4" name=""/>
              <p:cNvSpPr/>
              <p:nvPr/>
            </p:nvSpPr>
            <p:spPr>
              <a:xfrm>
                <a:off x="6114960" y="838080"/>
                <a:ext cx="972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5" name=""/>
              <p:cNvSpPr/>
              <p:nvPr/>
            </p:nvSpPr>
            <p:spPr>
              <a:xfrm>
                <a:off x="6124680" y="838080"/>
                <a:ext cx="936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6" name=""/>
              <p:cNvSpPr/>
              <p:nvPr/>
            </p:nvSpPr>
            <p:spPr>
              <a:xfrm>
                <a:off x="6134040" y="838080"/>
                <a:ext cx="12600" cy="1452600"/>
              </a:xfrm>
              <a:prstGeom prst="rect">
                <a:avLst/>
              </a:prstGeom>
              <a:solidFill>
                <a:srgbClr val="fff9f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7" name=""/>
              <p:cNvSpPr/>
              <p:nvPr/>
            </p:nvSpPr>
            <p:spPr>
              <a:xfrm>
                <a:off x="6146640" y="838080"/>
                <a:ext cx="972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8" name=""/>
              <p:cNvSpPr/>
              <p:nvPr/>
            </p:nvSpPr>
            <p:spPr>
              <a:xfrm>
                <a:off x="6156360" y="838080"/>
                <a:ext cx="936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49" name=""/>
              <p:cNvSpPr/>
              <p:nvPr/>
            </p:nvSpPr>
            <p:spPr>
              <a:xfrm>
                <a:off x="6165720" y="838080"/>
                <a:ext cx="12960" cy="1452600"/>
              </a:xfrm>
              <a:prstGeom prst="rect">
                <a:avLst/>
              </a:prstGeom>
              <a:solidFill>
                <a:srgbClr val="fff8f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0" name=""/>
              <p:cNvSpPr/>
              <p:nvPr/>
            </p:nvSpPr>
            <p:spPr>
              <a:xfrm>
                <a:off x="6178680" y="838080"/>
                <a:ext cx="9360" cy="1452600"/>
              </a:xfrm>
              <a:prstGeom prst="rect">
                <a:avLst/>
              </a:prstGeom>
              <a:solidFill>
                <a:srgbClr val="fff8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1" name=""/>
              <p:cNvSpPr/>
              <p:nvPr/>
            </p:nvSpPr>
            <p:spPr>
              <a:xfrm>
                <a:off x="6188040" y="838080"/>
                <a:ext cx="9720" cy="1452600"/>
              </a:xfrm>
              <a:prstGeom prst="rect">
                <a:avLst/>
              </a:prstGeom>
              <a:solidFill>
                <a:srgbClr val="fff7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2" name=""/>
              <p:cNvSpPr/>
              <p:nvPr/>
            </p:nvSpPr>
            <p:spPr>
              <a:xfrm>
                <a:off x="6197760" y="838080"/>
                <a:ext cx="12600" cy="1452600"/>
              </a:xfrm>
              <a:prstGeom prst="rect">
                <a:avLst/>
              </a:prstGeom>
              <a:solidFill>
                <a:srgbClr val="fff7f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3" name=""/>
              <p:cNvSpPr/>
              <p:nvPr/>
            </p:nvSpPr>
            <p:spPr>
              <a:xfrm>
                <a:off x="6210360" y="838080"/>
                <a:ext cx="9360" cy="1452600"/>
              </a:xfrm>
              <a:prstGeom prst="rect">
                <a:avLst/>
              </a:prstGeom>
              <a:solidFill>
                <a:srgbClr val="fff7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4" name=""/>
              <p:cNvSpPr/>
              <p:nvPr/>
            </p:nvSpPr>
            <p:spPr>
              <a:xfrm>
                <a:off x="6219720" y="838080"/>
                <a:ext cx="9720" cy="1452600"/>
              </a:xfrm>
              <a:prstGeom prst="rect">
                <a:avLst/>
              </a:prstGeom>
              <a:solidFill>
                <a:srgbClr val="fff6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5" name=""/>
              <p:cNvSpPr/>
              <p:nvPr/>
            </p:nvSpPr>
            <p:spPr>
              <a:xfrm>
                <a:off x="6229440" y="838080"/>
                <a:ext cx="12600" cy="1452600"/>
              </a:xfrm>
              <a:prstGeom prst="rect">
                <a:avLst/>
              </a:prstGeom>
              <a:solidFill>
                <a:srgbClr val="fff6f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6" name=""/>
              <p:cNvSpPr/>
              <p:nvPr/>
            </p:nvSpPr>
            <p:spPr>
              <a:xfrm>
                <a:off x="6242040" y="838080"/>
                <a:ext cx="9360" cy="1452600"/>
              </a:xfrm>
              <a:prstGeom prst="rect">
                <a:avLst/>
              </a:prstGeom>
              <a:solidFill>
                <a:srgbClr val="fff6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7" name=""/>
              <p:cNvSpPr/>
              <p:nvPr/>
            </p:nvSpPr>
            <p:spPr>
              <a:xfrm>
                <a:off x="6251400" y="838080"/>
                <a:ext cx="12960" cy="1452600"/>
              </a:xfrm>
              <a:prstGeom prst="rect">
                <a:avLst/>
              </a:prstGeom>
              <a:solidFill>
                <a:srgbClr val="fff5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8" name=""/>
              <p:cNvSpPr/>
              <p:nvPr/>
            </p:nvSpPr>
            <p:spPr>
              <a:xfrm>
                <a:off x="6264360" y="838080"/>
                <a:ext cx="12600" cy="1452600"/>
              </a:xfrm>
              <a:prstGeom prst="rect">
                <a:avLst/>
              </a:prstGeom>
              <a:solidFill>
                <a:srgbClr val="fff5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59" name=""/>
              <p:cNvSpPr/>
              <p:nvPr/>
            </p:nvSpPr>
            <p:spPr>
              <a:xfrm>
                <a:off x="6276960" y="838080"/>
                <a:ext cx="9720" cy="1452600"/>
              </a:xfrm>
              <a:prstGeom prst="rect">
                <a:avLst/>
              </a:prstGeom>
              <a:solidFill>
                <a:srgbClr val="fff5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0" name=""/>
              <p:cNvSpPr/>
              <p:nvPr/>
            </p:nvSpPr>
            <p:spPr>
              <a:xfrm>
                <a:off x="6286680" y="838080"/>
                <a:ext cx="6120" cy="1452600"/>
              </a:xfrm>
              <a:prstGeom prst="rect">
                <a:avLst/>
              </a:prstGeom>
              <a:solidFill>
                <a:srgbClr val="fff4f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1" name=""/>
              <p:cNvSpPr/>
              <p:nvPr/>
            </p:nvSpPr>
            <p:spPr>
              <a:xfrm>
                <a:off x="6292800" y="838080"/>
                <a:ext cx="15840" cy="1452600"/>
              </a:xfrm>
              <a:prstGeom prst="rect">
                <a:avLst/>
              </a:prstGeom>
              <a:solidFill>
                <a:srgbClr val="fff4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2" name=""/>
              <p:cNvSpPr/>
              <p:nvPr/>
            </p:nvSpPr>
            <p:spPr>
              <a:xfrm>
                <a:off x="6308640" y="838080"/>
                <a:ext cx="9720" cy="1452600"/>
              </a:xfrm>
              <a:prstGeom prst="rect">
                <a:avLst/>
              </a:prstGeom>
              <a:solidFill>
                <a:srgbClr val="fff4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3" name=""/>
              <p:cNvSpPr/>
              <p:nvPr/>
            </p:nvSpPr>
            <p:spPr>
              <a:xfrm>
                <a:off x="6318360" y="838080"/>
                <a:ext cx="9360" cy="1452600"/>
              </a:xfrm>
              <a:prstGeom prst="rect">
                <a:avLst/>
              </a:prstGeom>
              <a:solidFill>
                <a:srgbClr val="fff3f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4" name=""/>
              <p:cNvSpPr/>
              <p:nvPr/>
            </p:nvSpPr>
            <p:spPr>
              <a:xfrm>
                <a:off x="6327720" y="838080"/>
                <a:ext cx="12600" cy="1452600"/>
              </a:xfrm>
              <a:prstGeom prst="rect">
                <a:avLst/>
              </a:prstGeom>
              <a:solidFill>
                <a:srgbClr val="fff3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5" name=""/>
              <p:cNvSpPr/>
              <p:nvPr/>
            </p:nvSpPr>
            <p:spPr>
              <a:xfrm>
                <a:off x="6340320" y="838080"/>
                <a:ext cx="9720" cy="1452600"/>
              </a:xfrm>
              <a:prstGeom prst="rect">
                <a:avLst/>
              </a:prstGeom>
              <a:solidFill>
                <a:srgbClr val="fff2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6" name=""/>
              <p:cNvSpPr/>
              <p:nvPr/>
            </p:nvSpPr>
            <p:spPr>
              <a:xfrm>
                <a:off x="6350040" y="838080"/>
                <a:ext cx="9360" cy="1452600"/>
              </a:xfrm>
              <a:prstGeom prst="rect">
                <a:avLst/>
              </a:prstGeom>
              <a:solidFill>
                <a:srgbClr val="fff2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7" name=""/>
              <p:cNvSpPr/>
              <p:nvPr/>
            </p:nvSpPr>
            <p:spPr>
              <a:xfrm>
                <a:off x="6359400" y="838080"/>
                <a:ext cx="12960" cy="1452600"/>
              </a:xfrm>
              <a:prstGeom prst="rect">
                <a:avLst/>
              </a:prstGeom>
              <a:solidFill>
                <a:srgbClr val="fff2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8" name=""/>
              <p:cNvSpPr/>
              <p:nvPr/>
            </p:nvSpPr>
            <p:spPr>
              <a:xfrm>
                <a:off x="6372360" y="838080"/>
                <a:ext cx="9360" cy="1452600"/>
              </a:xfrm>
              <a:prstGeom prst="rect">
                <a:avLst/>
              </a:prstGeom>
              <a:solidFill>
                <a:srgbClr val="fff1f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69" name=""/>
              <p:cNvSpPr/>
              <p:nvPr/>
            </p:nvSpPr>
            <p:spPr>
              <a:xfrm>
                <a:off x="6381720" y="838080"/>
                <a:ext cx="9720" cy="1452600"/>
              </a:xfrm>
              <a:prstGeom prst="rect">
                <a:avLst/>
              </a:prstGeom>
              <a:solidFill>
                <a:srgbClr val="fff1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0" name=""/>
              <p:cNvSpPr/>
              <p:nvPr/>
            </p:nvSpPr>
            <p:spPr>
              <a:xfrm>
                <a:off x="6391440" y="838080"/>
                <a:ext cx="12600" cy="1452600"/>
              </a:xfrm>
              <a:prstGeom prst="rect">
                <a:avLst/>
              </a:prstGeom>
              <a:solidFill>
                <a:srgbClr val="fff0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1" name=""/>
              <p:cNvSpPr/>
              <p:nvPr/>
            </p:nvSpPr>
            <p:spPr>
              <a:xfrm>
                <a:off x="6404040" y="838080"/>
                <a:ext cx="9360" cy="1452600"/>
              </a:xfrm>
              <a:prstGeom prst="rect">
                <a:avLst/>
              </a:prstGeom>
              <a:solidFill>
                <a:srgbClr val="fff0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2" name=""/>
              <p:cNvSpPr/>
              <p:nvPr/>
            </p:nvSpPr>
            <p:spPr>
              <a:xfrm>
                <a:off x="6413400" y="838080"/>
                <a:ext cx="9720" cy="1452600"/>
              </a:xfrm>
              <a:prstGeom prst="rect">
                <a:avLst/>
              </a:prstGeom>
              <a:solidFill>
                <a:srgbClr val="ffefe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3" name=""/>
              <p:cNvSpPr/>
              <p:nvPr/>
            </p:nvSpPr>
            <p:spPr>
              <a:xfrm>
                <a:off x="6423120" y="838080"/>
                <a:ext cx="12600" cy="1452600"/>
              </a:xfrm>
              <a:prstGeom prst="rect">
                <a:avLst/>
              </a:prstGeom>
              <a:solidFill>
                <a:srgbClr val="ffef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4" name=""/>
              <p:cNvSpPr/>
              <p:nvPr/>
            </p:nvSpPr>
            <p:spPr>
              <a:xfrm>
                <a:off x="6435720" y="838080"/>
                <a:ext cx="9360" cy="1452600"/>
              </a:xfrm>
              <a:prstGeom prst="rect">
                <a:avLst/>
              </a:prstGeom>
              <a:solidFill>
                <a:srgbClr val="ffeee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5" name=""/>
              <p:cNvSpPr/>
              <p:nvPr/>
            </p:nvSpPr>
            <p:spPr>
              <a:xfrm>
                <a:off x="6445080" y="838080"/>
                <a:ext cx="12960" cy="1452600"/>
              </a:xfrm>
              <a:prstGeom prst="rect">
                <a:avLst/>
              </a:prstGeom>
              <a:solidFill>
                <a:srgbClr val="ffee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6" name=""/>
              <p:cNvSpPr/>
              <p:nvPr/>
            </p:nvSpPr>
            <p:spPr>
              <a:xfrm>
                <a:off x="6458040" y="838080"/>
                <a:ext cx="9360" cy="1452600"/>
              </a:xfrm>
              <a:prstGeom prst="rect">
                <a:avLst/>
              </a:prstGeom>
              <a:solidFill>
                <a:srgbClr val="ffede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7" name=""/>
              <p:cNvSpPr/>
              <p:nvPr/>
            </p:nvSpPr>
            <p:spPr>
              <a:xfrm>
                <a:off x="6467400" y="838080"/>
                <a:ext cx="9720" cy="1452600"/>
              </a:xfrm>
              <a:prstGeom prst="rect">
                <a:avLst/>
              </a:prstGeom>
              <a:solidFill>
                <a:srgbClr val="ffed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8" name=""/>
              <p:cNvSpPr/>
              <p:nvPr/>
            </p:nvSpPr>
            <p:spPr>
              <a:xfrm>
                <a:off x="6477120" y="838080"/>
                <a:ext cx="9360" cy="1452600"/>
              </a:xfrm>
              <a:prstGeom prst="rect">
                <a:avLst/>
              </a:prstGeom>
              <a:solidFill>
                <a:srgbClr val="ffece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79" name=""/>
              <p:cNvSpPr/>
              <p:nvPr/>
            </p:nvSpPr>
            <p:spPr>
              <a:xfrm>
                <a:off x="6486480" y="838080"/>
                <a:ext cx="12600" cy="1452600"/>
              </a:xfrm>
              <a:prstGeom prst="rect">
                <a:avLst/>
              </a:prstGeom>
              <a:solidFill>
                <a:srgbClr val="ffece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0" name=""/>
              <p:cNvSpPr/>
              <p:nvPr/>
            </p:nvSpPr>
            <p:spPr>
              <a:xfrm>
                <a:off x="6499080" y="838080"/>
                <a:ext cx="12960" cy="1452600"/>
              </a:xfrm>
              <a:prstGeom prst="rect">
                <a:avLst/>
              </a:prstGeom>
              <a:solidFill>
                <a:srgbClr val="ffeb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1" name=""/>
              <p:cNvSpPr/>
              <p:nvPr/>
            </p:nvSpPr>
            <p:spPr>
              <a:xfrm>
                <a:off x="6512040" y="838080"/>
                <a:ext cx="9360" cy="1452600"/>
              </a:xfrm>
              <a:prstGeom prst="rect">
                <a:avLst/>
              </a:prstGeom>
              <a:solidFill>
                <a:srgbClr val="ffebe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2" name=""/>
              <p:cNvSpPr/>
              <p:nvPr/>
            </p:nvSpPr>
            <p:spPr>
              <a:xfrm>
                <a:off x="6521400" y="838080"/>
                <a:ext cx="12600" cy="1452600"/>
              </a:xfrm>
              <a:prstGeom prst="rect">
                <a:avLst/>
              </a:prstGeom>
              <a:solidFill>
                <a:srgbClr val="ffea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3" name=""/>
              <p:cNvSpPr/>
              <p:nvPr/>
            </p:nvSpPr>
            <p:spPr>
              <a:xfrm>
                <a:off x="6534000" y="838080"/>
                <a:ext cx="6480" cy="1452600"/>
              </a:xfrm>
              <a:prstGeom prst="rect">
                <a:avLst/>
              </a:prstGeom>
              <a:solidFill>
                <a:srgbClr val="ffeae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4" name=""/>
              <p:cNvSpPr/>
              <p:nvPr/>
            </p:nvSpPr>
            <p:spPr>
              <a:xfrm>
                <a:off x="6540480" y="838080"/>
                <a:ext cx="12600" cy="1452600"/>
              </a:xfrm>
              <a:prstGeom prst="rect">
                <a:avLst/>
              </a:prstGeom>
              <a:solidFill>
                <a:srgbClr val="ffe9e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5" name=""/>
              <p:cNvSpPr/>
              <p:nvPr/>
            </p:nvSpPr>
            <p:spPr>
              <a:xfrm>
                <a:off x="6553080" y="838080"/>
                <a:ext cx="12960" cy="1452600"/>
              </a:xfrm>
              <a:prstGeom prst="rect">
                <a:avLst/>
              </a:prstGeom>
              <a:solidFill>
                <a:srgbClr val="ffe8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6" name=""/>
              <p:cNvSpPr/>
              <p:nvPr/>
            </p:nvSpPr>
            <p:spPr>
              <a:xfrm>
                <a:off x="6566040" y="838080"/>
                <a:ext cx="9360" cy="1452600"/>
              </a:xfrm>
              <a:prstGeom prst="rect">
                <a:avLst/>
              </a:prstGeom>
              <a:solidFill>
                <a:srgbClr val="ffe8e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7" name=""/>
              <p:cNvSpPr/>
              <p:nvPr/>
            </p:nvSpPr>
            <p:spPr>
              <a:xfrm>
                <a:off x="6575400" y="838080"/>
                <a:ext cx="9720" cy="1452600"/>
              </a:xfrm>
              <a:prstGeom prst="rect">
                <a:avLst/>
              </a:prstGeom>
              <a:solidFill>
                <a:srgbClr val="ffe7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8" name=""/>
              <p:cNvSpPr/>
              <p:nvPr/>
            </p:nvSpPr>
            <p:spPr>
              <a:xfrm>
                <a:off x="6585120" y="838080"/>
                <a:ext cx="12600" cy="1452600"/>
              </a:xfrm>
              <a:prstGeom prst="rect">
                <a:avLst/>
              </a:prstGeom>
              <a:solidFill>
                <a:srgbClr val="ffe7e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89" name=""/>
              <p:cNvSpPr/>
              <p:nvPr/>
            </p:nvSpPr>
            <p:spPr>
              <a:xfrm>
                <a:off x="6597720" y="838080"/>
                <a:ext cx="9360" cy="1452600"/>
              </a:xfrm>
              <a:prstGeom prst="rect">
                <a:avLst/>
              </a:prstGeom>
              <a:solidFill>
                <a:srgbClr val="ffe6e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0" name=""/>
              <p:cNvSpPr/>
              <p:nvPr/>
            </p:nvSpPr>
            <p:spPr>
              <a:xfrm>
                <a:off x="6607080" y="838080"/>
                <a:ext cx="9720" cy="1452600"/>
              </a:xfrm>
              <a:prstGeom prst="rect">
                <a:avLst/>
              </a:prstGeom>
              <a:solidFill>
                <a:srgbClr val="ffe5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1" name=""/>
              <p:cNvSpPr/>
              <p:nvPr/>
            </p:nvSpPr>
            <p:spPr>
              <a:xfrm>
                <a:off x="6616800" y="838080"/>
                <a:ext cx="12600" cy="1452600"/>
              </a:xfrm>
              <a:prstGeom prst="rect">
                <a:avLst/>
              </a:prstGeom>
              <a:solidFill>
                <a:srgbClr val="ffe5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2" name=""/>
              <p:cNvSpPr/>
              <p:nvPr/>
            </p:nvSpPr>
            <p:spPr>
              <a:xfrm>
                <a:off x="6629400" y="838080"/>
                <a:ext cx="9360" cy="1452600"/>
              </a:xfrm>
              <a:prstGeom prst="rect">
                <a:avLst/>
              </a:prstGeom>
              <a:solidFill>
                <a:srgbClr val="ffe4e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3" name=""/>
              <p:cNvSpPr/>
              <p:nvPr/>
            </p:nvSpPr>
            <p:spPr>
              <a:xfrm>
                <a:off x="6638760" y="838080"/>
                <a:ext cx="12960" cy="1452600"/>
              </a:xfrm>
              <a:prstGeom prst="rect">
                <a:avLst/>
              </a:prstGeom>
              <a:solidFill>
                <a:srgbClr val="ffe3e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4" name=""/>
              <p:cNvSpPr/>
              <p:nvPr/>
            </p:nvSpPr>
            <p:spPr>
              <a:xfrm>
                <a:off x="6651720" y="838080"/>
                <a:ext cx="9360" cy="1452600"/>
              </a:xfrm>
              <a:prstGeom prst="rect">
                <a:avLst/>
              </a:prstGeom>
              <a:solidFill>
                <a:srgbClr val="ffe3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5" name=""/>
              <p:cNvSpPr/>
              <p:nvPr/>
            </p:nvSpPr>
            <p:spPr>
              <a:xfrm>
                <a:off x="6661080" y="838080"/>
                <a:ext cx="9720" cy="1452600"/>
              </a:xfrm>
              <a:prstGeom prst="rect">
                <a:avLst/>
              </a:prstGeom>
              <a:solidFill>
                <a:srgbClr val="ffe2e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6" name=""/>
              <p:cNvSpPr/>
              <p:nvPr/>
            </p:nvSpPr>
            <p:spPr>
              <a:xfrm>
                <a:off x="6670800" y="838080"/>
                <a:ext cx="9360" cy="1452600"/>
              </a:xfrm>
              <a:prstGeom prst="rect">
                <a:avLst/>
              </a:prstGeom>
              <a:solidFill>
                <a:srgbClr val="ffe1e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7" name=""/>
              <p:cNvSpPr/>
              <p:nvPr/>
            </p:nvSpPr>
            <p:spPr>
              <a:xfrm>
                <a:off x="6680160" y="838080"/>
                <a:ext cx="12600" cy="1452600"/>
              </a:xfrm>
              <a:prstGeom prst="rect">
                <a:avLst/>
              </a:prstGeom>
              <a:solidFill>
                <a:srgbClr val="ffe1d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8" name=""/>
              <p:cNvSpPr/>
              <p:nvPr/>
            </p:nvSpPr>
            <p:spPr>
              <a:xfrm>
                <a:off x="6692760" y="838080"/>
                <a:ext cx="12960" cy="1452600"/>
              </a:xfrm>
              <a:prstGeom prst="rect">
                <a:avLst/>
              </a:prstGeom>
              <a:solidFill>
                <a:srgbClr val="ffe0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999" name=""/>
              <p:cNvSpPr/>
              <p:nvPr/>
            </p:nvSpPr>
            <p:spPr>
              <a:xfrm>
                <a:off x="6705720" y="838080"/>
                <a:ext cx="9360" cy="1452600"/>
              </a:xfrm>
              <a:prstGeom prst="rect">
                <a:avLst/>
              </a:prstGeom>
              <a:solidFill>
                <a:srgbClr val="ffdfd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0" name=""/>
              <p:cNvSpPr/>
              <p:nvPr/>
            </p:nvSpPr>
            <p:spPr>
              <a:xfrm>
                <a:off x="6715080" y="838080"/>
                <a:ext cx="9720" cy="1452600"/>
              </a:xfrm>
              <a:prstGeom prst="rect">
                <a:avLst/>
              </a:prstGeom>
              <a:solidFill>
                <a:srgbClr val="ffde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1" name=""/>
              <p:cNvSpPr/>
              <p:nvPr/>
            </p:nvSpPr>
            <p:spPr>
              <a:xfrm>
                <a:off x="6724800" y="838080"/>
                <a:ext cx="9360" cy="1452600"/>
              </a:xfrm>
              <a:prstGeom prst="rect">
                <a:avLst/>
              </a:prstGeom>
              <a:solidFill>
                <a:srgbClr val="ffded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2" name=""/>
              <p:cNvSpPr/>
              <p:nvPr/>
            </p:nvSpPr>
            <p:spPr>
              <a:xfrm>
                <a:off x="6734160" y="838080"/>
                <a:ext cx="9720" cy="1452600"/>
              </a:xfrm>
              <a:prstGeom prst="rect">
                <a:avLst/>
              </a:prstGeom>
              <a:solidFill>
                <a:srgbClr val="ffdd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3" name=""/>
              <p:cNvSpPr/>
              <p:nvPr/>
            </p:nvSpPr>
            <p:spPr>
              <a:xfrm>
                <a:off x="6743880" y="838080"/>
                <a:ext cx="15840" cy="1452600"/>
              </a:xfrm>
              <a:prstGeom prst="rect">
                <a:avLst/>
              </a:prstGeom>
              <a:solidFill>
                <a:srgbClr val="ffdcd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4" name=""/>
              <p:cNvSpPr/>
              <p:nvPr/>
            </p:nvSpPr>
            <p:spPr>
              <a:xfrm>
                <a:off x="6759720" y="838080"/>
                <a:ext cx="9360" cy="1452600"/>
              </a:xfrm>
              <a:prstGeom prst="rect">
                <a:avLst/>
              </a:prstGeom>
              <a:solidFill>
                <a:srgbClr val="ffdbd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5" name=""/>
              <p:cNvSpPr/>
              <p:nvPr/>
            </p:nvSpPr>
            <p:spPr>
              <a:xfrm>
                <a:off x="6769080" y="838080"/>
                <a:ext cx="9720" cy="1452600"/>
              </a:xfrm>
              <a:prstGeom prst="rect">
                <a:avLst/>
              </a:prstGeom>
              <a:solidFill>
                <a:srgbClr val="ffdbd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6" name=""/>
              <p:cNvSpPr/>
              <p:nvPr/>
            </p:nvSpPr>
            <p:spPr>
              <a:xfrm>
                <a:off x="6778800" y="838080"/>
                <a:ext cx="12600" cy="1452600"/>
              </a:xfrm>
              <a:prstGeom prst="rect">
                <a:avLst/>
              </a:prstGeom>
              <a:solidFill>
                <a:srgbClr val="ffdad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7" name=""/>
              <p:cNvSpPr/>
              <p:nvPr/>
            </p:nvSpPr>
            <p:spPr>
              <a:xfrm>
                <a:off x="6791400" y="838080"/>
                <a:ext cx="9360" cy="1452600"/>
              </a:xfrm>
              <a:prstGeom prst="rect">
                <a:avLst/>
              </a:prstGeom>
              <a:solidFill>
                <a:srgbClr val="ffd9d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8" name=""/>
              <p:cNvSpPr/>
              <p:nvPr/>
            </p:nvSpPr>
            <p:spPr>
              <a:xfrm>
                <a:off x="6800760" y="838080"/>
                <a:ext cx="9720" cy="1452600"/>
              </a:xfrm>
              <a:prstGeom prst="rect">
                <a:avLst/>
              </a:prstGeom>
              <a:solidFill>
                <a:srgbClr val="ffd8d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09" name=""/>
              <p:cNvSpPr/>
              <p:nvPr/>
            </p:nvSpPr>
            <p:spPr>
              <a:xfrm>
                <a:off x="6810480" y="838080"/>
                <a:ext cx="12600" cy="1452600"/>
              </a:xfrm>
              <a:prstGeom prst="rect">
                <a:avLst/>
              </a:prstGeom>
              <a:solidFill>
                <a:srgbClr val="ffd7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0" name=""/>
              <p:cNvSpPr/>
              <p:nvPr/>
            </p:nvSpPr>
            <p:spPr>
              <a:xfrm>
                <a:off x="6823080" y="838080"/>
                <a:ext cx="9360" cy="1452600"/>
              </a:xfrm>
              <a:prstGeom prst="rect">
                <a:avLst/>
              </a:prstGeom>
              <a:solidFill>
                <a:srgbClr val="ffd6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1" name=""/>
              <p:cNvSpPr/>
              <p:nvPr/>
            </p:nvSpPr>
            <p:spPr>
              <a:xfrm>
                <a:off x="6832440" y="838080"/>
                <a:ext cx="9720" cy="1452600"/>
              </a:xfrm>
              <a:prstGeom prst="rect">
                <a:avLst/>
              </a:prstGeom>
              <a:solidFill>
                <a:srgbClr val="ffd6d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2" name=""/>
              <p:cNvSpPr/>
              <p:nvPr/>
            </p:nvSpPr>
            <p:spPr>
              <a:xfrm>
                <a:off x="6842160" y="838080"/>
                <a:ext cx="12600" cy="1452600"/>
              </a:xfrm>
              <a:prstGeom prst="rect">
                <a:avLst/>
              </a:prstGeom>
              <a:solidFill>
                <a:srgbClr val="ffd5d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3" name=""/>
              <p:cNvSpPr/>
              <p:nvPr/>
            </p:nvSpPr>
            <p:spPr>
              <a:xfrm>
                <a:off x="6854760" y="838080"/>
                <a:ext cx="9720" cy="1452600"/>
              </a:xfrm>
              <a:prstGeom prst="rect">
                <a:avLst/>
              </a:prstGeom>
              <a:solidFill>
                <a:srgbClr val="ffd4d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4" name=""/>
              <p:cNvSpPr/>
              <p:nvPr/>
            </p:nvSpPr>
            <p:spPr>
              <a:xfrm>
                <a:off x="6864480" y="838080"/>
                <a:ext cx="9360" cy="1452600"/>
              </a:xfrm>
              <a:prstGeom prst="rect">
                <a:avLst/>
              </a:prstGeom>
              <a:solidFill>
                <a:srgbClr val="ffd3d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5" name=""/>
              <p:cNvSpPr/>
              <p:nvPr/>
            </p:nvSpPr>
            <p:spPr>
              <a:xfrm>
                <a:off x="6873840" y="838080"/>
                <a:ext cx="12600" cy="1452600"/>
              </a:xfrm>
              <a:prstGeom prst="rect">
                <a:avLst/>
              </a:prstGeom>
              <a:solidFill>
                <a:srgbClr val="ffd2d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6" name=""/>
              <p:cNvSpPr/>
              <p:nvPr/>
            </p:nvSpPr>
            <p:spPr>
              <a:xfrm>
                <a:off x="6886440" y="838080"/>
                <a:ext cx="12960" cy="1452600"/>
              </a:xfrm>
              <a:prstGeom prst="rect">
                <a:avLst/>
              </a:prstGeom>
              <a:solidFill>
                <a:srgbClr val="ffd1c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7" name=""/>
              <p:cNvSpPr/>
              <p:nvPr/>
            </p:nvSpPr>
            <p:spPr>
              <a:xfrm>
                <a:off x="6899400" y="838080"/>
                <a:ext cx="9360" cy="1452600"/>
              </a:xfrm>
              <a:prstGeom prst="rect">
                <a:avLst/>
              </a:prstGeom>
              <a:solidFill>
                <a:srgbClr val="ffd0c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8" name=""/>
              <p:cNvSpPr/>
              <p:nvPr/>
            </p:nvSpPr>
            <p:spPr>
              <a:xfrm>
                <a:off x="6908760" y="838080"/>
                <a:ext cx="9720" cy="1452600"/>
              </a:xfrm>
              <a:prstGeom prst="rect">
                <a:avLst/>
              </a:prstGeom>
              <a:solidFill>
                <a:srgbClr val="ffcfc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19" name=""/>
              <p:cNvSpPr/>
              <p:nvPr/>
            </p:nvSpPr>
            <p:spPr>
              <a:xfrm>
                <a:off x="6918480" y="838080"/>
                <a:ext cx="9360" cy="1452600"/>
              </a:xfrm>
              <a:prstGeom prst="rect">
                <a:avLst/>
              </a:prstGeom>
              <a:solidFill>
                <a:srgbClr val="ffcec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0" name=""/>
              <p:cNvSpPr/>
              <p:nvPr/>
            </p:nvSpPr>
            <p:spPr>
              <a:xfrm>
                <a:off x="6927840" y="838080"/>
                <a:ext cx="9360" cy="1452600"/>
              </a:xfrm>
              <a:prstGeom prst="rect">
                <a:avLst/>
              </a:prstGeom>
              <a:solidFill>
                <a:srgbClr val="ffcec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1" name=""/>
              <p:cNvSpPr/>
              <p:nvPr/>
            </p:nvSpPr>
            <p:spPr>
              <a:xfrm>
                <a:off x="6937200" y="838080"/>
                <a:ext cx="16200" cy="1452600"/>
              </a:xfrm>
              <a:prstGeom prst="rect">
                <a:avLst/>
              </a:prstGeom>
              <a:solidFill>
                <a:srgbClr val="ffcdc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2" name=""/>
              <p:cNvSpPr/>
              <p:nvPr/>
            </p:nvSpPr>
            <p:spPr>
              <a:xfrm>
                <a:off x="6953400" y="838080"/>
                <a:ext cx="9360" cy="1452600"/>
              </a:xfrm>
              <a:prstGeom prst="rect">
                <a:avLst/>
              </a:prstGeom>
              <a:solidFill>
                <a:srgbClr val="ffccc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3" name=""/>
              <p:cNvSpPr/>
              <p:nvPr/>
            </p:nvSpPr>
            <p:spPr>
              <a:xfrm>
                <a:off x="6962760" y="838080"/>
                <a:ext cx="9720" cy="1452600"/>
              </a:xfrm>
              <a:prstGeom prst="rect">
                <a:avLst/>
              </a:prstGeom>
              <a:solidFill>
                <a:srgbClr val="ffcbc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4" name=""/>
              <p:cNvSpPr/>
              <p:nvPr/>
            </p:nvSpPr>
            <p:spPr>
              <a:xfrm>
                <a:off x="6972480" y="838080"/>
                <a:ext cx="9360" cy="1452600"/>
              </a:xfrm>
              <a:prstGeom prst="rect">
                <a:avLst/>
              </a:prstGeom>
              <a:solidFill>
                <a:srgbClr val="ffcac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5" name=""/>
              <p:cNvSpPr/>
              <p:nvPr/>
            </p:nvSpPr>
            <p:spPr>
              <a:xfrm>
                <a:off x="6981840" y="838080"/>
                <a:ext cx="12600" cy="1452600"/>
              </a:xfrm>
              <a:prstGeom prst="rect">
                <a:avLst/>
              </a:prstGeom>
              <a:solidFill>
                <a:srgbClr val="ffc9c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6" name=""/>
              <p:cNvSpPr/>
              <p:nvPr/>
            </p:nvSpPr>
            <p:spPr>
              <a:xfrm>
                <a:off x="6994440" y="838080"/>
                <a:ext cx="9720" cy="1452600"/>
              </a:xfrm>
              <a:prstGeom prst="rect">
                <a:avLst/>
              </a:prstGeom>
              <a:solidFill>
                <a:srgbClr val="ffc8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7" name=""/>
              <p:cNvSpPr/>
              <p:nvPr/>
            </p:nvSpPr>
            <p:spPr>
              <a:xfrm>
                <a:off x="7004160" y="838080"/>
                <a:ext cx="12600" cy="1452600"/>
              </a:xfrm>
              <a:prstGeom prst="rect">
                <a:avLst/>
              </a:prstGeom>
              <a:solidFill>
                <a:srgbClr val="ffc7c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8" name=""/>
              <p:cNvSpPr/>
              <p:nvPr/>
            </p:nvSpPr>
            <p:spPr>
              <a:xfrm>
                <a:off x="7016760" y="838080"/>
                <a:ext cx="9360" cy="1452600"/>
              </a:xfrm>
              <a:prstGeom prst="rect">
                <a:avLst/>
              </a:prstGeom>
              <a:solidFill>
                <a:srgbClr val="ffc6c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29" name=""/>
              <p:cNvSpPr/>
              <p:nvPr/>
            </p:nvSpPr>
            <p:spPr>
              <a:xfrm>
                <a:off x="7026120" y="838080"/>
                <a:ext cx="9720" cy="1452600"/>
              </a:xfrm>
              <a:prstGeom prst="rect">
                <a:avLst/>
              </a:prstGeom>
              <a:solidFill>
                <a:srgbClr val="ffc5c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0" name=""/>
              <p:cNvSpPr/>
              <p:nvPr/>
            </p:nvSpPr>
            <p:spPr>
              <a:xfrm>
                <a:off x="7035840" y="838080"/>
                <a:ext cx="9360" cy="1452600"/>
              </a:xfrm>
              <a:prstGeom prst="rect">
                <a:avLst/>
              </a:prstGeom>
              <a:solidFill>
                <a:srgbClr val="ffc4c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1" name=""/>
              <p:cNvSpPr/>
              <p:nvPr/>
            </p:nvSpPr>
            <p:spPr>
              <a:xfrm>
                <a:off x="7045200" y="838080"/>
                <a:ext cx="12960" cy="1452600"/>
              </a:xfrm>
              <a:prstGeom prst="rect">
                <a:avLst/>
              </a:prstGeom>
              <a:solidFill>
                <a:srgbClr val="ffc3c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2" name=""/>
              <p:cNvSpPr/>
              <p:nvPr/>
            </p:nvSpPr>
            <p:spPr>
              <a:xfrm>
                <a:off x="7058160" y="838080"/>
                <a:ext cx="9360" cy="1452600"/>
              </a:xfrm>
              <a:prstGeom prst="rect">
                <a:avLst/>
              </a:prstGeom>
              <a:solidFill>
                <a:srgbClr val="ffc2b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3" name=""/>
              <p:cNvSpPr/>
              <p:nvPr/>
            </p:nvSpPr>
            <p:spPr>
              <a:xfrm>
                <a:off x="7067520" y="838080"/>
                <a:ext cx="12600" cy="1452600"/>
              </a:xfrm>
              <a:prstGeom prst="rect">
                <a:avLst/>
              </a:prstGeom>
              <a:solidFill>
                <a:srgbClr val="ffc1b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4" name=""/>
              <p:cNvSpPr/>
              <p:nvPr/>
            </p:nvSpPr>
            <p:spPr>
              <a:xfrm>
                <a:off x="7080120" y="838080"/>
                <a:ext cx="9720" cy="1452600"/>
              </a:xfrm>
              <a:prstGeom prst="rect">
                <a:avLst/>
              </a:prstGeom>
              <a:solidFill>
                <a:srgbClr val="ffc0b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5" name=""/>
              <p:cNvSpPr/>
              <p:nvPr/>
            </p:nvSpPr>
            <p:spPr>
              <a:xfrm>
                <a:off x="7089840" y="838080"/>
                <a:ext cx="12600" cy="1452600"/>
              </a:xfrm>
              <a:prstGeom prst="rect">
                <a:avLst/>
              </a:prstGeom>
              <a:solidFill>
                <a:srgbClr val="ffbeb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6" name=""/>
              <p:cNvSpPr/>
              <p:nvPr/>
            </p:nvSpPr>
            <p:spPr>
              <a:xfrm>
                <a:off x="7102440" y="838080"/>
                <a:ext cx="9720" cy="1452600"/>
              </a:xfrm>
              <a:prstGeom prst="rect">
                <a:avLst/>
              </a:prstGeom>
              <a:solidFill>
                <a:srgbClr val="ffbdb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7" name=""/>
              <p:cNvSpPr/>
              <p:nvPr/>
            </p:nvSpPr>
            <p:spPr>
              <a:xfrm>
                <a:off x="7112160" y="838080"/>
                <a:ext cx="9360" cy="1452600"/>
              </a:xfrm>
              <a:prstGeom prst="rect">
                <a:avLst/>
              </a:prstGeom>
              <a:solidFill>
                <a:srgbClr val="ffbcb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8" name=""/>
              <p:cNvSpPr/>
              <p:nvPr/>
            </p:nvSpPr>
            <p:spPr>
              <a:xfrm>
                <a:off x="7121520" y="838080"/>
                <a:ext cx="9360" cy="1452600"/>
              </a:xfrm>
              <a:prstGeom prst="rect">
                <a:avLst/>
              </a:prstGeom>
              <a:solidFill>
                <a:srgbClr val="ffbbb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39" name=""/>
              <p:cNvSpPr/>
              <p:nvPr/>
            </p:nvSpPr>
            <p:spPr>
              <a:xfrm>
                <a:off x="7130880" y="838080"/>
                <a:ext cx="12960" cy="1452600"/>
              </a:xfrm>
              <a:prstGeom prst="rect">
                <a:avLst/>
              </a:prstGeom>
              <a:solidFill>
                <a:srgbClr val="ffbab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0" name=""/>
              <p:cNvSpPr/>
              <p:nvPr/>
            </p:nvSpPr>
            <p:spPr>
              <a:xfrm>
                <a:off x="7143840" y="838080"/>
                <a:ext cx="12600" cy="1452600"/>
              </a:xfrm>
              <a:prstGeom prst="rect">
                <a:avLst/>
              </a:prstGeom>
              <a:solidFill>
                <a:srgbClr val="ffb9b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1" name=""/>
              <p:cNvSpPr/>
              <p:nvPr/>
            </p:nvSpPr>
            <p:spPr>
              <a:xfrm>
                <a:off x="7156440" y="838080"/>
                <a:ext cx="9360" cy="1452600"/>
              </a:xfrm>
              <a:prstGeom prst="rect">
                <a:avLst/>
              </a:prstGeom>
              <a:solidFill>
                <a:srgbClr val="ffb8b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2" name=""/>
              <p:cNvSpPr/>
              <p:nvPr/>
            </p:nvSpPr>
            <p:spPr>
              <a:xfrm>
                <a:off x="7165800" y="838080"/>
                <a:ext cx="9720" cy="1452600"/>
              </a:xfrm>
              <a:prstGeom prst="rect">
                <a:avLst/>
              </a:prstGeom>
              <a:solidFill>
                <a:srgbClr val="ffb7b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3" name=""/>
              <p:cNvSpPr/>
              <p:nvPr/>
            </p:nvSpPr>
            <p:spPr>
              <a:xfrm>
                <a:off x="7175520" y="838080"/>
                <a:ext cx="9360" cy="1452600"/>
              </a:xfrm>
              <a:prstGeom prst="rect">
                <a:avLst/>
              </a:prstGeom>
              <a:solidFill>
                <a:srgbClr val="ffb6b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4" name=""/>
              <p:cNvSpPr/>
              <p:nvPr/>
            </p:nvSpPr>
            <p:spPr>
              <a:xfrm>
                <a:off x="7184880" y="838080"/>
                <a:ext cx="12960" cy="1452600"/>
              </a:xfrm>
              <a:prstGeom prst="rect">
                <a:avLst/>
              </a:prstGeom>
              <a:solidFill>
                <a:srgbClr val="ffb5b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5" name=""/>
              <p:cNvSpPr/>
              <p:nvPr/>
            </p:nvSpPr>
            <p:spPr>
              <a:xfrm>
                <a:off x="7197840" y="838080"/>
                <a:ext cx="12600" cy="1452600"/>
              </a:xfrm>
              <a:prstGeom prst="rect">
                <a:avLst/>
              </a:prstGeom>
              <a:solidFill>
                <a:srgbClr val="ffb3b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6" name=""/>
              <p:cNvSpPr/>
              <p:nvPr/>
            </p:nvSpPr>
            <p:spPr>
              <a:xfrm>
                <a:off x="7210440" y="838080"/>
                <a:ext cx="9360" cy="1452600"/>
              </a:xfrm>
              <a:prstGeom prst="rect">
                <a:avLst/>
              </a:prstGeom>
              <a:solidFill>
                <a:srgbClr val="ffb2a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7" name=""/>
              <p:cNvSpPr/>
              <p:nvPr/>
            </p:nvSpPr>
            <p:spPr>
              <a:xfrm>
                <a:off x="7219800" y="838080"/>
                <a:ext cx="9720" cy="1452600"/>
              </a:xfrm>
              <a:prstGeom prst="rect">
                <a:avLst/>
              </a:prstGeom>
              <a:solidFill>
                <a:srgbClr val="ffb1a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8" name=""/>
              <p:cNvSpPr/>
              <p:nvPr/>
            </p:nvSpPr>
            <p:spPr>
              <a:xfrm>
                <a:off x="7229520" y="838080"/>
                <a:ext cx="9360" cy="1452600"/>
              </a:xfrm>
              <a:prstGeom prst="rect">
                <a:avLst/>
              </a:prstGeom>
              <a:solidFill>
                <a:srgbClr val="ffb0a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49" name=""/>
              <p:cNvSpPr/>
              <p:nvPr/>
            </p:nvSpPr>
            <p:spPr>
              <a:xfrm>
                <a:off x="7238880" y="838080"/>
                <a:ext cx="12960" cy="1452600"/>
              </a:xfrm>
              <a:prstGeom prst="rect">
                <a:avLst/>
              </a:prstGeom>
              <a:solidFill>
                <a:srgbClr val="ffafa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0" name=""/>
              <p:cNvSpPr/>
              <p:nvPr/>
            </p:nvSpPr>
            <p:spPr>
              <a:xfrm>
                <a:off x="7251840" y="838080"/>
                <a:ext cx="9360" cy="1452600"/>
              </a:xfrm>
              <a:prstGeom prst="rect">
                <a:avLst/>
              </a:prstGeom>
              <a:solidFill>
                <a:srgbClr val="ffaea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1" name=""/>
              <p:cNvSpPr/>
              <p:nvPr/>
            </p:nvSpPr>
            <p:spPr>
              <a:xfrm>
                <a:off x="7261200" y="838080"/>
                <a:ext cx="12600" cy="1452600"/>
              </a:xfrm>
              <a:prstGeom prst="rect">
                <a:avLst/>
              </a:prstGeom>
              <a:solidFill>
                <a:srgbClr val="ffada8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2" name=""/>
              <p:cNvSpPr/>
              <p:nvPr/>
            </p:nvSpPr>
            <p:spPr>
              <a:xfrm>
                <a:off x="7273800" y="838080"/>
                <a:ext cx="9720" cy="1452600"/>
              </a:xfrm>
              <a:prstGeom prst="rect">
                <a:avLst/>
              </a:prstGeom>
              <a:solidFill>
                <a:srgbClr val="ffaba7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3" name=""/>
              <p:cNvSpPr/>
              <p:nvPr/>
            </p:nvSpPr>
            <p:spPr>
              <a:xfrm>
                <a:off x="7283520" y="838080"/>
                <a:ext cx="9360" cy="1452600"/>
              </a:xfrm>
              <a:prstGeom prst="rect">
                <a:avLst/>
              </a:prstGeom>
              <a:solidFill>
                <a:srgbClr val="ffaaa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4" name=""/>
              <p:cNvSpPr/>
              <p:nvPr/>
            </p:nvSpPr>
            <p:spPr>
              <a:xfrm>
                <a:off x="7292880" y="838080"/>
                <a:ext cx="12960" cy="1452600"/>
              </a:xfrm>
              <a:prstGeom prst="rect">
                <a:avLst/>
              </a:prstGeom>
              <a:solidFill>
                <a:srgbClr val="ffa9a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  <p:sp>
            <p:nvSpPr>
              <p:cNvPr id="1055" name=""/>
              <p:cNvSpPr/>
              <p:nvPr/>
            </p:nvSpPr>
            <p:spPr>
              <a:xfrm>
                <a:off x="7305840" y="838080"/>
                <a:ext cx="9360" cy="1452600"/>
              </a:xfrm>
              <a:prstGeom prst="rect">
                <a:avLst/>
              </a:prstGeom>
              <a:solidFill>
                <a:srgbClr val="ffa8a3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en-IN" sz="2400" strike="noStrike" u="none">
                  <a:solidFill>
                    <a:srgbClr val="0060aa"/>
                  </a:solidFill>
                  <a:effectLst/>
                  <a:uFillTx/>
                  <a:latin typeface="Times New Roman"/>
                </a:endParaRPr>
              </a:p>
            </p:txBody>
          </p:sp>
        </p:grpSp>
        <p:sp>
          <p:nvSpPr>
            <p:cNvPr id="1056" name=""/>
            <p:cNvSpPr/>
            <p:nvPr/>
          </p:nvSpPr>
          <p:spPr>
            <a:xfrm>
              <a:off x="7315200" y="838080"/>
              <a:ext cx="9360" cy="1452600"/>
            </a:xfrm>
            <a:prstGeom prst="rect">
              <a:avLst/>
            </a:prstGeom>
            <a:solidFill>
              <a:srgbClr val="ffa7a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7" name=""/>
            <p:cNvSpPr/>
            <p:nvPr/>
          </p:nvSpPr>
          <p:spPr>
            <a:xfrm>
              <a:off x="7324560" y="838080"/>
              <a:ext cx="12960" cy="1452600"/>
            </a:xfrm>
            <a:prstGeom prst="rect">
              <a:avLst/>
            </a:prstGeom>
            <a:solidFill>
              <a:srgbClr val="ffa5a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8" name=""/>
            <p:cNvSpPr/>
            <p:nvPr/>
          </p:nvSpPr>
          <p:spPr>
            <a:xfrm>
              <a:off x="7337520" y="838080"/>
              <a:ext cx="12600" cy="1452600"/>
            </a:xfrm>
            <a:prstGeom prst="rect">
              <a:avLst/>
            </a:prstGeom>
            <a:solidFill>
              <a:srgbClr val="ffa49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59" name=""/>
            <p:cNvSpPr/>
            <p:nvPr/>
          </p:nvSpPr>
          <p:spPr>
            <a:xfrm>
              <a:off x="7350120" y="838080"/>
              <a:ext cx="9360" cy="1452600"/>
            </a:xfrm>
            <a:prstGeom prst="rect">
              <a:avLst/>
            </a:prstGeom>
            <a:solidFill>
              <a:srgbClr val="ffa39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0" name=""/>
            <p:cNvSpPr/>
            <p:nvPr/>
          </p:nvSpPr>
          <p:spPr>
            <a:xfrm>
              <a:off x="7359480" y="838080"/>
              <a:ext cx="9720" cy="1452600"/>
            </a:xfrm>
            <a:prstGeom prst="rect">
              <a:avLst/>
            </a:prstGeom>
            <a:solidFill>
              <a:srgbClr val="ffa29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1" name=""/>
            <p:cNvSpPr/>
            <p:nvPr/>
          </p:nvSpPr>
          <p:spPr>
            <a:xfrm>
              <a:off x="7369200" y="838080"/>
              <a:ext cx="9360" cy="1452600"/>
            </a:xfrm>
            <a:prstGeom prst="rect">
              <a:avLst/>
            </a:prstGeom>
            <a:solidFill>
              <a:srgbClr val="ffa19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2" name=""/>
            <p:cNvSpPr/>
            <p:nvPr/>
          </p:nvSpPr>
          <p:spPr>
            <a:xfrm>
              <a:off x="7378560" y="838080"/>
              <a:ext cx="12960" cy="1452600"/>
            </a:xfrm>
            <a:prstGeom prst="rect">
              <a:avLst/>
            </a:prstGeom>
            <a:solidFill>
              <a:srgbClr val="ff9f9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3" name=""/>
            <p:cNvSpPr/>
            <p:nvPr/>
          </p:nvSpPr>
          <p:spPr>
            <a:xfrm>
              <a:off x="7391520" y="838080"/>
              <a:ext cx="9360" cy="1452600"/>
            </a:xfrm>
            <a:prstGeom prst="rect">
              <a:avLst/>
            </a:prstGeom>
            <a:solidFill>
              <a:srgbClr val="ff9e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4" name=""/>
            <p:cNvSpPr/>
            <p:nvPr/>
          </p:nvSpPr>
          <p:spPr>
            <a:xfrm>
              <a:off x="7400880" y="838080"/>
              <a:ext cx="12600" cy="1452600"/>
            </a:xfrm>
            <a:prstGeom prst="rect">
              <a:avLst/>
            </a:prstGeom>
            <a:solidFill>
              <a:srgbClr val="ff9d9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5" name=""/>
            <p:cNvSpPr/>
            <p:nvPr/>
          </p:nvSpPr>
          <p:spPr>
            <a:xfrm>
              <a:off x="7413480" y="838080"/>
              <a:ext cx="9720" cy="1452600"/>
            </a:xfrm>
            <a:prstGeom prst="rect">
              <a:avLst/>
            </a:prstGeom>
            <a:solidFill>
              <a:srgbClr val="ff9c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6" name=""/>
            <p:cNvSpPr/>
            <p:nvPr/>
          </p:nvSpPr>
          <p:spPr>
            <a:xfrm>
              <a:off x="7423200" y="838080"/>
              <a:ext cx="9360" cy="1452600"/>
            </a:xfrm>
            <a:prstGeom prst="rect">
              <a:avLst/>
            </a:prstGeom>
            <a:solidFill>
              <a:srgbClr val="ff9b9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7" name=""/>
            <p:cNvSpPr/>
            <p:nvPr/>
          </p:nvSpPr>
          <p:spPr>
            <a:xfrm>
              <a:off x="7432560" y="838080"/>
              <a:ext cx="12960" cy="1452600"/>
            </a:xfrm>
            <a:prstGeom prst="rect">
              <a:avLst/>
            </a:prstGeom>
            <a:solidFill>
              <a:srgbClr val="ff9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8" name=""/>
            <p:cNvSpPr/>
            <p:nvPr/>
          </p:nvSpPr>
          <p:spPr>
            <a:xfrm>
              <a:off x="7445520" y="838080"/>
              <a:ext cx="9360" cy="1452600"/>
            </a:xfrm>
            <a:prstGeom prst="rect">
              <a:avLst/>
            </a:prstGeom>
            <a:solidFill>
              <a:srgbClr val="ff989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69" name=""/>
            <p:cNvSpPr/>
            <p:nvPr/>
          </p:nvSpPr>
          <p:spPr>
            <a:xfrm>
              <a:off x="7454880" y="838080"/>
              <a:ext cx="12600" cy="1452600"/>
            </a:xfrm>
            <a:prstGeom prst="rect">
              <a:avLst/>
            </a:prstGeom>
            <a:solidFill>
              <a:srgbClr val="ff979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0" name=""/>
            <p:cNvSpPr/>
            <p:nvPr/>
          </p:nvSpPr>
          <p:spPr>
            <a:xfrm>
              <a:off x="7467480" y="838080"/>
              <a:ext cx="9720" cy="1452600"/>
            </a:xfrm>
            <a:prstGeom prst="rect">
              <a:avLst/>
            </a:prstGeom>
            <a:solidFill>
              <a:srgbClr val="ff969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1" name=""/>
            <p:cNvSpPr/>
            <p:nvPr/>
          </p:nvSpPr>
          <p:spPr>
            <a:xfrm>
              <a:off x="7477200" y="838080"/>
              <a:ext cx="9360" cy="1452600"/>
            </a:xfrm>
            <a:prstGeom prst="rect">
              <a:avLst/>
            </a:prstGeom>
            <a:solidFill>
              <a:srgbClr val="ff94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2" name=""/>
            <p:cNvSpPr/>
            <p:nvPr/>
          </p:nvSpPr>
          <p:spPr>
            <a:xfrm>
              <a:off x="7486560" y="838080"/>
              <a:ext cx="9720" cy="1452600"/>
            </a:xfrm>
            <a:prstGeom prst="rect">
              <a:avLst/>
            </a:prstGeom>
            <a:solidFill>
              <a:srgbClr val="ff938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3" name=""/>
            <p:cNvSpPr/>
            <p:nvPr/>
          </p:nvSpPr>
          <p:spPr>
            <a:xfrm>
              <a:off x="7496280" y="838080"/>
              <a:ext cx="12600" cy="1452600"/>
            </a:xfrm>
            <a:prstGeom prst="rect">
              <a:avLst/>
            </a:prstGeom>
            <a:solidFill>
              <a:srgbClr val="ff928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4" name=""/>
            <p:cNvSpPr/>
            <p:nvPr/>
          </p:nvSpPr>
          <p:spPr>
            <a:xfrm>
              <a:off x="7508880" y="838080"/>
              <a:ext cx="9360" cy="1452600"/>
            </a:xfrm>
            <a:prstGeom prst="rect">
              <a:avLst/>
            </a:prstGeom>
            <a:solidFill>
              <a:srgbClr val="ff91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5" name=""/>
            <p:cNvSpPr/>
            <p:nvPr/>
          </p:nvSpPr>
          <p:spPr>
            <a:xfrm>
              <a:off x="7518240" y="838080"/>
              <a:ext cx="12960" cy="1452600"/>
            </a:xfrm>
            <a:prstGeom prst="rect">
              <a:avLst/>
            </a:prstGeom>
            <a:solidFill>
              <a:srgbClr val="ff8f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6" name=""/>
            <p:cNvSpPr/>
            <p:nvPr/>
          </p:nvSpPr>
          <p:spPr>
            <a:xfrm>
              <a:off x="7531200" y="838080"/>
              <a:ext cx="9360" cy="1452600"/>
            </a:xfrm>
            <a:prstGeom prst="rect">
              <a:avLst/>
            </a:prstGeom>
            <a:solidFill>
              <a:srgbClr val="ff8e8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7" name=""/>
            <p:cNvSpPr/>
            <p:nvPr/>
          </p:nvSpPr>
          <p:spPr>
            <a:xfrm>
              <a:off x="7540560" y="838080"/>
              <a:ext cx="9720" cy="1452600"/>
            </a:xfrm>
            <a:prstGeom prst="rect">
              <a:avLst/>
            </a:prstGeom>
            <a:solidFill>
              <a:srgbClr val="ff8d8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8" name=""/>
            <p:cNvSpPr/>
            <p:nvPr/>
          </p:nvSpPr>
          <p:spPr>
            <a:xfrm>
              <a:off x="7550280" y="838080"/>
              <a:ext cx="12600" cy="1452600"/>
            </a:xfrm>
            <a:prstGeom prst="rect">
              <a:avLst/>
            </a:prstGeom>
            <a:solidFill>
              <a:srgbClr val="ff8c8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79" name=""/>
            <p:cNvSpPr/>
            <p:nvPr/>
          </p:nvSpPr>
          <p:spPr>
            <a:xfrm>
              <a:off x="7562880" y="838080"/>
              <a:ext cx="9360" cy="1452600"/>
            </a:xfrm>
            <a:prstGeom prst="rect">
              <a:avLst/>
            </a:prstGeom>
            <a:solidFill>
              <a:srgbClr val="ff8a8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0" name=""/>
            <p:cNvSpPr/>
            <p:nvPr/>
          </p:nvSpPr>
          <p:spPr>
            <a:xfrm>
              <a:off x="7572240" y="838080"/>
              <a:ext cx="12960" cy="1452600"/>
            </a:xfrm>
            <a:prstGeom prst="rect">
              <a:avLst/>
            </a:prstGeom>
            <a:solidFill>
              <a:srgbClr val="ff898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1" name=""/>
            <p:cNvSpPr/>
            <p:nvPr/>
          </p:nvSpPr>
          <p:spPr>
            <a:xfrm>
              <a:off x="7585200" y="838080"/>
              <a:ext cx="9360" cy="1452600"/>
            </a:xfrm>
            <a:prstGeom prst="rect">
              <a:avLst/>
            </a:prstGeom>
            <a:solidFill>
              <a:srgbClr val="ff888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2" name=""/>
            <p:cNvSpPr/>
            <p:nvPr/>
          </p:nvSpPr>
          <p:spPr>
            <a:xfrm>
              <a:off x="7594560" y="838080"/>
              <a:ext cx="12600" cy="1452600"/>
            </a:xfrm>
            <a:prstGeom prst="rect">
              <a:avLst/>
            </a:prstGeom>
            <a:solidFill>
              <a:srgbClr val="ff877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3" name=""/>
            <p:cNvSpPr/>
            <p:nvPr/>
          </p:nvSpPr>
          <p:spPr>
            <a:xfrm>
              <a:off x="7607160" y="838080"/>
              <a:ext cx="9720" cy="1452600"/>
            </a:xfrm>
            <a:prstGeom prst="rect">
              <a:avLst/>
            </a:prstGeom>
            <a:solidFill>
              <a:srgbClr val="ff857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4" name=""/>
            <p:cNvSpPr/>
            <p:nvPr/>
          </p:nvSpPr>
          <p:spPr>
            <a:xfrm>
              <a:off x="7616880" y="838080"/>
              <a:ext cx="9360" cy="1452600"/>
            </a:xfrm>
            <a:prstGeom prst="rect">
              <a:avLst/>
            </a:prstGeom>
            <a:solidFill>
              <a:srgbClr val="ff847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5" name=""/>
            <p:cNvSpPr/>
            <p:nvPr/>
          </p:nvSpPr>
          <p:spPr>
            <a:xfrm>
              <a:off x="7626240" y="838080"/>
              <a:ext cx="12960" cy="1452600"/>
            </a:xfrm>
            <a:prstGeom prst="rect">
              <a:avLst/>
            </a:prstGeom>
            <a:solidFill>
              <a:srgbClr val="ff83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6" name=""/>
            <p:cNvSpPr/>
            <p:nvPr/>
          </p:nvSpPr>
          <p:spPr>
            <a:xfrm>
              <a:off x="7639200" y="838080"/>
              <a:ext cx="9360" cy="1452600"/>
            </a:xfrm>
            <a:prstGeom prst="rect">
              <a:avLst/>
            </a:prstGeom>
            <a:solidFill>
              <a:srgbClr val="ff827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7" name=""/>
            <p:cNvSpPr/>
            <p:nvPr/>
          </p:nvSpPr>
          <p:spPr>
            <a:xfrm>
              <a:off x="7648560" y="838080"/>
              <a:ext cx="9720" cy="1452600"/>
            </a:xfrm>
            <a:prstGeom prst="rect">
              <a:avLst/>
            </a:prstGeom>
            <a:solidFill>
              <a:srgbClr val="ff817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8" name=""/>
            <p:cNvSpPr/>
            <p:nvPr/>
          </p:nvSpPr>
          <p:spPr>
            <a:xfrm>
              <a:off x="7658280" y="838080"/>
              <a:ext cx="12600" cy="1452600"/>
            </a:xfrm>
            <a:prstGeom prst="rect">
              <a:avLst/>
            </a:prstGeom>
            <a:solidFill>
              <a:srgbClr val="ff7f7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89" name=""/>
            <p:cNvSpPr/>
            <p:nvPr/>
          </p:nvSpPr>
          <p:spPr>
            <a:xfrm>
              <a:off x="7670880" y="838080"/>
              <a:ext cx="9360" cy="1452600"/>
            </a:xfrm>
            <a:prstGeom prst="rect">
              <a:avLst/>
            </a:prstGeom>
            <a:solidFill>
              <a:srgbClr val="ff7e7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0" name=""/>
            <p:cNvSpPr/>
            <p:nvPr/>
          </p:nvSpPr>
          <p:spPr>
            <a:xfrm>
              <a:off x="7680240" y="838080"/>
              <a:ext cx="9720" cy="1452600"/>
            </a:xfrm>
            <a:prstGeom prst="rect">
              <a:avLst/>
            </a:prstGeom>
            <a:solidFill>
              <a:srgbClr val="ff7d7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1" name=""/>
            <p:cNvSpPr/>
            <p:nvPr/>
          </p:nvSpPr>
          <p:spPr>
            <a:xfrm>
              <a:off x="7689960" y="838080"/>
              <a:ext cx="12600" cy="1452600"/>
            </a:xfrm>
            <a:prstGeom prst="rect">
              <a:avLst/>
            </a:prstGeom>
            <a:solidFill>
              <a:srgbClr val="ff7c7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2" name=""/>
            <p:cNvSpPr/>
            <p:nvPr/>
          </p:nvSpPr>
          <p:spPr>
            <a:xfrm>
              <a:off x="7702560" y="838080"/>
              <a:ext cx="9360" cy="1452600"/>
            </a:xfrm>
            <a:prstGeom prst="rect">
              <a:avLst/>
            </a:prstGeom>
            <a:solidFill>
              <a:srgbClr val="ff7a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3" name=""/>
            <p:cNvSpPr/>
            <p:nvPr/>
          </p:nvSpPr>
          <p:spPr>
            <a:xfrm>
              <a:off x="7711920" y="838080"/>
              <a:ext cx="12960" cy="1452600"/>
            </a:xfrm>
            <a:prstGeom prst="rect">
              <a:avLst/>
            </a:prstGeom>
            <a:solidFill>
              <a:srgbClr val="ff797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4" name=""/>
            <p:cNvSpPr/>
            <p:nvPr/>
          </p:nvSpPr>
          <p:spPr>
            <a:xfrm>
              <a:off x="7724880" y="838080"/>
              <a:ext cx="9360" cy="1452600"/>
            </a:xfrm>
            <a:prstGeom prst="rect">
              <a:avLst/>
            </a:prstGeom>
            <a:solidFill>
              <a:srgbClr val="ff786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5" name=""/>
            <p:cNvSpPr/>
            <p:nvPr/>
          </p:nvSpPr>
          <p:spPr>
            <a:xfrm>
              <a:off x="7734240" y="838080"/>
              <a:ext cx="9720" cy="1452600"/>
            </a:xfrm>
            <a:prstGeom prst="rect">
              <a:avLst/>
            </a:prstGeom>
            <a:solidFill>
              <a:srgbClr val="ff776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6" name=""/>
            <p:cNvSpPr/>
            <p:nvPr/>
          </p:nvSpPr>
          <p:spPr>
            <a:xfrm>
              <a:off x="7743960" y="838080"/>
              <a:ext cx="9360" cy="1452600"/>
            </a:xfrm>
            <a:prstGeom prst="rect">
              <a:avLst/>
            </a:prstGeom>
            <a:solidFill>
              <a:srgbClr val="ff76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7" name=""/>
            <p:cNvSpPr/>
            <p:nvPr/>
          </p:nvSpPr>
          <p:spPr>
            <a:xfrm>
              <a:off x="7753320" y="838080"/>
              <a:ext cx="12600" cy="1452600"/>
            </a:xfrm>
            <a:prstGeom prst="rect">
              <a:avLst/>
            </a:prstGeom>
            <a:solidFill>
              <a:srgbClr val="ff746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8" name=""/>
            <p:cNvSpPr/>
            <p:nvPr/>
          </p:nvSpPr>
          <p:spPr>
            <a:xfrm>
              <a:off x="7765920" y="838080"/>
              <a:ext cx="9720" cy="1452600"/>
            </a:xfrm>
            <a:prstGeom prst="rect">
              <a:avLst/>
            </a:prstGeom>
            <a:solidFill>
              <a:srgbClr val="ff736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099" name=""/>
            <p:cNvSpPr/>
            <p:nvPr/>
          </p:nvSpPr>
          <p:spPr>
            <a:xfrm>
              <a:off x="7775640" y="838080"/>
              <a:ext cx="12600" cy="1452600"/>
            </a:xfrm>
            <a:prstGeom prst="rect">
              <a:avLst/>
            </a:prstGeom>
            <a:solidFill>
              <a:srgbClr val="ff726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0" name=""/>
            <p:cNvSpPr/>
            <p:nvPr/>
          </p:nvSpPr>
          <p:spPr>
            <a:xfrm>
              <a:off x="7788240" y="838080"/>
              <a:ext cx="9720" cy="1452600"/>
            </a:xfrm>
            <a:prstGeom prst="rect">
              <a:avLst/>
            </a:prstGeom>
            <a:solidFill>
              <a:srgbClr val="ff716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1" name=""/>
            <p:cNvSpPr/>
            <p:nvPr/>
          </p:nvSpPr>
          <p:spPr>
            <a:xfrm>
              <a:off x="7797960" y="838080"/>
              <a:ext cx="9360" cy="1452600"/>
            </a:xfrm>
            <a:prstGeom prst="rect">
              <a:avLst/>
            </a:prstGeom>
            <a:solidFill>
              <a:srgbClr val="ff706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2" name=""/>
            <p:cNvSpPr/>
            <p:nvPr/>
          </p:nvSpPr>
          <p:spPr>
            <a:xfrm>
              <a:off x="7807320" y="838080"/>
              <a:ext cx="12600" cy="1452600"/>
            </a:xfrm>
            <a:prstGeom prst="rect">
              <a:avLst/>
            </a:prstGeom>
            <a:solidFill>
              <a:srgbClr val="ff6e6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3" name=""/>
            <p:cNvSpPr/>
            <p:nvPr/>
          </p:nvSpPr>
          <p:spPr>
            <a:xfrm>
              <a:off x="7819920" y="838080"/>
              <a:ext cx="12960" cy="1452600"/>
            </a:xfrm>
            <a:prstGeom prst="rect">
              <a:avLst/>
            </a:prstGeom>
            <a:solidFill>
              <a:srgbClr val="ff6d6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4" name=""/>
            <p:cNvSpPr/>
            <p:nvPr/>
          </p:nvSpPr>
          <p:spPr>
            <a:xfrm>
              <a:off x="7832880" y="838080"/>
              <a:ext cx="9360" cy="1452600"/>
            </a:xfrm>
            <a:prstGeom prst="rect">
              <a:avLst/>
            </a:prstGeom>
            <a:solidFill>
              <a:srgbClr val="ff6c6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5" name=""/>
            <p:cNvSpPr/>
            <p:nvPr/>
          </p:nvSpPr>
          <p:spPr>
            <a:xfrm>
              <a:off x="7842240" y="838080"/>
              <a:ext cx="9360" cy="1452600"/>
            </a:xfrm>
            <a:prstGeom prst="rect">
              <a:avLst/>
            </a:prstGeom>
            <a:solidFill>
              <a:srgbClr val="ff6b6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6" name=""/>
            <p:cNvSpPr/>
            <p:nvPr/>
          </p:nvSpPr>
          <p:spPr>
            <a:xfrm>
              <a:off x="7851600" y="838080"/>
              <a:ext cx="12960" cy="1452600"/>
            </a:xfrm>
            <a:prstGeom prst="rect">
              <a:avLst/>
            </a:prstGeom>
            <a:solidFill>
              <a:srgbClr val="ff6a5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7" name=""/>
            <p:cNvSpPr/>
            <p:nvPr/>
          </p:nvSpPr>
          <p:spPr>
            <a:xfrm>
              <a:off x="7864560" y="838080"/>
              <a:ext cx="9360" cy="1452600"/>
            </a:xfrm>
            <a:prstGeom prst="rect">
              <a:avLst/>
            </a:prstGeom>
            <a:solidFill>
              <a:srgbClr val="ff695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8" name=""/>
            <p:cNvSpPr/>
            <p:nvPr/>
          </p:nvSpPr>
          <p:spPr>
            <a:xfrm>
              <a:off x="7873920" y="838080"/>
              <a:ext cx="9720" cy="1452600"/>
            </a:xfrm>
            <a:prstGeom prst="rect">
              <a:avLst/>
            </a:prstGeom>
            <a:solidFill>
              <a:srgbClr val="ff68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09" name=""/>
            <p:cNvSpPr/>
            <p:nvPr/>
          </p:nvSpPr>
          <p:spPr>
            <a:xfrm>
              <a:off x="7883640" y="838080"/>
              <a:ext cx="12600" cy="1452600"/>
            </a:xfrm>
            <a:prstGeom prst="rect">
              <a:avLst/>
            </a:prstGeom>
            <a:solidFill>
              <a:srgbClr val="ff665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0" name=""/>
            <p:cNvSpPr/>
            <p:nvPr/>
          </p:nvSpPr>
          <p:spPr>
            <a:xfrm>
              <a:off x="7896240" y="838080"/>
              <a:ext cx="9360" cy="1452600"/>
            </a:xfrm>
            <a:prstGeom prst="rect">
              <a:avLst/>
            </a:prstGeom>
            <a:solidFill>
              <a:srgbClr val="ff65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1" name=""/>
            <p:cNvSpPr/>
            <p:nvPr/>
          </p:nvSpPr>
          <p:spPr>
            <a:xfrm>
              <a:off x="7905600" y="838080"/>
              <a:ext cx="12960" cy="1452600"/>
            </a:xfrm>
            <a:prstGeom prst="rect">
              <a:avLst/>
            </a:prstGeom>
            <a:solidFill>
              <a:srgbClr val="ff645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2" name=""/>
            <p:cNvSpPr/>
            <p:nvPr/>
          </p:nvSpPr>
          <p:spPr>
            <a:xfrm>
              <a:off x="7918560" y="838080"/>
              <a:ext cx="9360" cy="1452600"/>
            </a:xfrm>
            <a:prstGeom prst="rect">
              <a:avLst/>
            </a:prstGeom>
            <a:solidFill>
              <a:srgbClr val="ff635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3" name=""/>
            <p:cNvSpPr/>
            <p:nvPr/>
          </p:nvSpPr>
          <p:spPr>
            <a:xfrm>
              <a:off x="7927920" y="838080"/>
              <a:ext cx="9720" cy="1452600"/>
            </a:xfrm>
            <a:prstGeom prst="rect">
              <a:avLst/>
            </a:prstGeom>
            <a:solidFill>
              <a:srgbClr val="ff625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4" name=""/>
            <p:cNvSpPr/>
            <p:nvPr/>
          </p:nvSpPr>
          <p:spPr>
            <a:xfrm>
              <a:off x="7937640" y="838080"/>
              <a:ext cx="9360" cy="1452600"/>
            </a:xfrm>
            <a:prstGeom prst="rect">
              <a:avLst/>
            </a:prstGeom>
            <a:solidFill>
              <a:srgbClr val="ff615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5" name=""/>
            <p:cNvSpPr/>
            <p:nvPr/>
          </p:nvSpPr>
          <p:spPr>
            <a:xfrm>
              <a:off x="7947000" y="838080"/>
              <a:ext cx="12600" cy="1452600"/>
            </a:xfrm>
            <a:prstGeom prst="rect">
              <a:avLst/>
            </a:prstGeom>
            <a:solidFill>
              <a:srgbClr val="ff60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6" name=""/>
            <p:cNvSpPr/>
            <p:nvPr/>
          </p:nvSpPr>
          <p:spPr>
            <a:xfrm>
              <a:off x="7959600" y="838080"/>
              <a:ext cx="9720" cy="1452600"/>
            </a:xfrm>
            <a:prstGeom prst="rect">
              <a:avLst/>
            </a:prstGeom>
            <a:solidFill>
              <a:srgbClr val="ff5f5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7" name=""/>
            <p:cNvSpPr/>
            <p:nvPr/>
          </p:nvSpPr>
          <p:spPr>
            <a:xfrm>
              <a:off x="7969320" y="838080"/>
              <a:ext cx="12600" cy="1452600"/>
            </a:xfrm>
            <a:prstGeom prst="rect">
              <a:avLst/>
            </a:prstGeom>
            <a:solidFill>
              <a:srgbClr val="ff5e5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8" name=""/>
            <p:cNvSpPr/>
            <p:nvPr/>
          </p:nvSpPr>
          <p:spPr>
            <a:xfrm>
              <a:off x="7981920" y="838080"/>
              <a:ext cx="9720" cy="1452600"/>
            </a:xfrm>
            <a:prstGeom prst="rect">
              <a:avLst/>
            </a:prstGeom>
            <a:solidFill>
              <a:srgbClr val="ff5c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19" name=""/>
            <p:cNvSpPr/>
            <p:nvPr/>
          </p:nvSpPr>
          <p:spPr>
            <a:xfrm>
              <a:off x="7991640" y="838080"/>
              <a:ext cx="9360" cy="1452600"/>
            </a:xfrm>
            <a:prstGeom prst="rect">
              <a:avLst/>
            </a:prstGeom>
            <a:solidFill>
              <a:srgbClr val="ff5b4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0" name=""/>
            <p:cNvSpPr/>
            <p:nvPr/>
          </p:nvSpPr>
          <p:spPr>
            <a:xfrm>
              <a:off x="8001000" y="838080"/>
              <a:ext cx="9360" cy="1452600"/>
            </a:xfrm>
            <a:prstGeom prst="rect">
              <a:avLst/>
            </a:prstGeom>
            <a:solidFill>
              <a:srgbClr val="ff5a4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1" name=""/>
            <p:cNvSpPr/>
            <p:nvPr/>
          </p:nvSpPr>
          <p:spPr>
            <a:xfrm>
              <a:off x="8010360" y="838080"/>
              <a:ext cx="16200" cy="1452600"/>
            </a:xfrm>
            <a:prstGeom prst="rect">
              <a:avLst/>
            </a:prstGeom>
            <a:solidFill>
              <a:srgbClr val="ff594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2" name=""/>
            <p:cNvSpPr/>
            <p:nvPr/>
          </p:nvSpPr>
          <p:spPr>
            <a:xfrm>
              <a:off x="8026560" y="838080"/>
              <a:ext cx="9360" cy="1452600"/>
            </a:xfrm>
            <a:prstGeom prst="rect">
              <a:avLst/>
            </a:prstGeom>
            <a:solidFill>
              <a:srgbClr val="ff584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3" name=""/>
            <p:cNvSpPr/>
            <p:nvPr/>
          </p:nvSpPr>
          <p:spPr>
            <a:xfrm>
              <a:off x="8035920" y="838080"/>
              <a:ext cx="9360" cy="1452600"/>
            </a:xfrm>
            <a:prstGeom prst="rect">
              <a:avLst/>
            </a:prstGeom>
            <a:solidFill>
              <a:srgbClr val="ff574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4" name=""/>
            <p:cNvSpPr/>
            <p:nvPr/>
          </p:nvSpPr>
          <p:spPr>
            <a:xfrm>
              <a:off x="8045280" y="838080"/>
              <a:ext cx="9720" cy="1452600"/>
            </a:xfrm>
            <a:prstGeom prst="rect">
              <a:avLst/>
            </a:prstGeom>
            <a:solidFill>
              <a:srgbClr val="ff564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5" name=""/>
            <p:cNvSpPr/>
            <p:nvPr/>
          </p:nvSpPr>
          <p:spPr>
            <a:xfrm>
              <a:off x="8055000" y="838080"/>
              <a:ext cx="9360" cy="1452600"/>
            </a:xfrm>
            <a:prstGeom prst="rect">
              <a:avLst/>
            </a:prstGeom>
            <a:solidFill>
              <a:srgbClr val="ff554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6" name=""/>
            <p:cNvSpPr/>
            <p:nvPr/>
          </p:nvSpPr>
          <p:spPr>
            <a:xfrm>
              <a:off x="8064360" y="838080"/>
              <a:ext cx="12960" cy="1452600"/>
            </a:xfrm>
            <a:prstGeom prst="rect">
              <a:avLst/>
            </a:prstGeom>
            <a:solidFill>
              <a:srgbClr val="ff544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7" name=""/>
            <p:cNvSpPr/>
            <p:nvPr/>
          </p:nvSpPr>
          <p:spPr>
            <a:xfrm>
              <a:off x="8077320" y="838080"/>
              <a:ext cx="12600" cy="1452600"/>
            </a:xfrm>
            <a:prstGeom prst="rect">
              <a:avLst/>
            </a:prstGeom>
            <a:solidFill>
              <a:srgbClr val="ff534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8" name=""/>
            <p:cNvSpPr/>
            <p:nvPr/>
          </p:nvSpPr>
          <p:spPr>
            <a:xfrm>
              <a:off x="8089920" y="838080"/>
              <a:ext cx="9360" cy="1452600"/>
            </a:xfrm>
            <a:prstGeom prst="rect">
              <a:avLst/>
            </a:prstGeom>
            <a:solidFill>
              <a:srgbClr val="ff524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29" name=""/>
            <p:cNvSpPr/>
            <p:nvPr/>
          </p:nvSpPr>
          <p:spPr>
            <a:xfrm>
              <a:off x="8099280" y="838080"/>
              <a:ext cx="9720" cy="1452600"/>
            </a:xfrm>
            <a:prstGeom prst="rect">
              <a:avLst/>
            </a:prstGeom>
            <a:solidFill>
              <a:srgbClr val="ff514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0" name=""/>
            <p:cNvSpPr/>
            <p:nvPr/>
          </p:nvSpPr>
          <p:spPr>
            <a:xfrm>
              <a:off x="8109000" y="838080"/>
              <a:ext cx="12600" cy="1452600"/>
            </a:xfrm>
            <a:prstGeom prst="rect">
              <a:avLst/>
            </a:prstGeom>
            <a:solidFill>
              <a:srgbClr val="ff503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1" name=""/>
            <p:cNvSpPr/>
            <p:nvPr/>
          </p:nvSpPr>
          <p:spPr>
            <a:xfrm>
              <a:off x="8121600" y="838080"/>
              <a:ext cx="9720" cy="1452600"/>
            </a:xfrm>
            <a:prstGeom prst="rect">
              <a:avLst/>
            </a:prstGeom>
            <a:solidFill>
              <a:srgbClr val="ff4f3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2" name=""/>
            <p:cNvSpPr/>
            <p:nvPr/>
          </p:nvSpPr>
          <p:spPr>
            <a:xfrm>
              <a:off x="8131320" y="838080"/>
              <a:ext cx="9360" cy="1452600"/>
            </a:xfrm>
            <a:prstGeom prst="rect">
              <a:avLst/>
            </a:prstGeom>
            <a:solidFill>
              <a:srgbClr val="ff4e3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3" name=""/>
            <p:cNvSpPr/>
            <p:nvPr/>
          </p:nvSpPr>
          <p:spPr>
            <a:xfrm>
              <a:off x="8140680" y="838080"/>
              <a:ext cx="12600" cy="1452600"/>
            </a:xfrm>
            <a:prstGeom prst="rect">
              <a:avLst/>
            </a:prstGeom>
            <a:solidFill>
              <a:srgbClr val="ff4d3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4" name=""/>
            <p:cNvSpPr/>
            <p:nvPr/>
          </p:nvSpPr>
          <p:spPr>
            <a:xfrm>
              <a:off x="8153280" y="838080"/>
              <a:ext cx="9720" cy="1452600"/>
            </a:xfrm>
            <a:prstGeom prst="rect">
              <a:avLst/>
            </a:prstGeom>
            <a:solidFill>
              <a:srgbClr val="ff4c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5" name=""/>
            <p:cNvSpPr/>
            <p:nvPr/>
          </p:nvSpPr>
          <p:spPr>
            <a:xfrm>
              <a:off x="8163000" y="838080"/>
              <a:ext cx="12600" cy="1452600"/>
            </a:xfrm>
            <a:prstGeom prst="rect">
              <a:avLst/>
            </a:prstGeom>
            <a:solidFill>
              <a:srgbClr val="ff4b3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6" name=""/>
            <p:cNvSpPr/>
            <p:nvPr/>
          </p:nvSpPr>
          <p:spPr>
            <a:xfrm>
              <a:off x="8175600" y="838080"/>
              <a:ext cx="9720" cy="1452600"/>
            </a:xfrm>
            <a:prstGeom prst="rect">
              <a:avLst/>
            </a:prstGeom>
            <a:solidFill>
              <a:srgbClr val="ff4b3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7" name=""/>
            <p:cNvSpPr/>
            <p:nvPr/>
          </p:nvSpPr>
          <p:spPr>
            <a:xfrm>
              <a:off x="8185320" y="838080"/>
              <a:ext cx="9360" cy="1452600"/>
            </a:xfrm>
            <a:prstGeom prst="rect">
              <a:avLst/>
            </a:prstGeom>
            <a:solidFill>
              <a:srgbClr val="ff4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8" name=""/>
            <p:cNvSpPr/>
            <p:nvPr/>
          </p:nvSpPr>
          <p:spPr>
            <a:xfrm>
              <a:off x="8194680" y="838080"/>
              <a:ext cx="9360" cy="1452600"/>
            </a:xfrm>
            <a:prstGeom prst="rect">
              <a:avLst/>
            </a:prstGeom>
            <a:solidFill>
              <a:srgbClr val="ff493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39" name=""/>
            <p:cNvSpPr/>
            <p:nvPr/>
          </p:nvSpPr>
          <p:spPr>
            <a:xfrm>
              <a:off x="8204040" y="838080"/>
              <a:ext cx="12960" cy="1452600"/>
            </a:xfrm>
            <a:prstGeom prst="rect">
              <a:avLst/>
            </a:prstGeom>
            <a:solidFill>
              <a:srgbClr val="ff483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0" name=""/>
            <p:cNvSpPr/>
            <p:nvPr/>
          </p:nvSpPr>
          <p:spPr>
            <a:xfrm>
              <a:off x="8217000" y="838080"/>
              <a:ext cx="12600" cy="1452600"/>
            </a:xfrm>
            <a:prstGeom prst="rect">
              <a:avLst/>
            </a:prstGeom>
            <a:solidFill>
              <a:srgbClr val="ff47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1" name=""/>
            <p:cNvSpPr/>
            <p:nvPr/>
          </p:nvSpPr>
          <p:spPr>
            <a:xfrm>
              <a:off x="8229600" y="838080"/>
              <a:ext cx="9360" cy="1452600"/>
            </a:xfrm>
            <a:prstGeom prst="rect">
              <a:avLst/>
            </a:prstGeom>
            <a:solidFill>
              <a:srgbClr val="ff46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2" name=""/>
            <p:cNvSpPr/>
            <p:nvPr/>
          </p:nvSpPr>
          <p:spPr>
            <a:xfrm>
              <a:off x="8238960" y="838080"/>
              <a:ext cx="9720" cy="1452600"/>
            </a:xfrm>
            <a:prstGeom prst="rect">
              <a:avLst/>
            </a:prstGeom>
            <a:solidFill>
              <a:srgbClr val="ff453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3" name=""/>
            <p:cNvSpPr/>
            <p:nvPr/>
          </p:nvSpPr>
          <p:spPr>
            <a:xfrm>
              <a:off x="8248680" y="838080"/>
              <a:ext cx="9360" cy="1452600"/>
            </a:xfrm>
            <a:prstGeom prst="rect">
              <a:avLst/>
            </a:prstGeom>
            <a:solidFill>
              <a:srgbClr val="ff442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4" name=""/>
            <p:cNvSpPr/>
            <p:nvPr/>
          </p:nvSpPr>
          <p:spPr>
            <a:xfrm>
              <a:off x="8258040" y="838080"/>
              <a:ext cx="12960" cy="1452600"/>
            </a:xfrm>
            <a:prstGeom prst="rect">
              <a:avLst/>
            </a:prstGeom>
            <a:solidFill>
              <a:srgbClr val="ff442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5" name=""/>
            <p:cNvSpPr/>
            <p:nvPr/>
          </p:nvSpPr>
          <p:spPr>
            <a:xfrm>
              <a:off x="8271000" y="838080"/>
              <a:ext cx="12600" cy="1452600"/>
            </a:xfrm>
            <a:prstGeom prst="rect">
              <a:avLst/>
            </a:prstGeom>
            <a:solidFill>
              <a:srgbClr val="ff432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6" name=""/>
            <p:cNvSpPr/>
            <p:nvPr/>
          </p:nvSpPr>
          <p:spPr>
            <a:xfrm>
              <a:off x="8283600" y="838080"/>
              <a:ext cx="9360" cy="1452600"/>
            </a:xfrm>
            <a:prstGeom prst="rect">
              <a:avLst/>
            </a:prstGeom>
            <a:solidFill>
              <a:srgbClr val="ff42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7" name=""/>
            <p:cNvSpPr/>
            <p:nvPr/>
          </p:nvSpPr>
          <p:spPr>
            <a:xfrm>
              <a:off x="8292960" y="838080"/>
              <a:ext cx="9720" cy="1452600"/>
            </a:xfrm>
            <a:prstGeom prst="rect">
              <a:avLst/>
            </a:prstGeom>
            <a:solidFill>
              <a:srgbClr val="ff412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8" name=""/>
            <p:cNvSpPr/>
            <p:nvPr/>
          </p:nvSpPr>
          <p:spPr>
            <a:xfrm>
              <a:off x="8302680" y="838080"/>
              <a:ext cx="9360" cy="1452600"/>
            </a:xfrm>
            <a:prstGeom prst="rect">
              <a:avLst/>
            </a:prstGeom>
            <a:solidFill>
              <a:srgbClr val="ff40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49" name=""/>
            <p:cNvSpPr/>
            <p:nvPr/>
          </p:nvSpPr>
          <p:spPr>
            <a:xfrm>
              <a:off x="8312040" y="838080"/>
              <a:ext cx="12960" cy="1452600"/>
            </a:xfrm>
            <a:prstGeom prst="rect">
              <a:avLst/>
            </a:prstGeom>
            <a:solidFill>
              <a:srgbClr val="ff402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0" name=""/>
            <p:cNvSpPr/>
            <p:nvPr/>
          </p:nvSpPr>
          <p:spPr>
            <a:xfrm>
              <a:off x="8325000" y="838080"/>
              <a:ext cx="9360" cy="1452600"/>
            </a:xfrm>
            <a:prstGeom prst="rect">
              <a:avLst/>
            </a:prstGeom>
            <a:solidFill>
              <a:srgbClr val="ff3f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1" name=""/>
            <p:cNvSpPr/>
            <p:nvPr/>
          </p:nvSpPr>
          <p:spPr>
            <a:xfrm>
              <a:off x="8334360" y="838080"/>
              <a:ext cx="12600" cy="1452600"/>
            </a:xfrm>
            <a:prstGeom prst="rect">
              <a:avLst/>
            </a:prstGeom>
            <a:solidFill>
              <a:srgbClr val="ff3e2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2" name=""/>
            <p:cNvSpPr/>
            <p:nvPr/>
          </p:nvSpPr>
          <p:spPr>
            <a:xfrm>
              <a:off x="8346960" y="838080"/>
              <a:ext cx="9720" cy="1452600"/>
            </a:xfrm>
            <a:prstGeom prst="rect">
              <a:avLst/>
            </a:prstGeom>
            <a:solidFill>
              <a:srgbClr val="ff3d2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3" name=""/>
            <p:cNvSpPr/>
            <p:nvPr/>
          </p:nvSpPr>
          <p:spPr>
            <a:xfrm>
              <a:off x="8356680" y="838080"/>
              <a:ext cx="12600" cy="1452600"/>
            </a:xfrm>
            <a:prstGeom prst="rect">
              <a:avLst/>
            </a:prstGeom>
            <a:solidFill>
              <a:srgbClr val="ff3d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4" name=""/>
            <p:cNvSpPr/>
            <p:nvPr/>
          </p:nvSpPr>
          <p:spPr>
            <a:xfrm>
              <a:off x="8369280" y="838080"/>
              <a:ext cx="9720" cy="1452600"/>
            </a:xfrm>
            <a:prstGeom prst="rect">
              <a:avLst/>
            </a:prstGeom>
            <a:solidFill>
              <a:srgbClr val="ff3c2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5" name=""/>
            <p:cNvSpPr/>
            <p:nvPr/>
          </p:nvSpPr>
          <p:spPr>
            <a:xfrm>
              <a:off x="8379000" y="838080"/>
              <a:ext cx="9360" cy="1452600"/>
            </a:xfrm>
            <a:prstGeom prst="rect">
              <a:avLst/>
            </a:prstGeom>
            <a:solidFill>
              <a:srgbClr val="ff3b1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6" name=""/>
            <p:cNvSpPr/>
            <p:nvPr/>
          </p:nvSpPr>
          <p:spPr>
            <a:xfrm>
              <a:off x="8388360" y="838080"/>
              <a:ext cx="9360" cy="1452600"/>
            </a:xfrm>
            <a:prstGeom prst="rect">
              <a:avLst/>
            </a:prstGeom>
            <a:solidFill>
              <a:srgbClr val="ff3b1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7" name=""/>
            <p:cNvSpPr/>
            <p:nvPr/>
          </p:nvSpPr>
          <p:spPr>
            <a:xfrm>
              <a:off x="8397720" y="838080"/>
              <a:ext cx="12960" cy="1452600"/>
            </a:xfrm>
            <a:prstGeom prst="rect">
              <a:avLst/>
            </a:prstGeom>
            <a:solidFill>
              <a:srgbClr val="ff3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8" name=""/>
            <p:cNvSpPr/>
            <p:nvPr/>
          </p:nvSpPr>
          <p:spPr>
            <a:xfrm>
              <a:off x="8410680" y="838080"/>
              <a:ext cx="12600" cy="1452600"/>
            </a:xfrm>
            <a:prstGeom prst="rect">
              <a:avLst/>
            </a:prstGeom>
            <a:solidFill>
              <a:srgbClr val="ff391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59" name=""/>
            <p:cNvSpPr/>
            <p:nvPr/>
          </p:nvSpPr>
          <p:spPr>
            <a:xfrm>
              <a:off x="8423280" y="838080"/>
              <a:ext cx="9360" cy="1452600"/>
            </a:xfrm>
            <a:prstGeom prst="rect">
              <a:avLst/>
            </a:prstGeom>
            <a:solidFill>
              <a:srgbClr val="ff391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0" name=""/>
            <p:cNvSpPr/>
            <p:nvPr/>
          </p:nvSpPr>
          <p:spPr>
            <a:xfrm>
              <a:off x="8432640" y="838080"/>
              <a:ext cx="9720" cy="1452600"/>
            </a:xfrm>
            <a:prstGeom prst="rect">
              <a:avLst/>
            </a:prstGeom>
            <a:solidFill>
              <a:srgbClr val="ff381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1" name=""/>
            <p:cNvSpPr/>
            <p:nvPr/>
          </p:nvSpPr>
          <p:spPr>
            <a:xfrm>
              <a:off x="8442360" y="838080"/>
              <a:ext cx="9360" cy="1452600"/>
            </a:xfrm>
            <a:prstGeom prst="rect">
              <a:avLst/>
            </a:prstGeom>
            <a:solidFill>
              <a:srgbClr val="ff371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2" name=""/>
            <p:cNvSpPr/>
            <p:nvPr/>
          </p:nvSpPr>
          <p:spPr>
            <a:xfrm>
              <a:off x="8451720" y="838080"/>
              <a:ext cx="9720" cy="1452600"/>
            </a:xfrm>
            <a:prstGeom prst="rect">
              <a:avLst/>
            </a:prstGeom>
            <a:solidFill>
              <a:srgbClr val="ff371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3" name=""/>
            <p:cNvSpPr/>
            <p:nvPr/>
          </p:nvSpPr>
          <p:spPr>
            <a:xfrm>
              <a:off x="8461440" y="838080"/>
              <a:ext cx="15840" cy="1452600"/>
            </a:xfrm>
            <a:prstGeom prst="rect">
              <a:avLst/>
            </a:prstGeom>
            <a:solidFill>
              <a:srgbClr val="ff361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4" name=""/>
            <p:cNvSpPr/>
            <p:nvPr/>
          </p:nvSpPr>
          <p:spPr>
            <a:xfrm>
              <a:off x="8477280" y="838080"/>
              <a:ext cx="9360" cy="1452600"/>
            </a:xfrm>
            <a:prstGeom prst="rect">
              <a:avLst/>
            </a:prstGeom>
            <a:solidFill>
              <a:srgbClr val="ff351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5" name=""/>
            <p:cNvSpPr/>
            <p:nvPr/>
          </p:nvSpPr>
          <p:spPr>
            <a:xfrm>
              <a:off x="8486640" y="838080"/>
              <a:ext cx="9720" cy="1452600"/>
            </a:xfrm>
            <a:prstGeom prst="rect">
              <a:avLst/>
            </a:prstGeom>
            <a:solidFill>
              <a:srgbClr val="ff350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6" name=""/>
            <p:cNvSpPr/>
            <p:nvPr/>
          </p:nvSpPr>
          <p:spPr>
            <a:xfrm>
              <a:off x="8496360" y="838080"/>
              <a:ext cx="9360" cy="1452600"/>
            </a:xfrm>
            <a:prstGeom prst="rect">
              <a:avLst/>
            </a:prstGeom>
            <a:solidFill>
              <a:srgbClr val="ff340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7" name=""/>
            <p:cNvSpPr/>
            <p:nvPr/>
          </p:nvSpPr>
          <p:spPr>
            <a:xfrm>
              <a:off x="8505720" y="838080"/>
              <a:ext cx="12960" cy="1452600"/>
            </a:xfrm>
            <a:prstGeom prst="rect">
              <a:avLst/>
            </a:prstGeom>
            <a:solidFill>
              <a:srgbClr val="ff340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8" name=""/>
            <p:cNvSpPr/>
            <p:nvPr/>
          </p:nvSpPr>
          <p:spPr>
            <a:xfrm>
              <a:off x="8518680" y="838080"/>
              <a:ext cx="9360" cy="1452600"/>
            </a:xfrm>
            <a:prstGeom prst="rect">
              <a:avLst/>
            </a:prstGeom>
            <a:solidFill>
              <a:srgbClr val="ff330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69" name=""/>
            <p:cNvSpPr/>
            <p:nvPr/>
          </p:nvSpPr>
          <p:spPr>
            <a:xfrm>
              <a:off x="8528040" y="838080"/>
              <a:ext cx="12600" cy="1452600"/>
            </a:xfrm>
            <a:prstGeom prst="rect">
              <a:avLst/>
            </a:prstGeom>
            <a:solidFill>
              <a:srgbClr val="ff33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170" name=""/>
          <p:cNvSpPr/>
          <p:nvPr/>
        </p:nvSpPr>
        <p:spPr>
          <a:xfrm>
            <a:off x="2228760" y="2724120"/>
            <a:ext cx="6447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2327400" y="2878200"/>
            <a:ext cx="44136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2327040" y="2884320"/>
            <a:ext cx="3942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9900"/>
                </a:solidFill>
                <a:effectLst/>
                <a:uFillTx/>
                <a:latin typeface="Arial"/>
              </a:rPr>
              <a:t>LOCAL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3568680" y="2538360"/>
            <a:ext cx="8096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3632040" y="2693880"/>
            <a:ext cx="67320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3631680" y="2700360"/>
            <a:ext cx="604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ff"/>
                </a:solidFill>
                <a:effectLst/>
                <a:uFillTx/>
                <a:latin typeface="Arial"/>
              </a:rPr>
              <a:t>REGIONAL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5479920" y="2354400"/>
            <a:ext cx="58428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5559480" y="2509920"/>
            <a:ext cx="41904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5559120" y="2516040"/>
            <a:ext cx="375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663300"/>
                </a:solidFill>
                <a:effectLst/>
                <a:uFillTx/>
                <a:latin typeface="Arial"/>
              </a:rPr>
              <a:t>STATE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7397640" y="2166840"/>
            <a:ext cx="83520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489800" y="2320920"/>
            <a:ext cx="66060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7489440" y="2325600"/>
            <a:ext cx="5911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ff0000"/>
                </a:solidFill>
                <a:effectLst/>
                <a:uFillTx/>
                <a:latin typeface="Arial"/>
              </a:rPr>
              <a:t>NATIONAL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1143000" y="2290680"/>
            <a:ext cx="1092240" cy="32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1231920" y="2320920"/>
            <a:ext cx="89532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1231560" y="2325600"/>
            <a:ext cx="8074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Classifications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1143000" y="3406680"/>
            <a:ext cx="901800" cy="154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1193760" y="3436920"/>
            <a:ext cx="701640" cy="13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1193400" y="3441600"/>
            <a:ext cx="629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EXAMPLES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1003320" y="4665600"/>
            <a:ext cx="720720" cy="39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1002960" y="4672080"/>
            <a:ext cx="648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EXPECTED 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1263240" y="4803840"/>
            <a:ext cx="4136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EVENT 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1047240" y="4935600"/>
            <a:ext cx="60408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DURATION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228760" y="2847960"/>
            <a:ext cx="6569280" cy="144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193" name=""/>
          <p:cNvGrpSpPr/>
          <p:nvPr/>
        </p:nvGrpSpPr>
        <p:grpSpPr>
          <a:xfrm>
            <a:off x="1720800" y="863640"/>
            <a:ext cx="120600" cy="1423800"/>
            <a:chOff x="1720800" y="863640"/>
            <a:chExt cx="120600" cy="1423800"/>
          </a:xfrm>
        </p:grpSpPr>
        <p:sp>
          <p:nvSpPr>
            <p:cNvPr id="1194" name=""/>
            <p:cNvSpPr/>
            <p:nvPr/>
          </p:nvSpPr>
          <p:spPr>
            <a:xfrm>
              <a:off x="1771560" y="981000"/>
              <a:ext cx="25560" cy="1306440"/>
            </a:xfrm>
            <a:custGeom>
              <a:avLst/>
              <a:gdLst/>
              <a:ahLst/>
              <a:rect l="l" t="t" r="r" b="b"/>
              <a:pathLst>
                <a:path w="16" h="823">
                  <a:moveTo>
                    <a:pt x="2" y="823"/>
                  </a:moveTo>
                  <a:lnTo>
                    <a:pt x="16" y="823"/>
                  </a:lnTo>
                  <a:lnTo>
                    <a:pt x="14" y="0"/>
                  </a:lnTo>
                  <a:lnTo>
                    <a:pt x="0" y="0"/>
                  </a:lnTo>
                  <a:lnTo>
                    <a:pt x="2" y="823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195" name=""/>
            <p:cNvSpPr/>
            <p:nvPr/>
          </p:nvSpPr>
          <p:spPr>
            <a:xfrm>
              <a:off x="1720800" y="863640"/>
              <a:ext cx="120600" cy="120600"/>
            </a:xfrm>
            <a:custGeom>
              <a:avLst/>
              <a:gdLst/>
              <a:ahLst/>
              <a:rect l="l" t="t" r="r" b="b"/>
              <a:pathLst>
                <a:path w="76" h="76">
                  <a:moveTo>
                    <a:pt x="76" y="76"/>
                  </a:moveTo>
                  <a:lnTo>
                    <a:pt x="38" y="0"/>
                  </a:lnTo>
                  <a:lnTo>
                    <a:pt x="0" y="76"/>
                  </a:lnTo>
                  <a:lnTo>
                    <a:pt x="76" y="7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196" name=""/>
          <p:cNvSpPr/>
          <p:nvPr/>
        </p:nvSpPr>
        <p:spPr>
          <a:xfrm>
            <a:off x="4781520" y="863640"/>
            <a:ext cx="222588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5137200" y="838080"/>
            <a:ext cx="16984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5324040" y="844560"/>
            <a:ext cx="1359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Coordination Complexity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5136840" y="976320"/>
            <a:ext cx="153144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State &amp; Federal Involvement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2994120" y="863640"/>
            <a:ext cx="131112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3152880" y="838080"/>
            <a:ext cx="838080" cy="26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3152520" y="844560"/>
            <a:ext cx="34380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Public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3152520" y="976320"/>
            <a:ext cx="756720" cy="1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9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Preparedness</a:t>
            </a:r>
            <a:endParaRPr b="0" lang="en-IN" sz="9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04" name=""/>
          <p:cNvGrpSpPr/>
          <p:nvPr/>
        </p:nvGrpSpPr>
        <p:grpSpPr>
          <a:xfrm>
            <a:off x="2606760" y="1050840"/>
            <a:ext cx="476280" cy="312840"/>
            <a:chOff x="2606760" y="1050840"/>
            <a:chExt cx="476280" cy="312840"/>
          </a:xfrm>
        </p:grpSpPr>
        <p:sp>
          <p:nvSpPr>
            <p:cNvPr id="1205" name=""/>
            <p:cNvSpPr/>
            <p:nvPr/>
          </p:nvSpPr>
          <p:spPr>
            <a:xfrm>
              <a:off x="2644920" y="1050840"/>
              <a:ext cx="438120" cy="238320"/>
            </a:xfrm>
            <a:custGeom>
              <a:avLst/>
              <a:gdLst/>
              <a:ahLst/>
              <a:rect l="l" t="t" r="r" b="b"/>
              <a:pathLst>
                <a:path w="276" h="150">
                  <a:moveTo>
                    <a:pt x="276" y="0"/>
                  </a:moveTo>
                  <a:lnTo>
                    <a:pt x="268" y="0"/>
                  </a:lnTo>
                  <a:lnTo>
                    <a:pt x="260" y="1"/>
                  </a:lnTo>
                  <a:lnTo>
                    <a:pt x="248" y="3"/>
                  </a:lnTo>
                  <a:lnTo>
                    <a:pt x="236" y="3"/>
                  </a:lnTo>
                  <a:lnTo>
                    <a:pt x="224" y="5"/>
                  </a:lnTo>
                  <a:lnTo>
                    <a:pt x="210" y="6"/>
                  </a:lnTo>
                  <a:lnTo>
                    <a:pt x="178" y="8"/>
                  </a:lnTo>
                  <a:lnTo>
                    <a:pt x="150" y="13"/>
                  </a:lnTo>
                  <a:lnTo>
                    <a:pt x="120" y="20"/>
                  </a:lnTo>
                  <a:lnTo>
                    <a:pt x="106" y="24"/>
                  </a:lnTo>
                  <a:lnTo>
                    <a:pt x="94" y="27"/>
                  </a:lnTo>
                  <a:lnTo>
                    <a:pt x="82" y="32"/>
                  </a:lnTo>
                  <a:lnTo>
                    <a:pt x="72" y="39"/>
                  </a:lnTo>
                  <a:lnTo>
                    <a:pt x="60" y="48"/>
                  </a:lnTo>
                  <a:lnTo>
                    <a:pt x="48" y="60"/>
                  </a:lnTo>
                  <a:lnTo>
                    <a:pt x="38" y="74"/>
                  </a:lnTo>
                  <a:lnTo>
                    <a:pt x="28" y="86"/>
                  </a:lnTo>
                  <a:lnTo>
                    <a:pt x="12" y="119"/>
                  </a:lnTo>
                  <a:lnTo>
                    <a:pt x="0" y="150"/>
                  </a:lnTo>
                </a:path>
              </a:pathLst>
            </a:custGeom>
            <a:noFill/>
            <a:ln w="64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06" name=""/>
            <p:cNvSpPr/>
            <p:nvPr/>
          </p:nvSpPr>
          <p:spPr>
            <a:xfrm>
              <a:off x="2606760" y="1272960"/>
              <a:ext cx="75960" cy="90720"/>
            </a:xfrm>
            <a:custGeom>
              <a:avLst/>
              <a:gdLst/>
              <a:ahLst/>
              <a:rect l="l" t="t" r="r" b="b"/>
              <a:pathLst>
                <a:path w="48" h="57">
                  <a:moveTo>
                    <a:pt x="0" y="0"/>
                  </a:moveTo>
                  <a:lnTo>
                    <a:pt x="4" y="57"/>
                  </a:lnTo>
                  <a:lnTo>
                    <a:pt x="48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3920" bIns="439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07" name=""/>
          <p:cNvSpPr/>
          <p:nvPr/>
        </p:nvSpPr>
        <p:spPr>
          <a:xfrm>
            <a:off x="1781280" y="2279520"/>
            <a:ext cx="6781680" cy="24120"/>
          </a:xfrm>
          <a:custGeom>
            <a:avLst/>
            <a:gdLst/>
            <a:ahLst/>
            <a:rect l="l" t="t" r="r" b="b"/>
            <a:pathLst>
              <a:path w="4272" h="15">
                <a:moveTo>
                  <a:pt x="0" y="1"/>
                </a:moveTo>
                <a:lnTo>
                  <a:pt x="0" y="15"/>
                </a:lnTo>
                <a:lnTo>
                  <a:pt x="4272" y="14"/>
                </a:lnTo>
                <a:lnTo>
                  <a:pt x="4272" y="0"/>
                </a:lnTo>
                <a:lnTo>
                  <a:pt x="0" y="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2680" bIns="-2268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1781280" y="857160"/>
            <a:ext cx="6730920" cy="1174680"/>
          </a:xfrm>
          <a:custGeom>
            <a:avLst/>
            <a:gdLst/>
            <a:ahLst/>
            <a:rect l="l" t="t" r="r" b="b"/>
            <a:pathLst>
              <a:path w="4240" h="740">
                <a:moveTo>
                  <a:pt x="0" y="724"/>
                </a:moveTo>
                <a:lnTo>
                  <a:pt x="0" y="740"/>
                </a:lnTo>
                <a:lnTo>
                  <a:pt x="22" y="740"/>
                </a:lnTo>
                <a:lnTo>
                  <a:pt x="44" y="740"/>
                </a:lnTo>
                <a:lnTo>
                  <a:pt x="68" y="738"/>
                </a:lnTo>
                <a:lnTo>
                  <a:pt x="96" y="738"/>
                </a:lnTo>
                <a:lnTo>
                  <a:pt x="122" y="736"/>
                </a:lnTo>
                <a:lnTo>
                  <a:pt x="152" y="736"/>
                </a:lnTo>
                <a:lnTo>
                  <a:pt x="182" y="736"/>
                </a:lnTo>
                <a:lnTo>
                  <a:pt x="214" y="735"/>
                </a:lnTo>
                <a:lnTo>
                  <a:pt x="246" y="735"/>
                </a:lnTo>
                <a:lnTo>
                  <a:pt x="282" y="735"/>
                </a:lnTo>
                <a:lnTo>
                  <a:pt x="318" y="733"/>
                </a:lnTo>
                <a:lnTo>
                  <a:pt x="354" y="733"/>
                </a:lnTo>
                <a:lnTo>
                  <a:pt x="392" y="731"/>
                </a:lnTo>
                <a:lnTo>
                  <a:pt x="430" y="731"/>
                </a:lnTo>
                <a:lnTo>
                  <a:pt x="512" y="729"/>
                </a:lnTo>
                <a:lnTo>
                  <a:pt x="596" y="726"/>
                </a:lnTo>
                <a:lnTo>
                  <a:pt x="684" y="724"/>
                </a:lnTo>
                <a:lnTo>
                  <a:pt x="776" y="724"/>
                </a:lnTo>
                <a:lnTo>
                  <a:pt x="868" y="723"/>
                </a:lnTo>
                <a:lnTo>
                  <a:pt x="964" y="721"/>
                </a:lnTo>
                <a:lnTo>
                  <a:pt x="1060" y="717"/>
                </a:lnTo>
                <a:lnTo>
                  <a:pt x="1158" y="716"/>
                </a:lnTo>
                <a:lnTo>
                  <a:pt x="1256" y="714"/>
                </a:lnTo>
                <a:lnTo>
                  <a:pt x="1456" y="709"/>
                </a:lnTo>
                <a:lnTo>
                  <a:pt x="1554" y="707"/>
                </a:lnTo>
                <a:lnTo>
                  <a:pt x="1650" y="703"/>
                </a:lnTo>
                <a:lnTo>
                  <a:pt x="1748" y="702"/>
                </a:lnTo>
                <a:lnTo>
                  <a:pt x="1842" y="700"/>
                </a:lnTo>
                <a:lnTo>
                  <a:pt x="1934" y="697"/>
                </a:lnTo>
                <a:lnTo>
                  <a:pt x="2024" y="695"/>
                </a:lnTo>
                <a:lnTo>
                  <a:pt x="2110" y="693"/>
                </a:lnTo>
                <a:lnTo>
                  <a:pt x="2194" y="690"/>
                </a:lnTo>
                <a:lnTo>
                  <a:pt x="2234" y="690"/>
                </a:lnTo>
                <a:lnTo>
                  <a:pt x="2274" y="688"/>
                </a:lnTo>
                <a:lnTo>
                  <a:pt x="2312" y="688"/>
                </a:lnTo>
                <a:lnTo>
                  <a:pt x="2350" y="686"/>
                </a:lnTo>
                <a:lnTo>
                  <a:pt x="2386" y="684"/>
                </a:lnTo>
                <a:lnTo>
                  <a:pt x="2420" y="683"/>
                </a:lnTo>
                <a:lnTo>
                  <a:pt x="2454" y="681"/>
                </a:lnTo>
                <a:lnTo>
                  <a:pt x="2486" y="681"/>
                </a:lnTo>
                <a:lnTo>
                  <a:pt x="2518" y="681"/>
                </a:lnTo>
                <a:lnTo>
                  <a:pt x="2548" y="679"/>
                </a:lnTo>
                <a:lnTo>
                  <a:pt x="2576" y="678"/>
                </a:lnTo>
                <a:lnTo>
                  <a:pt x="2604" y="678"/>
                </a:lnTo>
                <a:lnTo>
                  <a:pt x="2654" y="674"/>
                </a:lnTo>
                <a:lnTo>
                  <a:pt x="2700" y="672"/>
                </a:lnTo>
                <a:lnTo>
                  <a:pt x="2742" y="671"/>
                </a:lnTo>
                <a:lnTo>
                  <a:pt x="2784" y="667"/>
                </a:lnTo>
                <a:lnTo>
                  <a:pt x="2820" y="665"/>
                </a:lnTo>
                <a:lnTo>
                  <a:pt x="2854" y="664"/>
                </a:lnTo>
                <a:lnTo>
                  <a:pt x="2886" y="662"/>
                </a:lnTo>
                <a:lnTo>
                  <a:pt x="2916" y="660"/>
                </a:lnTo>
                <a:lnTo>
                  <a:pt x="2944" y="658"/>
                </a:lnTo>
                <a:lnTo>
                  <a:pt x="2968" y="657"/>
                </a:lnTo>
                <a:lnTo>
                  <a:pt x="2992" y="655"/>
                </a:lnTo>
                <a:lnTo>
                  <a:pt x="3014" y="653"/>
                </a:lnTo>
                <a:lnTo>
                  <a:pt x="3032" y="652"/>
                </a:lnTo>
                <a:lnTo>
                  <a:pt x="3050" y="650"/>
                </a:lnTo>
                <a:lnTo>
                  <a:pt x="3068" y="648"/>
                </a:lnTo>
                <a:lnTo>
                  <a:pt x="3084" y="646"/>
                </a:lnTo>
                <a:lnTo>
                  <a:pt x="3112" y="641"/>
                </a:lnTo>
                <a:lnTo>
                  <a:pt x="3140" y="636"/>
                </a:lnTo>
                <a:lnTo>
                  <a:pt x="3142" y="636"/>
                </a:lnTo>
                <a:lnTo>
                  <a:pt x="3166" y="631"/>
                </a:lnTo>
                <a:lnTo>
                  <a:pt x="3192" y="624"/>
                </a:lnTo>
                <a:lnTo>
                  <a:pt x="3220" y="619"/>
                </a:lnTo>
                <a:lnTo>
                  <a:pt x="3248" y="612"/>
                </a:lnTo>
                <a:lnTo>
                  <a:pt x="3264" y="607"/>
                </a:lnTo>
                <a:lnTo>
                  <a:pt x="3280" y="601"/>
                </a:lnTo>
                <a:lnTo>
                  <a:pt x="3300" y="598"/>
                </a:lnTo>
                <a:lnTo>
                  <a:pt x="3318" y="593"/>
                </a:lnTo>
                <a:lnTo>
                  <a:pt x="3402" y="572"/>
                </a:lnTo>
                <a:lnTo>
                  <a:pt x="3486" y="548"/>
                </a:lnTo>
                <a:lnTo>
                  <a:pt x="3568" y="520"/>
                </a:lnTo>
                <a:lnTo>
                  <a:pt x="3648" y="492"/>
                </a:lnTo>
                <a:lnTo>
                  <a:pt x="3688" y="477"/>
                </a:lnTo>
                <a:lnTo>
                  <a:pt x="3726" y="461"/>
                </a:lnTo>
                <a:lnTo>
                  <a:pt x="3762" y="445"/>
                </a:lnTo>
                <a:lnTo>
                  <a:pt x="3798" y="428"/>
                </a:lnTo>
                <a:lnTo>
                  <a:pt x="3832" y="413"/>
                </a:lnTo>
                <a:lnTo>
                  <a:pt x="3866" y="393"/>
                </a:lnTo>
                <a:lnTo>
                  <a:pt x="3896" y="378"/>
                </a:lnTo>
                <a:lnTo>
                  <a:pt x="3928" y="359"/>
                </a:lnTo>
                <a:lnTo>
                  <a:pt x="3928" y="359"/>
                </a:lnTo>
                <a:lnTo>
                  <a:pt x="3954" y="340"/>
                </a:lnTo>
                <a:lnTo>
                  <a:pt x="3958" y="338"/>
                </a:lnTo>
                <a:lnTo>
                  <a:pt x="3984" y="317"/>
                </a:lnTo>
                <a:lnTo>
                  <a:pt x="4008" y="295"/>
                </a:lnTo>
                <a:lnTo>
                  <a:pt x="4034" y="272"/>
                </a:lnTo>
                <a:lnTo>
                  <a:pt x="4056" y="248"/>
                </a:lnTo>
                <a:lnTo>
                  <a:pt x="4078" y="224"/>
                </a:lnTo>
                <a:lnTo>
                  <a:pt x="4098" y="199"/>
                </a:lnTo>
                <a:lnTo>
                  <a:pt x="4118" y="174"/>
                </a:lnTo>
                <a:lnTo>
                  <a:pt x="4138" y="151"/>
                </a:lnTo>
                <a:lnTo>
                  <a:pt x="4154" y="127"/>
                </a:lnTo>
                <a:lnTo>
                  <a:pt x="4172" y="103"/>
                </a:lnTo>
                <a:lnTo>
                  <a:pt x="4186" y="82"/>
                </a:lnTo>
                <a:lnTo>
                  <a:pt x="4200" y="61"/>
                </a:lnTo>
                <a:lnTo>
                  <a:pt x="4216" y="42"/>
                </a:lnTo>
                <a:lnTo>
                  <a:pt x="4230" y="25"/>
                </a:lnTo>
                <a:lnTo>
                  <a:pt x="4240" y="9"/>
                </a:lnTo>
                <a:lnTo>
                  <a:pt x="4230" y="0"/>
                </a:lnTo>
                <a:lnTo>
                  <a:pt x="4218" y="14"/>
                </a:lnTo>
                <a:lnTo>
                  <a:pt x="4204" y="31"/>
                </a:lnTo>
                <a:lnTo>
                  <a:pt x="4190" y="51"/>
                </a:lnTo>
                <a:lnTo>
                  <a:pt x="4176" y="70"/>
                </a:lnTo>
                <a:lnTo>
                  <a:pt x="4160" y="92"/>
                </a:lnTo>
                <a:lnTo>
                  <a:pt x="4142" y="115"/>
                </a:lnTo>
                <a:lnTo>
                  <a:pt x="4126" y="139"/>
                </a:lnTo>
                <a:lnTo>
                  <a:pt x="4106" y="163"/>
                </a:lnTo>
                <a:lnTo>
                  <a:pt x="4088" y="189"/>
                </a:lnTo>
                <a:lnTo>
                  <a:pt x="4066" y="213"/>
                </a:lnTo>
                <a:lnTo>
                  <a:pt x="4044" y="238"/>
                </a:lnTo>
                <a:lnTo>
                  <a:pt x="4022" y="262"/>
                </a:lnTo>
                <a:lnTo>
                  <a:pt x="3998" y="284"/>
                </a:lnTo>
                <a:lnTo>
                  <a:pt x="3972" y="307"/>
                </a:lnTo>
                <a:lnTo>
                  <a:pt x="3946" y="326"/>
                </a:lnTo>
                <a:lnTo>
                  <a:pt x="3950" y="333"/>
                </a:lnTo>
                <a:lnTo>
                  <a:pt x="3948" y="326"/>
                </a:lnTo>
                <a:lnTo>
                  <a:pt x="3920" y="345"/>
                </a:lnTo>
                <a:lnTo>
                  <a:pt x="3924" y="352"/>
                </a:lnTo>
                <a:lnTo>
                  <a:pt x="3920" y="345"/>
                </a:lnTo>
                <a:lnTo>
                  <a:pt x="3890" y="362"/>
                </a:lnTo>
                <a:lnTo>
                  <a:pt x="3860" y="380"/>
                </a:lnTo>
                <a:lnTo>
                  <a:pt x="3826" y="397"/>
                </a:lnTo>
                <a:lnTo>
                  <a:pt x="3792" y="414"/>
                </a:lnTo>
                <a:lnTo>
                  <a:pt x="3756" y="432"/>
                </a:lnTo>
                <a:lnTo>
                  <a:pt x="3718" y="447"/>
                </a:lnTo>
                <a:lnTo>
                  <a:pt x="3680" y="463"/>
                </a:lnTo>
                <a:lnTo>
                  <a:pt x="3642" y="478"/>
                </a:lnTo>
                <a:lnTo>
                  <a:pt x="3562" y="506"/>
                </a:lnTo>
                <a:lnTo>
                  <a:pt x="3478" y="534"/>
                </a:lnTo>
                <a:lnTo>
                  <a:pt x="3396" y="558"/>
                </a:lnTo>
                <a:lnTo>
                  <a:pt x="3314" y="579"/>
                </a:lnTo>
                <a:lnTo>
                  <a:pt x="3294" y="584"/>
                </a:lnTo>
                <a:lnTo>
                  <a:pt x="3274" y="587"/>
                </a:lnTo>
                <a:lnTo>
                  <a:pt x="3258" y="593"/>
                </a:lnTo>
                <a:lnTo>
                  <a:pt x="3242" y="596"/>
                </a:lnTo>
                <a:lnTo>
                  <a:pt x="3212" y="603"/>
                </a:lnTo>
                <a:lnTo>
                  <a:pt x="3186" y="612"/>
                </a:lnTo>
                <a:lnTo>
                  <a:pt x="3162" y="617"/>
                </a:lnTo>
                <a:lnTo>
                  <a:pt x="3136" y="622"/>
                </a:lnTo>
                <a:lnTo>
                  <a:pt x="3140" y="629"/>
                </a:lnTo>
                <a:lnTo>
                  <a:pt x="3140" y="620"/>
                </a:lnTo>
                <a:lnTo>
                  <a:pt x="3112" y="626"/>
                </a:lnTo>
                <a:lnTo>
                  <a:pt x="3084" y="631"/>
                </a:lnTo>
                <a:lnTo>
                  <a:pt x="3068" y="632"/>
                </a:lnTo>
                <a:lnTo>
                  <a:pt x="3050" y="634"/>
                </a:lnTo>
                <a:lnTo>
                  <a:pt x="3032" y="636"/>
                </a:lnTo>
                <a:lnTo>
                  <a:pt x="3014" y="638"/>
                </a:lnTo>
                <a:lnTo>
                  <a:pt x="2992" y="639"/>
                </a:lnTo>
                <a:lnTo>
                  <a:pt x="2968" y="641"/>
                </a:lnTo>
                <a:lnTo>
                  <a:pt x="2944" y="645"/>
                </a:lnTo>
                <a:lnTo>
                  <a:pt x="2916" y="645"/>
                </a:lnTo>
                <a:lnTo>
                  <a:pt x="2886" y="646"/>
                </a:lnTo>
                <a:lnTo>
                  <a:pt x="2854" y="648"/>
                </a:lnTo>
                <a:lnTo>
                  <a:pt x="2820" y="652"/>
                </a:lnTo>
                <a:lnTo>
                  <a:pt x="2784" y="653"/>
                </a:lnTo>
                <a:lnTo>
                  <a:pt x="2742" y="655"/>
                </a:lnTo>
                <a:lnTo>
                  <a:pt x="2700" y="657"/>
                </a:lnTo>
                <a:lnTo>
                  <a:pt x="2654" y="658"/>
                </a:lnTo>
                <a:lnTo>
                  <a:pt x="2602" y="662"/>
                </a:lnTo>
                <a:lnTo>
                  <a:pt x="2576" y="664"/>
                </a:lnTo>
                <a:lnTo>
                  <a:pt x="2548" y="664"/>
                </a:lnTo>
                <a:lnTo>
                  <a:pt x="2518" y="665"/>
                </a:lnTo>
                <a:lnTo>
                  <a:pt x="2486" y="665"/>
                </a:lnTo>
                <a:lnTo>
                  <a:pt x="2454" y="667"/>
                </a:lnTo>
                <a:lnTo>
                  <a:pt x="2420" y="667"/>
                </a:lnTo>
                <a:lnTo>
                  <a:pt x="2386" y="671"/>
                </a:lnTo>
                <a:lnTo>
                  <a:pt x="2350" y="671"/>
                </a:lnTo>
                <a:lnTo>
                  <a:pt x="2312" y="672"/>
                </a:lnTo>
                <a:lnTo>
                  <a:pt x="2274" y="672"/>
                </a:lnTo>
                <a:lnTo>
                  <a:pt x="2234" y="674"/>
                </a:lnTo>
                <a:lnTo>
                  <a:pt x="2194" y="674"/>
                </a:lnTo>
                <a:lnTo>
                  <a:pt x="2110" y="678"/>
                </a:lnTo>
                <a:lnTo>
                  <a:pt x="2024" y="681"/>
                </a:lnTo>
                <a:lnTo>
                  <a:pt x="1934" y="681"/>
                </a:lnTo>
                <a:lnTo>
                  <a:pt x="1842" y="684"/>
                </a:lnTo>
                <a:lnTo>
                  <a:pt x="1748" y="688"/>
                </a:lnTo>
                <a:lnTo>
                  <a:pt x="1650" y="690"/>
                </a:lnTo>
                <a:lnTo>
                  <a:pt x="1554" y="691"/>
                </a:lnTo>
                <a:lnTo>
                  <a:pt x="1456" y="693"/>
                </a:lnTo>
                <a:lnTo>
                  <a:pt x="1256" y="698"/>
                </a:lnTo>
                <a:lnTo>
                  <a:pt x="1158" y="700"/>
                </a:lnTo>
                <a:lnTo>
                  <a:pt x="1060" y="703"/>
                </a:lnTo>
                <a:lnTo>
                  <a:pt x="964" y="705"/>
                </a:lnTo>
                <a:lnTo>
                  <a:pt x="868" y="707"/>
                </a:lnTo>
                <a:lnTo>
                  <a:pt x="776" y="709"/>
                </a:lnTo>
                <a:lnTo>
                  <a:pt x="684" y="710"/>
                </a:lnTo>
                <a:lnTo>
                  <a:pt x="596" y="712"/>
                </a:lnTo>
                <a:lnTo>
                  <a:pt x="512" y="714"/>
                </a:lnTo>
                <a:lnTo>
                  <a:pt x="430" y="716"/>
                </a:lnTo>
                <a:lnTo>
                  <a:pt x="392" y="716"/>
                </a:lnTo>
                <a:lnTo>
                  <a:pt x="354" y="717"/>
                </a:lnTo>
                <a:lnTo>
                  <a:pt x="318" y="717"/>
                </a:lnTo>
                <a:lnTo>
                  <a:pt x="282" y="719"/>
                </a:lnTo>
                <a:lnTo>
                  <a:pt x="246" y="719"/>
                </a:lnTo>
                <a:lnTo>
                  <a:pt x="214" y="721"/>
                </a:lnTo>
                <a:lnTo>
                  <a:pt x="182" y="721"/>
                </a:lnTo>
                <a:lnTo>
                  <a:pt x="152" y="721"/>
                </a:lnTo>
                <a:lnTo>
                  <a:pt x="122" y="723"/>
                </a:lnTo>
                <a:lnTo>
                  <a:pt x="96" y="723"/>
                </a:lnTo>
                <a:lnTo>
                  <a:pt x="68" y="723"/>
                </a:lnTo>
                <a:lnTo>
                  <a:pt x="44" y="724"/>
                </a:lnTo>
                <a:lnTo>
                  <a:pt x="22" y="724"/>
                </a:lnTo>
                <a:lnTo>
                  <a:pt x="0" y="724"/>
                </a:lnTo>
                <a:close/>
              </a:path>
            </a:pathLst>
          </a:custGeom>
          <a:solidFill>
            <a:srgbClr val="0000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1841400" y="917640"/>
            <a:ext cx="6728040" cy="1122120"/>
          </a:xfrm>
          <a:custGeom>
            <a:avLst/>
            <a:gdLst/>
            <a:ahLst/>
            <a:rect l="l" t="t" r="r" b="b"/>
            <a:pathLst>
              <a:path w="4238" h="707">
                <a:moveTo>
                  <a:pt x="6" y="0"/>
                </a:moveTo>
                <a:lnTo>
                  <a:pt x="0" y="13"/>
                </a:lnTo>
                <a:lnTo>
                  <a:pt x="18" y="23"/>
                </a:lnTo>
                <a:lnTo>
                  <a:pt x="38" y="35"/>
                </a:lnTo>
                <a:lnTo>
                  <a:pt x="40" y="28"/>
                </a:lnTo>
                <a:lnTo>
                  <a:pt x="34" y="33"/>
                </a:lnTo>
                <a:lnTo>
                  <a:pt x="54" y="47"/>
                </a:lnTo>
                <a:lnTo>
                  <a:pt x="74" y="63"/>
                </a:lnTo>
                <a:lnTo>
                  <a:pt x="96" y="78"/>
                </a:lnTo>
                <a:lnTo>
                  <a:pt x="118" y="97"/>
                </a:lnTo>
                <a:lnTo>
                  <a:pt x="140" y="115"/>
                </a:lnTo>
                <a:lnTo>
                  <a:pt x="164" y="136"/>
                </a:lnTo>
                <a:lnTo>
                  <a:pt x="188" y="156"/>
                </a:lnTo>
                <a:lnTo>
                  <a:pt x="214" y="177"/>
                </a:lnTo>
                <a:lnTo>
                  <a:pt x="240" y="200"/>
                </a:lnTo>
                <a:lnTo>
                  <a:pt x="270" y="220"/>
                </a:lnTo>
                <a:lnTo>
                  <a:pt x="298" y="245"/>
                </a:lnTo>
                <a:lnTo>
                  <a:pt x="328" y="269"/>
                </a:lnTo>
                <a:lnTo>
                  <a:pt x="360" y="291"/>
                </a:lnTo>
                <a:lnTo>
                  <a:pt x="394" y="316"/>
                </a:lnTo>
                <a:lnTo>
                  <a:pt x="428" y="340"/>
                </a:lnTo>
                <a:lnTo>
                  <a:pt x="430" y="340"/>
                </a:lnTo>
                <a:lnTo>
                  <a:pt x="466" y="364"/>
                </a:lnTo>
                <a:lnTo>
                  <a:pt x="506" y="388"/>
                </a:lnTo>
                <a:lnTo>
                  <a:pt x="544" y="411"/>
                </a:lnTo>
                <a:lnTo>
                  <a:pt x="586" y="435"/>
                </a:lnTo>
                <a:lnTo>
                  <a:pt x="630" y="456"/>
                </a:lnTo>
                <a:lnTo>
                  <a:pt x="674" y="478"/>
                </a:lnTo>
                <a:lnTo>
                  <a:pt x="722" y="499"/>
                </a:lnTo>
                <a:lnTo>
                  <a:pt x="770" y="520"/>
                </a:lnTo>
                <a:lnTo>
                  <a:pt x="822" y="539"/>
                </a:lnTo>
                <a:lnTo>
                  <a:pt x="874" y="558"/>
                </a:lnTo>
                <a:lnTo>
                  <a:pt x="930" y="575"/>
                </a:lnTo>
                <a:lnTo>
                  <a:pt x="988" y="591"/>
                </a:lnTo>
                <a:lnTo>
                  <a:pt x="1048" y="605"/>
                </a:lnTo>
                <a:lnTo>
                  <a:pt x="1110" y="619"/>
                </a:lnTo>
                <a:lnTo>
                  <a:pt x="1112" y="619"/>
                </a:lnTo>
                <a:lnTo>
                  <a:pt x="1176" y="631"/>
                </a:lnTo>
                <a:lnTo>
                  <a:pt x="1176" y="629"/>
                </a:lnTo>
                <a:lnTo>
                  <a:pt x="1176" y="631"/>
                </a:lnTo>
                <a:lnTo>
                  <a:pt x="1212" y="634"/>
                </a:lnTo>
                <a:lnTo>
                  <a:pt x="1246" y="638"/>
                </a:lnTo>
                <a:lnTo>
                  <a:pt x="1282" y="641"/>
                </a:lnTo>
                <a:lnTo>
                  <a:pt x="1322" y="645"/>
                </a:lnTo>
                <a:lnTo>
                  <a:pt x="1360" y="648"/>
                </a:lnTo>
                <a:lnTo>
                  <a:pt x="1400" y="652"/>
                </a:lnTo>
                <a:lnTo>
                  <a:pt x="1442" y="655"/>
                </a:lnTo>
                <a:lnTo>
                  <a:pt x="1486" y="659"/>
                </a:lnTo>
                <a:lnTo>
                  <a:pt x="1528" y="660"/>
                </a:lnTo>
                <a:lnTo>
                  <a:pt x="1574" y="664"/>
                </a:lnTo>
                <a:lnTo>
                  <a:pt x="1666" y="667"/>
                </a:lnTo>
                <a:lnTo>
                  <a:pt x="1762" y="672"/>
                </a:lnTo>
                <a:lnTo>
                  <a:pt x="1864" y="676"/>
                </a:lnTo>
                <a:lnTo>
                  <a:pt x="1966" y="681"/>
                </a:lnTo>
                <a:lnTo>
                  <a:pt x="2070" y="683"/>
                </a:lnTo>
                <a:lnTo>
                  <a:pt x="2178" y="685"/>
                </a:lnTo>
                <a:lnTo>
                  <a:pt x="2288" y="688"/>
                </a:lnTo>
                <a:lnTo>
                  <a:pt x="2398" y="690"/>
                </a:lnTo>
                <a:lnTo>
                  <a:pt x="2508" y="691"/>
                </a:lnTo>
                <a:lnTo>
                  <a:pt x="2734" y="693"/>
                </a:lnTo>
                <a:lnTo>
                  <a:pt x="2956" y="697"/>
                </a:lnTo>
                <a:lnTo>
                  <a:pt x="3066" y="697"/>
                </a:lnTo>
                <a:lnTo>
                  <a:pt x="3176" y="698"/>
                </a:lnTo>
                <a:lnTo>
                  <a:pt x="3284" y="698"/>
                </a:lnTo>
                <a:lnTo>
                  <a:pt x="3388" y="698"/>
                </a:lnTo>
                <a:lnTo>
                  <a:pt x="3492" y="698"/>
                </a:lnTo>
                <a:lnTo>
                  <a:pt x="3590" y="700"/>
                </a:lnTo>
                <a:lnTo>
                  <a:pt x="3688" y="700"/>
                </a:lnTo>
                <a:lnTo>
                  <a:pt x="3780" y="700"/>
                </a:lnTo>
                <a:lnTo>
                  <a:pt x="3824" y="700"/>
                </a:lnTo>
                <a:lnTo>
                  <a:pt x="3870" y="702"/>
                </a:lnTo>
                <a:lnTo>
                  <a:pt x="3912" y="702"/>
                </a:lnTo>
                <a:lnTo>
                  <a:pt x="3954" y="702"/>
                </a:lnTo>
                <a:lnTo>
                  <a:pt x="3994" y="704"/>
                </a:lnTo>
                <a:lnTo>
                  <a:pt x="4034" y="704"/>
                </a:lnTo>
                <a:lnTo>
                  <a:pt x="4072" y="704"/>
                </a:lnTo>
                <a:lnTo>
                  <a:pt x="4108" y="704"/>
                </a:lnTo>
                <a:lnTo>
                  <a:pt x="4144" y="705"/>
                </a:lnTo>
                <a:lnTo>
                  <a:pt x="4176" y="705"/>
                </a:lnTo>
                <a:lnTo>
                  <a:pt x="4208" y="707"/>
                </a:lnTo>
                <a:lnTo>
                  <a:pt x="4238" y="707"/>
                </a:lnTo>
                <a:lnTo>
                  <a:pt x="4238" y="691"/>
                </a:lnTo>
                <a:lnTo>
                  <a:pt x="4208" y="691"/>
                </a:lnTo>
                <a:lnTo>
                  <a:pt x="4176" y="690"/>
                </a:lnTo>
                <a:lnTo>
                  <a:pt x="4144" y="690"/>
                </a:lnTo>
                <a:lnTo>
                  <a:pt x="4108" y="690"/>
                </a:lnTo>
                <a:lnTo>
                  <a:pt x="4072" y="690"/>
                </a:lnTo>
                <a:lnTo>
                  <a:pt x="4034" y="688"/>
                </a:lnTo>
                <a:lnTo>
                  <a:pt x="3994" y="688"/>
                </a:lnTo>
                <a:lnTo>
                  <a:pt x="3954" y="688"/>
                </a:lnTo>
                <a:lnTo>
                  <a:pt x="3912" y="688"/>
                </a:lnTo>
                <a:lnTo>
                  <a:pt x="3870" y="688"/>
                </a:lnTo>
                <a:lnTo>
                  <a:pt x="3824" y="686"/>
                </a:lnTo>
                <a:lnTo>
                  <a:pt x="3780" y="686"/>
                </a:lnTo>
                <a:lnTo>
                  <a:pt x="3688" y="685"/>
                </a:lnTo>
                <a:lnTo>
                  <a:pt x="3590" y="685"/>
                </a:lnTo>
                <a:lnTo>
                  <a:pt x="3492" y="685"/>
                </a:lnTo>
                <a:lnTo>
                  <a:pt x="3388" y="685"/>
                </a:lnTo>
                <a:lnTo>
                  <a:pt x="3284" y="683"/>
                </a:lnTo>
                <a:lnTo>
                  <a:pt x="3176" y="683"/>
                </a:lnTo>
                <a:lnTo>
                  <a:pt x="3066" y="683"/>
                </a:lnTo>
                <a:lnTo>
                  <a:pt x="2956" y="681"/>
                </a:lnTo>
                <a:lnTo>
                  <a:pt x="2734" y="679"/>
                </a:lnTo>
                <a:lnTo>
                  <a:pt x="2508" y="678"/>
                </a:lnTo>
                <a:lnTo>
                  <a:pt x="2398" y="674"/>
                </a:lnTo>
                <a:lnTo>
                  <a:pt x="2288" y="672"/>
                </a:lnTo>
                <a:lnTo>
                  <a:pt x="2178" y="671"/>
                </a:lnTo>
                <a:lnTo>
                  <a:pt x="2070" y="667"/>
                </a:lnTo>
                <a:lnTo>
                  <a:pt x="1966" y="665"/>
                </a:lnTo>
                <a:lnTo>
                  <a:pt x="1864" y="662"/>
                </a:lnTo>
                <a:lnTo>
                  <a:pt x="1762" y="657"/>
                </a:lnTo>
                <a:lnTo>
                  <a:pt x="1666" y="653"/>
                </a:lnTo>
                <a:lnTo>
                  <a:pt x="1574" y="648"/>
                </a:lnTo>
                <a:lnTo>
                  <a:pt x="1528" y="645"/>
                </a:lnTo>
                <a:lnTo>
                  <a:pt x="1486" y="643"/>
                </a:lnTo>
                <a:lnTo>
                  <a:pt x="1442" y="640"/>
                </a:lnTo>
                <a:lnTo>
                  <a:pt x="1400" y="638"/>
                </a:lnTo>
                <a:lnTo>
                  <a:pt x="1360" y="634"/>
                </a:lnTo>
                <a:lnTo>
                  <a:pt x="1322" y="629"/>
                </a:lnTo>
                <a:lnTo>
                  <a:pt x="1282" y="627"/>
                </a:lnTo>
                <a:lnTo>
                  <a:pt x="1246" y="622"/>
                </a:lnTo>
                <a:lnTo>
                  <a:pt x="1212" y="620"/>
                </a:lnTo>
                <a:lnTo>
                  <a:pt x="1178" y="615"/>
                </a:lnTo>
                <a:lnTo>
                  <a:pt x="1178" y="622"/>
                </a:lnTo>
                <a:lnTo>
                  <a:pt x="1180" y="615"/>
                </a:lnTo>
                <a:lnTo>
                  <a:pt x="1112" y="603"/>
                </a:lnTo>
                <a:lnTo>
                  <a:pt x="1112" y="612"/>
                </a:lnTo>
                <a:lnTo>
                  <a:pt x="1116" y="605"/>
                </a:lnTo>
                <a:lnTo>
                  <a:pt x="1054" y="591"/>
                </a:lnTo>
                <a:lnTo>
                  <a:pt x="994" y="577"/>
                </a:lnTo>
                <a:lnTo>
                  <a:pt x="936" y="560"/>
                </a:lnTo>
                <a:lnTo>
                  <a:pt x="880" y="544"/>
                </a:lnTo>
                <a:lnTo>
                  <a:pt x="828" y="525"/>
                </a:lnTo>
                <a:lnTo>
                  <a:pt x="776" y="506"/>
                </a:lnTo>
                <a:lnTo>
                  <a:pt x="728" y="485"/>
                </a:lnTo>
                <a:lnTo>
                  <a:pt x="680" y="465"/>
                </a:lnTo>
                <a:lnTo>
                  <a:pt x="634" y="442"/>
                </a:lnTo>
                <a:lnTo>
                  <a:pt x="592" y="421"/>
                </a:lnTo>
                <a:lnTo>
                  <a:pt x="550" y="397"/>
                </a:lnTo>
                <a:lnTo>
                  <a:pt x="512" y="375"/>
                </a:lnTo>
                <a:lnTo>
                  <a:pt x="474" y="350"/>
                </a:lnTo>
                <a:lnTo>
                  <a:pt x="436" y="326"/>
                </a:lnTo>
                <a:lnTo>
                  <a:pt x="434" y="333"/>
                </a:lnTo>
                <a:lnTo>
                  <a:pt x="440" y="328"/>
                </a:lnTo>
                <a:lnTo>
                  <a:pt x="404" y="304"/>
                </a:lnTo>
                <a:lnTo>
                  <a:pt x="372" y="281"/>
                </a:lnTo>
                <a:lnTo>
                  <a:pt x="340" y="257"/>
                </a:lnTo>
                <a:lnTo>
                  <a:pt x="310" y="233"/>
                </a:lnTo>
                <a:lnTo>
                  <a:pt x="280" y="210"/>
                </a:lnTo>
                <a:lnTo>
                  <a:pt x="252" y="187"/>
                </a:lnTo>
                <a:lnTo>
                  <a:pt x="226" y="167"/>
                </a:lnTo>
                <a:lnTo>
                  <a:pt x="200" y="144"/>
                </a:lnTo>
                <a:lnTo>
                  <a:pt x="176" y="123"/>
                </a:lnTo>
                <a:lnTo>
                  <a:pt x="152" y="104"/>
                </a:lnTo>
                <a:lnTo>
                  <a:pt x="128" y="85"/>
                </a:lnTo>
                <a:lnTo>
                  <a:pt x="108" y="68"/>
                </a:lnTo>
                <a:lnTo>
                  <a:pt x="86" y="52"/>
                </a:lnTo>
                <a:lnTo>
                  <a:pt x="66" y="37"/>
                </a:lnTo>
                <a:lnTo>
                  <a:pt x="46" y="23"/>
                </a:lnTo>
                <a:lnTo>
                  <a:pt x="44" y="21"/>
                </a:lnTo>
                <a:lnTo>
                  <a:pt x="24" y="9"/>
                </a:lnTo>
                <a:lnTo>
                  <a:pt x="6" y="0"/>
                </a:lnTo>
                <a:close/>
              </a:path>
            </a:pathLst>
          </a:custGeom>
          <a:solidFill>
            <a:srgbClr val="9966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10" name=""/>
          <p:cNvGrpSpPr/>
          <p:nvPr/>
        </p:nvGrpSpPr>
        <p:grpSpPr>
          <a:xfrm>
            <a:off x="6950160" y="992160"/>
            <a:ext cx="939600" cy="385560"/>
            <a:chOff x="6950160" y="992160"/>
            <a:chExt cx="939600" cy="385560"/>
          </a:xfrm>
        </p:grpSpPr>
        <p:sp>
          <p:nvSpPr>
            <p:cNvPr id="1211" name=""/>
            <p:cNvSpPr/>
            <p:nvPr/>
          </p:nvSpPr>
          <p:spPr>
            <a:xfrm>
              <a:off x="6950160" y="992160"/>
              <a:ext cx="879480" cy="326880"/>
            </a:xfrm>
            <a:custGeom>
              <a:avLst/>
              <a:gdLst/>
              <a:ahLst/>
              <a:rect l="l" t="t" r="r" b="b"/>
              <a:pathLst>
                <a:path w="554" h="206">
                  <a:moveTo>
                    <a:pt x="0" y="0"/>
                  </a:moveTo>
                  <a:lnTo>
                    <a:pt x="86" y="0"/>
                  </a:lnTo>
                  <a:lnTo>
                    <a:pt x="128" y="0"/>
                  </a:lnTo>
                  <a:lnTo>
                    <a:pt x="170" y="4"/>
                  </a:lnTo>
                  <a:lnTo>
                    <a:pt x="214" y="7"/>
                  </a:lnTo>
                  <a:lnTo>
                    <a:pt x="254" y="16"/>
                  </a:lnTo>
                  <a:lnTo>
                    <a:pt x="292" y="26"/>
                  </a:lnTo>
                  <a:lnTo>
                    <a:pt x="330" y="38"/>
                  </a:lnTo>
                  <a:lnTo>
                    <a:pt x="360" y="52"/>
                  </a:lnTo>
                  <a:lnTo>
                    <a:pt x="390" y="69"/>
                  </a:lnTo>
                  <a:lnTo>
                    <a:pt x="420" y="89"/>
                  </a:lnTo>
                  <a:lnTo>
                    <a:pt x="448" y="109"/>
                  </a:lnTo>
                  <a:lnTo>
                    <a:pt x="476" y="132"/>
                  </a:lnTo>
                  <a:lnTo>
                    <a:pt x="502" y="156"/>
                  </a:lnTo>
                  <a:lnTo>
                    <a:pt x="528" y="180"/>
                  </a:lnTo>
                  <a:lnTo>
                    <a:pt x="554" y="206"/>
                  </a:lnTo>
                </a:path>
              </a:pathLst>
            </a:custGeom>
            <a:noFill/>
            <a:ln w="6480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2" name=""/>
            <p:cNvSpPr/>
            <p:nvPr/>
          </p:nvSpPr>
          <p:spPr>
            <a:xfrm>
              <a:off x="7804080" y="1292040"/>
              <a:ext cx="85680" cy="85680"/>
            </a:xfrm>
            <a:custGeom>
              <a:avLst/>
              <a:gdLst/>
              <a:ahLst/>
              <a:rect l="l" t="t" r="r" b="b"/>
              <a:pathLst>
                <a:path w="54" h="54">
                  <a:moveTo>
                    <a:pt x="0" y="36"/>
                  </a:moveTo>
                  <a:lnTo>
                    <a:pt x="54" y="54"/>
                  </a:lnTo>
                  <a:lnTo>
                    <a:pt x="3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38880" bIns="3888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213" name=""/>
          <p:cNvSpPr/>
          <p:nvPr/>
        </p:nvSpPr>
        <p:spPr>
          <a:xfrm>
            <a:off x="2228760" y="2660760"/>
            <a:ext cx="6569280" cy="144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1143000" y="2487600"/>
            <a:ext cx="7620120" cy="144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5360" bIns="-4536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2228760" y="2354400"/>
            <a:ext cx="1800" cy="677880"/>
          </a:xfrm>
          <a:prstGeom prst="line">
            <a:avLst/>
          </a:prstGeom>
          <a:ln w="648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1216" name=""/>
          <p:cNvGrpSpPr/>
          <p:nvPr/>
        </p:nvGrpSpPr>
        <p:grpSpPr>
          <a:xfrm>
            <a:off x="2038320" y="3032280"/>
            <a:ext cx="6765840" cy="1928520"/>
            <a:chOff x="2038320" y="3032280"/>
            <a:chExt cx="6765840" cy="1928520"/>
          </a:xfrm>
        </p:grpSpPr>
        <p:sp>
          <p:nvSpPr>
            <p:cNvPr id="1217" name=""/>
            <p:cNvSpPr/>
            <p:nvPr/>
          </p:nvSpPr>
          <p:spPr>
            <a:xfrm>
              <a:off x="2038320" y="3122640"/>
              <a:ext cx="1244520" cy="183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8" name=""/>
            <p:cNvSpPr/>
            <p:nvPr/>
          </p:nvSpPr>
          <p:spPr>
            <a:xfrm>
              <a:off x="2089080" y="315576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19" name=""/>
            <p:cNvSpPr/>
            <p:nvPr/>
          </p:nvSpPr>
          <p:spPr>
            <a:xfrm>
              <a:off x="2088720" y="316224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0" name=""/>
            <p:cNvSpPr/>
            <p:nvPr/>
          </p:nvSpPr>
          <p:spPr>
            <a:xfrm>
              <a:off x="2155680" y="3155760"/>
              <a:ext cx="8067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1" name=""/>
            <p:cNvSpPr/>
            <p:nvPr/>
          </p:nvSpPr>
          <p:spPr>
            <a:xfrm>
              <a:off x="2155320" y="3162240"/>
              <a:ext cx="724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Minor Traffic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2" name=""/>
            <p:cNvSpPr/>
            <p:nvPr/>
          </p:nvSpPr>
          <p:spPr>
            <a:xfrm>
              <a:off x="2155680" y="3305160"/>
              <a:ext cx="5590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3" name=""/>
            <p:cNvSpPr/>
            <p:nvPr/>
          </p:nvSpPr>
          <p:spPr>
            <a:xfrm>
              <a:off x="2155320" y="3309840"/>
              <a:ext cx="502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Incidents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4" name=""/>
            <p:cNvSpPr/>
            <p:nvPr/>
          </p:nvSpPr>
          <p:spPr>
            <a:xfrm>
              <a:off x="2089080" y="345600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5" name=""/>
            <p:cNvSpPr/>
            <p:nvPr/>
          </p:nvSpPr>
          <p:spPr>
            <a:xfrm>
              <a:off x="2088720" y="3462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6" name=""/>
            <p:cNvSpPr/>
            <p:nvPr/>
          </p:nvSpPr>
          <p:spPr>
            <a:xfrm>
              <a:off x="2155680" y="3456000"/>
              <a:ext cx="9241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7" name=""/>
            <p:cNvSpPr/>
            <p:nvPr/>
          </p:nvSpPr>
          <p:spPr>
            <a:xfrm>
              <a:off x="2155320" y="3462120"/>
              <a:ext cx="8330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Traffic Crashes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8" name=""/>
            <p:cNvSpPr/>
            <p:nvPr/>
          </p:nvSpPr>
          <p:spPr>
            <a:xfrm>
              <a:off x="2089080" y="3605040"/>
              <a:ext cx="4752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29" name=""/>
            <p:cNvSpPr/>
            <p:nvPr/>
          </p:nvSpPr>
          <p:spPr>
            <a:xfrm>
              <a:off x="2088720" y="36100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0" name=""/>
            <p:cNvSpPr/>
            <p:nvPr/>
          </p:nvSpPr>
          <p:spPr>
            <a:xfrm>
              <a:off x="2155680" y="3605040"/>
              <a:ext cx="106056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1" name=""/>
            <p:cNvSpPr/>
            <p:nvPr/>
          </p:nvSpPr>
          <p:spPr>
            <a:xfrm>
              <a:off x="2155320" y="3610080"/>
              <a:ext cx="9532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Minor Load Spills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2" name=""/>
            <p:cNvSpPr/>
            <p:nvPr/>
          </p:nvSpPr>
          <p:spPr>
            <a:xfrm>
              <a:off x="2089080" y="375264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3" name=""/>
            <p:cNvSpPr/>
            <p:nvPr/>
          </p:nvSpPr>
          <p:spPr>
            <a:xfrm>
              <a:off x="2088720" y="3759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4" name=""/>
            <p:cNvSpPr/>
            <p:nvPr/>
          </p:nvSpPr>
          <p:spPr>
            <a:xfrm>
              <a:off x="2155680" y="3752640"/>
              <a:ext cx="78120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5" name=""/>
            <p:cNvSpPr/>
            <p:nvPr/>
          </p:nvSpPr>
          <p:spPr>
            <a:xfrm>
              <a:off x="2155320" y="3759120"/>
              <a:ext cx="7059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Vehicle Fires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6" name=""/>
            <p:cNvSpPr/>
            <p:nvPr/>
          </p:nvSpPr>
          <p:spPr>
            <a:xfrm>
              <a:off x="2089080" y="389880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7" name=""/>
            <p:cNvSpPr/>
            <p:nvPr/>
          </p:nvSpPr>
          <p:spPr>
            <a:xfrm>
              <a:off x="2088720" y="39034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8" name=""/>
            <p:cNvSpPr/>
            <p:nvPr/>
          </p:nvSpPr>
          <p:spPr>
            <a:xfrm>
              <a:off x="2155680" y="3898800"/>
              <a:ext cx="10033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39" name=""/>
            <p:cNvSpPr/>
            <p:nvPr/>
          </p:nvSpPr>
          <p:spPr>
            <a:xfrm>
              <a:off x="2155320" y="3903480"/>
              <a:ext cx="9025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Minor Train/Bus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0" name=""/>
            <p:cNvSpPr/>
            <p:nvPr/>
          </p:nvSpPr>
          <p:spPr>
            <a:xfrm>
              <a:off x="2155680" y="4049640"/>
              <a:ext cx="6098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1" name=""/>
            <p:cNvSpPr/>
            <p:nvPr/>
          </p:nvSpPr>
          <p:spPr>
            <a:xfrm>
              <a:off x="2155320" y="4056120"/>
              <a:ext cx="5468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Accidents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2" name=""/>
            <p:cNvSpPr/>
            <p:nvPr/>
          </p:nvSpPr>
          <p:spPr>
            <a:xfrm>
              <a:off x="2089080" y="4199040"/>
              <a:ext cx="4752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3" name=""/>
            <p:cNvSpPr/>
            <p:nvPr/>
          </p:nvSpPr>
          <p:spPr>
            <a:xfrm>
              <a:off x="2088720" y="42037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4" name=""/>
            <p:cNvSpPr/>
            <p:nvPr/>
          </p:nvSpPr>
          <p:spPr>
            <a:xfrm>
              <a:off x="2155680" y="4199040"/>
              <a:ext cx="8128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5" name=""/>
            <p:cNvSpPr/>
            <p:nvPr/>
          </p:nvSpPr>
          <p:spPr>
            <a:xfrm>
              <a:off x="2155320" y="4203720"/>
              <a:ext cx="7311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Accidents w/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6" name=""/>
            <p:cNvSpPr/>
            <p:nvPr/>
          </p:nvSpPr>
          <p:spPr>
            <a:xfrm>
              <a:off x="2155680" y="4346640"/>
              <a:ext cx="45432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7" name=""/>
            <p:cNvSpPr/>
            <p:nvPr/>
          </p:nvSpPr>
          <p:spPr>
            <a:xfrm>
              <a:off x="2155320" y="4352760"/>
              <a:ext cx="4071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Injuries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8" name=""/>
            <p:cNvSpPr/>
            <p:nvPr/>
          </p:nvSpPr>
          <p:spPr>
            <a:xfrm>
              <a:off x="2133720" y="4792680"/>
              <a:ext cx="7491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49" name=""/>
            <p:cNvSpPr/>
            <p:nvPr/>
          </p:nvSpPr>
          <p:spPr>
            <a:xfrm>
              <a:off x="2133360" y="4797360"/>
              <a:ext cx="961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0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0" name=""/>
            <p:cNvSpPr/>
            <p:nvPr/>
          </p:nvSpPr>
          <p:spPr>
            <a:xfrm>
              <a:off x="2238120" y="4797360"/>
              <a:ext cx="388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-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1" name=""/>
            <p:cNvSpPr/>
            <p:nvPr/>
          </p:nvSpPr>
          <p:spPr>
            <a:xfrm>
              <a:off x="2314080" y="4797360"/>
              <a:ext cx="508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9900"/>
                  </a:solidFill>
                  <a:effectLst/>
                  <a:uFillTx/>
                  <a:latin typeface="Arial"/>
                </a:rPr>
                <a:t>2 HOURS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2" name=""/>
            <p:cNvSpPr/>
            <p:nvPr/>
          </p:nvSpPr>
          <p:spPr>
            <a:xfrm>
              <a:off x="3489480" y="315900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3" name=""/>
            <p:cNvSpPr/>
            <p:nvPr/>
          </p:nvSpPr>
          <p:spPr>
            <a:xfrm>
              <a:off x="3489120" y="31654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4" name=""/>
            <p:cNvSpPr/>
            <p:nvPr/>
          </p:nvSpPr>
          <p:spPr>
            <a:xfrm>
              <a:off x="3556080" y="3147840"/>
              <a:ext cx="10033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5" name=""/>
            <p:cNvSpPr/>
            <p:nvPr/>
          </p:nvSpPr>
          <p:spPr>
            <a:xfrm>
              <a:off x="3555720" y="3154320"/>
              <a:ext cx="9025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Train Derailment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6" name=""/>
            <p:cNvSpPr/>
            <p:nvPr/>
          </p:nvSpPr>
          <p:spPr>
            <a:xfrm>
              <a:off x="3489480" y="330660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7" name=""/>
            <p:cNvSpPr/>
            <p:nvPr/>
          </p:nvSpPr>
          <p:spPr>
            <a:xfrm>
              <a:off x="3489120" y="33130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8" name=""/>
            <p:cNvSpPr/>
            <p:nvPr/>
          </p:nvSpPr>
          <p:spPr>
            <a:xfrm>
              <a:off x="3559320" y="3298680"/>
              <a:ext cx="9172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59" name=""/>
            <p:cNvSpPr/>
            <p:nvPr/>
          </p:nvSpPr>
          <p:spPr>
            <a:xfrm>
              <a:off x="3558960" y="3305160"/>
              <a:ext cx="826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Major Bus/Rail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0" name=""/>
            <p:cNvSpPr/>
            <p:nvPr/>
          </p:nvSpPr>
          <p:spPr>
            <a:xfrm>
              <a:off x="3559320" y="3444840"/>
              <a:ext cx="10634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1" name=""/>
            <p:cNvSpPr/>
            <p:nvPr/>
          </p:nvSpPr>
          <p:spPr>
            <a:xfrm>
              <a:off x="3558960" y="3451320"/>
              <a:ext cx="9597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Transit Accidents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2" name=""/>
            <p:cNvSpPr/>
            <p:nvPr/>
          </p:nvSpPr>
          <p:spPr>
            <a:xfrm>
              <a:off x="3489480" y="360684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3" name=""/>
            <p:cNvSpPr/>
            <p:nvPr/>
          </p:nvSpPr>
          <p:spPr>
            <a:xfrm>
              <a:off x="3489120" y="361296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4" name=""/>
            <p:cNvSpPr/>
            <p:nvPr/>
          </p:nvSpPr>
          <p:spPr>
            <a:xfrm>
              <a:off x="3559320" y="3595680"/>
              <a:ext cx="7556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5" name=""/>
            <p:cNvSpPr/>
            <p:nvPr/>
          </p:nvSpPr>
          <p:spPr>
            <a:xfrm>
              <a:off x="3558960" y="3601800"/>
              <a:ext cx="6804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Major Truck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6" name=""/>
            <p:cNvSpPr/>
            <p:nvPr/>
          </p:nvSpPr>
          <p:spPr>
            <a:xfrm>
              <a:off x="3559320" y="3747960"/>
              <a:ext cx="60624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7" name=""/>
            <p:cNvSpPr/>
            <p:nvPr/>
          </p:nvSpPr>
          <p:spPr>
            <a:xfrm>
              <a:off x="3558960" y="3752640"/>
              <a:ext cx="5468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Accidents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8" name=""/>
            <p:cNvSpPr/>
            <p:nvPr/>
          </p:nvSpPr>
          <p:spPr>
            <a:xfrm>
              <a:off x="3489480" y="3902040"/>
              <a:ext cx="47520" cy="1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69" name=""/>
            <p:cNvSpPr/>
            <p:nvPr/>
          </p:nvSpPr>
          <p:spPr>
            <a:xfrm>
              <a:off x="3489120" y="39067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0" name=""/>
            <p:cNvSpPr/>
            <p:nvPr/>
          </p:nvSpPr>
          <p:spPr>
            <a:xfrm>
              <a:off x="3559320" y="3895560"/>
              <a:ext cx="8031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1" name=""/>
            <p:cNvSpPr/>
            <p:nvPr/>
          </p:nvSpPr>
          <p:spPr>
            <a:xfrm>
              <a:off x="3558960" y="3902040"/>
              <a:ext cx="2674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Multi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2" name=""/>
            <p:cNvSpPr/>
            <p:nvPr/>
          </p:nvSpPr>
          <p:spPr>
            <a:xfrm>
              <a:off x="3854160" y="3902040"/>
              <a:ext cx="388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-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3" name=""/>
            <p:cNvSpPr/>
            <p:nvPr/>
          </p:nvSpPr>
          <p:spPr>
            <a:xfrm>
              <a:off x="3898440" y="3902040"/>
              <a:ext cx="4201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vehicle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4" name=""/>
            <p:cNvSpPr/>
            <p:nvPr/>
          </p:nvSpPr>
          <p:spPr>
            <a:xfrm>
              <a:off x="3559320" y="4046400"/>
              <a:ext cx="5014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5" name=""/>
            <p:cNvSpPr/>
            <p:nvPr/>
          </p:nvSpPr>
          <p:spPr>
            <a:xfrm>
              <a:off x="3558960" y="4052880"/>
              <a:ext cx="4518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Crashes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6" name=""/>
            <p:cNvSpPr/>
            <p:nvPr/>
          </p:nvSpPr>
          <p:spPr>
            <a:xfrm>
              <a:off x="3489480" y="420048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7" name=""/>
            <p:cNvSpPr/>
            <p:nvPr/>
          </p:nvSpPr>
          <p:spPr>
            <a:xfrm>
              <a:off x="3489120" y="420696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8" name=""/>
            <p:cNvSpPr/>
            <p:nvPr/>
          </p:nvSpPr>
          <p:spPr>
            <a:xfrm>
              <a:off x="3559320" y="4189320"/>
              <a:ext cx="8254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79" name=""/>
            <p:cNvSpPr/>
            <p:nvPr/>
          </p:nvSpPr>
          <p:spPr>
            <a:xfrm>
              <a:off x="3558960" y="4195800"/>
              <a:ext cx="7437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Hazmat Spills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0" name=""/>
            <p:cNvSpPr/>
            <p:nvPr/>
          </p:nvSpPr>
          <p:spPr>
            <a:xfrm>
              <a:off x="3489480" y="4349520"/>
              <a:ext cx="47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1" name=""/>
            <p:cNvSpPr/>
            <p:nvPr/>
          </p:nvSpPr>
          <p:spPr>
            <a:xfrm>
              <a:off x="3489120" y="435456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2" name=""/>
            <p:cNvSpPr/>
            <p:nvPr/>
          </p:nvSpPr>
          <p:spPr>
            <a:xfrm>
              <a:off x="3559320" y="4311720"/>
              <a:ext cx="11746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3" name=""/>
            <p:cNvSpPr/>
            <p:nvPr/>
          </p:nvSpPr>
          <p:spPr>
            <a:xfrm>
              <a:off x="3558600" y="4316400"/>
              <a:ext cx="10616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Some Casualties &amp;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4" name=""/>
            <p:cNvSpPr/>
            <p:nvPr/>
          </p:nvSpPr>
          <p:spPr>
            <a:xfrm>
              <a:off x="3559320" y="4489560"/>
              <a:ext cx="61884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5" name=""/>
            <p:cNvSpPr/>
            <p:nvPr/>
          </p:nvSpPr>
          <p:spPr>
            <a:xfrm>
              <a:off x="3558960" y="4495680"/>
              <a:ext cx="5598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Fatalities 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6" name=""/>
            <p:cNvSpPr/>
            <p:nvPr/>
          </p:nvSpPr>
          <p:spPr>
            <a:xfrm>
              <a:off x="3505320" y="4816440"/>
              <a:ext cx="81900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7" name=""/>
            <p:cNvSpPr/>
            <p:nvPr/>
          </p:nvSpPr>
          <p:spPr>
            <a:xfrm>
              <a:off x="3504960" y="4822920"/>
              <a:ext cx="961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2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8" name=""/>
            <p:cNvSpPr/>
            <p:nvPr/>
          </p:nvSpPr>
          <p:spPr>
            <a:xfrm>
              <a:off x="3609720" y="4822920"/>
              <a:ext cx="388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-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89" name=""/>
            <p:cNvSpPr/>
            <p:nvPr/>
          </p:nvSpPr>
          <p:spPr>
            <a:xfrm>
              <a:off x="3685680" y="4822920"/>
              <a:ext cx="5724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0000ff"/>
                  </a:solidFill>
                  <a:effectLst/>
                  <a:uFillTx/>
                  <a:latin typeface="Arial"/>
                </a:rPr>
                <a:t>24 HOURS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0" name=""/>
            <p:cNvSpPr/>
            <p:nvPr/>
          </p:nvSpPr>
          <p:spPr>
            <a:xfrm>
              <a:off x="7134120" y="3122640"/>
              <a:ext cx="1670040" cy="183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1" name=""/>
            <p:cNvSpPr/>
            <p:nvPr/>
          </p:nvSpPr>
          <p:spPr>
            <a:xfrm>
              <a:off x="7188120" y="315576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2" name=""/>
            <p:cNvSpPr/>
            <p:nvPr/>
          </p:nvSpPr>
          <p:spPr>
            <a:xfrm>
              <a:off x="7187760" y="316224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3" name=""/>
            <p:cNvSpPr/>
            <p:nvPr/>
          </p:nvSpPr>
          <p:spPr>
            <a:xfrm>
              <a:off x="7283520" y="3155760"/>
              <a:ext cx="1298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4" name=""/>
            <p:cNvSpPr/>
            <p:nvPr/>
          </p:nvSpPr>
          <p:spPr>
            <a:xfrm>
              <a:off x="7283160" y="3162240"/>
              <a:ext cx="11692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Terrorist Attack/WMD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5" name=""/>
            <p:cNvSpPr/>
            <p:nvPr/>
          </p:nvSpPr>
          <p:spPr>
            <a:xfrm>
              <a:off x="7188120" y="330516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6" name=""/>
            <p:cNvSpPr/>
            <p:nvPr/>
          </p:nvSpPr>
          <p:spPr>
            <a:xfrm>
              <a:off x="7187760" y="330984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7" name=""/>
            <p:cNvSpPr/>
            <p:nvPr/>
          </p:nvSpPr>
          <p:spPr>
            <a:xfrm>
              <a:off x="7283520" y="3305160"/>
              <a:ext cx="102852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8" name=""/>
            <p:cNvSpPr/>
            <p:nvPr/>
          </p:nvSpPr>
          <p:spPr>
            <a:xfrm>
              <a:off x="7283160" y="3309840"/>
              <a:ext cx="9280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Floods, blizzards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99" name=""/>
            <p:cNvSpPr/>
            <p:nvPr/>
          </p:nvSpPr>
          <p:spPr>
            <a:xfrm>
              <a:off x="7188120" y="345600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0" name=""/>
            <p:cNvSpPr/>
            <p:nvPr/>
          </p:nvSpPr>
          <p:spPr>
            <a:xfrm>
              <a:off x="7187760" y="3462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1" name=""/>
            <p:cNvSpPr/>
            <p:nvPr/>
          </p:nvSpPr>
          <p:spPr>
            <a:xfrm>
              <a:off x="7283520" y="3456000"/>
              <a:ext cx="9334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2" name=""/>
            <p:cNvSpPr/>
            <p:nvPr/>
          </p:nvSpPr>
          <p:spPr>
            <a:xfrm>
              <a:off x="7283160" y="3462120"/>
              <a:ext cx="8388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Transportation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3" name=""/>
            <p:cNvSpPr/>
            <p:nvPr/>
          </p:nvSpPr>
          <p:spPr>
            <a:xfrm>
              <a:off x="7283520" y="3605040"/>
              <a:ext cx="145728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4" name=""/>
            <p:cNvSpPr/>
            <p:nvPr/>
          </p:nvSpPr>
          <p:spPr>
            <a:xfrm>
              <a:off x="7283160" y="3610080"/>
              <a:ext cx="13154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Infrastructure Collapses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5" name=""/>
            <p:cNvSpPr/>
            <p:nvPr/>
          </p:nvSpPr>
          <p:spPr>
            <a:xfrm>
              <a:off x="7188120" y="375264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6" name=""/>
            <p:cNvSpPr/>
            <p:nvPr/>
          </p:nvSpPr>
          <p:spPr>
            <a:xfrm>
              <a:off x="7187760" y="3759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7" name=""/>
            <p:cNvSpPr/>
            <p:nvPr/>
          </p:nvSpPr>
          <p:spPr>
            <a:xfrm>
              <a:off x="7283520" y="3752640"/>
              <a:ext cx="13809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8" name=""/>
            <p:cNvSpPr/>
            <p:nvPr/>
          </p:nvSpPr>
          <p:spPr>
            <a:xfrm>
              <a:off x="7283160" y="3759120"/>
              <a:ext cx="12456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Extended power/water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09" name=""/>
            <p:cNvSpPr/>
            <p:nvPr/>
          </p:nvSpPr>
          <p:spPr>
            <a:xfrm>
              <a:off x="7283520" y="3898800"/>
              <a:ext cx="4190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0" name=""/>
            <p:cNvSpPr/>
            <p:nvPr/>
          </p:nvSpPr>
          <p:spPr>
            <a:xfrm>
              <a:off x="7283160" y="3903480"/>
              <a:ext cx="3754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outage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1" name=""/>
            <p:cNvSpPr/>
            <p:nvPr/>
          </p:nvSpPr>
          <p:spPr>
            <a:xfrm>
              <a:off x="7188120" y="404964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2" name=""/>
            <p:cNvSpPr/>
            <p:nvPr/>
          </p:nvSpPr>
          <p:spPr>
            <a:xfrm>
              <a:off x="7187760" y="4056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3" name=""/>
            <p:cNvSpPr/>
            <p:nvPr/>
          </p:nvSpPr>
          <p:spPr>
            <a:xfrm>
              <a:off x="7283520" y="4049640"/>
              <a:ext cx="69840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4" name=""/>
            <p:cNvSpPr/>
            <p:nvPr/>
          </p:nvSpPr>
          <p:spPr>
            <a:xfrm>
              <a:off x="7283160" y="4056120"/>
              <a:ext cx="6296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Large Riots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5" name=""/>
            <p:cNvSpPr/>
            <p:nvPr/>
          </p:nvSpPr>
          <p:spPr>
            <a:xfrm>
              <a:off x="7188120" y="4199040"/>
              <a:ext cx="478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6" name=""/>
            <p:cNvSpPr/>
            <p:nvPr/>
          </p:nvSpPr>
          <p:spPr>
            <a:xfrm>
              <a:off x="7187760" y="42037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7" name=""/>
            <p:cNvSpPr/>
            <p:nvPr/>
          </p:nvSpPr>
          <p:spPr>
            <a:xfrm>
              <a:off x="7283520" y="4199040"/>
              <a:ext cx="98424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8" name=""/>
            <p:cNvSpPr/>
            <p:nvPr/>
          </p:nvSpPr>
          <p:spPr>
            <a:xfrm>
              <a:off x="7282800" y="4203720"/>
              <a:ext cx="8902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Mass Casualties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19" name=""/>
            <p:cNvSpPr/>
            <p:nvPr/>
          </p:nvSpPr>
          <p:spPr>
            <a:xfrm>
              <a:off x="7318440" y="4792680"/>
              <a:ext cx="46980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0" name=""/>
            <p:cNvSpPr/>
            <p:nvPr/>
          </p:nvSpPr>
          <p:spPr>
            <a:xfrm>
              <a:off x="7318080" y="4797360"/>
              <a:ext cx="4197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ff0000"/>
                  </a:solidFill>
                  <a:effectLst/>
                  <a:uFillTx/>
                  <a:latin typeface="Arial"/>
                </a:rPr>
                <a:t>WEEKS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1" name=""/>
            <p:cNvSpPr/>
            <p:nvPr/>
          </p:nvSpPr>
          <p:spPr>
            <a:xfrm>
              <a:off x="5991120" y="3122640"/>
              <a:ext cx="1000080" cy="1836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2" name=""/>
            <p:cNvSpPr/>
            <p:nvPr/>
          </p:nvSpPr>
          <p:spPr>
            <a:xfrm>
              <a:off x="6045120" y="315576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3" name=""/>
            <p:cNvSpPr/>
            <p:nvPr/>
          </p:nvSpPr>
          <p:spPr>
            <a:xfrm>
              <a:off x="6044760" y="316224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4" name=""/>
            <p:cNvSpPr/>
            <p:nvPr/>
          </p:nvSpPr>
          <p:spPr>
            <a:xfrm>
              <a:off x="6111720" y="3155760"/>
              <a:ext cx="7527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5" name=""/>
            <p:cNvSpPr/>
            <p:nvPr/>
          </p:nvSpPr>
          <p:spPr>
            <a:xfrm>
              <a:off x="6111360" y="3162240"/>
              <a:ext cx="67392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Port/Airport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6" name=""/>
            <p:cNvSpPr/>
            <p:nvPr/>
          </p:nvSpPr>
          <p:spPr>
            <a:xfrm>
              <a:off x="6111720" y="3305160"/>
              <a:ext cx="5590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7" name=""/>
            <p:cNvSpPr/>
            <p:nvPr/>
          </p:nvSpPr>
          <p:spPr>
            <a:xfrm>
              <a:off x="6111360" y="3309840"/>
              <a:ext cx="502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Incidents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8" name=""/>
            <p:cNvSpPr/>
            <p:nvPr/>
          </p:nvSpPr>
          <p:spPr>
            <a:xfrm>
              <a:off x="6045120" y="345600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29" name=""/>
            <p:cNvSpPr/>
            <p:nvPr/>
          </p:nvSpPr>
          <p:spPr>
            <a:xfrm>
              <a:off x="6044760" y="34621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0" name=""/>
            <p:cNvSpPr/>
            <p:nvPr/>
          </p:nvSpPr>
          <p:spPr>
            <a:xfrm>
              <a:off x="6111720" y="3456000"/>
              <a:ext cx="9273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1" name=""/>
            <p:cNvSpPr/>
            <p:nvPr/>
          </p:nvSpPr>
          <p:spPr>
            <a:xfrm>
              <a:off x="6111360" y="3462120"/>
              <a:ext cx="832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Large Building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2" name=""/>
            <p:cNvSpPr/>
            <p:nvPr/>
          </p:nvSpPr>
          <p:spPr>
            <a:xfrm>
              <a:off x="6111720" y="3605040"/>
              <a:ext cx="432000" cy="133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3" name=""/>
            <p:cNvSpPr/>
            <p:nvPr/>
          </p:nvSpPr>
          <p:spPr>
            <a:xfrm>
              <a:off x="6111360" y="3610080"/>
              <a:ext cx="3880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Fire or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4" name=""/>
            <p:cNvSpPr/>
            <p:nvPr/>
          </p:nvSpPr>
          <p:spPr>
            <a:xfrm>
              <a:off x="6111720" y="3752640"/>
              <a:ext cx="6098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5" name=""/>
            <p:cNvSpPr/>
            <p:nvPr/>
          </p:nvSpPr>
          <p:spPr>
            <a:xfrm>
              <a:off x="6111360" y="3759120"/>
              <a:ext cx="5468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Explosion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6" name=""/>
            <p:cNvSpPr/>
            <p:nvPr/>
          </p:nvSpPr>
          <p:spPr>
            <a:xfrm>
              <a:off x="6045120" y="389880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7" name=""/>
            <p:cNvSpPr/>
            <p:nvPr/>
          </p:nvSpPr>
          <p:spPr>
            <a:xfrm>
              <a:off x="6044760" y="39034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8" name=""/>
            <p:cNvSpPr/>
            <p:nvPr/>
          </p:nvSpPr>
          <p:spPr>
            <a:xfrm>
              <a:off x="6111720" y="3898800"/>
              <a:ext cx="6098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39" name=""/>
            <p:cNvSpPr/>
            <p:nvPr/>
          </p:nvSpPr>
          <p:spPr>
            <a:xfrm>
              <a:off x="6111360" y="3903480"/>
              <a:ext cx="5468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Industrial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0" name=""/>
            <p:cNvSpPr/>
            <p:nvPr/>
          </p:nvSpPr>
          <p:spPr>
            <a:xfrm>
              <a:off x="6111720" y="4049640"/>
              <a:ext cx="5590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1" name=""/>
            <p:cNvSpPr/>
            <p:nvPr/>
          </p:nvSpPr>
          <p:spPr>
            <a:xfrm>
              <a:off x="6111360" y="4056120"/>
              <a:ext cx="502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Incidents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2" name=""/>
            <p:cNvSpPr/>
            <p:nvPr/>
          </p:nvSpPr>
          <p:spPr>
            <a:xfrm>
              <a:off x="6045120" y="4199040"/>
              <a:ext cx="478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3" name=""/>
            <p:cNvSpPr/>
            <p:nvPr/>
          </p:nvSpPr>
          <p:spPr>
            <a:xfrm>
              <a:off x="6044760" y="42037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4" name=""/>
            <p:cNvSpPr/>
            <p:nvPr/>
          </p:nvSpPr>
          <p:spPr>
            <a:xfrm>
              <a:off x="6111720" y="4199040"/>
              <a:ext cx="82872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5" name=""/>
            <p:cNvSpPr/>
            <p:nvPr/>
          </p:nvSpPr>
          <p:spPr>
            <a:xfrm>
              <a:off x="6111360" y="4203720"/>
              <a:ext cx="7437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Major Tunnel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6" name=""/>
            <p:cNvSpPr/>
            <p:nvPr/>
          </p:nvSpPr>
          <p:spPr>
            <a:xfrm>
              <a:off x="6111720" y="4346640"/>
              <a:ext cx="60336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7" name=""/>
            <p:cNvSpPr/>
            <p:nvPr/>
          </p:nvSpPr>
          <p:spPr>
            <a:xfrm>
              <a:off x="6111720" y="4352760"/>
              <a:ext cx="5403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or Bridge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8" name=""/>
            <p:cNvSpPr/>
            <p:nvPr/>
          </p:nvSpPr>
          <p:spPr>
            <a:xfrm>
              <a:off x="6111720" y="4495680"/>
              <a:ext cx="4762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49" name=""/>
            <p:cNvSpPr/>
            <p:nvPr/>
          </p:nvSpPr>
          <p:spPr>
            <a:xfrm>
              <a:off x="6111360" y="4500360"/>
              <a:ext cx="4262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Closure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0" name=""/>
            <p:cNvSpPr/>
            <p:nvPr/>
          </p:nvSpPr>
          <p:spPr>
            <a:xfrm>
              <a:off x="6111720" y="4792680"/>
              <a:ext cx="3556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1" name=""/>
            <p:cNvSpPr/>
            <p:nvPr/>
          </p:nvSpPr>
          <p:spPr>
            <a:xfrm>
              <a:off x="6111360" y="4797360"/>
              <a:ext cx="3182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DAYS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2" name=""/>
            <p:cNvSpPr/>
            <p:nvPr/>
          </p:nvSpPr>
          <p:spPr>
            <a:xfrm>
              <a:off x="2228760" y="3032280"/>
              <a:ext cx="6569280" cy="2880"/>
            </a:xfrm>
            <a:prstGeom prst="line">
              <a:avLst/>
            </a:prstGeom>
            <a:ln w="648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3920" bIns="-4392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3" name=""/>
            <p:cNvSpPr/>
            <p:nvPr/>
          </p:nvSpPr>
          <p:spPr>
            <a:xfrm>
              <a:off x="4651200" y="3095640"/>
              <a:ext cx="1346400" cy="375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4" name=""/>
            <p:cNvSpPr/>
            <p:nvPr/>
          </p:nvSpPr>
          <p:spPr>
            <a:xfrm>
              <a:off x="4714920" y="3095640"/>
              <a:ext cx="1219320" cy="186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5" name=""/>
            <p:cNvSpPr/>
            <p:nvPr/>
          </p:nvSpPr>
          <p:spPr>
            <a:xfrm>
              <a:off x="4794120" y="314460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6" name=""/>
            <p:cNvSpPr/>
            <p:nvPr/>
          </p:nvSpPr>
          <p:spPr>
            <a:xfrm>
              <a:off x="4793760" y="31510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7" name=""/>
            <p:cNvSpPr/>
            <p:nvPr/>
          </p:nvSpPr>
          <p:spPr>
            <a:xfrm>
              <a:off x="4838760" y="3144600"/>
              <a:ext cx="84456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8" name=""/>
            <p:cNvSpPr/>
            <p:nvPr/>
          </p:nvSpPr>
          <p:spPr>
            <a:xfrm>
              <a:off x="4838400" y="3151080"/>
              <a:ext cx="7632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Train Crashes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59" name=""/>
            <p:cNvSpPr/>
            <p:nvPr/>
          </p:nvSpPr>
          <p:spPr>
            <a:xfrm>
              <a:off x="4794120" y="329400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0" name=""/>
            <p:cNvSpPr/>
            <p:nvPr/>
          </p:nvSpPr>
          <p:spPr>
            <a:xfrm>
              <a:off x="4793760" y="32986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1" name=""/>
            <p:cNvSpPr/>
            <p:nvPr/>
          </p:nvSpPr>
          <p:spPr>
            <a:xfrm>
              <a:off x="4838760" y="3294000"/>
              <a:ext cx="10414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2" name=""/>
            <p:cNvSpPr/>
            <p:nvPr/>
          </p:nvSpPr>
          <p:spPr>
            <a:xfrm>
              <a:off x="4838040" y="3298680"/>
              <a:ext cx="9410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Airplane Crashes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3" name=""/>
            <p:cNvSpPr/>
            <p:nvPr/>
          </p:nvSpPr>
          <p:spPr>
            <a:xfrm>
              <a:off x="4794120" y="3440160"/>
              <a:ext cx="47880" cy="1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4" name=""/>
            <p:cNvSpPr/>
            <p:nvPr/>
          </p:nvSpPr>
          <p:spPr>
            <a:xfrm>
              <a:off x="4793760" y="344484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5" name=""/>
            <p:cNvSpPr/>
            <p:nvPr/>
          </p:nvSpPr>
          <p:spPr>
            <a:xfrm>
              <a:off x="4838760" y="3440160"/>
              <a:ext cx="1044360" cy="132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6" name=""/>
            <p:cNvSpPr/>
            <p:nvPr/>
          </p:nvSpPr>
          <p:spPr>
            <a:xfrm>
              <a:off x="4838400" y="3444840"/>
              <a:ext cx="9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Hazmat Incidents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7" name=""/>
            <p:cNvSpPr/>
            <p:nvPr/>
          </p:nvSpPr>
          <p:spPr>
            <a:xfrm>
              <a:off x="4794120" y="358776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8" name=""/>
            <p:cNvSpPr/>
            <p:nvPr/>
          </p:nvSpPr>
          <p:spPr>
            <a:xfrm>
              <a:off x="4793760" y="35938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69" name=""/>
            <p:cNvSpPr/>
            <p:nvPr/>
          </p:nvSpPr>
          <p:spPr>
            <a:xfrm>
              <a:off x="4838760" y="3587760"/>
              <a:ext cx="7682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0" name=""/>
            <p:cNvSpPr/>
            <p:nvPr/>
          </p:nvSpPr>
          <p:spPr>
            <a:xfrm>
              <a:off x="4838400" y="3593880"/>
              <a:ext cx="2674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Multi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1" name=""/>
            <p:cNvSpPr/>
            <p:nvPr/>
          </p:nvSpPr>
          <p:spPr>
            <a:xfrm>
              <a:off x="5133600" y="3593880"/>
              <a:ext cx="388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-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2" name=""/>
            <p:cNvSpPr/>
            <p:nvPr/>
          </p:nvSpPr>
          <p:spPr>
            <a:xfrm>
              <a:off x="5177880" y="3593880"/>
              <a:ext cx="3884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vehicle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3" name=""/>
            <p:cNvSpPr/>
            <p:nvPr/>
          </p:nvSpPr>
          <p:spPr>
            <a:xfrm>
              <a:off x="4794120" y="3736800"/>
              <a:ext cx="60660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4" name=""/>
            <p:cNvSpPr/>
            <p:nvPr/>
          </p:nvSpPr>
          <p:spPr>
            <a:xfrm>
              <a:off x="4793760" y="3741840"/>
              <a:ext cx="5468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Accidents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5" name=""/>
            <p:cNvSpPr/>
            <p:nvPr/>
          </p:nvSpPr>
          <p:spPr>
            <a:xfrm>
              <a:off x="4794120" y="388764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6" name=""/>
            <p:cNvSpPr/>
            <p:nvPr/>
          </p:nvSpPr>
          <p:spPr>
            <a:xfrm>
              <a:off x="4793760" y="38923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7" name=""/>
            <p:cNvSpPr/>
            <p:nvPr/>
          </p:nvSpPr>
          <p:spPr>
            <a:xfrm>
              <a:off x="4838760" y="3887640"/>
              <a:ext cx="7556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8" name=""/>
            <p:cNvSpPr/>
            <p:nvPr/>
          </p:nvSpPr>
          <p:spPr>
            <a:xfrm>
              <a:off x="4838400" y="3892320"/>
              <a:ext cx="6804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Tunnel Fires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79" name=""/>
            <p:cNvSpPr/>
            <p:nvPr/>
          </p:nvSpPr>
          <p:spPr>
            <a:xfrm>
              <a:off x="4794120" y="4035240"/>
              <a:ext cx="478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0" name=""/>
            <p:cNvSpPr/>
            <p:nvPr/>
          </p:nvSpPr>
          <p:spPr>
            <a:xfrm>
              <a:off x="4793760" y="404172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1" name=""/>
            <p:cNvSpPr/>
            <p:nvPr/>
          </p:nvSpPr>
          <p:spPr>
            <a:xfrm>
              <a:off x="4838760" y="4035240"/>
              <a:ext cx="10414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2" name=""/>
            <p:cNvSpPr/>
            <p:nvPr/>
          </p:nvSpPr>
          <p:spPr>
            <a:xfrm>
              <a:off x="4838400" y="4041720"/>
              <a:ext cx="9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Major Casualties 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3" name=""/>
            <p:cNvSpPr/>
            <p:nvPr/>
          </p:nvSpPr>
          <p:spPr>
            <a:xfrm>
              <a:off x="4794120" y="4181400"/>
              <a:ext cx="67644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4" name=""/>
            <p:cNvSpPr/>
            <p:nvPr/>
          </p:nvSpPr>
          <p:spPr>
            <a:xfrm>
              <a:off x="4793760" y="4187880"/>
              <a:ext cx="61056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&amp; Fatalities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5" name=""/>
            <p:cNvSpPr/>
            <p:nvPr/>
          </p:nvSpPr>
          <p:spPr>
            <a:xfrm>
              <a:off x="4794120" y="4330800"/>
              <a:ext cx="478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6" name=""/>
            <p:cNvSpPr/>
            <p:nvPr/>
          </p:nvSpPr>
          <p:spPr>
            <a:xfrm>
              <a:off x="4793760" y="4335480"/>
              <a:ext cx="4068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•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7" name=""/>
            <p:cNvSpPr/>
            <p:nvPr/>
          </p:nvSpPr>
          <p:spPr>
            <a:xfrm>
              <a:off x="4838760" y="4330800"/>
              <a:ext cx="650880" cy="13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8" name=""/>
            <p:cNvSpPr/>
            <p:nvPr/>
          </p:nvSpPr>
          <p:spPr>
            <a:xfrm>
              <a:off x="4838400" y="4335480"/>
              <a:ext cx="58500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Tornadoes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89" name=""/>
            <p:cNvSpPr/>
            <p:nvPr/>
          </p:nvSpPr>
          <p:spPr>
            <a:xfrm>
              <a:off x="4838760" y="4778280"/>
              <a:ext cx="355680" cy="13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0" name=""/>
            <p:cNvSpPr/>
            <p:nvPr/>
          </p:nvSpPr>
          <p:spPr>
            <a:xfrm>
              <a:off x="4838400" y="4784760"/>
              <a:ext cx="318240" cy="13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900" strike="noStrike" u="none">
                  <a:solidFill>
                    <a:srgbClr val="663300"/>
                  </a:solidFill>
                  <a:effectLst/>
                  <a:uFillTx/>
                  <a:latin typeface="Arial"/>
                </a:rPr>
                <a:t>DAYS</a:t>
              </a:r>
              <a:endParaRPr b="0" lang="en-IN" sz="9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91" name=""/>
          <p:cNvGrpSpPr/>
          <p:nvPr/>
        </p:nvGrpSpPr>
        <p:grpSpPr>
          <a:xfrm>
            <a:off x="2895480" y="2886120"/>
            <a:ext cx="5562720" cy="129960"/>
            <a:chOff x="2895480" y="2886120"/>
            <a:chExt cx="5562720" cy="129960"/>
          </a:xfrm>
        </p:grpSpPr>
        <p:sp>
          <p:nvSpPr>
            <p:cNvPr id="1392" name=""/>
            <p:cNvSpPr/>
            <p:nvPr/>
          </p:nvSpPr>
          <p:spPr>
            <a:xfrm>
              <a:off x="2895480" y="2938320"/>
              <a:ext cx="5423040" cy="25560"/>
            </a:xfrm>
            <a:prstGeom prst="rect">
              <a:avLst/>
            </a:pr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240" bIns="-2124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3" name=""/>
            <p:cNvSpPr/>
            <p:nvPr/>
          </p:nvSpPr>
          <p:spPr>
            <a:xfrm>
              <a:off x="8312040" y="2886120"/>
              <a:ext cx="146160" cy="129960"/>
            </a:xfrm>
            <a:custGeom>
              <a:avLst/>
              <a:gdLst/>
              <a:ahLst/>
              <a:rect l="l" t="t" r="r" b="b"/>
              <a:pathLst>
                <a:path w="92" h="82">
                  <a:moveTo>
                    <a:pt x="0" y="82"/>
                  </a:moveTo>
                  <a:lnTo>
                    <a:pt x="92" y="40"/>
                  </a:lnTo>
                  <a:lnTo>
                    <a:pt x="0" y="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33cc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94" name=""/>
          <p:cNvGrpSpPr/>
          <p:nvPr/>
        </p:nvGrpSpPr>
        <p:grpSpPr>
          <a:xfrm>
            <a:off x="6095880" y="2490840"/>
            <a:ext cx="2362320" cy="129960"/>
            <a:chOff x="6095880" y="2490840"/>
            <a:chExt cx="2362320" cy="129960"/>
          </a:xfrm>
        </p:grpSpPr>
        <p:sp>
          <p:nvSpPr>
            <p:cNvPr id="1395" name=""/>
            <p:cNvSpPr/>
            <p:nvPr/>
          </p:nvSpPr>
          <p:spPr>
            <a:xfrm>
              <a:off x="6095880" y="2543040"/>
              <a:ext cx="2222640" cy="25560"/>
            </a:xfrm>
            <a:prstGeom prst="rect">
              <a:avLst/>
            </a:prstGeom>
            <a:solidFill>
              <a:srgbClr val="9966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240" bIns="-2124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6" name=""/>
            <p:cNvSpPr/>
            <p:nvPr/>
          </p:nvSpPr>
          <p:spPr>
            <a:xfrm>
              <a:off x="8312040" y="2490840"/>
              <a:ext cx="146160" cy="129960"/>
            </a:xfrm>
            <a:custGeom>
              <a:avLst/>
              <a:gdLst/>
              <a:ahLst/>
              <a:rect l="l" t="t" r="r" b="b"/>
              <a:pathLst>
                <a:path w="92" h="82">
                  <a:moveTo>
                    <a:pt x="0" y="82"/>
                  </a:moveTo>
                  <a:lnTo>
                    <a:pt x="92" y="40"/>
                  </a:lnTo>
                  <a:lnTo>
                    <a:pt x="0" y="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99663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397" name=""/>
          <p:cNvGrpSpPr/>
          <p:nvPr/>
        </p:nvGrpSpPr>
        <p:grpSpPr>
          <a:xfrm>
            <a:off x="4419720" y="2689200"/>
            <a:ext cx="4038480" cy="128520"/>
            <a:chOff x="4419720" y="2689200"/>
            <a:chExt cx="4038480" cy="128520"/>
          </a:xfrm>
        </p:grpSpPr>
        <p:sp>
          <p:nvSpPr>
            <p:cNvPr id="1398" name=""/>
            <p:cNvSpPr/>
            <p:nvPr/>
          </p:nvSpPr>
          <p:spPr>
            <a:xfrm>
              <a:off x="4419720" y="2741400"/>
              <a:ext cx="3898800" cy="2412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2680" bIns="-2268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99" name=""/>
            <p:cNvSpPr/>
            <p:nvPr/>
          </p:nvSpPr>
          <p:spPr>
            <a:xfrm>
              <a:off x="8312040" y="2689200"/>
              <a:ext cx="146160" cy="128520"/>
            </a:xfrm>
            <a:custGeom>
              <a:avLst/>
              <a:gdLst/>
              <a:ahLst/>
              <a:rect l="l" t="t" r="r" b="b"/>
              <a:pathLst>
                <a:path w="92" h="81">
                  <a:moveTo>
                    <a:pt x="0" y="81"/>
                  </a:moveTo>
                  <a:lnTo>
                    <a:pt x="92" y="40"/>
                  </a:lnTo>
                  <a:lnTo>
                    <a:pt x="0" y="0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0000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grpSp>
        <p:nvGrpSpPr>
          <p:cNvPr id="1400" name=""/>
          <p:cNvGrpSpPr/>
          <p:nvPr/>
        </p:nvGrpSpPr>
        <p:grpSpPr>
          <a:xfrm>
            <a:off x="8229600" y="2292480"/>
            <a:ext cx="228600" cy="129960"/>
            <a:chOff x="8229600" y="2292480"/>
            <a:chExt cx="228600" cy="129960"/>
          </a:xfrm>
        </p:grpSpPr>
        <p:sp>
          <p:nvSpPr>
            <p:cNvPr id="1401" name=""/>
            <p:cNvSpPr/>
            <p:nvPr/>
          </p:nvSpPr>
          <p:spPr>
            <a:xfrm>
              <a:off x="8229600" y="2344680"/>
              <a:ext cx="88920" cy="2520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21600" bIns="-216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02" name=""/>
            <p:cNvSpPr/>
            <p:nvPr/>
          </p:nvSpPr>
          <p:spPr>
            <a:xfrm>
              <a:off x="8312040" y="2292480"/>
              <a:ext cx="146160" cy="129960"/>
            </a:xfrm>
            <a:custGeom>
              <a:avLst/>
              <a:gdLst/>
              <a:ahLst/>
              <a:rect l="l" t="t" r="r" b="b"/>
              <a:pathLst>
                <a:path w="92" h="82">
                  <a:moveTo>
                    <a:pt x="0" y="82"/>
                  </a:moveTo>
                  <a:lnTo>
                    <a:pt x="92" y="40"/>
                  </a:lnTo>
                  <a:lnTo>
                    <a:pt x="0" y="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60aa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1403" name=""/>
          <p:cNvSpPr/>
          <p:nvPr/>
        </p:nvSpPr>
        <p:spPr>
          <a:xfrm>
            <a:off x="2895480" y="5884920"/>
            <a:ext cx="3981600" cy="21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graphicFrame>
        <p:nvGraphicFramePr>
          <p:cNvPr id="1404" name=""/>
          <p:cNvGraphicFramePr/>
          <p:nvPr/>
        </p:nvGraphicFramePr>
        <p:xfrm>
          <a:off x="2209680" y="5029200"/>
          <a:ext cx="6400800" cy="128916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405" name="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2209680" y="5029200"/>
                    <a:ext cx="6400800" cy="1289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1E10880-6440-4534-98B5-A67262944A7C}" type="slidenum">
              <a:t>6</a:t>
            </a:fld>
          </a:p>
        </p:txBody>
      </p:sp>
    </p:spTree>
  </p:cSld>
  <p:transition>
    <p:strips dir="rd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RITIS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PlaceHolder 2"/>
          <p:cNvSpPr>
            <a:spLocks noGrp="1"/>
          </p:cNvSpPr>
          <p:nvPr>
            <p:ph/>
          </p:nvPr>
        </p:nvSpPr>
        <p:spPr>
          <a:xfrm>
            <a:off x="546120" y="1943280"/>
            <a:ext cx="7772400" cy="380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The Regional Integrated Transportation Information System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6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4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     A data fusion system to support MATOC activities by compiling real-time traffic and transit data from agencies around the region, putting it together in a common format, and enabling it to be shared with agencies, the media, and the public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     A prototype is now in operation, with many of the envisioned functions, sharing information with several agencies</a:t>
            </a: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1408" name=""/>
          <p:cNvSpPr/>
          <p:nvPr/>
        </p:nvSpPr>
        <p:spPr>
          <a:xfrm>
            <a:off x="0" y="1219320"/>
            <a:ext cx="9144000" cy="0"/>
          </a:xfrm>
          <a:prstGeom prst="line">
            <a:avLst/>
          </a:prstGeom>
          <a:ln w="76320">
            <a:solidFill>
              <a:srgbClr val="f79a6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C306477-1A24-47B3-AE6A-8F4C9CE0FA6F}" type="slidenum">
              <a:t>7</a:t>
            </a:fld>
          </a:p>
        </p:txBody>
      </p:sp>
    </p:spTree>
  </p:cSld>
  <p:transition>
    <p:strips dir="rd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9" name="" descr=""/>
          <p:cNvPicPr/>
          <p:nvPr/>
        </p:nvPicPr>
        <p:blipFill>
          <a:blip r:embed="rId1"/>
          <a:stretch/>
        </p:blipFill>
        <p:spPr>
          <a:xfrm>
            <a:off x="3429000" y="1447920"/>
            <a:ext cx="5715000" cy="451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0" name="" descr=""/>
          <p:cNvPicPr/>
          <p:nvPr/>
        </p:nvPicPr>
        <p:blipFill>
          <a:blip r:embed="rId2"/>
          <a:stretch/>
        </p:blipFill>
        <p:spPr>
          <a:xfrm>
            <a:off x="3749760" y="3375000"/>
            <a:ext cx="834840" cy="84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1" name=""/>
          <p:cNvSpPr/>
          <p:nvPr/>
        </p:nvSpPr>
        <p:spPr>
          <a:xfrm>
            <a:off x="4584600" y="3760920"/>
            <a:ext cx="963720" cy="0"/>
          </a:xfrm>
          <a:prstGeom prst="line">
            <a:avLst/>
          </a:prstGeom>
          <a:ln w="57240">
            <a:solidFill>
              <a:srgbClr val="0060aa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PlaceHolder 1"/>
          <p:cNvSpPr>
            <a:spLocks noGrp="1"/>
          </p:cNvSpPr>
          <p:nvPr>
            <p:ph type="title"/>
          </p:nvPr>
        </p:nvSpPr>
        <p:spPr>
          <a:xfrm>
            <a:off x="304920" y="2282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RITIS Functions to Support MATOC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PlaceHolder 2"/>
          <p:cNvSpPr>
            <a:spLocks noGrp="1"/>
          </p:cNvSpPr>
          <p:nvPr>
            <p:ph/>
          </p:nvPr>
        </p:nvSpPr>
        <p:spPr>
          <a:xfrm>
            <a:off x="-360" y="1218960"/>
            <a:ext cx="3429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Transportation data acquisition from transportation, public safety, and weather agencies</a:t>
            </a:r>
            <a:endParaRPr b="1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Incidents, Events, Construction, and Related Information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Real-time information dissemination for:</a:t>
            </a:r>
            <a:endParaRPr b="1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Incident/traffic mgt.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Traveler information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300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200" strike="noStrike" u="none">
                <a:solidFill>
                  <a:srgbClr val="00408d"/>
                </a:solidFill>
                <a:effectLst/>
                <a:uFillTx/>
                <a:latin typeface="Arial"/>
              </a:rPr>
              <a:t>Archived data for</a:t>
            </a:r>
            <a:endParaRPr b="1" lang="en-IN" sz="12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R&amp;D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Planning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62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0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Performance Measures</a:t>
            </a:r>
            <a:endParaRPr b="1" lang="en-IN" sz="10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  <a:p>
            <a:pPr marL="343080" indent="-343080">
              <a:spcBef>
                <a:spcPts val="2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000" strike="noStrike" u="none">
              <a:solidFill>
                <a:srgbClr val="00408d"/>
              </a:solidFill>
              <a:effectLst/>
              <a:uFillTx/>
              <a:latin typeface="Arial"/>
            </a:endParaRPr>
          </a:p>
        </p:txBody>
      </p:sp>
      <p:sp>
        <p:nvSpPr>
          <p:cNvPr id="1414" name=""/>
          <p:cNvSpPr/>
          <p:nvPr/>
        </p:nvSpPr>
        <p:spPr>
          <a:xfrm>
            <a:off x="0" y="1219320"/>
            <a:ext cx="9144000" cy="0"/>
          </a:xfrm>
          <a:prstGeom prst="line">
            <a:avLst/>
          </a:prstGeom>
          <a:ln w="76320">
            <a:solidFill>
              <a:srgbClr val="f79a6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t">
            <a:noAutofit/>
          </a:bodyPr>
          <a:p>
            <a:endParaRPr b="0" lang="en-IN" sz="2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4343400" y="4952880"/>
            <a:ext cx="91440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400" strike="noStrike" u="none">
                <a:solidFill>
                  <a:srgbClr val="f79a68"/>
                </a:solidFill>
                <a:effectLst/>
                <a:uFillTx/>
                <a:latin typeface="Arial"/>
              </a:rPr>
              <a:t>Traveler Info</a:t>
            </a:r>
            <a:endParaRPr b="0" lang="en-IN" sz="14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3733920" y="5029200"/>
            <a:ext cx="1752480" cy="7038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25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000" strike="noStrike" u="none">
                <a:solidFill>
                  <a:srgbClr val="0060aa"/>
                </a:solidFill>
                <a:effectLst/>
                <a:uFillTx/>
                <a:latin typeface="Arial"/>
              </a:rPr>
              <a:t>Traveler Information</a:t>
            </a:r>
            <a:endParaRPr b="0" lang="en-IN" sz="2000" strike="noStrike" u="none">
              <a:solidFill>
                <a:srgbClr val="0060aa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34B3EA9-2FD4-45DA-9223-2826FE410F5A}" type="slidenum">
              <a:t>8</a:t>
            </a:fld>
          </a:p>
        </p:txBody>
      </p:sp>
    </p:spTree>
  </p:cSld>
  <p:transition>
    <p:strips dir="rd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PlaceHolder 1"/>
          <p:cNvSpPr>
            <a:spLocks noGrp="1"/>
          </p:cNvSpPr>
          <p:nvPr>
            <p:ph type="title"/>
          </p:nvPr>
        </p:nvSpPr>
        <p:spPr>
          <a:xfrm>
            <a:off x="254160" y="-36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ff8000"/>
                </a:solidFill>
                <a:effectLst/>
                <a:uFillTx/>
                <a:latin typeface="Arial"/>
              </a:rPr>
              <a:t>How Will RITIS/MATOC Help?</a:t>
            </a:r>
            <a:endParaRPr b="1" lang="en-IN" sz="2400" strike="noStrike" u="none">
              <a:solidFill>
                <a:srgbClr val="ff8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18" name=""/>
          <p:cNvGraphicFramePr/>
          <p:nvPr/>
        </p:nvGraphicFramePr>
        <p:xfrm>
          <a:off x="419040" y="952560"/>
          <a:ext cx="8229600" cy="4478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365040"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Agency Needs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1368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Pre-RITIS/MATOC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1368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IN" sz="10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With RITIS/MATOC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1368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solidFill>
                      <a:srgbClr val="336699"/>
                    </a:solidFill>
                  </a:tcPr>
                </a:tc>
              </a:tr>
              <a:tr h="63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Cross agency incident notification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Ad hoc – stovepiped agency by agency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Automated, real-time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  <a:tr h="63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Situational awareness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Ad hoc – via phone (time permitting)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Automated, real-time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  <a:tr h="91440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Information dissemination to media/public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Agency by agency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Cross-informed regional information available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  <a:tr h="64008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Tracking regional impacts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Ad hoc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Cross-informed regional information available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  <a:tr h="63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Performance Measures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Per agency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Region-wide performance measures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576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  <a:tr h="639720"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After Action Reviews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1368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1368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Ad hoc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576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1368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tIns="46800" bIns="46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249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1" lang="en-IN" sz="1000" strike="noStrike" u="none">
                          <a:solidFill>
                            <a:srgbClr val="00408d"/>
                          </a:solidFill>
                          <a:effectLst/>
                          <a:uFillTx/>
                          <a:latin typeface="Arial"/>
                          <a:ea typeface="ＭＳ Ｐゴシック"/>
                        </a:rPr>
                        <a:t>Via RITIS data archive and visualization tools</a:t>
                      </a:r>
                      <a:endParaRPr b="0" lang="en-IN" sz="1000" strike="noStrike" u="none">
                        <a:solidFill>
                          <a:srgbClr val="0060aa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ctr" marL="90000" marR="90000">
                    <a:lnL w="5760">
                      <a:solidFill>
                        <a:srgbClr val="0060aa"/>
                      </a:solidFill>
                      <a:prstDash val="solid"/>
                    </a:lnL>
                    <a:lnR w="13680">
                      <a:solidFill>
                        <a:srgbClr val="0060aa"/>
                      </a:solidFill>
                      <a:prstDash val="solid"/>
                    </a:lnR>
                    <a:lnT w="5760">
                      <a:solidFill>
                        <a:srgbClr val="0060aa"/>
                      </a:solidFill>
                      <a:prstDash val="solid"/>
                    </a:lnT>
                    <a:lnB w="13680">
                      <a:solidFill>
                        <a:srgbClr val="0060aa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2E1D89E-32BF-4E0C-8350-059B897350D9}" type="slidenum">
              <a:t>9</a:t>
            </a:fld>
          </a:p>
        </p:txBody>
      </p:sp>
    </p:spTree>
  </p:cSld>
  <p:transition>
    <p:strips dir="rd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9" name="" descr=""/>
          <p:cNvPicPr/>
          <p:nvPr/>
        </p:nvPicPr>
        <p:blipFill>
          <a:blip r:embed="rId1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937CBEA-FD1C-4F7A-94A2-990BF7434701}" type="slidenum">
              <a:t>10</a:t>
            </a:fld>
          </a:p>
        </p:txBody>
      </p:sp>
    </p:spTree>
  </p:cSld>
  <p:transition>
    <p:strips dir="rd"/>
  </p:transition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4044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2005-06-02T10:24:07Z</dcterms:created>
  <dc:creator>covey_da</dc:creator>
  <dc:description/>
  <dc:language>en-IN</dc:language>
  <cp:lastModifiedBy>Tom Costello</cp:lastModifiedBy>
  <dcterms:modified xsi:type="dcterms:W3CDTF">2008-05-08T10:48:04Z</dcterms:modified>
  <cp:revision>97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