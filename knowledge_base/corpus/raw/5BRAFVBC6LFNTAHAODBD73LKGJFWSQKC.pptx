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2.png" ContentType="image/png"/>
  <Override PartName="/ppt/media/image3.jpeg" ContentType="image/jpeg"/>
  <Override PartName="/ppt/media/image5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317470-D8CA-4514-8C58-AB2F57B438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9915B1-DC2E-4820-8FEA-4B032FB133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F91958F-2D97-4A79-A6AD-66229055F800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hyperlink" Target="http://url/" TargetMode="External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609480" y="1066680"/>
            <a:ext cx="1201680" cy="121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" descr=""/>
          <p:cNvPicPr/>
          <p:nvPr/>
        </p:nvPicPr>
        <p:blipFill>
          <a:blip r:embed="rId2"/>
          <a:stretch/>
        </p:blipFill>
        <p:spPr>
          <a:xfrm>
            <a:off x="1600200" y="609480"/>
            <a:ext cx="1143000" cy="77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" descr="EO-1"/>
          <p:cNvPicPr/>
          <p:nvPr/>
        </p:nvPicPr>
        <p:blipFill>
          <a:blip r:embed="rId3"/>
          <a:stretch/>
        </p:blipFill>
        <p:spPr>
          <a:xfrm>
            <a:off x="6781680" y="685800"/>
            <a:ext cx="971640" cy="120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" descr=""/>
          <p:cNvPicPr/>
          <p:nvPr/>
        </p:nvPicPr>
        <p:blipFill>
          <a:blip r:embed="rId4"/>
          <a:stretch/>
        </p:blipFill>
        <p:spPr>
          <a:xfrm>
            <a:off x="3957480" y="1009800"/>
            <a:ext cx="2303640" cy="153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"/>
          <p:cNvSpPr/>
          <p:nvPr/>
        </p:nvSpPr>
        <p:spPr>
          <a:xfrm>
            <a:off x="3962520" y="3733920"/>
            <a:ext cx="1523880" cy="2209680"/>
          </a:xfrm>
          <a:prstGeom prst="flowChartProcess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SGM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7086600" y="3505320"/>
            <a:ext cx="1523880" cy="2209680"/>
          </a:xfrm>
          <a:prstGeom prst="flowChartProcess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EO1</a:t>
            </a:r>
            <a:br>
              <a:rPr sz="1800"/>
            </a:b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Center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762120" y="3809880"/>
            <a:ext cx="1523880" cy="1600200"/>
          </a:xfrm>
          <a:prstGeom prst="flowChartProcess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EOS DAAC /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RapidFire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System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 flipH="1">
            <a:off x="1143000" y="2362320"/>
            <a:ext cx="76320" cy="1218960"/>
          </a:xfrm>
          <a:prstGeom prst="line">
            <a:avLst/>
          </a:prstGeom>
          <a:ln w="3168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 flipH="1">
            <a:off x="1599840" y="1600200"/>
            <a:ext cx="609480" cy="2057400"/>
          </a:xfrm>
          <a:prstGeom prst="line">
            <a:avLst/>
          </a:prstGeom>
          <a:ln w="3168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1296720" y="304920"/>
            <a:ext cx="752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366480" y="569880"/>
            <a:ext cx="752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Aqua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763560" y="2666880"/>
            <a:ext cx="1438560" cy="368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MODIS data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7681680" y="874800"/>
            <a:ext cx="6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EO1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2362320" y="4648320"/>
            <a:ext cx="1600200" cy="0"/>
          </a:xfrm>
          <a:prstGeom prst="line">
            <a:avLst/>
          </a:prstGeom>
          <a:ln w="3168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486400" y="3962520"/>
            <a:ext cx="1219320" cy="0"/>
          </a:xfrm>
          <a:prstGeom prst="line">
            <a:avLst/>
          </a:prstGeom>
          <a:ln w="3168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7375680" y="1969920"/>
            <a:ext cx="307800" cy="1459080"/>
          </a:xfrm>
          <a:prstGeom prst="line">
            <a:avLst/>
          </a:prstGeom>
          <a:ln w="3168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 flipH="1">
            <a:off x="5867280" y="4038480"/>
            <a:ext cx="1067040" cy="0"/>
          </a:xfrm>
          <a:prstGeom prst="line">
            <a:avLst/>
          </a:prstGeom>
          <a:ln w="3168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2422440" y="4757760"/>
            <a:ext cx="841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RapidFire</a:t>
            </a:r>
            <a:br>
              <a:rPr sz="1200"/>
            </a:b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547960" y="3716280"/>
            <a:ext cx="5533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lat/lon 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6173280" y="4038480"/>
            <a:ext cx="827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next flyover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5486400" y="4495680"/>
            <a:ext cx="1219320" cy="0"/>
          </a:xfrm>
          <a:prstGeom prst="line">
            <a:avLst/>
          </a:prstGeom>
          <a:ln w="3168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 flipH="1">
            <a:off x="5867280" y="4722840"/>
            <a:ext cx="1067040" cy="0"/>
          </a:xfrm>
          <a:prstGeom prst="line">
            <a:avLst/>
          </a:prstGeom>
          <a:ln w="3168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5547600" y="4249800"/>
            <a:ext cx="10173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image request 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6071760" y="4660920"/>
            <a:ext cx="834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request ack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 flipH="1">
            <a:off x="5867280" y="4951440"/>
            <a:ext cx="1067040" cy="0"/>
          </a:xfrm>
          <a:prstGeom prst="line">
            <a:avLst/>
          </a:prstGeom>
          <a:ln w="3168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6072120" y="4889520"/>
            <a:ext cx="7923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sched time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 flipH="1">
            <a:off x="5867280" y="5180040"/>
            <a:ext cx="1067040" cy="0"/>
          </a:xfrm>
          <a:prstGeom prst="line">
            <a:avLst/>
          </a:prstGeom>
          <a:ln w="3168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6071400" y="5118120"/>
            <a:ext cx="8697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image taken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 flipH="1">
            <a:off x="5867280" y="5408640"/>
            <a:ext cx="1067040" cy="0"/>
          </a:xfrm>
          <a:prstGeom prst="line">
            <a:avLst/>
          </a:prstGeom>
          <a:ln w="3168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6072480" y="5346720"/>
            <a:ext cx="700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image url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7491240" y="1778040"/>
            <a:ext cx="308160" cy="1458720"/>
          </a:xfrm>
          <a:prstGeom prst="line">
            <a:avLst/>
          </a:prstGeom>
          <a:ln w="31680">
            <a:solidFill>
              <a:srgbClr val="000000"/>
            </a:solidFill>
            <a:miter/>
            <a:head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7760520" y="2657520"/>
            <a:ext cx="6890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image</a:t>
            </a:r>
            <a:br>
              <a:rPr sz="1200"/>
            </a:b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request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6837840" y="2046240"/>
            <a:ext cx="5958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image</a:t>
            </a:r>
            <a:br>
              <a:rPr sz="1200"/>
            </a:b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4113000" y="625320"/>
            <a:ext cx="2060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SGM Web Monitor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3343320" y="587520"/>
            <a:ext cx="538200" cy="882360"/>
          </a:xfrm>
          <a:prstGeom prst="line">
            <a:avLst/>
          </a:prstGeom>
          <a:ln w="3168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2792160" y="165240"/>
            <a:ext cx="11588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Scientists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2960640" y="893880"/>
            <a:ext cx="6764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goal</a:t>
            </a:r>
            <a:br>
              <a:rPr sz="1800"/>
            </a:b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input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 flipH="1">
            <a:off x="4187880" y="2546280"/>
            <a:ext cx="115920" cy="1150920"/>
          </a:xfrm>
          <a:prstGeom prst="line">
            <a:avLst/>
          </a:prstGeom>
          <a:ln w="3168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3498840" y="2814480"/>
            <a:ext cx="727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goals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 flipV="1">
            <a:off x="4802040" y="2545920"/>
            <a:ext cx="115920" cy="1150920"/>
          </a:xfrm>
          <a:prstGeom prst="line">
            <a:avLst/>
          </a:prstGeom>
          <a:ln w="3168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4881240" y="2698920"/>
            <a:ext cx="12355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 and</a:t>
            </a:r>
            <a:br>
              <a:rPr sz="1800"/>
            </a:b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updates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800680" y="4543560"/>
            <a:ext cx="1228680" cy="149688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5800680" y="5580000"/>
            <a:ext cx="120492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subset of status messages, via by email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532480" y="3544920"/>
            <a:ext cx="1536480" cy="69048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6340320" y="3505320"/>
            <a:ext cx="7840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web service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 flipH="1">
            <a:off x="3534840" y="5425920"/>
            <a:ext cx="422280" cy="538200"/>
          </a:xfrm>
          <a:prstGeom prst="line">
            <a:avLst/>
          </a:prstGeom>
          <a:ln w="3168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2537280" y="5870520"/>
            <a:ext cx="11800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Email alerts to</a:t>
            </a:r>
            <a:br>
              <a:rPr sz="1200"/>
            </a:b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interest parties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423720" y="625320"/>
            <a:ext cx="8229600" cy="585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"/>
          <p:cNvSpPr/>
          <p:nvPr/>
        </p:nvSpPr>
        <p:spPr>
          <a:xfrm>
            <a:off x="874800" y="1820880"/>
            <a:ext cx="56228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Area of Interest:   Lat/Lon  _______    Radius _____    Density _____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910800" y="2217600"/>
            <a:ext cx="1736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Last MODIS image: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3193920" y="2282760"/>
            <a:ext cx="1498680" cy="1228680"/>
          </a:xfrm>
          <a:prstGeom prst="bevel">
            <a:avLst>
              <a:gd name="adj" fmla="val 12500"/>
            </a:avLst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MODIS Thumb nail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(click for details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5174280" y="2179800"/>
            <a:ext cx="12308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Current SGM</a:t>
            </a:r>
            <a:br>
              <a:rPr sz="1400"/>
            </a:b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Density ____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1066680" y="3857760"/>
            <a:ext cx="424044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Goal Status: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xx:xx Goal triggered at ___ by density of ___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xx:xx Next flyover _____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xx:xx Image requested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xx:xx Image scheduled for _______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xx:xx Image taken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xx:xx Data available at </a:t>
            </a:r>
            <a:r>
              <a:rPr b="0" lang="en-US" sz="1400" strike="noStrike" u="sng">
                <a:solidFill>
                  <a:srgbClr val="009999"/>
                </a:solidFill>
                <a:effectLst/>
                <a:uFillTx/>
                <a:latin typeface="Arial"/>
                <a:hlinkClick r:id="rId2"/>
              </a:rPr>
              <a:t>http://url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5345280" y="4087800"/>
            <a:ext cx="1498320" cy="1228680"/>
          </a:xfrm>
          <a:prstGeom prst="bevel">
            <a:avLst>
              <a:gd name="adj" fmla="val 12500"/>
            </a:avLst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EO1 thumbnail (click for details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384200" y="165240"/>
            <a:ext cx="6927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SAMPLE!!! Mock up of web-based SGM monitor/detail status page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723000" y="1778040"/>
            <a:ext cx="1498680" cy="1919160"/>
          </a:xfrm>
          <a:prstGeom prst="bevel">
            <a:avLst>
              <a:gd name="adj" fmla="val 12500"/>
            </a:avLst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Other thumbnails: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possibly weather forecast, cloud cover, etc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2003-03-12T10:56:43Z</dcterms:created>
  <dc:creator>Sandy Grosvenor</dc:creator>
  <dc:description/>
  <dc:language>en-IN</dc:language>
  <cp:lastModifiedBy>Sandy Grosvenor</cp:lastModifiedBy>
  <dcterms:modified xsi:type="dcterms:W3CDTF">2003-03-17T08:30:14Z</dcterms:modified>
  <cp:revision>4</cp:revision>
  <dc:subject/>
  <dc:title>Slide 1</dc:title>
</cp:coreProperties>
</file>